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9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40"/>
    <p:sldId id="293" r:id="rId41"/>
    <p:sldId id="294" r:id="rId42"/>
    <p:sldId id="295" r:id="rId43"/>
    <p:sldId id="296" r:id="rId44"/>
    <p:sldId id="297" r:id="rId45"/>
  </p:sldIdLst>
  <p:sldSz cx="12192000" cy="6858000"/>
  <p:notesSz cx="12192000" cy="6858000"/>
  <p:custDataLst>
    <p:tags r:id="rId4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345" y="5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9" Type="http://schemas.openxmlformats.org/officeDocument/2006/relationships/tags" Target="tags/tag1.xml"/><Relationship Id="rId48" Type="http://schemas.openxmlformats.org/officeDocument/2006/relationships/tableStyles" Target="tableStyles.xml"/><Relationship Id="rId47" Type="http://schemas.openxmlformats.org/officeDocument/2006/relationships/viewProps" Target="viewProps.xml"/><Relationship Id="rId46" Type="http://schemas.openxmlformats.org/officeDocument/2006/relationships/presProps" Target="presProps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notesMaster" Target="notesMasters/notesMaster1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9392356" cy="25806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12277295" y="0"/>
            <a:ext cx="9392356" cy="25806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9294283" y="642938"/>
            <a:ext cx="3086100" cy="1735931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2167467" y="2475309"/>
            <a:ext cx="17339733" cy="202525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4885432"/>
            <a:ext cx="9392356" cy="25806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12277295" y="4885432"/>
            <a:ext cx="9392356" cy="25806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/>
              <a:t>消去反应</a:t>
            </a:r>
            <a:r>
              <a:rPr lang="en-US" altLang="zh-CN"/>
              <a:t>E1E2</a:t>
            </a:r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 lang="en-US" altLang="zh-CN"/>
              <a:t>S</a:t>
            </a:r>
            <a:r>
              <a:rPr lang="en-US" altLang="zh-CN"/>
              <a:t>n vs E</a:t>
            </a:r>
            <a:endParaRPr lang="en-US" alt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" panose="020F0502020204030204"/>
                <a:cs typeface="Calibri" panose="020F0502020204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Calibri" panose="020F0502020204030204"/>
                <a:cs typeface="Calibri" panose="020F050202020403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" panose="020F0502020204030204"/>
                <a:cs typeface="Calibri" panose="020F0502020204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" panose="020F0502020204030204"/>
                <a:cs typeface="Calibri" panose="020F0502020204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91283" y="572769"/>
            <a:ext cx="7409433" cy="635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chemeClr val="tx1"/>
                </a:solidFill>
                <a:latin typeface="Calibri" panose="020F0502020204030204"/>
                <a:cs typeface="Calibri" panose="020F0502020204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01675" y="1645107"/>
            <a:ext cx="10788650" cy="30778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libri" panose="020F0502020204030204"/>
                <a:cs typeface="Calibri" panose="020F050202020403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025885" y="6431812"/>
            <a:ext cx="274954" cy="2247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hyperlink" Target="mailto:d.palomas@qmul.ac.uk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2" Type="http://schemas.openxmlformats.org/officeDocument/2006/relationships/slideLayout" Target="../slideLayouts/slideLayout2.xml"/><Relationship Id="rId41" Type="http://schemas.openxmlformats.org/officeDocument/2006/relationships/image" Target="../media/image41.png"/><Relationship Id="rId40" Type="http://schemas.openxmlformats.org/officeDocument/2006/relationships/image" Target="../media/image40.png"/><Relationship Id="rId4" Type="http://schemas.openxmlformats.org/officeDocument/2006/relationships/image" Target="../media/image4.png"/><Relationship Id="rId39" Type="http://schemas.openxmlformats.org/officeDocument/2006/relationships/image" Target="../media/image39.png"/><Relationship Id="rId38" Type="http://schemas.openxmlformats.org/officeDocument/2006/relationships/image" Target="../media/image38.png"/><Relationship Id="rId37" Type="http://schemas.openxmlformats.org/officeDocument/2006/relationships/image" Target="../media/image37.png"/><Relationship Id="rId36" Type="http://schemas.openxmlformats.org/officeDocument/2006/relationships/image" Target="../media/image36.png"/><Relationship Id="rId35" Type="http://schemas.openxmlformats.org/officeDocument/2006/relationships/image" Target="../media/image35.png"/><Relationship Id="rId34" Type="http://schemas.openxmlformats.org/officeDocument/2006/relationships/image" Target="../media/image34.png"/><Relationship Id="rId33" Type="http://schemas.openxmlformats.org/officeDocument/2006/relationships/image" Target="../media/image33.png"/><Relationship Id="rId32" Type="http://schemas.openxmlformats.org/officeDocument/2006/relationships/image" Target="../media/image32.png"/><Relationship Id="rId31" Type="http://schemas.openxmlformats.org/officeDocument/2006/relationships/image" Target="../media/image31.png"/><Relationship Id="rId30" Type="http://schemas.openxmlformats.org/officeDocument/2006/relationships/image" Target="../media/image30.pn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png"/><Relationship Id="rId27" Type="http://schemas.openxmlformats.org/officeDocument/2006/relationships/image" Target="../media/image27.png"/><Relationship Id="rId26" Type="http://schemas.openxmlformats.org/officeDocument/2006/relationships/image" Target="../media/image26.png"/><Relationship Id="rId25" Type="http://schemas.openxmlformats.org/officeDocument/2006/relationships/image" Target="../media/image25.png"/><Relationship Id="rId24" Type="http://schemas.openxmlformats.org/officeDocument/2006/relationships/image" Target="../media/image24.png"/><Relationship Id="rId23" Type="http://schemas.openxmlformats.org/officeDocument/2006/relationships/image" Target="../media/image23.png"/><Relationship Id="rId22" Type="http://schemas.openxmlformats.org/officeDocument/2006/relationships/image" Target="../media/image22.png"/><Relationship Id="rId21" Type="http://schemas.openxmlformats.org/officeDocument/2006/relationships/image" Target="../media/image21.png"/><Relationship Id="rId20" Type="http://schemas.openxmlformats.org/officeDocument/2006/relationships/image" Target="../media/image20.png"/><Relationship Id="rId2" Type="http://schemas.openxmlformats.org/officeDocument/2006/relationships/image" Target="../media/image2.png"/><Relationship Id="rId19" Type="http://schemas.openxmlformats.org/officeDocument/2006/relationships/image" Target="../media/image19.png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50.png"/><Relationship Id="rId8" Type="http://schemas.openxmlformats.org/officeDocument/2006/relationships/image" Target="../media/image49.png"/><Relationship Id="rId7" Type="http://schemas.openxmlformats.org/officeDocument/2006/relationships/image" Target="../media/image48.png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Relationship Id="rId3" Type="http://schemas.openxmlformats.org/officeDocument/2006/relationships/image" Target="../media/image44.png"/><Relationship Id="rId22" Type="http://schemas.openxmlformats.org/officeDocument/2006/relationships/slideLayout" Target="../slideLayouts/slideLayout2.xml"/><Relationship Id="rId21" Type="http://schemas.openxmlformats.org/officeDocument/2006/relationships/image" Target="../media/image62.png"/><Relationship Id="rId20" Type="http://schemas.openxmlformats.org/officeDocument/2006/relationships/image" Target="../media/image61.png"/><Relationship Id="rId2" Type="http://schemas.openxmlformats.org/officeDocument/2006/relationships/image" Target="../media/image43.png"/><Relationship Id="rId19" Type="http://schemas.openxmlformats.org/officeDocument/2006/relationships/image" Target="../media/image60.png"/><Relationship Id="rId18" Type="http://schemas.openxmlformats.org/officeDocument/2006/relationships/image" Target="../media/image59.png"/><Relationship Id="rId17" Type="http://schemas.openxmlformats.org/officeDocument/2006/relationships/image" Target="../media/image58.png"/><Relationship Id="rId16" Type="http://schemas.openxmlformats.org/officeDocument/2006/relationships/image" Target="../media/image57.png"/><Relationship Id="rId15" Type="http://schemas.openxmlformats.org/officeDocument/2006/relationships/image" Target="../media/image56.png"/><Relationship Id="rId14" Type="http://schemas.openxmlformats.org/officeDocument/2006/relationships/image" Target="../media/image55.png"/><Relationship Id="rId13" Type="http://schemas.openxmlformats.org/officeDocument/2006/relationships/image" Target="../media/image54.png"/><Relationship Id="rId12" Type="http://schemas.openxmlformats.org/officeDocument/2006/relationships/image" Target="../media/image53.png"/><Relationship Id="rId11" Type="http://schemas.openxmlformats.org/officeDocument/2006/relationships/image" Target="../media/image52.png"/><Relationship Id="rId10" Type="http://schemas.openxmlformats.org/officeDocument/2006/relationships/image" Target="../media/image51.png"/><Relationship Id="rId1" Type="http://schemas.openxmlformats.org/officeDocument/2006/relationships/image" Target="../media/image4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71.png"/><Relationship Id="rId8" Type="http://schemas.openxmlformats.org/officeDocument/2006/relationships/image" Target="../media/image70.png"/><Relationship Id="rId7" Type="http://schemas.openxmlformats.org/officeDocument/2006/relationships/image" Target="../media/image69.png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74.png"/><Relationship Id="rId11" Type="http://schemas.openxmlformats.org/officeDocument/2006/relationships/image" Target="../media/image73.png"/><Relationship Id="rId10" Type="http://schemas.openxmlformats.org/officeDocument/2006/relationships/image" Target="../media/image72.png"/><Relationship Id="rId1" Type="http://schemas.openxmlformats.org/officeDocument/2006/relationships/image" Target="../media/image6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5.jpe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84.png"/><Relationship Id="rId8" Type="http://schemas.openxmlformats.org/officeDocument/2006/relationships/image" Target="../media/image83.png"/><Relationship Id="rId7" Type="http://schemas.openxmlformats.org/officeDocument/2006/relationships/image" Target="../media/image82.png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6" Type="http://schemas.openxmlformats.org/officeDocument/2006/relationships/slideLayout" Target="../slideLayouts/slideLayout2.xml"/><Relationship Id="rId15" Type="http://schemas.openxmlformats.org/officeDocument/2006/relationships/image" Target="../media/image90.png"/><Relationship Id="rId14" Type="http://schemas.openxmlformats.org/officeDocument/2006/relationships/image" Target="../media/image89.png"/><Relationship Id="rId13" Type="http://schemas.openxmlformats.org/officeDocument/2006/relationships/image" Target="../media/image88.png"/><Relationship Id="rId12" Type="http://schemas.openxmlformats.org/officeDocument/2006/relationships/image" Target="../media/image87.png"/><Relationship Id="rId11" Type="http://schemas.openxmlformats.org/officeDocument/2006/relationships/image" Target="../media/image86.png"/><Relationship Id="rId10" Type="http://schemas.openxmlformats.org/officeDocument/2006/relationships/image" Target="../media/image85.png"/><Relationship Id="rId1" Type="http://schemas.openxmlformats.org/officeDocument/2006/relationships/image" Target="../media/image76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84.png"/><Relationship Id="rId8" Type="http://schemas.openxmlformats.org/officeDocument/2006/relationships/image" Target="../media/image83.png"/><Relationship Id="rId7" Type="http://schemas.openxmlformats.org/officeDocument/2006/relationships/image" Target="../media/image82.png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4" Type="http://schemas.openxmlformats.org/officeDocument/2006/relationships/slideLayout" Target="../slideLayouts/slideLayout2.xml"/><Relationship Id="rId43" Type="http://schemas.openxmlformats.org/officeDocument/2006/relationships/image" Target="../media/image126.png"/><Relationship Id="rId42" Type="http://schemas.openxmlformats.org/officeDocument/2006/relationships/image" Target="../media/image125.png"/><Relationship Id="rId41" Type="http://schemas.openxmlformats.org/officeDocument/2006/relationships/image" Target="../media/image124.png"/><Relationship Id="rId40" Type="http://schemas.openxmlformats.org/officeDocument/2006/relationships/image" Target="../media/image123.png"/><Relationship Id="rId4" Type="http://schemas.openxmlformats.org/officeDocument/2006/relationships/image" Target="../media/image92.png"/><Relationship Id="rId39" Type="http://schemas.openxmlformats.org/officeDocument/2006/relationships/image" Target="../media/image122.png"/><Relationship Id="rId38" Type="http://schemas.openxmlformats.org/officeDocument/2006/relationships/image" Target="../media/image121.png"/><Relationship Id="rId37" Type="http://schemas.openxmlformats.org/officeDocument/2006/relationships/image" Target="../media/image120.png"/><Relationship Id="rId36" Type="http://schemas.openxmlformats.org/officeDocument/2006/relationships/image" Target="../media/image119.png"/><Relationship Id="rId35" Type="http://schemas.openxmlformats.org/officeDocument/2006/relationships/image" Target="../media/image118.png"/><Relationship Id="rId34" Type="http://schemas.openxmlformats.org/officeDocument/2006/relationships/image" Target="../media/image117.png"/><Relationship Id="rId33" Type="http://schemas.openxmlformats.org/officeDocument/2006/relationships/image" Target="../media/image116.png"/><Relationship Id="rId32" Type="http://schemas.openxmlformats.org/officeDocument/2006/relationships/image" Target="../media/image115.png"/><Relationship Id="rId31" Type="http://schemas.openxmlformats.org/officeDocument/2006/relationships/image" Target="../media/image114.png"/><Relationship Id="rId30" Type="http://schemas.openxmlformats.org/officeDocument/2006/relationships/image" Target="../media/image113.png"/><Relationship Id="rId3" Type="http://schemas.openxmlformats.org/officeDocument/2006/relationships/image" Target="../media/image91.png"/><Relationship Id="rId29" Type="http://schemas.openxmlformats.org/officeDocument/2006/relationships/image" Target="../media/image112.png"/><Relationship Id="rId28" Type="http://schemas.openxmlformats.org/officeDocument/2006/relationships/image" Target="../media/image111.png"/><Relationship Id="rId27" Type="http://schemas.openxmlformats.org/officeDocument/2006/relationships/image" Target="../media/image110.png"/><Relationship Id="rId26" Type="http://schemas.openxmlformats.org/officeDocument/2006/relationships/image" Target="../media/image109.png"/><Relationship Id="rId25" Type="http://schemas.openxmlformats.org/officeDocument/2006/relationships/image" Target="../media/image108.png"/><Relationship Id="rId24" Type="http://schemas.openxmlformats.org/officeDocument/2006/relationships/image" Target="../media/image107.png"/><Relationship Id="rId23" Type="http://schemas.openxmlformats.org/officeDocument/2006/relationships/image" Target="../media/image106.png"/><Relationship Id="rId22" Type="http://schemas.openxmlformats.org/officeDocument/2006/relationships/image" Target="../media/image105.png"/><Relationship Id="rId21" Type="http://schemas.openxmlformats.org/officeDocument/2006/relationships/image" Target="../media/image104.png"/><Relationship Id="rId20" Type="http://schemas.openxmlformats.org/officeDocument/2006/relationships/image" Target="../media/image103.png"/><Relationship Id="rId2" Type="http://schemas.openxmlformats.org/officeDocument/2006/relationships/image" Target="../media/image77.png"/><Relationship Id="rId19" Type="http://schemas.openxmlformats.org/officeDocument/2006/relationships/image" Target="../media/image102.png"/><Relationship Id="rId18" Type="http://schemas.openxmlformats.org/officeDocument/2006/relationships/image" Target="../media/image101.png"/><Relationship Id="rId17" Type="http://schemas.openxmlformats.org/officeDocument/2006/relationships/image" Target="../media/image100.png"/><Relationship Id="rId16" Type="http://schemas.openxmlformats.org/officeDocument/2006/relationships/image" Target="../media/image99.png"/><Relationship Id="rId15" Type="http://schemas.openxmlformats.org/officeDocument/2006/relationships/image" Target="../media/image90.png"/><Relationship Id="rId14" Type="http://schemas.openxmlformats.org/officeDocument/2006/relationships/image" Target="../media/image98.png"/><Relationship Id="rId13" Type="http://schemas.openxmlformats.org/officeDocument/2006/relationships/image" Target="../media/image88.png"/><Relationship Id="rId12" Type="http://schemas.openxmlformats.org/officeDocument/2006/relationships/image" Target="../media/image97.png"/><Relationship Id="rId11" Type="http://schemas.openxmlformats.org/officeDocument/2006/relationships/image" Target="../media/image96.png"/><Relationship Id="rId10" Type="http://schemas.openxmlformats.org/officeDocument/2006/relationships/image" Target="../media/image95.png"/><Relationship Id="rId1" Type="http://schemas.openxmlformats.org/officeDocument/2006/relationships/image" Target="../media/image76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5.png"/><Relationship Id="rId8" Type="http://schemas.openxmlformats.org/officeDocument/2006/relationships/image" Target="../media/image134.png"/><Relationship Id="rId7" Type="http://schemas.openxmlformats.org/officeDocument/2006/relationships/image" Target="../media/image133.png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7" Type="http://schemas.openxmlformats.org/officeDocument/2006/relationships/slideLayout" Target="../slideLayouts/slideLayout2.xml"/><Relationship Id="rId16" Type="http://schemas.openxmlformats.org/officeDocument/2006/relationships/image" Target="../media/image142.png"/><Relationship Id="rId15" Type="http://schemas.openxmlformats.org/officeDocument/2006/relationships/image" Target="../media/image141.png"/><Relationship Id="rId14" Type="http://schemas.openxmlformats.org/officeDocument/2006/relationships/image" Target="../media/image140.png"/><Relationship Id="rId13" Type="http://schemas.openxmlformats.org/officeDocument/2006/relationships/image" Target="../media/image139.png"/><Relationship Id="rId12" Type="http://schemas.openxmlformats.org/officeDocument/2006/relationships/image" Target="../media/image138.png"/><Relationship Id="rId11" Type="http://schemas.openxmlformats.org/officeDocument/2006/relationships/image" Target="../media/image137.png"/><Relationship Id="rId10" Type="http://schemas.openxmlformats.org/officeDocument/2006/relationships/image" Target="../media/image136.png"/><Relationship Id="rId1" Type="http://schemas.openxmlformats.org/officeDocument/2006/relationships/image" Target="../media/image12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1.png"/><Relationship Id="rId8" Type="http://schemas.openxmlformats.org/officeDocument/2006/relationships/image" Target="../media/image150.png"/><Relationship Id="rId7" Type="http://schemas.openxmlformats.org/officeDocument/2006/relationships/image" Target="../media/image149.png"/><Relationship Id="rId6" Type="http://schemas.openxmlformats.org/officeDocument/2006/relationships/image" Target="../media/image148.png"/><Relationship Id="rId5" Type="http://schemas.openxmlformats.org/officeDocument/2006/relationships/image" Target="../media/image147.png"/><Relationship Id="rId4" Type="http://schemas.openxmlformats.org/officeDocument/2006/relationships/image" Target="../media/image146.png"/><Relationship Id="rId3" Type="http://schemas.openxmlformats.org/officeDocument/2006/relationships/image" Target="../media/image145.png"/><Relationship Id="rId26" Type="http://schemas.openxmlformats.org/officeDocument/2006/relationships/slideLayout" Target="../slideLayouts/slideLayout2.xml"/><Relationship Id="rId25" Type="http://schemas.openxmlformats.org/officeDocument/2006/relationships/image" Target="../media/image167.png"/><Relationship Id="rId24" Type="http://schemas.openxmlformats.org/officeDocument/2006/relationships/image" Target="../media/image166.png"/><Relationship Id="rId23" Type="http://schemas.openxmlformats.org/officeDocument/2006/relationships/image" Target="../media/image165.png"/><Relationship Id="rId22" Type="http://schemas.openxmlformats.org/officeDocument/2006/relationships/image" Target="../media/image164.png"/><Relationship Id="rId21" Type="http://schemas.openxmlformats.org/officeDocument/2006/relationships/image" Target="../media/image163.png"/><Relationship Id="rId20" Type="http://schemas.openxmlformats.org/officeDocument/2006/relationships/image" Target="../media/image162.png"/><Relationship Id="rId2" Type="http://schemas.openxmlformats.org/officeDocument/2006/relationships/image" Target="../media/image144.png"/><Relationship Id="rId19" Type="http://schemas.openxmlformats.org/officeDocument/2006/relationships/image" Target="../media/image161.png"/><Relationship Id="rId18" Type="http://schemas.openxmlformats.org/officeDocument/2006/relationships/image" Target="../media/image160.png"/><Relationship Id="rId17" Type="http://schemas.openxmlformats.org/officeDocument/2006/relationships/image" Target="../media/image159.png"/><Relationship Id="rId16" Type="http://schemas.openxmlformats.org/officeDocument/2006/relationships/image" Target="../media/image158.png"/><Relationship Id="rId15" Type="http://schemas.openxmlformats.org/officeDocument/2006/relationships/image" Target="../media/image157.png"/><Relationship Id="rId14" Type="http://schemas.openxmlformats.org/officeDocument/2006/relationships/image" Target="../media/image156.png"/><Relationship Id="rId13" Type="http://schemas.openxmlformats.org/officeDocument/2006/relationships/image" Target="../media/image155.png"/><Relationship Id="rId12" Type="http://schemas.openxmlformats.org/officeDocument/2006/relationships/image" Target="../media/image154.png"/><Relationship Id="rId11" Type="http://schemas.openxmlformats.org/officeDocument/2006/relationships/image" Target="../media/image153.png"/><Relationship Id="rId10" Type="http://schemas.openxmlformats.org/officeDocument/2006/relationships/image" Target="../media/image152.png"/><Relationship Id="rId1" Type="http://schemas.openxmlformats.org/officeDocument/2006/relationships/image" Target="../media/image143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6.png"/><Relationship Id="rId8" Type="http://schemas.openxmlformats.org/officeDocument/2006/relationships/image" Target="../media/image175.png"/><Relationship Id="rId7" Type="http://schemas.openxmlformats.org/officeDocument/2006/relationships/image" Target="../media/image174.png"/><Relationship Id="rId6" Type="http://schemas.openxmlformats.org/officeDocument/2006/relationships/image" Target="../media/image173.png"/><Relationship Id="rId5" Type="http://schemas.openxmlformats.org/officeDocument/2006/relationships/image" Target="../media/image172.png"/><Relationship Id="rId4" Type="http://schemas.openxmlformats.org/officeDocument/2006/relationships/image" Target="../media/image171.png"/><Relationship Id="rId30" Type="http://schemas.openxmlformats.org/officeDocument/2006/relationships/slideLayout" Target="../slideLayouts/slideLayout2.xml"/><Relationship Id="rId3" Type="http://schemas.openxmlformats.org/officeDocument/2006/relationships/image" Target="../media/image170.png"/><Relationship Id="rId29" Type="http://schemas.openxmlformats.org/officeDocument/2006/relationships/image" Target="../media/image196.png"/><Relationship Id="rId28" Type="http://schemas.openxmlformats.org/officeDocument/2006/relationships/image" Target="../media/image195.png"/><Relationship Id="rId27" Type="http://schemas.openxmlformats.org/officeDocument/2006/relationships/image" Target="../media/image194.png"/><Relationship Id="rId26" Type="http://schemas.openxmlformats.org/officeDocument/2006/relationships/image" Target="../media/image193.png"/><Relationship Id="rId25" Type="http://schemas.openxmlformats.org/officeDocument/2006/relationships/image" Target="../media/image192.png"/><Relationship Id="rId24" Type="http://schemas.openxmlformats.org/officeDocument/2006/relationships/image" Target="../media/image191.png"/><Relationship Id="rId23" Type="http://schemas.openxmlformats.org/officeDocument/2006/relationships/image" Target="../media/image190.png"/><Relationship Id="rId22" Type="http://schemas.openxmlformats.org/officeDocument/2006/relationships/image" Target="../media/image189.png"/><Relationship Id="rId21" Type="http://schemas.openxmlformats.org/officeDocument/2006/relationships/image" Target="../media/image188.png"/><Relationship Id="rId20" Type="http://schemas.openxmlformats.org/officeDocument/2006/relationships/image" Target="../media/image187.png"/><Relationship Id="rId2" Type="http://schemas.openxmlformats.org/officeDocument/2006/relationships/image" Target="../media/image169.png"/><Relationship Id="rId19" Type="http://schemas.openxmlformats.org/officeDocument/2006/relationships/image" Target="../media/image186.png"/><Relationship Id="rId18" Type="http://schemas.openxmlformats.org/officeDocument/2006/relationships/image" Target="../media/image185.png"/><Relationship Id="rId17" Type="http://schemas.openxmlformats.org/officeDocument/2006/relationships/image" Target="../media/image184.png"/><Relationship Id="rId16" Type="http://schemas.openxmlformats.org/officeDocument/2006/relationships/image" Target="../media/image183.png"/><Relationship Id="rId15" Type="http://schemas.openxmlformats.org/officeDocument/2006/relationships/image" Target="../media/image182.png"/><Relationship Id="rId14" Type="http://schemas.openxmlformats.org/officeDocument/2006/relationships/image" Target="../media/image181.png"/><Relationship Id="rId13" Type="http://schemas.openxmlformats.org/officeDocument/2006/relationships/image" Target="../media/image180.png"/><Relationship Id="rId12" Type="http://schemas.openxmlformats.org/officeDocument/2006/relationships/image" Target="../media/image179.png"/><Relationship Id="rId11" Type="http://schemas.openxmlformats.org/officeDocument/2006/relationships/image" Target="../media/image178.png"/><Relationship Id="rId10" Type="http://schemas.openxmlformats.org/officeDocument/2006/relationships/image" Target="../media/image177.png"/><Relationship Id="rId1" Type="http://schemas.openxmlformats.org/officeDocument/2006/relationships/image" Target="../media/image168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5.png"/><Relationship Id="rId8" Type="http://schemas.openxmlformats.org/officeDocument/2006/relationships/image" Target="../media/image204.png"/><Relationship Id="rId7" Type="http://schemas.openxmlformats.org/officeDocument/2006/relationships/image" Target="../media/image203.png"/><Relationship Id="rId6" Type="http://schemas.openxmlformats.org/officeDocument/2006/relationships/image" Target="../media/image202.png"/><Relationship Id="rId5" Type="http://schemas.openxmlformats.org/officeDocument/2006/relationships/image" Target="../media/image201.png"/><Relationship Id="rId46" Type="http://schemas.openxmlformats.org/officeDocument/2006/relationships/slideLayout" Target="../slideLayouts/slideLayout4.xml"/><Relationship Id="rId45" Type="http://schemas.openxmlformats.org/officeDocument/2006/relationships/image" Target="../media/image241.png"/><Relationship Id="rId44" Type="http://schemas.openxmlformats.org/officeDocument/2006/relationships/image" Target="../media/image240.png"/><Relationship Id="rId43" Type="http://schemas.openxmlformats.org/officeDocument/2006/relationships/image" Target="../media/image239.png"/><Relationship Id="rId42" Type="http://schemas.openxmlformats.org/officeDocument/2006/relationships/image" Target="../media/image238.png"/><Relationship Id="rId41" Type="http://schemas.openxmlformats.org/officeDocument/2006/relationships/image" Target="../media/image237.png"/><Relationship Id="rId40" Type="http://schemas.openxmlformats.org/officeDocument/2006/relationships/image" Target="../media/image236.png"/><Relationship Id="rId4" Type="http://schemas.openxmlformats.org/officeDocument/2006/relationships/image" Target="../media/image200.png"/><Relationship Id="rId39" Type="http://schemas.openxmlformats.org/officeDocument/2006/relationships/image" Target="../media/image235.png"/><Relationship Id="rId38" Type="http://schemas.openxmlformats.org/officeDocument/2006/relationships/image" Target="../media/image234.png"/><Relationship Id="rId37" Type="http://schemas.openxmlformats.org/officeDocument/2006/relationships/image" Target="../media/image233.png"/><Relationship Id="rId36" Type="http://schemas.openxmlformats.org/officeDocument/2006/relationships/image" Target="../media/image232.png"/><Relationship Id="rId35" Type="http://schemas.openxmlformats.org/officeDocument/2006/relationships/image" Target="../media/image231.png"/><Relationship Id="rId34" Type="http://schemas.openxmlformats.org/officeDocument/2006/relationships/image" Target="../media/image230.png"/><Relationship Id="rId33" Type="http://schemas.openxmlformats.org/officeDocument/2006/relationships/image" Target="../media/image229.png"/><Relationship Id="rId32" Type="http://schemas.openxmlformats.org/officeDocument/2006/relationships/image" Target="../media/image228.png"/><Relationship Id="rId31" Type="http://schemas.openxmlformats.org/officeDocument/2006/relationships/image" Target="../media/image227.png"/><Relationship Id="rId30" Type="http://schemas.openxmlformats.org/officeDocument/2006/relationships/image" Target="../media/image226.png"/><Relationship Id="rId3" Type="http://schemas.openxmlformats.org/officeDocument/2006/relationships/image" Target="../media/image199.png"/><Relationship Id="rId29" Type="http://schemas.openxmlformats.org/officeDocument/2006/relationships/image" Target="../media/image225.png"/><Relationship Id="rId28" Type="http://schemas.openxmlformats.org/officeDocument/2006/relationships/image" Target="../media/image224.png"/><Relationship Id="rId27" Type="http://schemas.openxmlformats.org/officeDocument/2006/relationships/image" Target="../media/image223.png"/><Relationship Id="rId26" Type="http://schemas.openxmlformats.org/officeDocument/2006/relationships/image" Target="../media/image222.png"/><Relationship Id="rId25" Type="http://schemas.openxmlformats.org/officeDocument/2006/relationships/image" Target="../media/image221.png"/><Relationship Id="rId24" Type="http://schemas.openxmlformats.org/officeDocument/2006/relationships/image" Target="../media/image220.png"/><Relationship Id="rId23" Type="http://schemas.openxmlformats.org/officeDocument/2006/relationships/image" Target="../media/image219.png"/><Relationship Id="rId22" Type="http://schemas.openxmlformats.org/officeDocument/2006/relationships/image" Target="../media/image218.png"/><Relationship Id="rId21" Type="http://schemas.openxmlformats.org/officeDocument/2006/relationships/image" Target="../media/image217.png"/><Relationship Id="rId20" Type="http://schemas.openxmlformats.org/officeDocument/2006/relationships/image" Target="../media/image216.png"/><Relationship Id="rId2" Type="http://schemas.openxmlformats.org/officeDocument/2006/relationships/image" Target="../media/image198.png"/><Relationship Id="rId19" Type="http://schemas.openxmlformats.org/officeDocument/2006/relationships/image" Target="../media/image215.png"/><Relationship Id="rId18" Type="http://schemas.openxmlformats.org/officeDocument/2006/relationships/image" Target="../media/image214.png"/><Relationship Id="rId17" Type="http://schemas.openxmlformats.org/officeDocument/2006/relationships/image" Target="../media/image213.png"/><Relationship Id="rId16" Type="http://schemas.openxmlformats.org/officeDocument/2006/relationships/image" Target="../media/image212.png"/><Relationship Id="rId15" Type="http://schemas.openxmlformats.org/officeDocument/2006/relationships/image" Target="../media/image211.png"/><Relationship Id="rId14" Type="http://schemas.openxmlformats.org/officeDocument/2006/relationships/image" Target="../media/image210.png"/><Relationship Id="rId13" Type="http://schemas.openxmlformats.org/officeDocument/2006/relationships/image" Target="../media/image209.png"/><Relationship Id="rId12" Type="http://schemas.openxmlformats.org/officeDocument/2006/relationships/image" Target="../media/image208.png"/><Relationship Id="rId11" Type="http://schemas.openxmlformats.org/officeDocument/2006/relationships/image" Target="../media/image207.png"/><Relationship Id="rId10" Type="http://schemas.openxmlformats.org/officeDocument/2006/relationships/image" Target="../media/image206.png"/><Relationship Id="rId1" Type="http://schemas.openxmlformats.org/officeDocument/2006/relationships/image" Target="../media/image197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5.png"/><Relationship Id="rId8" Type="http://schemas.openxmlformats.org/officeDocument/2006/relationships/image" Target="../media/image204.png"/><Relationship Id="rId7" Type="http://schemas.openxmlformats.org/officeDocument/2006/relationships/image" Target="../media/image203.png"/><Relationship Id="rId6" Type="http://schemas.openxmlformats.org/officeDocument/2006/relationships/image" Target="../media/image202.png"/><Relationship Id="rId5" Type="http://schemas.openxmlformats.org/officeDocument/2006/relationships/image" Target="../media/image201.png"/><Relationship Id="rId46" Type="http://schemas.openxmlformats.org/officeDocument/2006/relationships/slideLayout" Target="../slideLayouts/slideLayout4.xml"/><Relationship Id="rId45" Type="http://schemas.openxmlformats.org/officeDocument/2006/relationships/image" Target="../media/image241.png"/><Relationship Id="rId44" Type="http://schemas.openxmlformats.org/officeDocument/2006/relationships/image" Target="../media/image240.png"/><Relationship Id="rId43" Type="http://schemas.openxmlformats.org/officeDocument/2006/relationships/image" Target="../media/image239.png"/><Relationship Id="rId42" Type="http://schemas.openxmlformats.org/officeDocument/2006/relationships/image" Target="../media/image238.png"/><Relationship Id="rId41" Type="http://schemas.openxmlformats.org/officeDocument/2006/relationships/image" Target="../media/image237.png"/><Relationship Id="rId40" Type="http://schemas.openxmlformats.org/officeDocument/2006/relationships/image" Target="../media/image236.png"/><Relationship Id="rId4" Type="http://schemas.openxmlformats.org/officeDocument/2006/relationships/image" Target="../media/image200.png"/><Relationship Id="rId39" Type="http://schemas.openxmlformats.org/officeDocument/2006/relationships/image" Target="../media/image235.png"/><Relationship Id="rId38" Type="http://schemas.openxmlformats.org/officeDocument/2006/relationships/image" Target="../media/image234.png"/><Relationship Id="rId37" Type="http://schemas.openxmlformats.org/officeDocument/2006/relationships/image" Target="../media/image233.png"/><Relationship Id="rId36" Type="http://schemas.openxmlformats.org/officeDocument/2006/relationships/image" Target="../media/image232.png"/><Relationship Id="rId35" Type="http://schemas.openxmlformats.org/officeDocument/2006/relationships/image" Target="../media/image231.png"/><Relationship Id="rId34" Type="http://schemas.openxmlformats.org/officeDocument/2006/relationships/image" Target="../media/image230.png"/><Relationship Id="rId33" Type="http://schemas.openxmlformats.org/officeDocument/2006/relationships/image" Target="../media/image229.png"/><Relationship Id="rId32" Type="http://schemas.openxmlformats.org/officeDocument/2006/relationships/image" Target="../media/image228.png"/><Relationship Id="rId31" Type="http://schemas.openxmlformats.org/officeDocument/2006/relationships/image" Target="../media/image227.png"/><Relationship Id="rId30" Type="http://schemas.openxmlformats.org/officeDocument/2006/relationships/image" Target="../media/image226.png"/><Relationship Id="rId3" Type="http://schemas.openxmlformats.org/officeDocument/2006/relationships/image" Target="../media/image199.png"/><Relationship Id="rId29" Type="http://schemas.openxmlformats.org/officeDocument/2006/relationships/image" Target="../media/image225.png"/><Relationship Id="rId28" Type="http://schemas.openxmlformats.org/officeDocument/2006/relationships/image" Target="../media/image224.png"/><Relationship Id="rId27" Type="http://schemas.openxmlformats.org/officeDocument/2006/relationships/image" Target="../media/image223.png"/><Relationship Id="rId26" Type="http://schemas.openxmlformats.org/officeDocument/2006/relationships/image" Target="../media/image222.png"/><Relationship Id="rId25" Type="http://schemas.openxmlformats.org/officeDocument/2006/relationships/image" Target="../media/image221.png"/><Relationship Id="rId24" Type="http://schemas.openxmlformats.org/officeDocument/2006/relationships/image" Target="../media/image220.png"/><Relationship Id="rId23" Type="http://schemas.openxmlformats.org/officeDocument/2006/relationships/image" Target="../media/image219.png"/><Relationship Id="rId22" Type="http://schemas.openxmlformats.org/officeDocument/2006/relationships/image" Target="../media/image218.png"/><Relationship Id="rId21" Type="http://schemas.openxmlformats.org/officeDocument/2006/relationships/image" Target="../media/image217.png"/><Relationship Id="rId20" Type="http://schemas.openxmlformats.org/officeDocument/2006/relationships/image" Target="../media/image247.png"/><Relationship Id="rId2" Type="http://schemas.openxmlformats.org/officeDocument/2006/relationships/image" Target="../media/image198.png"/><Relationship Id="rId19" Type="http://schemas.openxmlformats.org/officeDocument/2006/relationships/image" Target="../media/image246.png"/><Relationship Id="rId18" Type="http://schemas.openxmlformats.org/officeDocument/2006/relationships/image" Target="../media/image245.png"/><Relationship Id="rId17" Type="http://schemas.openxmlformats.org/officeDocument/2006/relationships/image" Target="../media/image244.png"/><Relationship Id="rId16" Type="http://schemas.openxmlformats.org/officeDocument/2006/relationships/image" Target="../media/image243.png"/><Relationship Id="rId15" Type="http://schemas.openxmlformats.org/officeDocument/2006/relationships/image" Target="../media/image242.png"/><Relationship Id="rId14" Type="http://schemas.openxmlformats.org/officeDocument/2006/relationships/image" Target="../media/image210.png"/><Relationship Id="rId13" Type="http://schemas.openxmlformats.org/officeDocument/2006/relationships/image" Target="../media/image209.png"/><Relationship Id="rId12" Type="http://schemas.openxmlformats.org/officeDocument/2006/relationships/image" Target="../media/image208.png"/><Relationship Id="rId11" Type="http://schemas.openxmlformats.org/officeDocument/2006/relationships/image" Target="../media/image207.png"/><Relationship Id="rId10" Type="http://schemas.openxmlformats.org/officeDocument/2006/relationships/image" Target="../media/image206.png"/><Relationship Id="rId1" Type="http://schemas.openxmlformats.org/officeDocument/2006/relationships/image" Target="../media/image197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50.png"/><Relationship Id="rId2" Type="http://schemas.openxmlformats.org/officeDocument/2006/relationships/image" Target="../media/image249.png"/><Relationship Id="rId1" Type="http://schemas.openxmlformats.org/officeDocument/2006/relationships/image" Target="../media/image248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9.png"/><Relationship Id="rId8" Type="http://schemas.openxmlformats.org/officeDocument/2006/relationships/image" Target="../media/image258.png"/><Relationship Id="rId7" Type="http://schemas.openxmlformats.org/officeDocument/2006/relationships/image" Target="../media/image257.png"/><Relationship Id="rId6" Type="http://schemas.openxmlformats.org/officeDocument/2006/relationships/image" Target="../media/image256.png"/><Relationship Id="rId5" Type="http://schemas.openxmlformats.org/officeDocument/2006/relationships/image" Target="../media/image255.png"/><Relationship Id="rId4" Type="http://schemas.openxmlformats.org/officeDocument/2006/relationships/image" Target="../media/image254.png"/><Relationship Id="rId3" Type="http://schemas.openxmlformats.org/officeDocument/2006/relationships/image" Target="../media/image253.png"/><Relationship Id="rId25" Type="http://schemas.openxmlformats.org/officeDocument/2006/relationships/slideLayout" Target="../slideLayouts/slideLayout2.xml"/><Relationship Id="rId24" Type="http://schemas.openxmlformats.org/officeDocument/2006/relationships/image" Target="../media/image274.png"/><Relationship Id="rId23" Type="http://schemas.openxmlformats.org/officeDocument/2006/relationships/image" Target="../media/image273.png"/><Relationship Id="rId22" Type="http://schemas.openxmlformats.org/officeDocument/2006/relationships/image" Target="../media/image272.png"/><Relationship Id="rId21" Type="http://schemas.openxmlformats.org/officeDocument/2006/relationships/image" Target="../media/image271.png"/><Relationship Id="rId20" Type="http://schemas.openxmlformats.org/officeDocument/2006/relationships/image" Target="../media/image270.png"/><Relationship Id="rId2" Type="http://schemas.openxmlformats.org/officeDocument/2006/relationships/image" Target="../media/image252.png"/><Relationship Id="rId19" Type="http://schemas.openxmlformats.org/officeDocument/2006/relationships/image" Target="../media/image269.png"/><Relationship Id="rId18" Type="http://schemas.openxmlformats.org/officeDocument/2006/relationships/image" Target="../media/image268.png"/><Relationship Id="rId17" Type="http://schemas.openxmlformats.org/officeDocument/2006/relationships/image" Target="../media/image267.png"/><Relationship Id="rId16" Type="http://schemas.openxmlformats.org/officeDocument/2006/relationships/image" Target="../media/image266.png"/><Relationship Id="rId15" Type="http://schemas.openxmlformats.org/officeDocument/2006/relationships/image" Target="../media/image265.png"/><Relationship Id="rId14" Type="http://schemas.openxmlformats.org/officeDocument/2006/relationships/image" Target="../media/image264.png"/><Relationship Id="rId13" Type="http://schemas.openxmlformats.org/officeDocument/2006/relationships/image" Target="../media/image263.png"/><Relationship Id="rId12" Type="http://schemas.openxmlformats.org/officeDocument/2006/relationships/image" Target="../media/image262.png"/><Relationship Id="rId11" Type="http://schemas.openxmlformats.org/officeDocument/2006/relationships/image" Target="../media/image261.png"/><Relationship Id="rId10" Type="http://schemas.openxmlformats.org/officeDocument/2006/relationships/image" Target="../media/image260.png"/><Relationship Id="rId1" Type="http://schemas.openxmlformats.org/officeDocument/2006/relationships/image" Target="../media/image251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83.png"/><Relationship Id="rId8" Type="http://schemas.openxmlformats.org/officeDocument/2006/relationships/image" Target="../media/image282.png"/><Relationship Id="rId7" Type="http://schemas.openxmlformats.org/officeDocument/2006/relationships/image" Target="../media/image281.png"/><Relationship Id="rId6" Type="http://schemas.openxmlformats.org/officeDocument/2006/relationships/image" Target="../media/image280.png"/><Relationship Id="rId5" Type="http://schemas.openxmlformats.org/officeDocument/2006/relationships/image" Target="../media/image279.png"/><Relationship Id="rId4" Type="http://schemas.openxmlformats.org/officeDocument/2006/relationships/image" Target="../media/image278.png"/><Relationship Id="rId33" Type="http://schemas.openxmlformats.org/officeDocument/2006/relationships/slideLayout" Target="../slideLayouts/slideLayout2.xml"/><Relationship Id="rId32" Type="http://schemas.openxmlformats.org/officeDocument/2006/relationships/image" Target="../media/image306.png"/><Relationship Id="rId31" Type="http://schemas.openxmlformats.org/officeDocument/2006/relationships/image" Target="../media/image305.png"/><Relationship Id="rId30" Type="http://schemas.openxmlformats.org/officeDocument/2006/relationships/image" Target="../media/image304.png"/><Relationship Id="rId3" Type="http://schemas.openxmlformats.org/officeDocument/2006/relationships/image" Target="../media/image277.png"/><Relationship Id="rId29" Type="http://schemas.openxmlformats.org/officeDocument/2006/relationships/image" Target="../media/image303.png"/><Relationship Id="rId28" Type="http://schemas.openxmlformats.org/officeDocument/2006/relationships/image" Target="../media/image302.png"/><Relationship Id="rId27" Type="http://schemas.openxmlformats.org/officeDocument/2006/relationships/image" Target="../media/image301.png"/><Relationship Id="rId26" Type="http://schemas.openxmlformats.org/officeDocument/2006/relationships/image" Target="../media/image300.png"/><Relationship Id="rId25" Type="http://schemas.openxmlformats.org/officeDocument/2006/relationships/image" Target="../media/image299.png"/><Relationship Id="rId24" Type="http://schemas.openxmlformats.org/officeDocument/2006/relationships/image" Target="../media/image298.png"/><Relationship Id="rId23" Type="http://schemas.openxmlformats.org/officeDocument/2006/relationships/image" Target="../media/image297.png"/><Relationship Id="rId22" Type="http://schemas.openxmlformats.org/officeDocument/2006/relationships/image" Target="../media/image296.png"/><Relationship Id="rId21" Type="http://schemas.openxmlformats.org/officeDocument/2006/relationships/image" Target="../media/image295.png"/><Relationship Id="rId20" Type="http://schemas.openxmlformats.org/officeDocument/2006/relationships/image" Target="../media/image294.png"/><Relationship Id="rId2" Type="http://schemas.openxmlformats.org/officeDocument/2006/relationships/image" Target="../media/image276.png"/><Relationship Id="rId19" Type="http://schemas.openxmlformats.org/officeDocument/2006/relationships/image" Target="../media/image293.png"/><Relationship Id="rId18" Type="http://schemas.openxmlformats.org/officeDocument/2006/relationships/image" Target="../media/image292.png"/><Relationship Id="rId17" Type="http://schemas.openxmlformats.org/officeDocument/2006/relationships/image" Target="../media/image291.png"/><Relationship Id="rId16" Type="http://schemas.openxmlformats.org/officeDocument/2006/relationships/image" Target="../media/image290.png"/><Relationship Id="rId15" Type="http://schemas.openxmlformats.org/officeDocument/2006/relationships/image" Target="../media/image289.png"/><Relationship Id="rId14" Type="http://schemas.openxmlformats.org/officeDocument/2006/relationships/image" Target="../media/image288.png"/><Relationship Id="rId13" Type="http://schemas.openxmlformats.org/officeDocument/2006/relationships/image" Target="../media/image287.png"/><Relationship Id="rId12" Type="http://schemas.openxmlformats.org/officeDocument/2006/relationships/image" Target="../media/image286.png"/><Relationship Id="rId11" Type="http://schemas.openxmlformats.org/officeDocument/2006/relationships/image" Target="../media/image285.png"/><Relationship Id="rId10" Type="http://schemas.openxmlformats.org/officeDocument/2006/relationships/image" Target="../media/image284.png"/><Relationship Id="rId1" Type="http://schemas.openxmlformats.org/officeDocument/2006/relationships/image" Target="../media/image275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314.png"/><Relationship Id="rId8" Type="http://schemas.openxmlformats.org/officeDocument/2006/relationships/image" Target="../media/image313.png"/><Relationship Id="rId7" Type="http://schemas.openxmlformats.org/officeDocument/2006/relationships/image" Target="../media/image312.png"/><Relationship Id="rId6" Type="http://schemas.openxmlformats.org/officeDocument/2006/relationships/image" Target="../media/image311.png"/><Relationship Id="rId5" Type="http://schemas.openxmlformats.org/officeDocument/2006/relationships/image" Target="../media/image310.png"/><Relationship Id="rId4" Type="http://schemas.openxmlformats.org/officeDocument/2006/relationships/image" Target="../media/image309.png"/><Relationship Id="rId3" Type="http://schemas.openxmlformats.org/officeDocument/2006/relationships/image" Target="../media/image308.png"/><Relationship Id="rId2" Type="http://schemas.openxmlformats.org/officeDocument/2006/relationships/image" Target="../media/image157.png"/><Relationship Id="rId16" Type="http://schemas.openxmlformats.org/officeDocument/2006/relationships/slideLayout" Target="../slideLayouts/slideLayout2.xml"/><Relationship Id="rId15" Type="http://schemas.openxmlformats.org/officeDocument/2006/relationships/image" Target="../media/image320.png"/><Relationship Id="rId14" Type="http://schemas.openxmlformats.org/officeDocument/2006/relationships/image" Target="../media/image319.png"/><Relationship Id="rId13" Type="http://schemas.openxmlformats.org/officeDocument/2006/relationships/image" Target="../media/image318.png"/><Relationship Id="rId12" Type="http://schemas.openxmlformats.org/officeDocument/2006/relationships/image" Target="../media/image317.png"/><Relationship Id="rId11" Type="http://schemas.openxmlformats.org/officeDocument/2006/relationships/image" Target="../media/image316.png"/><Relationship Id="rId10" Type="http://schemas.openxmlformats.org/officeDocument/2006/relationships/image" Target="../media/image315.png"/><Relationship Id="rId1" Type="http://schemas.openxmlformats.org/officeDocument/2006/relationships/image" Target="../media/image307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329.png"/><Relationship Id="rId8" Type="http://schemas.openxmlformats.org/officeDocument/2006/relationships/image" Target="../media/image328.png"/><Relationship Id="rId7" Type="http://schemas.openxmlformats.org/officeDocument/2006/relationships/image" Target="../media/image327.png"/><Relationship Id="rId6" Type="http://schemas.openxmlformats.org/officeDocument/2006/relationships/image" Target="../media/image326.png"/><Relationship Id="rId5" Type="http://schemas.openxmlformats.org/officeDocument/2006/relationships/image" Target="../media/image325.png"/><Relationship Id="rId4" Type="http://schemas.openxmlformats.org/officeDocument/2006/relationships/image" Target="../media/image324.png"/><Relationship Id="rId3" Type="http://schemas.openxmlformats.org/officeDocument/2006/relationships/image" Target="../media/image323.png"/><Relationship Id="rId26" Type="http://schemas.openxmlformats.org/officeDocument/2006/relationships/slideLayout" Target="../slideLayouts/slideLayout2.xml"/><Relationship Id="rId25" Type="http://schemas.openxmlformats.org/officeDocument/2006/relationships/image" Target="../media/image345.png"/><Relationship Id="rId24" Type="http://schemas.openxmlformats.org/officeDocument/2006/relationships/image" Target="../media/image344.png"/><Relationship Id="rId23" Type="http://schemas.openxmlformats.org/officeDocument/2006/relationships/image" Target="../media/image343.png"/><Relationship Id="rId22" Type="http://schemas.openxmlformats.org/officeDocument/2006/relationships/image" Target="../media/image342.png"/><Relationship Id="rId21" Type="http://schemas.openxmlformats.org/officeDocument/2006/relationships/image" Target="../media/image341.png"/><Relationship Id="rId20" Type="http://schemas.openxmlformats.org/officeDocument/2006/relationships/image" Target="../media/image340.png"/><Relationship Id="rId2" Type="http://schemas.openxmlformats.org/officeDocument/2006/relationships/image" Target="../media/image322.png"/><Relationship Id="rId19" Type="http://schemas.openxmlformats.org/officeDocument/2006/relationships/image" Target="../media/image339.png"/><Relationship Id="rId18" Type="http://schemas.openxmlformats.org/officeDocument/2006/relationships/image" Target="../media/image338.png"/><Relationship Id="rId17" Type="http://schemas.openxmlformats.org/officeDocument/2006/relationships/image" Target="../media/image337.png"/><Relationship Id="rId16" Type="http://schemas.openxmlformats.org/officeDocument/2006/relationships/image" Target="../media/image336.png"/><Relationship Id="rId15" Type="http://schemas.openxmlformats.org/officeDocument/2006/relationships/image" Target="../media/image335.png"/><Relationship Id="rId14" Type="http://schemas.openxmlformats.org/officeDocument/2006/relationships/image" Target="../media/image334.png"/><Relationship Id="rId13" Type="http://schemas.openxmlformats.org/officeDocument/2006/relationships/image" Target="../media/image333.png"/><Relationship Id="rId12" Type="http://schemas.openxmlformats.org/officeDocument/2006/relationships/image" Target="../media/image332.png"/><Relationship Id="rId11" Type="http://schemas.openxmlformats.org/officeDocument/2006/relationships/image" Target="../media/image331.png"/><Relationship Id="rId10" Type="http://schemas.openxmlformats.org/officeDocument/2006/relationships/image" Target="../media/image330.png"/><Relationship Id="rId1" Type="http://schemas.openxmlformats.org/officeDocument/2006/relationships/image" Target="../media/image32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353.png"/><Relationship Id="rId7" Type="http://schemas.openxmlformats.org/officeDocument/2006/relationships/image" Target="../media/image352.png"/><Relationship Id="rId6" Type="http://schemas.openxmlformats.org/officeDocument/2006/relationships/image" Target="../media/image351.png"/><Relationship Id="rId5" Type="http://schemas.openxmlformats.org/officeDocument/2006/relationships/image" Target="../media/image350.png"/><Relationship Id="rId4" Type="http://schemas.openxmlformats.org/officeDocument/2006/relationships/image" Target="../media/image349.png"/><Relationship Id="rId3" Type="http://schemas.openxmlformats.org/officeDocument/2006/relationships/image" Target="../media/image348.png"/><Relationship Id="rId2" Type="http://schemas.openxmlformats.org/officeDocument/2006/relationships/image" Target="../media/image347.png"/><Relationship Id="rId1" Type="http://schemas.openxmlformats.org/officeDocument/2006/relationships/image" Target="../media/image346.jpe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image" Target="../media/image362.png"/><Relationship Id="rId8" Type="http://schemas.openxmlformats.org/officeDocument/2006/relationships/image" Target="../media/image361.png"/><Relationship Id="rId7" Type="http://schemas.openxmlformats.org/officeDocument/2006/relationships/image" Target="../media/image360.png"/><Relationship Id="rId6" Type="http://schemas.openxmlformats.org/officeDocument/2006/relationships/image" Target="../media/image359.png"/><Relationship Id="rId5" Type="http://schemas.openxmlformats.org/officeDocument/2006/relationships/image" Target="../media/image358.png"/><Relationship Id="rId4" Type="http://schemas.openxmlformats.org/officeDocument/2006/relationships/image" Target="../media/image357.png"/><Relationship Id="rId3" Type="http://schemas.openxmlformats.org/officeDocument/2006/relationships/image" Target="../media/image356.png"/><Relationship Id="rId22" Type="http://schemas.openxmlformats.org/officeDocument/2006/relationships/slideLayout" Target="../slideLayouts/slideLayout2.xml"/><Relationship Id="rId21" Type="http://schemas.openxmlformats.org/officeDocument/2006/relationships/image" Target="../media/image374.png"/><Relationship Id="rId20" Type="http://schemas.openxmlformats.org/officeDocument/2006/relationships/image" Target="../media/image373.png"/><Relationship Id="rId2" Type="http://schemas.openxmlformats.org/officeDocument/2006/relationships/image" Target="../media/image355.png"/><Relationship Id="rId19" Type="http://schemas.openxmlformats.org/officeDocument/2006/relationships/image" Target="../media/image372.png"/><Relationship Id="rId18" Type="http://schemas.openxmlformats.org/officeDocument/2006/relationships/image" Target="../media/image371.png"/><Relationship Id="rId17" Type="http://schemas.openxmlformats.org/officeDocument/2006/relationships/image" Target="../media/image370.png"/><Relationship Id="rId16" Type="http://schemas.openxmlformats.org/officeDocument/2006/relationships/image" Target="../media/image369.png"/><Relationship Id="rId15" Type="http://schemas.openxmlformats.org/officeDocument/2006/relationships/image" Target="../media/image368.png"/><Relationship Id="rId14" Type="http://schemas.openxmlformats.org/officeDocument/2006/relationships/image" Target="../media/image367.png"/><Relationship Id="rId13" Type="http://schemas.openxmlformats.org/officeDocument/2006/relationships/image" Target="../media/image366.png"/><Relationship Id="rId12" Type="http://schemas.openxmlformats.org/officeDocument/2006/relationships/image" Target="../media/image365.png"/><Relationship Id="rId11" Type="http://schemas.openxmlformats.org/officeDocument/2006/relationships/image" Target="../media/image364.png"/><Relationship Id="rId10" Type="http://schemas.openxmlformats.org/officeDocument/2006/relationships/image" Target="../media/image363.png"/><Relationship Id="rId1" Type="http://schemas.openxmlformats.org/officeDocument/2006/relationships/image" Target="../media/image354.jpe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83.png"/><Relationship Id="rId8" Type="http://schemas.openxmlformats.org/officeDocument/2006/relationships/image" Target="../media/image382.png"/><Relationship Id="rId7" Type="http://schemas.openxmlformats.org/officeDocument/2006/relationships/image" Target="../media/image381.png"/><Relationship Id="rId6" Type="http://schemas.openxmlformats.org/officeDocument/2006/relationships/image" Target="../media/image380.png"/><Relationship Id="rId52" Type="http://schemas.openxmlformats.org/officeDocument/2006/relationships/slideLayout" Target="../slideLayouts/slideLayout2.xml"/><Relationship Id="rId51" Type="http://schemas.openxmlformats.org/officeDocument/2006/relationships/image" Target="../media/image425.png"/><Relationship Id="rId50" Type="http://schemas.openxmlformats.org/officeDocument/2006/relationships/image" Target="../media/image424.png"/><Relationship Id="rId5" Type="http://schemas.openxmlformats.org/officeDocument/2006/relationships/image" Target="../media/image379.png"/><Relationship Id="rId49" Type="http://schemas.openxmlformats.org/officeDocument/2006/relationships/image" Target="../media/image423.png"/><Relationship Id="rId48" Type="http://schemas.openxmlformats.org/officeDocument/2006/relationships/image" Target="../media/image422.png"/><Relationship Id="rId47" Type="http://schemas.openxmlformats.org/officeDocument/2006/relationships/image" Target="../media/image421.png"/><Relationship Id="rId46" Type="http://schemas.openxmlformats.org/officeDocument/2006/relationships/image" Target="../media/image420.png"/><Relationship Id="rId45" Type="http://schemas.openxmlformats.org/officeDocument/2006/relationships/image" Target="../media/image419.png"/><Relationship Id="rId44" Type="http://schemas.openxmlformats.org/officeDocument/2006/relationships/image" Target="../media/image418.png"/><Relationship Id="rId43" Type="http://schemas.openxmlformats.org/officeDocument/2006/relationships/image" Target="../media/image417.png"/><Relationship Id="rId42" Type="http://schemas.openxmlformats.org/officeDocument/2006/relationships/image" Target="../media/image416.png"/><Relationship Id="rId41" Type="http://schemas.openxmlformats.org/officeDocument/2006/relationships/image" Target="../media/image415.png"/><Relationship Id="rId40" Type="http://schemas.openxmlformats.org/officeDocument/2006/relationships/image" Target="../media/image414.png"/><Relationship Id="rId4" Type="http://schemas.openxmlformats.org/officeDocument/2006/relationships/image" Target="../media/image378.png"/><Relationship Id="rId39" Type="http://schemas.openxmlformats.org/officeDocument/2006/relationships/image" Target="../media/image413.png"/><Relationship Id="rId38" Type="http://schemas.openxmlformats.org/officeDocument/2006/relationships/image" Target="../media/image412.png"/><Relationship Id="rId37" Type="http://schemas.openxmlformats.org/officeDocument/2006/relationships/image" Target="../media/image411.png"/><Relationship Id="rId36" Type="http://schemas.openxmlformats.org/officeDocument/2006/relationships/image" Target="../media/image410.png"/><Relationship Id="rId35" Type="http://schemas.openxmlformats.org/officeDocument/2006/relationships/image" Target="../media/image409.png"/><Relationship Id="rId34" Type="http://schemas.openxmlformats.org/officeDocument/2006/relationships/image" Target="../media/image408.png"/><Relationship Id="rId33" Type="http://schemas.openxmlformats.org/officeDocument/2006/relationships/image" Target="../media/image407.png"/><Relationship Id="rId32" Type="http://schemas.openxmlformats.org/officeDocument/2006/relationships/image" Target="../media/image406.png"/><Relationship Id="rId31" Type="http://schemas.openxmlformats.org/officeDocument/2006/relationships/image" Target="../media/image405.png"/><Relationship Id="rId30" Type="http://schemas.openxmlformats.org/officeDocument/2006/relationships/image" Target="../media/image404.png"/><Relationship Id="rId3" Type="http://schemas.openxmlformats.org/officeDocument/2006/relationships/image" Target="../media/image377.png"/><Relationship Id="rId29" Type="http://schemas.openxmlformats.org/officeDocument/2006/relationships/image" Target="../media/image403.png"/><Relationship Id="rId28" Type="http://schemas.openxmlformats.org/officeDocument/2006/relationships/image" Target="../media/image402.png"/><Relationship Id="rId27" Type="http://schemas.openxmlformats.org/officeDocument/2006/relationships/image" Target="../media/image401.png"/><Relationship Id="rId26" Type="http://schemas.openxmlformats.org/officeDocument/2006/relationships/image" Target="../media/image400.png"/><Relationship Id="rId25" Type="http://schemas.openxmlformats.org/officeDocument/2006/relationships/image" Target="../media/image399.png"/><Relationship Id="rId24" Type="http://schemas.openxmlformats.org/officeDocument/2006/relationships/image" Target="../media/image398.png"/><Relationship Id="rId23" Type="http://schemas.openxmlformats.org/officeDocument/2006/relationships/image" Target="../media/image397.png"/><Relationship Id="rId22" Type="http://schemas.openxmlformats.org/officeDocument/2006/relationships/image" Target="../media/image396.png"/><Relationship Id="rId21" Type="http://schemas.openxmlformats.org/officeDocument/2006/relationships/image" Target="../media/image395.png"/><Relationship Id="rId20" Type="http://schemas.openxmlformats.org/officeDocument/2006/relationships/image" Target="../media/image394.png"/><Relationship Id="rId2" Type="http://schemas.openxmlformats.org/officeDocument/2006/relationships/image" Target="../media/image376.png"/><Relationship Id="rId19" Type="http://schemas.openxmlformats.org/officeDocument/2006/relationships/image" Target="../media/image393.png"/><Relationship Id="rId18" Type="http://schemas.openxmlformats.org/officeDocument/2006/relationships/image" Target="../media/image392.png"/><Relationship Id="rId17" Type="http://schemas.openxmlformats.org/officeDocument/2006/relationships/image" Target="../media/image391.png"/><Relationship Id="rId16" Type="http://schemas.openxmlformats.org/officeDocument/2006/relationships/image" Target="../media/image390.png"/><Relationship Id="rId15" Type="http://schemas.openxmlformats.org/officeDocument/2006/relationships/image" Target="../media/image389.png"/><Relationship Id="rId14" Type="http://schemas.openxmlformats.org/officeDocument/2006/relationships/image" Target="../media/image388.png"/><Relationship Id="rId13" Type="http://schemas.openxmlformats.org/officeDocument/2006/relationships/image" Target="../media/image387.png"/><Relationship Id="rId12" Type="http://schemas.openxmlformats.org/officeDocument/2006/relationships/image" Target="../media/image386.png"/><Relationship Id="rId11" Type="http://schemas.openxmlformats.org/officeDocument/2006/relationships/image" Target="../media/image385.png"/><Relationship Id="rId10" Type="http://schemas.openxmlformats.org/officeDocument/2006/relationships/image" Target="../media/image384.png"/><Relationship Id="rId1" Type="http://schemas.openxmlformats.org/officeDocument/2006/relationships/image" Target="../media/image37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image" Target="../media/image433.png"/><Relationship Id="rId8" Type="http://schemas.openxmlformats.org/officeDocument/2006/relationships/image" Target="../media/image432.png"/><Relationship Id="rId7" Type="http://schemas.openxmlformats.org/officeDocument/2006/relationships/image" Target="../media/image114.png"/><Relationship Id="rId6" Type="http://schemas.openxmlformats.org/officeDocument/2006/relationships/image" Target="../media/image431.png"/><Relationship Id="rId5" Type="http://schemas.openxmlformats.org/officeDocument/2006/relationships/image" Target="../media/image430.png"/><Relationship Id="rId4" Type="http://schemas.openxmlformats.org/officeDocument/2006/relationships/image" Target="../media/image429.png"/><Relationship Id="rId3" Type="http://schemas.openxmlformats.org/officeDocument/2006/relationships/image" Target="../media/image428.png"/><Relationship Id="rId2" Type="http://schemas.openxmlformats.org/officeDocument/2006/relationships/image" Target="../media/image427.png"/><Relationship Id="rId17" Type="http://schemas.openxmlformats.org/officeDocument/2006/relationships/slideLayout" Target="../slideLayouts/slideLayout2.xml"/><Relationship Id="rId16" Type="http://schemas.openxmlformats.org/officeDocument/2006/relationships/image" Target="../media/image440.png"/><Relationship Id="rId15" Type="http://schemas.openxmlformats.org/officeDocument/2006/relationships/image" Target="../media/image439.png"/><Relationship Id="rId14" Type="http://schemas.openxmlformats.org/officeDocument/2006/relationships/image" Target="../media/image438.png"/><Relationship Id="rId13" Type="http://schemas.openxmlformats.org/officeDocument/2006/relationships/image" Target="../media/image437.png"/><Relationship Id="rId12" Type="http://schemas.openxmlformats.org/officeDocument/2006/relationships/image" Target="../media/image436.png"/><Relationship Id="rId11" Type="http://schemas.openxmlformats.org/officeDocument/2006/relationships/image" Target="../media/image435.png"/><Relationship Id="rId10" Type="http://schemas.openxmlformats.org/officeDocument/2006/relationships/image" Target="../media/image434.png"/><Relationship Id="rId1" Type="http://schemas.openxmlformats.org/officeDocument/2006/relationships/image" Target="../media/image426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449.png"/><Relationship Id="rId8" Type="http://schemas.openxmlformats.org/officeDocument/2006/relationships/image" Target="../media/image448.png"/><Relationship Id="rId7" Type="http://schemas.openxmlformats.org/officeDocument/2006/relationships/image" Target="../media/image447.png"/><Relationship Id="rId68" Type="http://schemas.openxmlformats.org/officeDocument/2006/relationships/slideLayout" Target="../slideLayouts/slideLayout2.xml"/><Relationship Id="rId67" Type="http://schemas.openxmlformats.org/officeDocument/2006/relationships/image" Target="../media/image505.png"/><Relationship Id="rId66" Type="http://schemas.openxmlformats.org/officeDocument/2006/relationships/image" Target="../media/image504.png"/><Relationship Id="rId65" Type="http://schemas.openxmlformats.org/officeDocument/2006/relationships/image" Target="../media/image503.png"/><Relationship Id="rId64" Type="http://schemas.openxmlformats.org/officeDocument/2006/relationships/image" Target="../media/image502.png"/><Relationship Id="rId63" Type="http://schemas.openxmlformats.org/officeDocument/2006/relationships/image" Target="../media/image501.png"/><Relationship Id="rId62" Type="http://schemas.openxmlformats.org/officeDocument/2006/relationships/image" Target="../media/image500.png"/><Relationship Id="rId61" Type="http://schemas.openxmlformats.org/officeDocument/2006/relationships/image" Target="../media/image499.png"/><Relationship Id="rId60" Type="http://schemas.openxmlformats.org/officeDocument/2006/relationships/image" Target="../media/image498.png"/><Relationship Id="rId6" Type="http://schemas.openxmlformats.org/officeDocument/2006/relationships/image" Target="../media/image446.png"/><Relationship Id="rId59" Type="http://schemas.openxmlformats.org/officeDocument/2006/relationships/image" Target="../media/image497.png"/><Relationship Id="rId58" Type="http://schemas.openxmlformats.org/officeDocument/2006/relationships/image" Target="../media/image496.png"/><Relationship Id="rId57" Type="http://schemas.openxmlformats.org/officeDocument/2006/relationships/image" Target="../media/image495.png"/><Relationship Id="rId56" Type="http://schemas.openxmlformats.org/officeDocument/2006/relationships/image" Target="../media/image494.png"/><Relationship Id="rId55" Type="http://schemas.openxmlformats.org/officeDocument/2006/relationships/image" Target="../media/image493.png"/><Relationship Id="rId54" Type="http://schemas.openxmlformats.org/officeDocument/2006/relationships/image" Target="../media/image492.png"/><Relationship Id="rId53" Type="http://schemas.openxmlformats.org/officeDocument/2006/relationships/image" Target="../media/image491.png"/><Relationship Id="rId52" Type="http://schemas.openxmlformats.org/officeDocument/2006/relationships/image" Target="../media/image490.png"/><Relationship Id="rId51" Type="http://schemas.openxmlformats.org/officeDocument/2006/relationships/image" Target="../media/image489.png"/><Relationship Id="rId50" Type="http://schemas.openxmlformats.org/officeDocument/2006/relationships/image" Target="../media/image488.png"/><Relationship Id="rId5" Type="http://schemas.openxmlformats.org/officeDocument/2006/relationships/image" Target="../media/image445.png"/><Relationship Id="rId49" Type="http://schemas.openxmlformats.org/officeDocument/2006/relationships/image" Target="../media/image487.png"/><Relationship Id="rId48" Type="http://schemas.openxmlformats.org/officeDocument/2006/relationships/image" Target="../media/image486.png"/><Relationship Id="rId47" Type="http://schemas.openxmlformats.org/officeDocument/2006/relationships/image" Target="../media/image485.png"/><Relationship Id="rId46" Type="http://schemas.openxmlformats.org/officeDocument/2006/relationships/image" Target="../media/image484.png"/><Relationship Id="rId45" Type="http://schemas.openxmlformats.org/officeDocument/2006/relationships/image" Target="../media/image483.png"/><Relationship Id="rId44" Type="http://schemas.openxmlformats.org/officeDocument/2006/relationships/image" Target="../media/image482.png"/><Relationship Id="rId43" Type="http://schemas.openxmlformats.org/officeDocument/2006/relationships/image" Target="../media/image481.png"/><Relationship Id="rId42" Type="http://schemas.openxmlformats.org/officeDocument/2006/relationships/image" Target="../media/image480.png"/><Relationship Id="rId41" Type="http://schemas.openxmlformats.org/officeDocument/2006/relationships/image" Target="../media/image479.png"/><Relationship Id="rId40" Type="http://schemas.openxmlformats.org/officeDocument/2006/relationships/image" Target="../media/image478.png"/><Relationship Id="rId4" Type="http://schemas.openxmlformats.org/officeDocument/2006/relationships/image" Target="../media/image444.png"/><Relationship Id="rId39" Type="http://schemas.openxmlformats.org/officeDocument/2006/relationships/image" Target="../media/image477.png"/><Relationship Id="rId38" Type="http://schemas.openxmlformats.org/officeDocument/2006/relationships/image" Target="../media/image476.png"/><Relationship Id="rId37" Type="http://schemas.openxmlformats.org/officeDocument/2006/relationships/image" Target="../media/image366.png"/><Relationship Id="rId36" Type="http://schemas.openxmlformats.org/officeDocument/2006/relationships/image" Target="../media/image475.png"/><Relationship Id="rId35" Type="http://schemas.openxmlformats.org/officeDocument/2006/relationships/image" Target="../media/image474.png"/><Relationship Id="rId34" Type="http://schemas.openxmlformats.org/officeDocument/2006/relationships/image" Target="../media/image473.png"/><Relationship Id="rId33" Type="http://schemas.openxmlformats.org/officeDocument/2006/relationships/image" Target="../media/image472.png"/><Relationship Id="rId32" Type="http://schemas.openxmlformats.org/officeDocument/2006/relationships/image" Target="../media/image471.png"/><Relationship Id="rId31" Type="http://schemas.openxmlformats.org/officeDocument/2006/relationships/image" Target="../media/image470.png"/><Relationship Id="rId30" Type="http://schemas.openxmlformats.org/officeDocument/2006/relationships/image" Target="../media/image469.png"/><Relationship Id="rId3" Type="http://schemas.openxmlformats.org/officeDocument/2006/relationships/image" Target="../media/image443.png"/><Relationship Id="rId29" Type="http://schemas.openxmlformats.org/officeDocument/2006/relationships/image" Target="../media/image468.png"/><Relationship Id="rId28" Type="http://schemas.openxmlformats.org/officeDocument/2006/relationships/image" Target="../media/image467.png"/><Relationship Id="rId27" Type="http://schemas.openxmlformats.org/officeDocument/2006/relationships/image" Target="../media/image466.png"/><Relationship Id="rId26" Type="http://schemas.openxmlformats.org/officeDocument/2006/relationships/image" Target="../media/image465.png"/><Relationship Id="rId25" Type="http://schemas.openxmlformats.org/officeDocument/2006/relationships/image" Target="../media/image464.png"/><Relationship Id="rId24" Type="http://schemas.openxmlformats.org/officeDocument/2006/relationships/image" Target="../media/image463.png"/><Relationship Id="rId23" Type="http://schemas.openxmlformats.org/officeDocument/2006/relationships/image" Target="../media/image462.png"/><Relationship Id="rId22" Type="http://schemas.openxmlformats.org/officeDocument/2006/relationships/image" Target="../media/image461.png"/><Relationship Id="rId21" Type="http://schemas.openxmlformats.org/officeDocument/2006/relationships/image" Target="../media/image460.png"/><Relationship Id="rId20" Type="http://schemas.openxmlformats.org/officeDocument/2006/relationships/image" Target="../media/image459.png"/><Relationship Id="rId2" Type="http://schemas.openxmlformats.org/officeDocument/2006/relationships/image" Target="../media/image442.png"/><Relationship Id="rId19" Type="http://schemas.openxmlformats.org/officeDocument/2006/relationships/image" Target="../media/image355.png"/><Relationship Id="rId18" Type="http://schemas.openxmlformats.org/officeDocument/2006/relationships/image" Target="../media/image458.png"/><Relationship Id="rId17" Type="http://schemas.openxmlformats.org/officeDocument/2006/relationships/image" Target="../media/image457.png"/><Relationship Id="rId16" Type="http://schemas.openxmlformats.org/officeDocument/2006/relationships/image" Target="../media/image456.png"/><Relationship Id="rId15" Type="http://schemas.openxmlformats.org/officeDocument/2006/relationships/image" Target="../media/image455.png"/><Relationship Id="rId14" Type="http://schemas.openxmlformats.org/officeDocument/2006/relationships/image" Target="../media/image454.png"/><Relationship Id="rId13" Type="http://schemas.openxmlformats.org/officeDocument/2006/relationships/image" Target="../media/image453.png"/><Relationship Id="rId12" Type="http://schemas.openxmlformats.org/officeDocument/2006/relationships/image" Target="../media/image452.png"/><Relationship Id="rId11" Type="http://schemas.openxmlformats.org/officeDocument/2006/relationships/image" Target="../media/image451.png"/><Relationship Id="rId10" Type="http://schemas.openxmlformats.org/officeDocument/2006/relationships/image" Target="../media/image450.png"/><Relationship Id="rId1" Type="http://schemas.openxmlformats.org/officeDocument/2006/relationships/image" Target="../media/image441.png"/></Relationships>
</file>

<file path=ppt/slides/_rels/slide2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509.png"/><Relationship Id="rId3" Type="http://schemas.openxmlformats.org/officeDocument/2006/relationships/image" Target="../media/image508.png"/><Relationship Id="rId2" Type="http://schemas.openxmlformats.org/officeDocument/2006/relationships/image" Target="../media/image507.png"/><Relationship Id="rId1" Type="http://schemas.openxmlformats.org/officeDocument/2006/relationships/image" Target="../media/image50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511.jpeg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image" Target="../media/image520.png"/><Relationship Id="rId8" Type="http://schemas.openxmlformats.org/officeDocument/2006/relationships/image" Target="../media/image519.png"/><Relationship Id="rId7" Type="http://schemas.openxmlformats.org/officeDocument/2006/relationships/image" Target="../media/image518.png"/><Relationship Id="rId6" Type="http://schemas.openxmlformats.org/officeDocument/2006/relationships/image" Target="../media/image517.png"/><Relationship Id="rId5" Type="http://schemas.openxmlformats.org/officeDocument/2006/relationships/image" Target="../media/image516.png"/><Relationship Id="rId4" Type="http://schemas.openxmlformats.org/officeDocument/2006/relationships/image" Target="../media/image515.png"/><Relationship Id="rId36" Type="http://schemas.openxmlformats.org/officeDocument/2006/relationships/slideLayout" Target="../slideLayouts/slideLayout2.xml"/><Relationship Id="rId35" Type="http://schemas.openxmlformats.org/officeDocument/2006/relationships/image" Target="../media/image546.png"/><Relationship Id="rId34" Type="http://schemas.openxmlformats.org/officeDocument/2006/relationships/image" Target="../media/image545.png"/><Relationship Id="rId33" Type="http://schemas.openxmlformats.org/officeDocument/2006/relationships/image" Target="../media/image544.png"/><Relationship Id="rId32" Type="http://schemas.openxmlformats.org/officeDocument/2006/relationships/image" Target="../media/image543.png"/><Relationship Id="rId31" Type="http://schemas.openxmlformats.org/officeDocument/2006/relationships/image" Target="../media/image542.png"/><Relationship Id="rId30" Type="http://schemas.openxmlformats.org/officeDocument/2006/relationships/image" Target="../media/image541.png"/><Relationship Id="rId3" Type="http://schemas.openxmlformats.org/officeDocument/2006/relationships/image" Target="../media/image514.png"/><Relationship Id="rId29" Type="http://schemas.openxmlformats.org/officeDocument/2006/relationships/image" Target="../media/image540.png"/><Relationship Id="rId28" Type="http://schemas.openxmlformats.org/officeDocument/2006/relationships/image" Target="../media/image539.png"/><Relationship Id="rId27" Type="http://schemas.openxmlformats.org/officeDocument/2006/relationships/image" Target="../media/image538.png"/><Relationship Id="rId26" Type="http://schemas.openxmlformats.org/officeDocument/2006/relationships/image" Target="../media/image537.png"/><Relationship Id="rId25" Type="http://schemas.openxmlformats.org/officeDocument/2006/relationships/image" Target="../media/image536.png"/><Relationship Id="rId24" Type="http://schemas.openxmlformats.org/officeDocument/2006/relationships/image" Target="../media/image535.png"/><Relationship Id="rId23" Type="http://schemas.openxmlformats.org/officeDocument/2006/relationships/image" Target="../media/image534.png"/><Relationship Id="rId22" Type="http://schemas.openxmlformats.org/officeDocument/2006/relationships/image" Target="../media/image533.png"/><Relationship Id="rId21" Type="http://schemas.openxmlformats.org/officeDocument/2006/relationships/image" Target="../media/image532.png"/><Relationship Id="rId20" Type="http://schemas.openxmlformats.org/officeDocument/2006/relationships/image" Target="../media/image531.png"/><Relationship Id="rId2" Type="http://schemas.openxmlformats.org/officeDocument/2006/relationships/image" Target="../media/image513.png"/><Relationship Id="rId19" Type="http://schemas.openxmlformats.org/officeDocument/2006/relationships/image" Target="../media/image530.png"/><Relationship Id="rId18" Type="http://schemas.openxmlformats.org/officeDocument/2006/relationships/image" Target="../media/image529.png"/><Relationship Id="rId17" Type="http://schemas.openxmlformats.org/officeDocument/2006/relationships/image" Target="../media/image528.png"/><Relationship Id="rId16" Type="http://schemas.openxmlformats.org/officeDocument/2006/relationships/image" Target="../media/image527.png"/><Relationship Id="rId15" Type="http://schemas.openxmlformats.org/officeDocument/2006/relationships/image" Target="../media/image526.png"/><Relationship Id="rId14" Type="http://schemas.openxmlformats.org/officeDocument/2006/relationships/image" Target="../media/image525.png"/><Relationship Id="rId13" Type="http://schemas.openxmlformats.org/officeDocument/2006/relationships/image" Target="../media/image524.png"/><Relationship Id="rId12" Type="http://schemas.openxmlformats.org/officeDocument/2006/relationships/image" Target="../media/image523.png"/><Relationship Id="rId11" Type="http://schemas.openxmlformats.org/officeDocument/2006/relationships/image" Target="../media/image522.png"/><Relationship Id="rId10" Type="http://schemas.openxmlformats.org/officeDocument/2006/relationships/image" Target="../media/image521.png"/><Relationship Id="rId1" Type="http://schemas.openxmlformats.org/officeDocument/2006/relationships/image" Target="../media/image512.png"/></Relationships>
</file>

<file path=ppt/slides/_rels/slide31.xml.rels><?xml version="1.0" encoding="UTF-8" standalone="yes"?>
<Relationships xmlns="http://schemas.openxmlformats.org/package/2006/relationships"><Relationship Id="rId9" Type="http://schemas.openxmlformats.org/officeDocument/2006/relationships/image" Target="../media/image555.png"/><Relationship Id="rId8" Type="http://schemas.openxmlformats.org/officeDocument/2006/relationships/image" Target="../media/image554.png"/><Relationship Id="rId7" Type="http://schemas.openxmlformats.org/officeDocument/2006/relationships/image" Target="../media/image553.png"/><Relationship Id="rId6" Type="http://schemas.openxmlformats.org/officeDocument/2006/relationships/image" Target="../media/image552.png"/><Relationship Id="rId5" Type="http://schemas.openxmlformats.org/officeDocument/2006/relationships/image" Target="../media/image551.png"/><Relationship Id="rId40" Type="http://schemas.openxmlformats.org/officeDocument/2006/relationships/slideLayout" Target="../slideLayouts/slideLayout2.xml"/><Relationship Id="rId4" Type="http://schemas.openxmlformats.org/officeDocument/2006/relationships/image" Target="../media/image550.png"/><Relationship Id="rId39" Type="http://schemas.openxmlformats.org/officeDocument/2006/relationships/image" Target="../media/image585.png"/><Relationship Id="rId38" Type="http://schemas.openxmlformats.org/officeDocument/2006/relationships/image" Target="../media/image584.png"/><Relationship Id="rId37" Type="http://schemas.openxmlformats.org/officeDocument/2006/relationships/image" Target="../media/image583.png"/><Relationship Id="rId36" Type="http://schemas.openxmlformats.org/officeDocument/2006/relationships/image" Target="../media/image582.png"/><Relationship Id="rId35" Type="http://schemas.openxmlformats.org/officeDocument/2006/relationships/image" Target="../media/image581.png"/><Relationship Id="rId34" Type="http://schemas.openxmlformats.org/officeDocument/2006/relationships/image" Target="../media/image580.png"/><Relationship Id="rId33" Type="http://schemas.openxmlformats.org/officeDocument/2006/relationships/image" Target="../media/image579.png"/><Relationship Id="rId32" Type="http://schemas.openxmlformats.org/officeDocument/2006/relationships/image" Target="../media/image578.png"/><Relationship Id="rId31" Type="http://schemas.openxmlformats.org/officeDocument/2006/relationships/image" Target="../media/image577.png"/><Relationship Id="rId30" Type="http://schemas.openxmlformats.org/officeDocument/2006/relationships/image" Target="../media/image576.png"/><Relationship Id="rId3" Type="http://schemas.openxmlformats.org/officeDocument/2006/relationships/image" Target="../media/image549.png"/><Relationship Id="rId29" Type="http://schemas.openxmlformats.org/officeDocument/2006/relationships/image" Target="../media/image575.png"/><Relationship Id="rId28" Type="http://schemas.openxmlformats.org/officeDocument/2006/relationships/image" Target="../media/image574.png"/><Relationship Id="rId27" Type="http://schemas.openxmlformats.org/officeDocument/2006/relationships/image" Target="../media/image573.png"/><Relationship Id="rId26" Type="http://schemas.openxmlformats.org/officeDocument/2006/relationships/image" Target="../media/image572.png"/><Relationship Id="rId25" Type="http://schemas.openxmlformats.org/officeDocument/2006/relationships/image" Target="../media/image571.png"/><Relationship Id="rId24" Type="http://schemas.openxmlformats.org/officeDocument/2006/relationships/image" Target="../media/image570.png"/><Relationship Id="rId23" Type="http://schemas.openxmlformats.org/officeDocument/2006/relationships/image" Target="../media/image569.png"/><Relationship Id="rId22" Type="http://schemas.openxmlformats.org/officeDocument/2006/relationships/image" Target="../media/image568.png"/><Relationship Id="rId21" Type="http://schemas.openxmlformats.org/officeDocument/2006/relationships/image" Target="../media/image567.png"/><Relationship Id="rId20" Type="http://schemas.openxmlformats.org/officeDocument/2006/relationships/image" Target="../media/image566.png"/><Relationship Id="rId2" Type="http://schemas.openxmlformats.org/officeDocument/2006/relationships/image" Target="../media/image548.png"/><Relationship Id="rId19" Type="http://schemas.openxmlformats.org/officeDocument/2006/relationships/image" Target="../media/image565.png"/><Relationship Id="rId18" Type="http://schemas.openxmlformats.org/officeDocument/2006/relationships/image" Target="../media/image564.png"/><Relationship Id="rId17" Type="http://schemas.openxmlformats.org/officeDocument/2006/relationships/image" Target="../media/image563.png"/><Relationship Id="rId16" Type="http://schemas.openxmlformats.org/officeDocument/2006/relationships/image" Target="../media/image562.png"/><Relationship Id="rId15" Type="http://schemas.openxmlformats.org/officeDocument/2006/relationships/image" Target="../media/image561.png"/><Relationship Id="rId14" Type="http://schemas.openxmlformats.org/officeDocument/2006/relationships/image" Target="../media/image560.png"/><Relationship Id="rId13" Type="http://schemas.openxmlformats.org/officeDocument/2006/relationships/image" Target="../media/image559.png"/><Relationship Id="rId12" Type="http://schemas.openxmlformats.org/officeDocument/2006/relationships/image" Target="../media/image558.png"/><Relationship Id="rId11" Type="http://schemas.openxmlformats.org/officeDocument/2006/relationships/image" Target="../media/image557.png"/><Relationship Id="rId10" Type="http://schemas.openxmlformats.org/officeDocument/2006/relationships/image" Target="../media/image556.png"/><Relationship Id="rId1" Type="http://schemas.openxmlformats.org/officeDocument/2006/relationships/image" Target="../media/image547.png"/></Relationships>
</file>

<file path=ppt/slides/_rels/slide32.xml.rels><?xml version="1.0" encoding="UTF-8" standalone="yes"?>
<Relationships xmlns="http://schemas.openxmlformats.org/package/2006/relationships"><Relationship Id="rId9" Type="http://schemas.openxmlformats.org/officeDocument/2006/relationships/image" Target="../media/image593.png"/><Relationship Id="rId8" Type="http://schemas.openxmlformats.org/officeDocument/2006/relationships/image" Target="../media/image592.png"/><Relationship Id="rId7" Type="http://schemas.openxmlformats.org/officeDocument/2006/relationships/image" Target="../media/image591.png"/><Relationship Id="rId6" Type="http://schemas.openxmlformats.org/officeDocument/2006/relationships/image" Target="../media/image590.png"/><Relationship Id="rId5" Type="http://schemas.openxmlformats.org/officeDocument/2006/relationships/image" Target="../media/image589.png"/><Relationship Id="rId40" Type="http://schemas.openxmlformats.org/officeDocument/2006/relationships/slideLayout" Target="../slideLayouts/slideLayout2.xml"/><Relationship Id="rId4" Type="http://schemas.openxmlformats.org/officeDocument/2006/relationships/image" Target="../media/image291.png"/><Relationship Id="rId39" Type="http://schemas.openxmlformats.org/officeDocument/2006/relationships/image" Target="../media/image571.png"/><Relationship Id="rId38" Type="http://schemas.openxmlformats.org/officeDocument/2006/relationships/image" Target="../media/image622.png"/><Relationship Id="rId37" Type="http://schemas.openxmlformats.org/officeDocument/2006/relationships/image" Target="../media/image621.png"/><Relationship Id="rId36" Type="http://schemas.openxmlformats.org/officeDocument/2006/relationships/image" Target="../media/image620.png"/><Relationship Id="rId35" Type="http://schemas.openxmlformats.org/officeDocument/2006/relationships/image" Target="../media/image619.png"/><Relationship Id="rId34" Type="http://schemas.openxmlformats.org/officeDocument/2006/relationships/image" Target="../media/image618.png"/><Relationship Id="rId33" Type="http://schemas.openxmlformats.org/officeDocument/2006/relationships/image" Target="../media/image617.png"/><Relationship Id="rId32" Type="http://schemas.openxmlformats.org/officeDocument/2006/relationships/image" Target="../media/image616.png"/><Relationship Id="rId31" Type="http://schemas.openxmlformats.org/officeDocument/2006/relationships/image" Target="../media/image615.png"/><Relationship Id="rId30" Type="http://schemas.openxmlformats.org/officeDocument/2006/relationships/image" Target="../media/image614.png"/><Relationship Id="rId3" Type="http://schemas.openxmlformats.org/officeDocument/2006/relationships/image" Target="../media/image588.png"/><Relationship Id="rId29" Type="http://schemas.openxmlformats.org/officeDocument/2006/relationships/image" Target="../media/image613.png"/><Relationship Id="rId28" Type="http://schemas.openxmlformats.org/officeDocument/2006/relationships/image" Target="../media/image612.png"/><Relationship Id="rId27" Type="http://schemas.openxmlformats.org/officeDocument/2006/relationships/image" Target="../media/image611.png"/><Relationship Id="rId26" Type="http://schemas.openxmlformats.org/officeDocument/2006/relationships/image" Target="../media/image610.png"/><Relationship Id="rId25" Type="http://schemas.openxmlformats.org/officeDocument/2006/relationships/image" Target="../media/image609.png"/><Relationship Id="rId24" Type="http://schemas.openxmlformats.org/officeDocument/2006/relationships/image" Target="../media/image608.png"/><Relationship Id="rId23" Type="http://schemas.openxmlformats.org/officeDocument/2006/relationships/image" Target="../media/image607.png"/><Relationship Id="rId22" Type="http://schemas.openxmlformats.org/officeDocument/2006/relationships/image" Target="../media/image606.png"/><Relationship Id="rId21" Type="http://schemas.openxmlformats.org/officeDocument/2006/relationships/image" Target="../media/image605.png"/><Relationship Id="rId20" Type="http://schemas.openxmlformats.org/officeDocument/2006/relationships/image" Target="../media/image604.png"/><Relationship Id="rId2" Type="http://schemas.openxmlformats.org/officeDocument/2006/relationships/image" Target="../media/image587.png"/><Relationship Id="rId19" Type="http://schemas.openxmlformats.org/officeDocument/2006/relationships/image" Target="../media/image603.png"/><Relationship Id="rId18" Type="http://schemas.openxmlformats.org/officeDocument/2006/relationships/image" Target="../media/image602.png"/><Relationship Id="rId17" Type="http://schemas.openxmlformats.org/officeDocument/2006/relationships/image" Target="../media/image601.png"/><Relationship Id="rId16" Type="http://schemas.openxmlformats.org/officeDocument/2006/relationships/image" Target="../media/image600.png"/><Relationship Id="rId15" Type="http://schemas.openxmlformats.org/officeDocument/2006/relationships/image" Target="../media/image599.png"/><Relationship Id="rId14" Type="http://schemas.openxmlformats.org/officeDocument/2006/relationships/image" Target="../media/image598.png"/><Relationship Id="rId13" Type="http://schemas.openxmlformats.org/officeDocument/2006/relationships/image" Target="../media/image597.png"/><Relationship Id="rId12" Type="http://schemas.openxmlformats.org/officeDocument/2006/relationships/image" Target="../media/image596.png"/><Relationship Id="rId11" Type="http://schemas.openxmlformats.org/officeDocument/2006/relationships/image" Target="../media/image595.png"/><Relationship Id="rId10" Type="http://schemas.openxmlformats.org/officeDocument/2006/relationships/image" Target="../media/image594.png"/><Relationship Id="rId1" Type="http://schemas.openxmlformats.org/officeDocument/2006/relationships/image" Target="../media/image586.png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image" Target="../media/image631.png"/><Relationship Id="rId8" Type="http://schemas.openxmlformats.org/officeDocument/2006/relationships/image" Target="../media/image630.png"/><Relationship Id="rId7" Type="http://schemas.openxmlformats.org/officeDocument/2006/relationships/image" Target="../media/image629.png"/><Relationship Id="rId6" Type="http://schemas.openxmlformats.org/officeDocument/2006/relationships/image" Target="../media/image628.png"/><Relationship Id="rId5" Type="http://schemas.openxmlformats.org/officeDocument/2006/relationships/image" Target="../media/image627.png"/><Relationship Id="rId4" Type="http://schemas.openxmlformats.org/officeDocument/2006/relationships/image" Target="../media/image626.png"/><Relationship Id="rId31" Type="http://schemas.openxmlformats.org/officeDocument/2006/relationships/slideLayout" Target="../slideLayouts/slideLayout2.xml"/><Relationship Id="rId30" Type="http://schemas.openxmlformats.org/officeDocument/2006/relationships/image" Target="../media/image652.png"/><Relationship Id="rId3" Type="http://schemas.openxmlformats.org/officeDocument/2006/relationships/image" Target="../media/image625.png"/><Relationship Id="rId29" Type="http://schemas.openxmlformats.org/officeDocument/2006/relationships/image" Target="../media/image651.png"/><Relationship Id="rId28" Type="http://schemas.openxmlformats.org/officeDocument/2006/relationships/image" Target="../media/image650.png"/><Relationship Id="rId27" Type="http://schemas.openxmlformats.org/officeDocument/2006/relationships/image" Target="../media/image649.png"/><Relationship Id="rId26" Type="http://schemas.openxmlformats.org/officeDocument/2006/relationships/image" Target="../media/image648.png"/><Relationship Id="rId25" Type="http://schemas.openxmlformats.org/officeDocument/2006/relationships/image" Target="../media/image647.png"/><Relationship Id="rId24" Type="http://schemas.openxmlformats.org/officeDocument/2006/relationships/image" Target="../media/image646.png"/><Relationship Id="rId23" Type="http://schemas.openxmlformats.org/officeDocument/2006/relationships/image" Target="../media/image645.png"/><Relationship Id="rId22" Type="http://schemas.openxmlformats.org/officeDocument/2006/relationships/image" Target="../media/image644.png"/><Relationship Id="rId21" Type="http://schemas.openxmlformats.org/officeDocument/2006/relationships/image" Target="../media/image643.png"/><Relationship Id="rId20" Type="http://schemas.openxmlformats.org/officeDocument/2006/relationships/image" Target="../media/image642.png"/><Relationship Id="rId2" Type="http://schemas.openxmlformats.org/officeDocument/2006/relationships/image" Target="../media/image624.png"/><Relationship Id="rId19" Type="http://schemas.openxmlformats.org/officeDocument/2006/relationships/image" Target="../media/image641.png"/><Relationship Id="rId18" Type="http://schemas.openxmlformats.org/officeDocument/2006/relationships/image" Target="../media/image640.png"/><Relationship Id="rId17" Type="http://schemas.openxmlformats.org/officeDocument/2006/relationships/image" Target="../media/image639.png"/><Relationship Id="rId16" Type="http://schemas.openxmlformats.org/officeDocument/2006/relationships/image" Target="../media/image638.png"/><Relationship Id="rId15" Type="http://schemas.openxmlformats.org/officeDocument/2006/relationships/image" Target="../media/image637.png"/><Relationship Id="rId14" Type="http://schemas.openxmlformats.org/officeDocument/2006/relationships/image" Target="../media/image636.png"/><Relationship Id="rId13" Type="http://schemas.openxmlformats.org/officeDocument/2006/relationships/image" Target="../media/image635.png"/><Relationship Id="rId12" Type="http://schemas.openxmlformats.org/officeDocument/2006/relationships/image" Target="../media/image634.png"/><Relationship Id="rId11" Type="http://schemas.openxmlformats.org/officeDocument/2006/relationships/image" Target="../media/image633.png"/><Relationship Id="rId10" Type="http://schemas.openxmlformats.org/officeDocument/2006/relationships/image" Target="../media/image632.png"/><Relationship Id="rId1" Type="http://schemas.openxmlformats.org/officeDocument/2006/relationships/image" Target="../media/image623.png"/></Relationships>
</file>

<file path=ppt/slides/_rels/slide34.xml.rels><?xml version="1.0" encoding="UTF-8" standalone="yes"?>
<Relationships xmlns="http://schemas.openxmlformats.org/package/2006/relationships"><Relationship Id="rId9" Type="http://schemas.openxmlformats.org/officeDocument/2006/relationships/image" Target="../media/image661.png"/><Relationship Id="rId8" Type="http://schemas.openxmlformats.org/officeDocument/2006/relationships/image" Target="../media/image660.png"/><Relationship Id="rId76" Type="http://schemas.openxmlformats.org/officeDocument/2006/relationships/slideLayout" Target="../slideLayouts/slideLayout2.xml"/><Relationship Id="rId75" Type="http://schemas.openxmlformats.org/officeDocument/2006/relationships/image" Target="../media/image724.png"/><Relationship Id="rId74" Type="http://schemas.openxmlformats.org/officeDocument/2006/relationships/image" Target="../media/image723.png"/><Relationship Id="rId73" Type="http://schemas.openxmlformats.org/officeDocument/2006/relationships/image" Target="../media/image722.png"/><Relationship Id="rId72" Type="http://schemas.openxmlformats.org/officeDocument/2006/relationships/image" Target="../media/image721.png"/><Relationship Id="rId71" Type="http://schemas.openxmlformats.org/officeDocument/2006/relationships/image" Target="../media/image720.png"/><Relationship Id="rId70" Type="http://schemas.openxmlformats.org/officeDocument/2006/relationships/image" Target="../media/image719.png"/><Relationship Id="rId7" Type="http://schemas.openxmlformats.org/officeDocument/2006/relationships/image" Target="../media/image659.png"/><Relationship Id="rId69" Type="http://schemas.openxmlformats.org/officeDocument/2006/relationships/image" Target="../media/image718.png"/><Relationship Id="rId68" Type="http://schemas.openxmlformats.org/officeDocument/2006/relationships/image" Target="../media/image717.png"/><Relationship Id="rId67" Type="http://schemas.openxmlformats.org/officeDocument/2006/relationships/image" Target="../media/image716.png"/><Relationship Id="rId66" Type="http://schemas.openxmlformats.org/officeDocument/2006/relationships/image" Target="../media/image715.png"/><Relationship Id="rId65" Type="http://schemas.openxmlformats.org/officeDocument/2006/relationships/image" Target="../media/image714.png"/><Relationship Id="rId64" Type="http://schemas.openxmlformats.org/officeDocument/2006/relationships/image" Target="../media/image713.png"/><Relationship Id="rId63" Type="http://schemas.openxmlformats.org/officeDocument/2006/relationships/image" Target="../media/image712.png"/><Relationship Id="rId62" Type="http://schemas.openxmlformats.org/officeDocument/2006/relationships/image" Target="../media/image711.png"/><Relationship Id="rId61" Type="http://schemas.openxmlformats.org/officeDocument/2006/relationships/image" Target="../media/image710.png"/><Relationship Id="rId60" Type="http://schemas.openxmlformats.org/officeDocument/2006/relationships/image" Target="../media/image709.png"/><Relationship Id="rId6" Type="http://schemas.openxmlformats.org/officeDocument/2006/relationships/image" Target="../media/image658.png"/><Relationship Id="rId59" Type="http://schemas.openxmlformats.org/officeDocument/2006/relationships/image" Target="../media/image708.png"/><Relationship Id="rId58" Type="http://schemas.openxmlformats.org/officeDocument/2006/relationships/image" Target="../media/image707.png"/><Relationship Id="rId57" Type="http://schemas.openxmlformats.org/officeDocument/2006/relationships/image" Target="../media/image706.png"/><Relationship Id="rId56" Type="http://schemas.openxmlformats.org/officeDocument/2006/relationships/image" Target="../media/image705.png"/><Relationship Id="rId55" Type="http://schemas.openxmlformats.org/officeDocument/2006/relationships/image" Target="../media/image704.png"/><Relationship Id="rId54" Type="http://schemas.openxmlformats.org/officeDocument/2006/relationships/image" Target="../media/image703.png"/><Relationship Id="rId53" Type="http://schemas.openxmlformats.org/officeDocument/2006/relationships/image" Target="../media/image702.png"/><Relationship Id="rId52" Type="http://schemas.openxmlformats.org/officeDocument/2006/relationships/image" Target="../media/image701.png"/><Relationship Id="rId51" Type="http://schemas.openxmlformats.org/officeDocument/2006/relationships/image" Target="../media/image700.png"/><Relationship Id="rId50" Type="http://schemas.openxmlformats.org/officeDocument/2006/relationships/image" Target="../media/image699.png"/><Relationship Id="rId5" Type="http://schemas.openxmlformats.org/officeDocument/2006/relationships/image" Target="../media/image657.png"/><Relationship Id="rId49" Type="http://schemas.openxmlformats.org/officeDocument/2006/relationships/image" Target="../media/image698.png"/><Relationship Id="rId48" Type="http://schemas.openxmlformats.org/officeDocument/2006/relationships/image" Target="../media/image697.png"/><Relationship Id="rId47" Type="http://schemas.openxmlformats.org/officeDocument/2006/relationships/image" Target="../media/image696.png"/><Relationship Id="rId46" Type="http://schemas.openxmlformats.org/officeDocument/2006/relationships/image" Target="../media/image695.png"/><Relationship Id="rId45" Type="http://schemas.openxmlformats.org/officeDocument/2006/relationships/image" Target="../media/image366.png"/><Relationship Id="rId44" Type="http://schemas.openxmlformats.org/officeDocument/2006/relationships/image" Target="../media/image694.png"/><Relationship Id="rId43" Type="http://schemas.openxmlformats.org/officeDocument/2006/relationships/image" Target="../media/image693.png"/><Relationship Id="rId42" Type="http://schemas.openxmlformats.org/officeDocument/2006/relationships/image" Target="../media/image692.png"/><Relationship Id="rId41" Type="http://schemas.openxmlformats.org/officeDocument/2006/relationships/image" Target="../media/image691.png"/><Relationship Id="rId40" Type="http://schemas.openxmlformats.org/officeDocument/2006/relationships/image" Target="../media/image690.png"/><Relationship Id="rId4" Type="http://schemas.openxmlformats.org/officeDocument/2006/relationships/image" Target="../media/image656.png"/><Relationship Id="rId39" Type="http://schemas.openxmlformats.org/officeDocument/2006/relationships/image" Target="../media/image689.png"/><Relationship Id="rId38" Type="http://schemas.openxmlformats.org/officeDocument/2006/relationships/image" Target="../media/image688.png"/><Relationship Id="rId37" Type="http://schemas.openxmlformats.org/officeDocument/2006/relationships/image" Target="../media/image355.png"/><Relationship Id="rId36" Type="http://schemas.openxmlformats.org/officeDocument/2006/relationships/image" Target="../media/image687.png"/><Relationship Id="rId35" Type="http://schemas.openxmlformats.org/officeDocument/2006/relationships/image" Target="../media/image686.png"/><Relationship Id="rId34" Type="http://schemas.openxmlformats.org/officeDocument/2006/relationships/image" Target="../media/image685.png"/><Relationship Id="rId33" Type="http://schemas.openxmlformats.org/officeDocument/2006/relationships/image" Target="../media/image290.png"/><Relationship Id="rId32" Type="http://schemas.openxmlformats.org/officeDocument/2006/relationships/image" Target="../media/image684.png"/><Relationship Id="rId31" Type="http://schemas.openxmlformats.org/officeDocument/2006/relationships/image" Target="../media/image683.png"/><Relationship Id="rId30" Type="http://schemas.openxmlformats.org/officeDocument/2006/relationships/image" Target="../media/image682.png"/><Relationship Id="rId3" Type="http://schemas.openxmlformats.org/officeDocument/2006/relationships/image" Target="../media/image655.png"/><Relationship Id="rId29" Type="http://schemas.openxmlformats.org/officeDocument/2006/relationships/image" Target="../media/image681.png"/><Relationship Id="rId28" Type="http://schemas.openxmlformats.org/officeDocument/2006/relationships/image" Target="../media/image680.png"/><Relationship Id="rId27" Type="http://schemas.openxmlformats.org/officeDocument/2006/relationships/image" Target="../media/image679.png"/><Relationship Id="rId26" Type="http://schemas.openxmlformats.org/officeDocument/2006/relationships/image" Target="../media/image678.png"/><Relationship Id="rId25" Type="http://schemas.openxmlformats.org/officeDocument/2006/relationships/image" Target="../media/image677.png"/><Relationship Id="rId24" Type="http://schemas.openxmlformats.org/officeDocument/2006/relationships/image" Target="../media/image676.png"/><Relationship Id="rId23" Type="http://schemas.openxmlformats.org/officeDocument/2006/relationships/image" Target="../media/image675.png"/><Relationship Id="rId22" Type="http://schemas.openxmlformats.org/officeDocument/2006/relationships/image" Target="../media/image674.png"/><Relationship Id="rId21" Type="http://schemas.openxmlformats.org/officeDocument/2006/relationships/image" Target="../media/image673.png"/><Relationship Id="rId20" Type="http://schemas.openxmlformats.org/officeDocument/2006/relationships/image" Target="../media/image672.png"/><Relationship Id="rId2" Type="http://schemas.openxmlformats.org/officeDocument/2006/relationships/image" Target="../media/image654.png"/><Relationship Id="rId19" Type="http://schemas.openxmlformats.org/officeDocument/2006/relationships/image" Target="../media/image671.png"/><Relationship Id="rId18" Type="http://schemas.openxmlformats.org/officeDocument/2006/relationships/image" Target="../media/image670.png"/><Relationship Id="rId17" Type="http://schemas.openxmlformats.org/officeDocument/2006/relationships/image" Target="../media/image669.png"/><Relationship Id="rId16" Type="http://schemas.openxmlformats.org/officeDocument/2006/relationships/image" Target="../media/image668.png"/><Relationship Id="rId15" Type="http://schemas.openxmlformats.org/officeDocument/2006/relationships/image" Target="../media/image667.png"/><Relationship Id="rId14" Type="http://schemas.openxmlformats.org/officeDocument/2006/relationships/image" Target="../media/image666.png"/><Relationship Id="rId13" Type="http://schemas.openxmlformats.org/officeDocument/2006/relationships/image" Target="../media/image665.png"/><Relationship Id="rId12" Type="http://schemas.openxmlformats.org/officeDocument/2006/relationships/image" Target="../media/image664.png"/><Relationship Id="rId11" Type="http://schemas.openxmlformats.org/officeDocument/2006/relationships/image" Target="../media/image663.png"/><Relationship Id="rId10" Type="http://schemas.openxmlformats.org/officeDocument/2006/relationships/image" Target="../media/image662.png"/><Relationship Id="rId1" Type="http://schemas.openxmlformats.org/officeDocument/2006/relationships/image" Target="../media/image653.png"/></Relationships>
</file>

<file path=ppt/slides/_rels/slide35.xml.rels><?xml version="1.0" encoding="UTF-8" standalone="yes"?>
<Relationships xmlns="http://schemas.openxmlformats.org/package/2006/relationships"><Relationship Id="rId9" Type="http://schemas.openxmlformats.org/officeDocument/2006/relationships/image" Target="../media/image733.png"/><Relationship Id="rId83" Type="http://schemas.openxmlformats.org/officeDocument/2006/relationships/slideLayout" Target="../slideLayouts/slideLayout2.xml"/><Relationship Id="rId82" Type="http://schemas.openxmlformats.org/officeDocument/2006/relationships/image" Target="../media/image806.png"/><Relationship Id="rId81" Type="http://schemas.openxmlformats.org/officeDocument/2006/relationships/image" Target="../media/image805.png"/><Relationship Id="rId80" Type="http://schemas.openxmlformats.org/officeDocument/2006/relationships/image" Target="../media/image804.png"/><Relationship Id="rId8" Type="http://schemas.openxmlformats.org/officeDocument/2006/relationships/image" Target="../media/image732.png"/><Relationship Id="rId79" Type="http://schemas.openxmlformats.org/officeDocument/2006/relationships/image" Target="../media/image803.png"/><Relationship Id="rId78" Type="http://schemas.openxmlformats.org/officeDocument/2006/relationships/image" Target="../media/image802.png"/><Relationship Id="rId77" Type="http://schemas.openxmlformats.org/officeDocument/2006/relationships/image" Target="../media/image801.png"/><Relationship Id="rId76" Type="http://schemas.openxmlformats.org/officeDocument/2006/relationships/image" Target="../media/image800.png"/><Relationship Id="rId75" Type="http://schemas.openxmlformats.org/officeDocument/2006/relationships/image" Target="../media/image799.png"/><Relationship Id="rId74" Type="http://schemas.openxmlformats.org/officeDocument/2006/relationships/image" Target="../media/image798.png"/><Relationship Id="rId73" Type="http://schemas.openxmlformats.org/officeDocument/2006/relationships/image" Target="../media/image797.png"/><Relationship Id="rId72" Type="http://schemas.openxmlformats.org/officeDocument/2006/relationships/image" Target="../media/image796.png"/><Relationship Id="rId71" Type="http://schemas.openxmlformats.org/officeDocument/2006/relationships/image" Target="../media/image795.png"/><Relationship Id="rId70" Type="http://schemas.openxmlformats.org/officeDocument/2006/relationships/image" Target="../media/image794.png"/><Relationship Id="rId7" Type="http://schemas.openxmlformats.org/officeDocument/2006/relationships/image" Target="../media/image731.png"/><Relationship Id="rId69" Type="http://schemas.openxmlformats.org/officeDocument/2006/relationships/image" Target="../media/image793.png"/><Relationship Id="rId68" Type="http://schemas.openxmlformats.org/officeDocument/2006/relationships/image" Target="../media/image792.png"/><Relationship Id="rId67" Type="http://schemas.openxmlformats.org/officeDocument/2006/relationships/image" Target="../media/image791.png"/><Relationship Id="rId66" Type="http://schemas.openxmlformats.org/officeDocument/2006/relationships/image" Target="../media/image790.png"/><Relationship Id="rId65" Type="http://schemas.openxmlformats.org/officeDocument/2006/relationships/image" Target="../media/image789.png"/><Relationship Id="rId64" Type="http://schemas.openxmlformats.org/officeDocument/2006/relationships/image" Target="../media/image788.png"/><Relationship Id="rId63" Type="http://schemas.openxmlformats.org/officeDocument/2006/relationships/image" Target="../media/image787.png"/><Relationship Id="rId62" Type="http://schemas.openxmlformats.org/officeDocument/2006/relationships/image" Target="../media/image786.png"/><Relationship Id="rId61" Type="http://schemas.openxmlformats.org/officeDocument/2006/relationships/image" Target="../media/image785.png"/><Relationship Id="rId60" Type="http://schemas.openxmlformats.org/officeDocument/2006/relationships/image" Target="../media/image784.png"/><Relationship Id="rId6" Type="http://schemas.openxmlformats.org/officeDocument/2006/relationships/image" Target="../media/image730.png"/><Relationship Id="rId59" Type="http://schemas.openxmlformats.org/officeDocument/2006/relationships/image" Target="../media/image783.png"/><Relationship Id="rId58" Type="http://schemas.openxmlformats.org/officeDocument/2006/relationships/image" Target="../media/image782.png"/><Relationship Id="rId57" Type="http://schemas.openxmlformats.org/officeDocument/2006/relationships/image" Target="../media/image781.png"/><Relationship Id="rId56" Type="http://schemas.openxmlformats.org/officeDocument/2006/relationships/image" Target="../media/image780.png"/><Relationship Id="rId55" Type="http://schemas.openxmlformats.org/officeDocument/2006/relationships/image" Target="../media/image779.png"/><Relationship Id="rId54" Type="http://schemas.openxmlformats.org/officeDocument/2006/relationships/image" Target="../media/image778.png"/><Relationship Id="rId53" Type="http://schemas.openxmlformats.org/officeDocument/2006/relationships/image" Target="../media/image777.png"/><Relationship Id="rId52" Type="http://schemas.openxmlformats.org/officeDocument/2006/relationships/image" Target="../media/image776.png"/><Relationship Id="rId51" Type="http://schemas.openxmlformats.org/officeDocument/2006/relationships/image" Target="../media/image775.png"/><Relationship Id="rId50" Type="http://schemas.openxmlformats.org/officeDocument/2006/relationships/image" Target="../media/image774.png"/><Relationship Id="rId5" Type="http://schemas.openxmlformats.org/officeDocument/2006/relationships/image" Target="../media/image729.png"/><Relationship Id="rId49" Type="http://schemas.openxmlformats.org/officeDocument/2006/relationships/image" Target="../media/image773.png"/><Relationship Id="rId48" Type="http://schemas.openxmlformats.org/officeDocument/2006/relationships/image" Target="../media/image772.png"/><Relationship Id="rId47" Type="http://schemas.openxmlformats.org/officeDocument/2006/relationships/image" Target="../media/image771.png"/><Relationship Id="rId46" Type="http://schemas.openxmlformats.org/officeDocument/2006/relationships/image" Target="../media/image770.png"/><Relationship Id="rId45" Type="http://schemas.openxmlformats.org/officeDocument/2006/relationships/image" Target="../media/image769.png"/><Relationship Id="rId44" Type="http://schemas.openxmlformats.org/officeDocument/2006/relationships/image" Target="../media/image768.png"/><Relationship Id="rId43" Type="http://schemas.openxmlformats.org/officeDocument/2006/relationships/image" Target="../media/image767.png"/><Relationship Id="rId42" Type="http://schemas.openxmlformats.org/officeDocument/2006/relationships/image" Target="../media/image766.png"/><Relationship Id="rId41" Type="http://schemas.openxmlformats.org/officeDocument/2006/relationships/image" Target="../media/image765.png"/><Relationship Id="rId40" Type="http://schemas.openxmlformats.org/officeDocument/2006/relationships/image" Target="../media/image764.png"/><Relationship Id="rId4" Type="http://schemas.openxmlformats.org/officeDocument/2006/relationships/image" Target="../media/image728.png"/><Relationship Id="rId39" Type="http://schemas.openxmlformats.org/officeDocument/2006/relationships/image" Target="../media/image763.png"/><Relationship Id="rId38" Type="http://schemas.openxmlformats.org/officeDocument/2006/relationships/image" Target="../media/image762.png"/><Relationship Id="rId37" Type="http://schemas.openxmlformats.org/officeDocument/2006/relationships/image" Target="../media/image761.png"/><Relationship Id="rId36" Type="http://schemas.openxmlformats.org/officeDocument/2006/relationships/image" Target="../media/image760.png"/><Relationship Id="rId35" Type="http://schemas.openxmlformats.org/officeDocument/2006/relationships/image" Target="../media/image759.png"/><Relationship Id="rId34" Type="http://schemas.openxmlformats.org/officeDocument/2006/relationships/image" Target="../media/image758.png"/><Relationship Id="rId33" Type="http://schemas.openxmlformats.org/officeDocument/2006/relationships/image" Target="../media/image757.png"/><Relationship Id="rId32" Type="http://schemas.openxmlformats.org/officeDocument/2006/relationships/image" Target="../media/image756.png"/><Relationship Id="rId31" Type="http://schemas.openxmlformats.org/officeDocument/2006/relationships/image" Target="../media/image755.png"/><Relationship Id="rId30" Type="http://schemas.openxmlformats.org/officeDocument/2006/relationships/image" Target="../media/image754.png"/><Relationship Id="rId3" Type="http://schemas.openxmlformats.org/officeDocument/2006/relationships/image" Target="../media/image727.png"/><Relationship Id="rId29" Type="http://schemas.openxmlformats.org/officeDocument/2006/relationships/image" Target="../media/image753.png"/><Relationship Id="rId28" Type="http://schemas.openxmlformats.org/officeDocument/2006/relationships/image" Target="../media/image752.png"/><Relationship Id="rId27" Type="http://schemas.openxmlformats.org/officeDocument/2006/relationships/image" Target="../media/image751.png"/><Relationship Id="rId26" Type="http://schemas.openxmlformats.org/officeDocument/2006/relationships/image" Target="../media/image750.png"/><Relationship Id="rId25" Type="http://schemas.openxmlformats.org/officeDocument/2006/relationships/image" Target="../media/image749.png"/><Relationship Id="rId24" Type="http://schemas.openxmlformats.org/officeDocument/2006/relationships/image" Target="../media/image748.png"/><Relationship Id="rId23" Type="http://schemas.openxmlformats.org/officeDocument/2006/relationships/image" Target="../media/image747.png"/><Relationship Id="rId22" Type="http://schemas.openxmlformats.org/officeDocument/2006/relationships/image" Target="../media/image746.png"/><Relationship Id="rId21" Type="http://schemas.openxmlformats.org/officeDocument/2006/relationships/image" Target="../media/image745.png"/><Relationship Id="rId20" Type="http://schemas.openxmlformats.org/officeDocument/2006/relationships/image" Target="../media/image744.png"/><Relationship Id="rId2" Type="http://schemas.openxmlformats.org/officeDocument/2006/relationships/image" Target="../media/image726.png"/><Relationship Id="rId19" Type="http://schemas.openxmlformats.org/officeDocument/2006/relationships/image" Target="../media/image743.png"/><Relationship Id="rId18" Type="http://schemas.openxmlformats.org/officeDocument/2006/relationships/image" Target="../media/image742.png"/><Relationship Id="rId17" Type="http://schemas.openxmlformats.org/officeDocument/2006/relationships/image" Target="../media/image741.png"/><Relationship Id="rId16" Type="http://schemas.openxmlformats.org/officeDocument/2006/relationships/image" Target="../media/image740.png"/><Relationship Id="rId15" Type="http://schemas.openxmlformats.org/officeDocument/2006/relationships/image" Target="../media/image739.png"/><Relationship Id="rId14" Type="http://schemas.openxmlformats.org/officeDocument/2006/relationships/image" Target="../media/image738.png"/><Relationship Id="rId13" Type="http://schemas.openxmlformats.org/officeDocument/2006/relationships/image" Target="../media/image737.png"/><Relationship Id="rId12" Type="http://schemas.openxmlformats.org/officeDocument/2006/relationships/image" Target="../media/image736.png"/><Relationship Id="rId11" Type="http://schemas.openxmlformats.org/officeDocument/2006/relationships/image" Target="../media/image735.png"/><Relationship Id="rId10" Type="http://schemas.openxmlformats.org/officeDocument/2006/relationships/image" Target="../media/image734.png"/><Relationship Id="rId1" Type="http://schemas.openxmlformats.org/officeDocument/2006/relationships/image" Target="../media/image72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07.jpe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808.jpeg"/></Relationships>
</file>

<file path=ppt/slides/_rels/slide38.xml.rels><?xml version="1.0" encoding="UTF-8" standalone="yes"?>
<Relationships xmlns="http://schemas.openxmlformats.org/package/2006/relationships"><Relationship Id="rId9" Type="http://schemas.openxmlformats.org/officeDocument/2006/relationships/image" Target="../media/image817.png"/><Relationship Id="rId8" Type="http://schemas.openxmlformats.org/officeDocument/2006/relationships/image" Target="../media/image816.png"/><Relationship Id="rId7" Type="http://schemas.openxmlformats.org/officeDocument/2006/relationships/image" Target="../media/image815.png"/><Relationship Id="rId6" Type="http://schemas.openxmlformats.org/officeDocument/2006/relationships/image" Target="../media/image814.png"/><Relationship Id="rId5" Type="http://schemas.openxmlformats.org/officeDocument/2006/relationships/image" Target="../media/image813.png"/><Relationship Id="rId4" Type="http://schemas.openxmlformats.org/officeDocument/2006/relationships/image" Target="../media/image812.png"/><Relationship Id="rId3" Type="http://schemas.openxmlformats.org/officeDocument/2006/relationships/image" Target="../media/image811.png"/><Relationship Id="rId21" Type="http://schemas.openxmlformats.org/officeDocument/2006/relationships/slideLayout" Target="../slideLayouts/slideLayout2.xml"/><Relationship Id="rId20" Type="http://schemas.openxmlformats.org/officeDocument/2006/relationships/image" Target="../media/image827.png"/><Relationship Id="rId2" Type="http://schemas.openxmlformats.org/officeDocument/2006/relationships/image" Target="../media/image810.png"/><Relationship Id="rId19" Type="http://schemas.openxmlformats.org/officeDocument/2006/relationships/image" Target="../media/image826.png"/><Relationship Id="rId18" Type="http://schemas.openxmlformats.org/officeDocument/2006/relationships/image" Target="../media/image825.png"/><Relationship Id="rId17" Type="http://schemas.openxmlformats.org/officeDocument/2006/relationships/image" Target="../media/image824.png"/><Relationship Id="rId16" Type="http://schemas.openxmlformats.org/officeDocument/2006/relationships/image" Target="../media/image157.png"/><Relationship Id="rId15" Type="http://schemas.openxmlformats.org/officeDocument/2006/relationships/image" Target="../media/image823.png"/><Relationship Id="rId14" Type="http://schemas.openxmlformats.org/officeDocument/2006/relationships/image" Target="../media/image822.png"/><Relationship Id="rId13" Type="http://schemas.openxmlformats.org/officeDocument/2006/relationships/image" Target="../media/image821.png"/><Relationship Id="rId12" Type="http://schemas.openxmlformats.org/officeDocument/2006/relationships/image" Target="../media/image820.png"/><Relationship Id="rId11" Type="http://schemas.openxmlformats.org/officeDocument/2006/relationships/image" Target="../media/image819.png"/><Relationship Id="rId10" Type="http://schemas.openxmlformats.org/officeDocument/2006/relationships/image" Target="../media/image818.png"/><Relationship Id="rId1" Type="http://schemas.openxmlformats.org/officeDocument/2006/relationships/image" Target="../media/image80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2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29.jpe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30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3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5123" y="332231"/>
            <a:ext cx="7848600" cy="2881558"/>
          </a:xfrm>
          <a:prstGeom prst="rect">
            <a:avLst/>
          </a:prstGeom>
          <a:solidFill>
            <a:srgbClr val="EBEBB1"/>
          </a:solidFill>
          <a:ln w="9525">
            <a:solidFill>
              <a:srgbClr val="6600CC"/>
            </a:solidFill>
          </a:ln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7850" dirty="0">
              <a:latin typeface="Times New Roman" panose="02020603050405020304"/>
              <a:cs typeface="Times New Roman" panose="02020603050405020304"/>
            </a:endParaRPr>
          </a:p>
          <a:p>
            <a:pPr marL="2513965" marR="441325" indent="-2056765">
              <a:lnSpc>
                <a:spcPts val="6480"/>
              </a:lnSpc>
            </a:pPr>
            <a:r>
              <a:rPr sz="6000" spc="-40" dirty="0">
                <a:latin typeface="Calibri Light" panose="020F0302020204030204"/>
                <a:cs typeface="Calibri Light" panose="020F0302020204030204"/>
              </a:rPr>
              <a:t>QXU400</a:t>
            </a:r>
            <a:r>
              <a:rPr lang="en-US" sz="6000" spc="-40" dirty="0">
                <a:latin typeface="Calibri Light" panose="020F0302020204030204"/>
                <a:cs typeface="Calibri Light" panose="020F0302020204030204"/>
              </a:rPr>
              <a:t>4</a:t>
            </a:r>
            <a:r>
              <a:rPr sz="6000" spc="-16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lang="en-US" sz="6000" spc="-40" dirty="0">
                <a:latin typeface="Calibri Light" panose="020F0302020204030204"/>
                <a:cs typeface="Calibri Light" panose="020F0302020204030204"/>
              </a:rPr>
              <a:t>Engineering Chemistry</a:t>
            </a:r>
            <a:endParaRPr sz="6000" dirty="0">
              <a:latin typeface="Calibri Light" panose="020F0302020204030204"/>
              <a:cs typeface="Calibri Light" panose="020F030202020403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35123" y="4114800"/>
            <a:ext cx="7848600" cy="1301638"/>
          </a:xfrm>
          <a:prstGeom prst="rect">
            <a:avLst/>
          </a:prstGeom>
          <a:solidFill>
            <a:srgbClr val="5B9BD4"/>
          </a:solidFill>
        </p:spPr>
        <p:txBody>
          <a:bodyPr vert="horz" wrap="square" lIns="0" tIns="31750" rIns="0" bIns="0" rtlCol="0">
            <a:spAutoFit/>
          </a:bodyPr>
          <a:lstStyle/>
          <a:p>
            <a:pPr marL="808355" marR="798830" indent="739140" algn="ctr">
              <a:lnSpc>
                <a:spcPct val="100000"/>
              </a:lnSpc>
              <a:spcBef>
                <a:spcPts val="250"/>
              </a:spcBef>
            </a:pPr>
            <a:r>
              <a:rPr sz="4000" b="1" dirty="0">
                <a:solidFill>
                  <a:srgbClr val="44536A"/>
                </a:solidFill>
                <a:latin typeface="Arial" panose="020B0604020202020204"/>
                <a:cs typeface="Arial" panose="020B0604020202020204"/>
              </a:rPr>
              <a:t>Dr </a:t>
            </a:r>
            <a:r>
              <a:rPr lang="en-US" sz="4000" b="1" dirty="0">
                <a:solidFill>
                  <a:srgbClr val="44536A"/>
                </a:solidFill>
                <a:latin typeface="Arial" panose="020B0604020202020204"/>
                <a:cs typeface="Arial" panose="020B0604020202020204"/>
              </a:rPr>
              <a:t>Sulafudin Vukusic</a:t>
            </a:r>
            <a:endParaRPr lang="en-US" sz="4000" b="1" dirty="0">
              <a:solidFill>
                <a:srgbClr val="44536A"/>
              </a:solidFill>
              <a:latin typeface="Arial" panose="020B0604020202020204"/>
              <a:cs typeface="Arial" panose="020B0604020202020204"/>
            </a:endParaRPr>
          </a:p>
          <a:p>
            <a:pPr marL="808355" marR="798830" indent="739140" algn="ctr">
              <a:lnSpc>
                <a:spcPct val="100000"/>
              </a:lnSpc>
              <a:spcBef>
                <a:spcPts val="250"/>
              </a:spcBef>
            </a:pPr>
            <a:r>
              <a:rPr lang="en-US" sz="4000" b="1" dirty="0">
                <a:solidFill>
                  <a:srgbClr val="44536A"/>
                </a:solidFill>
                <a:latin typeface="Arial" panose="020B0604020202020204"/>
                <a:cs typeface="Arial" panose="020B0604020202020204"/>
              </a:rPr>
              <a:t>s.vukusic</a:t>
            </a:r>
            <a:r>
              <a:rPr lang="en-US" sz="4000" b="1" dirty="0">
                <a:solidFill>
                  <a:srgbClr val="44536A"/>
                </a:solidFill>
                <a:latin typeface="Arial" panose="020B0604020202020204"/>
                <a:cs typeface="Arial" panose="020B0604020202020204"/>
                <a:hlinkClick r:id="rId1"/>
              </a:rPr>
              <a:t>@qmul.ac.uk</a:t>
            </a:r>
            <a:endParaRPr sz="40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729084" y="6424676"/>
            <a:ext cx="154940" cy="2806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005"/>
              </a:lnSpc>
            </a:pPr>
            <a:r>
              <a:rPr sz="2000" b="1" dirty="0">
                <a:latin typeface="Calibri" panose="020F0502020204030204"/>
                <a:cs typeface="Calibri" panose="020F0502020204030204"/>
              </a:rPr>
              <a:t>1</a:t>
            </a:r>
            <a:endParaRPr sz="2000">
              <a:latin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/>
          <p:nvPr/>
        </p:nvSpPr>
        <p:spPr>
          <a:xfrm>
            <a:off x="11757786" y="6424676"/>
            <a:ext cx="154940" cy="2806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005"/>
              </a:lnSpc>
            </a:pPr>
            <a:r>
              <a:rPr sz="2000" b="1" dirty="0">
                <a:latin typeface="Calibri" panose="020F0502020204030204"/>
                <a:cs typeface="Calibri" panose="020F0502020204030204"/>
              </a:rPr>
              <a:t>3</a:t>
            </a:r>
            <a:endParaRPr sz="20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5123" y="405384"/>
            <a:ext cx="7848600" cy="755976"/>
          </a:xfrm>
          <a:prstGeom prst="rect">
            <a:avLst/>
          </a:prstGeom>
          <a:solidFill>
            <a:srgbClr val="EBEBB1"/>
          </a:solidFill>
          <a:ln w="9525">
            <a:solidFill>
              <a:srgbClr val="6600CC"/>
            </a:solidFill>
          </a:ln>
        </p:spPr>
        <p:txBody>
          <a:bodyPr vert="horz" wrap="square" lIns="0" tIns="78105" rIns="0" bIns="0" rtlCol="0">
            <a:spAutoFit/>
          </a:bodyPr>
          <a:lstStyle/>
          <a:p>
            <a:pPr marL="288925">
              <a:lnSpc>
                <a:spcPct val="100000"/>
              </a:lnSpc>
              <a:spcBef>
                <a:spcPts val="615"/>
              </a:spcBef>
            </a:pPr>
            <a:r>
              <a:rPr sz="4400" spc="-30" dirty="0">
                <a:latin typeface="Calibri Light" panose="020F0302020204030204"/>
                <a:cs typeface="Calibri Light" panose="020F0302020204030204"/>
              </a:rPr>
              <a:t>QXU400</a:t>
            </a:r>
            <a:r>
              <a:rPr lang="en-US" sz="4400" spc="-30" dirty="0">
                <a:latin typeface="Calibri Light" panose="020F0302020204030204"/>
                <a:cs typeface="Calibri Light" panose="020F0302020204030204"/>
              </a:rPr>
              <a:t>4</a:t>
            </a:r>
            <a:r>
              <a:rPr sz="4400" spc="-114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lang="en-US" sz="4400" spc="-35" dirty="0">
                <a:latin typeface="Calibri Light" panose="020F0302020204030204"/>
                <a:cs typeface="Calibri Light" panose="020F0302020204030204"/>
              </a:rPr>
              <a:t>Engineering Chemistry</a:t>
            </a:r>
            <a:endParaRPr sz="4400" dirty="0">
              <a:latin typeface="Calibri Light" panose="020F0302020204030204"/>
              <a:cs typeface="Calibri Light" panose="020F030202020403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07847" y="1661160"/>
            <a:ext cx="11448415" cy="1446530"/>
          </a:xfrm>
          <a:prstGeom prst="rect">
            <a:avLst/>
          </a:prstGeom>
          <a:solidFill>
            <a:srgbClr val="5B9BD4"/>
          </a:solidFill>
        </p:spPr>
        <p:txBody>
          <a:bodyPr vert="horz" wrap="square" lIns="0" tIns="31750" rIns="0" bIns="0" rtlCol="0">
            <a:spAutoFit/>
          </a:bodyPr>
          <a:lstStyle/>
          <a:p>
            <a:pPr marL="4481830" marR="1191260" indent="-3282315">
              <a:lnSpc>
                <a:spcPct val="100000"/>
              </a:lnSpc>
              <a:spcBef>
                <a:spcPts val="250"/>
              </a:spcBef>
            </a:pPr>
            <a:r>
              <a:rPr sz="4400" b="1" dirty="0">
                <a:solidFill>
                  <a:srgbClr val="44536A"/>
                </a:solidFill>
                <a:latin typeface="Arial" panose="020B0604020202020204"/>
                <a:cs typeface="Arial" panose="020B0604020202020204"/>
              </a:rPr>
              <a:t>Alkenes;</a:t>
            </a:r>
            <a:r>
              <a:rPr sz="4400" b="1" spc="-165" dirty="0">
                <a:solidFill>
                  <a:srgbClr val="44536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4400" b="1" dirty="0">
                <a:solidFill>
                  <a:srgbClr val="44536A"/>
                </a:solidFill>
                <a:latin typeface="Arial" panose="020B0604020202020204"/>
                <a:cs typeface="Arial" panose="020B0604020202020204"/>
              </a:rPr>
              <a:t>Addition</a:t>
            </a:r>
            <a:r>
              <a:rPr sz="4400" b="1" spc="-25" dirty="0">
                <a:solidFill>
                  <a:srgbClr val="44536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4400" b="1" dirty="0">
                <a:solidFill>
                  <a:srgbClr val="44536A"/>
                </a:solidFill>
                <a:latin typeface="Arial" panose="020B0604020202020204"/>
                <a:cs typeface="Arial" panose="020B0604020202020204"/>
              </a:rPr>
              <a:t>and</a:t>
            </a:r>
            <a:r>
              <a:rPr sz="4400" b="1" spc="-5" dirty="0">
                <a:solidFill>
                  <a:srgbClr val="44536A"/>
                </a:solidFill>
                <a:latin typeface="Arial" panose="020B0604020202020204"/>
                <a:cs typeface="Arial" panose="020B0604020202020204"/>
              </a:rPr>
              <a:t> Elimination </a:t>
            </a:r>
            <a:r>
              <a:rPr sz="4400" b="1" spc="-1205" dirty="0">
                <a:solidFill>
                  <a:srgbClr val="44536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4400" b="1" dirty="0">
                <a:solidFill>
                  <a:srgbClr val="44536A"/>
                </a:solidFill>
                <a:latin typeface="Arial" panose="020B0604020202020204"/>
                <a:cs typeface="Arial" panose="020B0604020202020204"/>
              </a:rPr>
              <a:t>reactions</a:t>
            </a:r>
            <a:endParaRPr sz="4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133600" y="3372611"/>
            <a:ext cx="7848600" cy="711835"/>
          </a:xfrm>
          <a:prstGeom prst="rect">
            <a:avLst/>
          </a:prstGeom>
          <a:solidFill>
            <a:srgbClr val="EBEBB1"/>
          </a:solidFill>
          <a:ln w="9525">
            <a:solidFill>
              <a:srgbClr val="6600CC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1905" algn="ctr">
              <a:lnSpc>
                <a:spcPts val="4900"/>
              </a:lnSpc>
            </a:pPr>
            <a:r>
              <a:rPr sz="4400" spc="-40" dirty="0">
                <a:latin typeface="Calibri Light" panose="020F0302020204030204"/>
                <a:cs typeface="Calibri Light" panose="020F0302020204030204"/>
              </a:rPr>
              <a:t>Suggested</a:t>
            </a:r>
            <a:r>
              <a:rPr sz="4400" spc="-12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4400" spc="-45" dirty="0">
                <a:latin typeface="Calibri Light" panose="020F0302020204030204"/>
                <a:cs typeface="Calibri Light" panose="020F0302020204030204"/>
              </a:rPr>
              <a:t>Reading</a:t>
            </a:r>
            <a:r>
              <a:rPr sz="4400" spc="-114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4400" spc="-30" dirty="0">
                <a:latin typeface="Calibri Light" panose="020F0302020204030204"/>
                <a:cs typeface="Calibri Light" panose="020F0302020204030204"/>
              </a:rPr>
              <a:t>List:</a:t>
            </a:r>
            <a:endParaRPr sz="4400">
              <a:latin typeface="Calibri Light" panose="020F0302020204030204"/>
              <a:cs typeface="Calibri Light" panose="020F030202020403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92555" y="4409897"/>
            <a:ext cx="10114280" cy="1672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5" dirty="0">
                <a:latin typeface="Arial MT"/>
                <a:cs typeface="Arial MT"/>
              </a:rPr>
              <a:t>Chapters</a:t>
            </a:r>
            <a:r>
              <a:rPr sz="3600" spc="-25" dirty="0">
                <a:latin typeface="Arial MT"/>
                <a:cs typeface="Arial MT"/>
              </a:rPr>
              <a:t> </a:t>
            </a:r>
            <a:r>
              <a:rPr sz="3600" dirty="0">
                <a:latin typeface="Arial MT"/>
                <a:cs typeface="Arial MT"/>
              </a:rPr>
              <a:t>7 </a:t>
            </a:r>
            <a:r>
              <a:rPr sz="3600" spc="-5" dirty="0">
                <a:latin typeface="Arial MT"/>
                <a:cs typeface="Arial MT"/>
              </a:rPr>
              <a:t>and</a:t>
            </a:r>
            <a:r>
              <a:rPr sz="3600" dirty="0">
                <a:latin typeface="Arial MT"/>
                <a:cs typeface="Arial MT"/>
              </a:rPr>
              <a:t> </a:t>
            </a:r>
            <a:r>
              <a:rPr sz="3600" spc="-5" dirty="0">
                <a:latin typeface="Arial MT"/>
                <a:cs typeface="Arial MT"/>
              </a:rPr>
              <a:t>8:</a:t>
            </a:r>
            <a:r>
              <a:rPr sz="3600" spc="-15" dirty="0">
                <a:latin typeface="Arial MT"/>
                <a:cs typeface="Arial MT"/>
              </a:rPr>
              <a:t> </a:t>
            </a:r>
            <a:r>
              <a:rPr sz="3600" dirty="0">
                <a:latin typeface="Arial MT"/>
                <a:cs typeface="Arial MT"/>
              </a:rPr>
              <a:t>“Organic</a:t>
            </a:r>
            <a:r>
              <a:rPr sz="3600" spc="-15" dirty="0">
                <a:latin typeface="Arial MT"/>
                <a:cs typeface="Arial MT"/>
              </a:rPr>
              <a:t> </a:t>
            </a:r>
            <a:r>
              <a:rPr sz="3600" spc="-5" dirty="0">
                <a:latin typeface="Arial MT"/>
                <a:cs typeface="Arial MT"/>
              </a:rPr>
              <a:t>Chemistry”</a:t>
            </a:r>
            <a:r>
              <a:rPr sz="3600" spc="-20" dirty="0">
                <a:latin typeface="Arial MT"/>
                <a:cs typeface="Arial MT"/>
              </a:rPr>
              <a:t> </a:t>
            </a:r>
            <a:r>
              <a:rPr sz="3600" spc="-5" dirty="0">
                <a:latin typeface="Arial MT"/>
                <a:cs typeface="Arial MT"/>
              </a:rPr>
              <a:t>by</a:t>
            </a:r>
            <a:r>
              <a:rPr sz="3600" dirty="0">
                <a:latin typeface="Arial MT"/>
                <a:cs typeface="Arial MT"/>
              </a:rPr>
              <a:t> Francis</a:t>
            </a:r>
            <a:endParaRPr sz="3600">
              <a:latin typeface="Arial MT"/>
              <a:cs typeface="Arial MT"/>
            </a:endParaRPr>
          </a:p>
          <a:p>
            <a:pPr marL="12700" marR="1123315">
              <a:lnSpc>
                <a:spcPct val="100000"/>
              </a:lnSpc>
              <a:spcBef>
                <a:spcPts val="5"/>
              </a:spcBef>
            </a:pPr>
            <a:r>
              <a:rPr sz="3600" dirty="0">
                <a:latin typeface="Arial MT"/>
                <a:cs typeface="Arial MT"/>
              </a:rPr>
              <a:t>A.</a:t>
            </a:r>
            <a:r>
              <a:rPr sz="3600" spc="-10" dirty="0">
                <a:latin typeface="Arial MT"/>
                <a:cs typeface="Arial MT"/>
              </a:rPr>
              <a:t> </a:t>
            </a:r>
            <a:r>
              <a:rPr sz="3600" dirty="0">
                <a:latin typeface="Arial MT"/>
                <a:cs typeface="Arial MT"/>
              </a:rPr>
              <a:t>Carey</a:t>
            </a:r>
            <a:r>
              <a:rPr sz="3600" spc="-10" dirty="0">
                <a:latin typeface="Arial MT"/>
                <a:cs typeface="Arial MT"/>
              </a:rPr>
              <a:t> </a:t>
            </a:r>
            <a:r>
              <a:rPr sz="3600" dirty="0">
                <a:latin typeface="Arial MT"/>
                <a:cs typeface="Arial MT"/>
              </a:rPr>
              <a:t>&amp;</a:t>
            </a:r>
            <a:r>
              <a:rPr sz="3600" spc="-25" dirty="0">
                <a:latin typeface="Arial MT"/>
                <a:cs typeface="Arial MT"/>
              </a:rPr>
              <a:t> </a:t>
            </a:r>
            <a:r>
              <a:rPr sz="3600" dirty="0">
                <a:latin typeface="Arial MT"/>
                <a:cs typeface="Arial MT"/>
              </a:rPr>
              <a:t>Robert</a:t>
            </a:r>
            <a:r>
              <a:rPr sz="3600" spc="-5" dirty="0">
                <a:latin typeface="Arial MT"/>
                <a:cs typeface="Arial MT"/>
              </a:rPr>
              <a:t> </a:t>
            </a:r>
            <a:r>
              <a:rPr sz="3600" dirty="0">
                <a:latin typeface="Arial MT"/>
                <a:cs typeface="Arial MT"/>
              </a:rPr>
              <a:t>M.</a:t>
            </a:r>
            <a:r>
              <a:rPr sz="3600" spc="-25" dirty="0">
                <a:latin typeface="Arial MT"/>
                <a:cs typeface="Arial MT"/>
              </a:rPr>
              <a:t> </a:t>
            </a:r>
            <a:r>
              <a:rPr sz="3600" dirty="0">
                <a:latin typeface="Arial MT"/>
                <a:cs typeface="Arial MT"/>
              </a:rPr>
              <a:t>Giuliano</a:t>
            </a:r>
            <a:r>
              <a:rPr sz="3600" spc="-25" dirty="0">
                <a:latin typeface="Arial MT"/>
                <a:cs typeface="Arial MT"/>
              </a:rPr>
              <a:t> </a:t>
            </a:r>
            <a:r>
              <a:rPr sz="3600" dirty="0">
                <a:latin typeface="Arial MT"/>
                <a:cs typeface="Arial MT"/>
              </a:rPr>
              <a:t>(10th</a:t>
            </a:r>
            <a:r>
              <a:rPr sz="3600" spc="-25" dirty="0">
                <a:latin typeface="Arial MT"/>
                <a:cs typeface="Arial MT"/>
              </a:rPr>
              <a:t> </a:t>
            </a:r>
            <a:r>
              <a:rPr sz="3600" dirty="0">
                <a:latin typeface="Arial MT"/>
                <a:cs typeface="Arial MT"/>
              </a:rPr>
              <a:t>Edition, </a:t>
            </a:r>
            <a:r>
              <a:rPr sz="3600" spc="-985" dirty="0">
                <a:latin typeface="Arial MT"/>
                <a:cs typeface="Arial MT"/>
              </a:rPr>
              <a:t> </a:t>
            </a:r>
            <a:r>
              <a:rPr sz="3600" dirty="0">
                <a:latin typeface="Arial MT"/>
                <a:cs typeface="Arial MT"/>
              </a:rPr>
              <a:t>McGraw-Hill</a:t>
            </a:r>
            <a:r>
              <a:rPr sz="3600" spc="-20" dirty="0">
                <a:latin typeface="Arial MT"/>
                <a:cs typeface="Arial MT"/>
              </a:rPr>
              <a:t> </a:t>
            </a:r>
            <a:r>
              <a:rPr sz="3600" spc="-5" dirty="0">
                <a:latin typeface="Arial MT"/>
                <a:cs typeface="Arial MT"/>
              </a:rPr>
              <a:t>Education,</a:t>
            </a:r>
            <a:r>
              <a:rPr sz="3600" dirty="0">
                <a:latin typeface="Arial MT"/>
                <a:cs typeface="Arial MT"/>
              </a:rPr>
              <a:t> </a:t>
            </a:r>
            <a:r>
              <a:rPr sz="3600" spc="-5" dirty="0">
                <a:latin typeface="Arial MT"/>
                <a:cs typeface="Arial MT"/>
              </a:rPr>
              <a:t>2017).</a:t>
            </a:r>
            <a:endParaRPr sz="3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  <p:sp>
        <p:nvSpPr>
          <p:cNvPr id="2" name="object 2"/>
          <p:cNvSpPr txBox="1"/>
          <p:nvPr/>
        </p:nvSpPr>
        <p:spPr>
          <a:xfrm>
            <a:off x="40640" y="456438"/>
            <a:ext cx="11123295" cy="38798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79400" indent="-2286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279400" algn="l"/>
              </a:tabLst>
            </a:pPr>
            <a:r>
              <a:rPr sz="4400" b="1" u="heavy" spc="-15" dirty="0">
                <a:uFill>
                  <a:solidFill>
                    <a:srgbClr val="000000"/>
                  </a:solidFill>
                </a:uFill>
                <a:latin typeface="Calibri" panose="020F0502020204030204"/>
                <a:cs typeface="Calibri" panose="020F0502020204030204"/>
              </a:rPr>
              <a:t>Revision:</a:t>
            </a:r>
            <a:endParaRPr sz="44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10"/>
              </a:spcBef>
              <a:buChar char="•"/>
            </a:pPr>
            <a:endParaRPr sz="5600">
              <a:latin typeface="Calibri" panose="020F0502020204030204"/>
              <a:cs typeface="Calibri" panose="020F0502020204030204"/>
            </a:endParaRPr>
          </a:p>
          <a:p>
            <a:pPr marL="279400" marR="43180" indent="-228600">
              <a:lnSpc>
                <a:spcPts val="4320"/>
              </a:lnSpc>
              <a:buFont typeface="Arial MT"/>
              <a:buChar char="•"/>
              <a:tabLst>
                <a:tab pos="279400" algn="l"/>
              </a:tabLst>
            </a:pPr>
            <a:r>
              <a:rPr sz="4000" b="1" spc="-10" dirty="0">
                <a:latin typeface="Calibri" panose="020F0502020204030204"/>
                <a:cs typeface="Calibri" panose="020F0502020204030204"/>
              </a:rPr>
              <a:t>Please</a:t>
            </a:r>
            <a:r>
              <a:rPr sz="4000" b="1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20" dirty="0">
                <a:latin typeface="Calibri" panose="020F0502020204030204"/>
                <a:cs typeface="Calibri" panose="020F0502020204030204"/>
              </a:rPr>
              <a:t>revise</a:t>
            </a:r>
            <a:r>
              <a:rPr sz="4000" b="1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15" dirty="0">
                <a:latin typeface="Calibri" panose="020F0502020204030204"/>
                <a:cs typeface="Calibri" panose="020F0502020204030204"/>
              </a:rPr>
              <a:t>your</a:t>
            </a:r>
            <a:r>
              <a:rPr sz="4000" b="1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15" dirty="0">
                <a:latin typeface="Calibri" panose="020F0502020204030204"/>
                <a:cs typeface="Calibri" panose="020F0502020204030204"/>
              </a:rPr>
              <a:t>notes</a:t>
            </a:r>
            <a:r>
              <a:rPr sz="4000" b="1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5" dirty="0">
                <a:latin typeface="Calibri" panose="020F0502020204030204"/>
                <a:cs typeface="Calibri" panose="020F0502020204030204"/>
              </a:rPr>
              <a:t>on</a:t>
            </a:r>
            <a:r>
              <a:rPr sz="4000" b="1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5" dirty="0">
                <a:latin typeface="Calibri" panose="020F0502020204030204"/>
                <a:cs typeface="Calibri" panose="020F0502020204030204"/>
              </a:rPr>
              <a:t>condensed</a:t>
            </a:r>
            <a:r>
              <a:rPr sz="4000" b="1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5" dirty="0">
                <a:latin typeface="Calibri" panose="020F0502020204030204"/>
                <a:cs typeface="Calibri" panose="020F0502020204030204"/>
              </a:rPr>
              <a:t>and</a:t>
            </a:r>
            <a:r>
              <a:rPr sz="4000" b="1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25" dirty="0">
                <a:latin typeface="Calibri" panose="020F0502020204030204"/>
                <a:cs typeface="Calibri" panose="020F0502020204030204"/>
              </a:rPr>
              <a:t>skeletal </a:t>
            </a:r>
            <a:r>
              <a:rPr sz="4000" b="1" spc="-890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5" dirty="0">
                <a:latin typeface="Calibri" panose="020F0502020204030204"/>
                <a:cs typeface="Calibri" panose="020F0502020204030204"/>
              </a:rPr>
              <a:t>(Line) </a:t>
            </a:r>
            <a:r>
              <a:rPr sz="4000" b="1" spc="-15" dirty="0">
                <a:latin typeface="Calibri" panose="020F0502020204030204"/>
                <a:cs typeface="Calibri" panose="020F0502020204030204"/>
              </a:rPr>
              <a:t>Structures</a:t>
            </a:r>
            <a:endParaRPr sz="4000">
              <a:latin typeface="Calibri" panose="020F0502020204030204"/>
              <a:cs typeface="Calibri" panose="020F0502020204030204"/>
            </a:endParaRPr>
          </a:p>
          <a:p>
            <a:pPr marL="279400" indent="-228600">
              <a:lnSpc>
                <a:spcPts val="4540"/>
              </a:lnSpc>
              <a:spcBef>
                <a:spcPts val="490"/>
              </a:spcBef>
              <a:buFont typeface="Arial MT"/>
              <a:buChar char="•"/>
              <a:tabLst>
                <a:tab pos="279400" algn="l"/>
              </a:tabLst>
            </a:pPr>
            <a:r>
              <a:rPr sz="4000" b="1" spc="-10" dirty="0">
                <a:latin typeface="Calibri" panose="020F0502020204030204"/>
                <a:cs typeface="Calibri" panose="020F0502020204030204"/>
              </a:rPr>
              <a:t>Please</a:t>
            </a:r>
            <a:r>
              <a:rPr sz="4000" b="1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20" dirty="0">
                <a:latin typeface="Calibri" panose="020F0502020204030204"/>
                <a:cs typeface="Calibri" panose="020F0502020204030204"/>
              </a:rPr>
              <a:t>revise</a:t>
            </a:r>
            <a:r>
              <a:rPr sz="4000" b="1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15" dirty="0">
                <a:latin typeface="Calibri" panose="020F0502020204030204"/>
                <a:cs typeface="Calibri" panose="020F0502020204030204"/>
              </a:rPr>
              <a:t>your</a:t>
            </a:r>
            <a:r>
              <a:rPr sz="4000" b="1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15" dirty="0">
                <a:latin typeface="Calibri" panose="020F0502020204030204"/>
                <a:cs typeface="Calibri" panose="020F0502020204030204"/>
              </a:rPr>
              <a:t>notes</a:t>
            </a:r>
            <a:r>
              <a:rPr sz="4000" b="1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5" dirty="0">
                <a:latin typeface="Calibri" panose="020F0502020204030204"/>
                <a:cs typeface="Calibri" panose="020F0502020204030204"/>
              </a:rPr>
              <a:t>on</a:t>
            </a:r>
            <a:r>
              <a:rPr sz="4000" b="1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10" dirty="0">
                <a:latin typeface="Calibri" panose="020F0502020204030204"/>
                <a:cs typeface="Calibri" panose="020F0502020204030204"/>
              </a:rPr>
              <a:t>sp</a:t>
            </a:r>
            <a:r>
              <a:rPr sz="3975" b="1" spc="15" baseline="25000" dirty="0">
                <a:latin typeface="Calibri" panose="020F0502020204030204"/>
                <a:cs typeface="Calibri" panose="020F0502020204030204"/>
              </a:rPr>
              <a:t>2</a:t>
            </a:r>
            <a:r>
              <a:rPr sz="3975" b="1" spc="450" baseline="25000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10" dirty="0">
                <a:latin typeface="Calibri" panose="020F0502020204030204"/>
                <a:cs typeface="Calibri" panose="020F0502020204030204"/>
              </a:rPr>
              <a:t>hybridisation</a:t>
            </a:r>
            <a:r>
              <a:rPr sz="4000" b="1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5" dirty="0">
                <a:latin typeface="Calibri" panose="020F0502020204030204"/>
                <a:cs typeface="Calibri" panose="020F0502020204030204"/>
              </a:rPr>
              <a:t>and </a:t>
            </a:r>
            <a:r>
              <a:rPr sz="4000" spc="-5" dirty="0">
                <a:latin typeface="Symbol" panose="05050102010706020507"/>
                <a:cs typeface="Symbol" panose="05050102010706020507"/>
              </a:rPr>
              <a:t></a:t>
            </a:r>
            <a:endParaRPr sz="4000">
              <a:latin typeface="Symbol" panose="05050102010706020507"/>
              <a:cs typeface="Symbol" panose="05050102010706020507"/>
            </a:endParaRPr>
          </a:p>
          <a:p>
            <a:pPr marL="279400">
              <a:lnSpc>
                <a:spcPts val="4540"/>
              </a:lnSpc>
            </a:pPr>
            <a:r>
              <a:rPr sz="4000" b="1" spc="-5" dirty="0">
                <a:latin typeface="Calibri" panose="020F0502020204030204"/>
                <a:cs typeface="Calibri" panose="020F0502020204030204"/>
              </a:rPr>
              <a:t>bonds,</a:t>
            </a:r>
            <a:r>
              <a:rPr sz="4000" b="1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10" dirty="0">
                <a:latin typeface="Calibri" panose="020F0502020204030204"/>
                <a:cs typeface="Calibri" panose="020F0502020204030204"/>
              </a:rPr>
              <a:t>which</a:t>
            </a:r>
            <a:r>
              <a:rPr sz="4000" b="1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25" dirty="0">
                <a:latin typeface="Calibri" panose="020F0502020204030204"/>
                <a:cs typeface="Calibri" panose="020F0502020204030204"/>
              </a:rPr>
              <a:t>are</a:t>
            </a:r>
            <a:r>
              <a:rPr sz="4000" b="1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10" dirty="0">
                <a:latin typeface="Calibri" panose="020F0502020204030204"/>
                <a:cs typeface="Calibri" panose="020F0502020204030204"/>
              </a:rPr>
              <a:t>essential</a:t>
            </a:r>
            <a:r>
              <a:rPr sz="4000" b="1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20" dirty="0">
                <a:latin typeface="Calibri" panose="020F0502020204030204"/>
                <a:cs typeface="Calibri" panose="020F0502020204030204"/>
              </a:rPr>
              <a:t>for</a:t>
            </a:r>
            <a:r>
              <a:rPr sz="4000" b="1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5" dirty="0">
                <a:latin typeface="Calibri" panose="020F0502020204030204"/>
                <a:cs typeface="Calibri" panose="020F0502020204030204"/>
              </a:rPr>
              <a:t>this</a:t>
            </a:r>
            <a:r>
              <a:rPr sz="4000" b="1" dirty="0">
                <a:latin typeface="Calibri" panose="020F0502020204030204"/>
                <a:cs typeface="Calibri" panose="020F0502020204030204"/>
              </a:rPr>
              <a:t> </a:t>
            </a:r>
            <a:r>
              <a:rPr sz="4000" b="1" spc="-10" dirty="0">
                <a:latin typeface="Calibri" panose="020F0502020204030204"/>
                <a:cs typeface="Calibri" panose="020F0502020204030204"/>
              </a:rPr>
              <a:t>topic.</a:t>
            </a:r>
            <a:endParaRPr sz="4000">
              <a:latin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7739" y="609346"/>
            <a:ext cx="31807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spc="-5" dirty="0">
                <a:latin typeface="Calibri Light" panose="020F0302020204030204"/>
                <a:cs typeface="Calibri Light" panose="020F0302020204030204"/>
              </a:rPr>
              <a:t>sp</a:t>
            </a:r>
            <a:r>
              <a:rPr sz="3600" spc="-7" baseline="25000" dirty="0">
                <a:latin typeface="Calibri Light" panose="020F0302020204030204"/>
                <a:cs typeface="Calibri Light" panose="020F0302020204030204"/>
              </a:rPr>
              <a:t>2</a:t>
            </a:r>
            <a:r>
              <a:rPr sz="3600" spc="345" baseline="2500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600" spc="-10" dirty="0">
                <a:latin typeface="Calibri Light" panose="020F0302020204030204"/>
                <a:cs typeface="Calibri Light" panose="020F0302020204030204"/>
              </a:rPr>
              <a:t>Hybridisation</a:t>
            </a:r>
            <a:endParaRPr sz="3600">
              <a:latin typeface="Calibri Light" panose="020F0302020204030204"/>
              <a:cs typeface="Calibri Light" panose="020F030202020403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366002" y="2005710"/>
            <a:ext cx="3542665" cy="386524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66700" marR="43180" indent="-228600">
              <a:lnSpc>
                <a:spcPct val="80000"/>
              </a:lnSpc>
              <a:spcBef>
                <a:spcPts val="675"/>
              </a:spcBef>
              <a:buFont typeface="Arial MT"/>
              <a:buChar char="•"/>
              <a:tabLst>
                <a:tab pos="266700" algn="l"/>
                <a:tab pos="3075305" algn="l"/>
              </a:tabLst>
            </a:pPr>
            <a:r>
              <a:rPr sz="2400" dirty="0">
                <a:latin typeface="Calibri" panose="020F0502020204030204"/>
                <a:cs typeface="Calibri" panose="020F0502020204030204"/>
              </a:rPr>
              <a:t>A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second </a:t>
            </a:r>
            <a:r>
              <a:rPr sz="2400" dirty="0">
                <a:latin typeface="Calibri" panose="020F0502020204030204"/>
                <a:cs typeface="Calibri" panose="020F0502020204030204"/>
              </a:rPr>
              <a:t>C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geometry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can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be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obtained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by 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part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b="1" spc="-10" dirty="0">
                <a:latin typeface="Calibri" panose="020F0502020204030204"/>
                <a:cs typeface="Calibri" panose="020F0502020204030204"/>
              </a:rPr>
              <a:t>hybridisation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, </a:t>
            </a:r>
            <a:r>
              <a:rPr sz="2400" dirty="0">
                <a:latin typeface="Calibri" panose="020F0502020204030204"/>
                <a:cs typeface="Calibri" panose="020F0502020204030204"/>
              </a:rPr>
              <a:t>i.e. mixing 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</a:t>
            </a:r>
            <a:r>
              <a:rPr sz="2400" dirty="0">
                <a:latin typeface="Calibri" panose="020F0502020204030204"/>
                <a:cs typeface="Calibri" panose="020F0502020204030204"/>
              </a:rPr>
              <a:t>f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2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</a:t>
            </a:r>
            <a:r>
              <a:rPr sz="2400" dirty="0">
                <a:latin typeface="Calibri" panose="020F0502020204030204"/>
                <a:cs typeface="Calibri" panose="020F0502020204030204"/>
              </a:rPr>
              <a:t>,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2</a:t>
            </a:r>
            <a:r>
              <a:rPr sz="2400" spc="-45" dirty="0">
                <a:latin typeface="Calibri" panose="020F0502020204030204"/>
                <a:cs typeface="Calibri" panose="020F0502020204030204"/>
              </a:rPr>
              <a:t>p</a:t>
            </a:r>
            <a:r>
              <a:rPr sz="2400" spc="-7" baseline="-21000" dirty="0">
                <a:latin typeface="Calibri" panose="020F0502020204030204"/>
                <a:cs typeface="Calibri" panose="020F0502020204030204"/>
              </a:rPr>
              <a:t>x</a:t>
            </a:r>
            <a:r>
              <a:rPr sz="2400" dirty="0">
                <a:latin typeface="Calibri" panose="020F0502020204030204"/>
                <a:cs typeface="Calibri" panose="020F0502020204030204"/>
              </a:rPr>
              <a:t>,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2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p</a:t>
            </a:r>
            <a:r>
              <a:rPr sz="2400" spc="-179" baseline="-21000" dirty="0">
                <a:latin typeface="Calibri" panose="020F0502020204030204"/>
                <a:cs typeface="Calibri" panose="020F0502020204030204"/>
              </a:rPr>
              <a:t>y</a:t>
            </a:r>
            <a:r>
              <a:rPr sz="2400" spc="-7" baseline="-21000" dirty="0">
                <a:latin typeface="Calibri" panose="020F0502020204030204"/>
                <a:cs typeface="Calibri" panose="020F0502020204030204"/>
              </a:rPr>
              <a:t>,</a:t>
            </a:r>
            <a:r>
              <a:rPr sz="2400" spc="7" baseline="-21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bu</a:t>
            </a:r>
            <a:r>
              <a:rPr sz="2400" dirty="0">
                <a:latin typeface="Calibri" panose="020F0502020204030204"/>
                <a:cs typeface="Calibri" panose="020F0502020204030204"/>
              </a:rPr>
              <a:t>t	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not 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the2p</a:t>
            </a:r>
            <a:r>
              <a:rPr sz="2400" spc="-15" baseline="-21000" dirty="0">
                <a:latin typeface="Calibri" panose="020F0502020204030204"/>
                <a:cs typeface="Calibri" panose="020F0502020204030204"/>
              </a:rPr>
              <a:t>z</a:t>
            </a:r>
            <a:endParaRPr sz="2400" baseline="-21000">
              <a:latin typeface="Calibri" panose="020F0502020204030204"/>
              <a:cs typeface="Calibri" panose="020F0502020204030204"/>
            </a:endParaRPr>
          </a:p>
          <a:p>
            <a:pPr marL="266700" marR="30480" indent="-228600">
              <a:lnSpc>
                <a:spcPct val="80000"/>
              </a:lnSpc>
              <a:spcBef>
                <a:spcPts val="99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This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gives </a:t>
            </a:r>
            <a:r>
              <a:rPr sz="2400" dirty="0">
                <a:latin typeface="Calibri" panose="020F0502020204030204"/>
                <a:cs typeface="Calibri" panose="020F0502020204030204"/>
              </a:rPr>
              <a:t>3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new 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equivalent hybrid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orbitals,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in a 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planer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geometry</a:t>
            </a:r>
            <a:r>
              <a:rPr sz="2400" dirty="0">
                <a:latin typeface="Calibri" panose="020F0502020204030204"/>
                <a:cs typeface="Calibri" panose="020F0502020204030204"/>
              </a:rPr>
              <a:t>,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but 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leaves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2p</a:t>
            </a:r>
            <a:r>
              <a:rPr sz="2400" spc="-30" baseline="-21000" dirty="0">
                <a:latin typeface="Calibri" panose="020F0502020204030204"/>
                <a:cs typeface="Calibri" panose="020F0502020204030204"/>
              </a:rPr>
              <a:t>z </a:t>
            </a:r>
            <a:r>
              <a:rPr sz="2400" spc="-22" baseline="-21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unhybridised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186055" indent="-228600">
              <a:lnSpc>
                <a:spcPct val="80000"/>
              </a:lnSpc>
              <a:spcBef>
                <a:spcPts val="1010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10" dirty="0">
                <a:latin typeface="Calibri" panose="020F0502020204030204"/>
                <a:cs typeface="Calibri" panose="020F0502020204030204"/>
              </a:rPr>
              <a:t>Each orbital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has </a:t>
            </a:r>
            <a:r>
              <a:rPr sz="2400" dirty="0">
                <a:latin typeface="Calibri" panose="020F0502020204030204"/>
                <a:cs typeface="Calibri" panose="020F0502020204030204"/>
              </a:rPr>
              <a:t>1 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electron,</a:t>
            </a:r>
            <a:r>
              <a:rPr sz="2400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including</a:t>
            </a:r>
            <a:r>
              <a:rPr sz="2400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p</a:t>
            </a:r>
            <a:r>
              <a:rPr sz="2400" spc="-44" baseline="-21000" dirty="0">
                <a:latin typeface="Calibri" panose="020F0502020204030204"/>
                <a:cs typeface="Calibri" panose="020F0502020204030204"/>
              </a:rPr>
              <a:t>z</a:t>
            </a:r>
            <a:endParaRPr sz="2400" baseline="-210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643852" y="2420410"/>
            <a:ext cx="837565" cy="1030605"/>
            <a:chOff x="2643852" y="2420410"/>
            <a:chExt cx="837565" cy="1030605"/>
          </a:xfrm>
        </p:grpSpPr>
        <p:sp>
          <p:nvSpPr>
            <p:cNvPr id="5" name="object 5"/>
            <p:cNvSpPr/>
            <p:nvPr/>
          </p:nvSpPr>
          <p:spPr>
            <a:xfrm>
              <a:off x="2643852" y="3362974"/>
              <a:ext cx="128905" cy="13970"/>
            </a:xfrm>
            <a:custGeom>
              <a:avLst/>
              <a:gdLst/>
              <a:ahLst/>
              <a:cxnLst/>
              <a:rect l="l" t="t" r="r" b="b"/>
              <a:pathLst>
                <a:path w="128905" h="13970">
                  <a:moveTo>
                    <a:pt x="128836" y="0"/>
                  </a:moveTo>
                  <a:lnTo>
                    <a:pt x="0" y="0"/>
                  </a:lnTo>
                  <a:lnTo>
                    <a:pt x="0" y="13752"/>
                  </a:lnTo>
                  <a:lnTo>
                    <a:pt x="115808" y="13752"/>
                  </a:lnTo>
                  <a:lnTo>
                    <a:pt x="1288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92230" y="3429724"/>
              <a:ext cx="10343" cy="13802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692230" y="3274358"/>
              <a:ext cx="11430" cy="169545"/>
            </a:xfrm>
            <a:custGeom>
              <a:avLst/>
              <a:gdLst/>
              <a:ahLst/>
              <a:cxnLst/>
              <a:rect l="l" t="t" r="r" b="b"/>
              <a:pathLst>
                <a:path w="11430" h="169545">
                  <a:moveTo>
                    <a:pt x="10900" y="0"/>
                  </a:moveTo>
                  <a:lnTo>
                    <a:pt x="10900" y="162041"/>
                  </a:lnTo>
                  <a:lnTo>
                    <a:pt x="10900" y="0"/>
                  </a:lnTo>
                </a:path>
                <a:path w="11430" h="169545">
                  <a:moveTo>
                    <a:pt x="10343" y="162629"/>
                  </a:moveTo>
                  <a:lnTo>
                    <a:pt x="4147" y="169169"/>
                  </a:lnTo>
                  <a:lnTo>
                    <a:pt x="0" y="155366"/>
                  </a:lnTo>
                  <a:lnTo>
                    <a:pt x="10343" y="162629"/>
                  </a:lnTo>
                </a:path>
              </a:pathLst>
            </a:custGeom>
            <a:ln w="1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687" y="3266058"/>
              <a:ext cx="21139" cy="36273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753687" y="3266058"/>
              <a:ext cx="21590" cy="106045"/>
            </a:xfrm>
            <a:custGeom>
              <a:avLst/>
              <a:gdLst/>
              <a:ahLst/>
              <a:cxnLst/>
              <a:rect l="l" t="t" r="r" b="b"/>
              <a:pathLst>
                <a:path w="21589" h="106045">
                  <a:moveTo>
                    <a:pt x="10900" y="105468"/>
                  </a:moveTo>
                  <a:lnTo>
                    <a:pt x="10900" y="0"/>
                  </a:lnTo>
                  <a:lnTo>
                    <a:pt x="10900" y="105468"/>
                  </a:lnTo>
                </a:path>
                <a:path w="21589" h="106045">
                  <a:moveTo>
                    <a:pt x="10900" y="0"/>
                  </a:moveTo>
                  <a:lnTo>
                    <a:pt x="21139" y="36273"/>
                  </a:lnTo>
                  <a:lnTo>
                    <a:pt x="10900" y="28846"/>
                  </a:lnTo>
                  <a:lnTo>
                    <a:pt x="0" y="36273"/>
                  </a:lnTo>
                  <a:lnTo>
                    <a:pt x="10900" y="0"/>
                  </a:lnTo>
                </a:path>
              </a:pathLst>
            </a:custGeom>
            <a:ln w="1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2643852" y="2633342"/>
              <a:ext cx="182245" cy="13970"/>
            </a:xfrm>
            <a:custGeom>
              <a:avLst/>
              <a:gdLst/>
              <a:ahLst/>
              <a:cxnLst/>
              <a:rect l="l" t="t" r="r" b="b"/>
              <a:pathLst>
                <a:path w="182244" h="13969">
                  <a:moveTo>
                    <a:pt x="182183" y="0"/>
                  </a:moveTo>
                  <a:lnTo>
                    <a:pt x="0" y="0"/>
                  </a:lnTo>
                  <a:lnTo>
                    <a:pt x="0" y="13752"/>
                  </a:lnTo>
                  <a:lnTo>
                    <a:pt x="182183" y="13752"/>
                  </a:lnTo>
                  <a:lnTo>
                    <a:pt x="18218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92230" y="2706856"/>
              <a:ext cx="21139" cy="36273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692230" y="2551489"/>
              <a:ext cx="21590" cy="192405"/>
            </a:xfrm>
            <a:custGeom>
              <a:avLst/>
              <a:gdLst/>
              <a:ahLst/>
              <a:cxnLst/>
              <a:rect l="l" t="t" r="r" b="b"/>
              <a:pathLst>
                <a:path w="21589" h="192405">
                  <a:moveTo>
                    <a:pt x="10900" y="0"/>
                  </a:moveTo>
                  <a:lnTo>
                    <a:pt x="10900" y="192276"/>
                  </a:lnTo>
                  <a:lnTo>
                    <a:pt x="10900" y="0"/>
                  </a:lnTo>
                </a:path>
                <a:path w="21589" h="192405">
                  <a:moveTo>
                    <a:pt x="10900" y="191640"/>
                  </a:moveTo>
                  <a:lnTo>
                    <a:pt x="0" y="155366"/>
                  </a:lnTo>
                  <a:lnTo>
                    <a:pt x="10900" y="163003"/>
                  </a:lnTo>
                  <a:lnTo>
                    <a:pt x="21139" y="155366"/>
                  </a:lnTo>
                  <a:lnTo>
                    <a:pt x="10900" y="191640"/>
                  </a:lnTo>
                </a:path>
              </a:pathLst>
            </a:custGeom>
            <a:ln w="1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687" y="2543398"/>
              <a:ext cx="21139" cy="36091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2753687" y="2543398"/>
              <a:ext cx="21590" cy="192405"/>
            </a:xfrm>
            <a:custGeom>
              <a:avLst/>
              <a:gdLst/>
              <a:ahLst/>
              <a:cxnLst/>
              <a:rect l="l" t="t" r="r" b="b"/>
              <a:pathLst>
                <a:path w="21589" h="192405">
                  <a:moveTo>
                    <a:pt x="10900" y="192276"/>
                  </a:moveTo>
                  <a:lnTo>
                    <a:pt x="10900" y="0"/>
                  </a:lnTo>
                  <a:lnTo>
                    <a:pt x="10900" y="192276"/>
                  </a:lnTo>
                </a:path>
                <a:path w="21589" h="192405">
                  <a:moveTo>
                    <a:pt x="10900" y="0"/>
                  </a:moveTo>
                  <a:lnTo>
                    <a:pt x="21139" y="36091"/>
                  </a:lnTo>
                  <a:lnTo>
                    <a:pt x="10900" y="28636"/>
                  </a:lnTo>
                  <a:lnTo>
                    <a:pt x="0" y="36091"/>
                  </a:lnTo>
                  <a:lnTo>
                    <a:pt x="10900" y="0"/>
                  </a:lnTo>
                </a:path>
              </a:pathLst>
            </a:custGeom>
            <a:ln w="1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2985128" y="2531067"/>
              <a:ext cx="182245" cy="13970"/>
            </a:xfrm>
            <a:custGeom>
              <a:avLst/>
              <a:gdLst/>
              <a:ahLst/>
              <a:cxnLst/>
              <a:rect l="l" t="t" r="r" b="b"/>
              <a:pathLst>
                <a:path w="182244" h="13969">
                  <a:moveTo>
                    <a:pt x="182192" y="0"/>
                  </a:moveTo>
                  <a:lnTo>
                    <a:pt x="0" y="0"/>
                  </a:lnTo>
                  <a:lnTo>
                    <a:pt x="0" y="13752"/>
                  </a:lnTo>
                  <a:lnTo>
                    <a:pt x="182192" y="13752"/>
                  </a:lnTo>
                  <a:lnTo>
                    <a:pt x="18219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74486" y="2434123"/>
              <a:ext cx="21139" cy="36273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3074486" y="2434123"/>
              <a:ext cx="21590" cy="192405"/>
            </a:xfrm>
            <a:custGeom>
              <a:avLst/>
              <a:gdLst/>
              <a:ahLst/>
              <a:cxnLst/>
              <a:rect l="l" t="t" r="r" b="b"/>
              <a:pathLst>
                <a:path w="21589" h="192405">
                  <a:moveTo>
                    <a:pt x="10891" y="192367"/>
                  </a:moveTo>
                  <a:lnTo>
                    <a:pt x="10891" y="0"/>
                  </a:lnTo>
                  <a:lnTo>
                    <a:pt x="10891" y="192367"/>
                  </a:lnTo>
                </a:path>
                <a:path w="21589" h="192405">
                  <a:moveTo>
                    <a:pt x="10891" y="0"/>
                  </a:moveTo>
                  <a:lnTo>
                    <a:pt x="21139" y="36273"/>
                  </a:lnTo>
                  <a:lnTo>
                    <a:pt x="10891" y="28636"/>
                  </a:lnTo>
                  <a:lnTo>
                    <a:pt x="0" y="36273"/>
                  </a:lnTo>
                  <a:lnTo>
                    <a:pt x="10891" y="0"/>
                  </a:lnTo>
                </a:path>
              </a:pathLst>
            </a:custGeom>
            <a:ln w="1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3299193" y="2531067"/>
              <a:ext cx="182245" cy="13970"/>
            </a:xfrm>
            <a:custGeom>
              <a:avLst/>
              <a:gdLst/>
              <a:ahLst/>
              <a:cxnLst/>
              <a:rect l="l" t="t" r="r" b="b"/>
              <a:pathLst>
                <a:path w="182245" h="13969">
                  <a:moveTo>
                    <a:pt x="182165" y="0"/>
                  </a:moveTo>
                  <a:lnTo>
                    <a:pt x="0" y="0"/>
                  </a:lnTo>
                  <a:lnTo>
                    <a:pt x="0" y="13752"/>
                  </a:lnTo>
                  <a:lnTo>
                    <a:pt x="182165" y="13752"/>
                  </a:lnTo>
                  <a:lnTo>
                    <a:pt x="18216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81789" y="2427396"/>
              <a:ext cx="21148" cy="36091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3381789" y="2427395"/>
              <a:ext cx="21590" cy="192405"/>
            </a:xfrm>
            <a:custGeom>
              <a:avLst/>
              <a:gdLst/>
              <a:ahLst/>
              <a:cxnLst/>
              <a:rect l="l" t="t" r="r" b="b"/>
              <a:pathLst>
                <a:path w="21589" h="192405">
                  <a:moveTo>
                    <a:pt x="10891" y="192276"/>
                  </a:moveTo>
                  <a:lnTo>
                    <a:pt x="10891" y="0"/>
                  </a:lnTo>
                  <a:lnTo>
                    <a:pt x="10891" y="192276"/>
                  </a:lnTo>
                </a:path>
                <a:path w="21589" h="192405">
                  <a:moveTo>
                    <a:pt x="10891" y="0"/>
                  </a:moveTo>
                  <a:lnTo>
                    <a:pt x="21148" y="36091"/>
                  </a:lnTo>
                  <a:lnTo>
                    <a:pt x="10891" y="28636"/>
                  </a:lnTo>
                  <a:lnTo>
                    <a:pt x="0" y="36091"/>
                  </a:lnTo>
                  <a:lnTo>
                    <a:pt x="10891" y="0"/>
                  </a:lnTo>
                </a:path>
              </a:pathLst>
            </a:custGeom>
            <a:ln w="1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" name="object 21"/>
          <p:cNvSpPr txBox="1"/>
          <p:nvPr/>
        </p:nvSpPr>
        <p:spPr>
          <a:xfrm>
            <a:off x="2298855" y="2536325"/>
            <a:ext cx="1668780" cy="8312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51130">
              <a:lnSpc>
                <a:spcPts val="915"/>
              </a:lnSpc>
              <a:spcBef>
                <a:spcPts val="105"/>
              </a:spcBef>
            </a:pPr>
            <a:r>
              <a:rPr sz="850" b="1" spc="-5" dirty="0">
                <a:latin typeface="Times New Roman" panose="02020603050405020304"/>
                <a:cs typeface="Times New Roman" panose="02020603050405020304"/>
              </a:rPr>
              <a:t>2s</a:t>
            </a:r>
            <a:endParaRPr sz="850">
              <a:latin typeface="Times New Roman" panose="02020603050405020304"/>
              <a:cs typeface="Times New Roman" panose="02020603050405020304"/>
            </a:endParaRPr>
          </a:p>
          <a:p>
            <a:pPr marL="718185">
              <a:lnSpc>
                <a:spcPts val="915"/>
              </a:lnSpc>
              <a:tabLst>
                <a:tab pos="1024890" algn="l"/>
              </a:tabLst>
            </a:pPr>
            <a:r>
              <a:rPr sz="850" b="1" dirty="0">
                <a:latin typeface="Times New Roman" panose="02020603050405020304"/>
                <a:cs typeface="Times New Roman" panose="02020603050405020304"/>
              </a:rPr>
              <a:t>2p</a:t>
            </a:r>
            <a:r>
              <a:rPr sz="1050" b="1" baseline="-12000" dirty="0">
                <a:latin typeface="Times New Roman" panose="02020603050405020304"/>
                <a:cs typeface="Times New Roman" panose="02020603050405020304"/>
              </a:rPr>
              <a:t>x	</a:t>
            </a:r>
            <a:r>
              <a:rPr sz="850" b="1" spc="-5" dirty="0">
                <a:latin typeface="Times New Roman" panose="02020603050405020304"/>
                <a:cs typeface="Times New Roman" panose="02020603050405020304"/>
              </a:rPr>
              <a:t>2</a:t>
            </a:r>
            <a:endParaRPr sz="85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 panose="02020603050405020304"/>
              <a:cs typeface="Times New Roman" panose="02020603050405020304"/>
            </a:endParaRPr>
          </a:p>
          <a:p>
            <a:pPr marL="151130">
              <a:lnSpc>
                <a:spcPct val="100000"/>
              </a:lnSpc>
              <a:spcBef>
                <a:spcPts val="960"/>
              </a:spcBef>
            </a:pPr>
            <a:r>
              <a:rPr sz="850" b="1" spc="-5" dirty="0">
                <a:latin typeface="Times New Roman" panose="02020603050405020304"/>
                <a:cs typeface="Times New Roman" panose="02020603050405020304"/>
              </a:rPr>
              <a:t>1s</a:t>
            </a:r>
            <a:endParaRPr sz="85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2317494" y="2098008"/>
            <a:ext cx="1631314" cy="1721485"/>
            <a:chOff x="2317494" y="2098008"/>
            <a:chExt cx="1631314" cy="1721485"/>
          </a:xfrm>
        </p:grpSpPr>
        <p:sp>
          <p:nvSpPr>
            <p:cNvPr id="23" name="object 23"/>
            <p:cNvSpPr/>
            <p:nvPr/>
          </p:nvSpPr>
          <p:spPr>
            <a:xfrm>
              <a:off x="2320875" y="2101389"/>
              <a:ext cx="1621155" cy="1714500"/>
            </a:xfrm>
            <a:custGeom>
              <a:avLst/>
              <a:gdLst/>
              <a:ahLst/>
              <a:cxnLst/>
              <a:rect l="l" t="t" r="r" b="b"/>
              <a:pathLst>
                <a:path w="1621154" h="1714500">
                  <a:moveTo>
                    <a:pt x="0" y="1714459"/>
                  </a:moveTo>
                  <a:lnTo>
                    <a:pt x="22788" y="1714459"/>
                  </a:lnTo>
                </a:path>
                <a:path w="1621154" h="1714500">
                  <a:moveTo>
                    <a:pt x="1620751" y="27671"/>
                  </a:moveTo>
                  <a:lnTo>
                    <a:pt x="1620751" y="0"/>
                  </a:lnTo>
                  <a:lnTo>
                    <a:pt x="0" y="0"/>
                  </a:lnTo>
                  <a:lnTo>
                    <a:pt x="0" y="1714459"/>
                  </a:lnTo>
                </a:path>
              </a:pathLst>
            </a:custGeom>
            <a:ln w="676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4" name="object 2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944894" y="2121935"/>
              <a:ext cx="3482" cy="3676"/>
            </a:xfrm>
            <a:prstGeom prst="rect">
              <a:avLst/>
            </a:prstGeom>
          </p:spPr>
        </p:pic>
      </p:grpSp>
      <p:sp>
        <p:nvSpPr>
          <p:cNvPr id="25" name="object 25"/>
          <p:cNvSpPr txBox="1"/>
          <p:nvPr/>
        </p:nvSpPr>
        <p:spPr>
          <a:xfrm>
            <a:off x="4801223" y="3485346"/>
            <a:ext cx="1107440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850" b="1" dirty="0">
                <a:latin typeface="Times New Roman" panose="02020603050405020304"/>
                <a:cs typeface="Times New Roman" panose="02020603050405020304"/>
              </a:rPr>
              <a:t>sp</a:t>
            </a:r>
            <a:r>
              <a:rPr sz="1050" b="1" baseline="12000" dirty="0">
                <a:latin typeface="Times New Roman" panose="02020603050405020304"/>
                <a:cs typeface="Times New Roman" panose="02020603050405020304"/>
              </a:rPr>
              <a:t>2</a:t>
            </a:r>
            <a:r>
              <a:rPr sz="1050" b="1" spc="44" baseline="120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850" b="1" spc="-5" dirty="0">
                <a:latin typeface="Times New Roman" panose="02020603050405020304"/>
                <a:cs typeface="Times New Roman" panose="02020603050405020304"/>
              </a:rPr>
              <a:t>hybridised</a:t>
            </a:r>
            <a:r>
              <a:rPr sz="850" b="1" spc="-3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850" b="1" dirty="0">
                <a:latin typeface="Times New Roman" panose="02020603050405020304"/>
                <a:cs typeface="Times New Roman" panose="02020603050405020304"/>
              </a:rPr>
              <a:t>C-atom</a:t>
            </a:r>
            <a:endParaRPr sz="85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4794561" y="2438294"/>
            <a:ext cx="844550" cy="958850"/>
            <a:chOff x="4794561" y="2438294"/>
            <a:chExt cx="844550" cy="958850"/>
          </a:xfrm>
        </p:grpSpPr>
        <p:sp>
          <p:nvSpPr>
            <p:cNvPr id="27" name="object 27"/>
            <p:cNvSpPr/>
            <p:nvPr/>
          </p:nvSpPr>
          <p:spPr>
            <a:xfrm>
              <a:off x="4801546" y="3293400"/>
              <a:ext cx="180975" cy="0"/>
            </a:xfrm>
            <a:custGeom>
              <a:avLst/>
              <a:gdLst/>
              <a:ahLst/>
              <a:cxnLst/>
              <a:rect l="l" t="t" r="r" b="b"/>
              <a:pathLst>
                <a:path w="180975">
                  <a:moveTo>
                    <a:pt x="180728" y="0"/>
                  </a:moveTo>
                  <a:lnTo>
                    <a:pt x="0" y="0"/>
                  </a:lnTo>
                </a:path>
              </a:pathLst>
            </a:custGeom>
            <a:ln w="1360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8" name="object 2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849754" y="3352855"/>
              <a:ext cx="20970" cy="35888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4849754" y="3198489"/>
              <a:ext cx="21590" cy="191135"/>
            </a:xfrm>
            <a:custGeom>
              <a:avLst/>
              <a:gdLst/>
              <a:ahLst/>
              <a:cxnLst/>
              <a:rect l="l" t="t" r="r" b="b"/>
              <a:pathLst>
                <a:path w="21589" h="191135">
                  <a:moveTo>
                    <a:pt x="10813" y="0"/>
                  </a:moveTo>
                  <a:lnTo>
                    <a:pt x="10813" y="191117"/>
                  </a:lnTo>
                </a:path>
                <a:path w="21589" h="191135">
                  <a:moveTo>
                    <a:pt x="10813" y="190254"/>
                  </a:moveTo>
                  <a:lnTo>
                    <a:pt x="0" y="154365"/>
                  </a:lnTo>
                  <a:lnTo>
                    <a:pt x="10813" y="161930"/>
                  </a:lnTo>
                  <a:lnTo>
                    <a:pt x="20970" y="154365"/>
                  </a:lnTo>
                  <a:lnTo>
                    <a:pt x="10813" y="190254"/>
                  </a:lnTo>
                  <a:close/>
                </a:path>
              </a:pathLst>
            </a:custGeom>
            <a:ln w="136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0" name="object 3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910504" y="3190277"/>
              <a:ext cx="21186" cy="35888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4910504" y="2554833"/>
              <a:ext cx="417195" cy="826769"/>
            </a:xfrm>
            <a:custGeom>
              <a:avLst/>
              <a:gdLst/>
              <a:ahLst/>
              <a:cxnLst/>
              <a:rect l="l" t="t" r="r" b="b"/>
              <a:pathLst>
                <a:path w="417195" h="826770">
                  <a:moveTo>
                    <a:pt x="11020" y="826561"/>
                  </a:moveTo>
                  <a:lnTo>
                    <a:pt x="11020" y="635443"/>
                  </a:lnTo>
                </a:path>
                <a:path w="417195" h="826770">
                  <a:moveTo>
                    <a:pt x="11020" y="635443"/>
                  </a:moveTo>
                  <a:lnTo>
                    <a:pt x="21186" y="671332"/>
                  </a:lnTo>
                  <a:lnTo>
                    <a:pt x="11020" y="663974"/>
                  </a:lnTo>
                  <a:lnTo>
                    <a:pt x="0" y="671332"/>
                  </a:lnTo>
                  <a:lnTo>
                    <a:pt x="11020" y="635443"/>
                  </a:lnTo>
                  <a:close/>
                </a:path>
                <a:path w="417195" h="826770">
                  <a:moveTo>
                    <a:pt x="417030" y="0"/>
                  </a:moveTo>
                  <a:lnTo>
                    <a:pt x="236301" y="0"/>
                  </a:lnTo>
                </a:path>
              </a:pathLst>
            </a:custGeom>
            <a:ln w="136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2" name="object 3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235441" y="2451935"/>
              <a:ext cx="20970" cy="35888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5235441" y="2451935"/>
              <a:ext cx="396875" cy="191135"/>
            </a:xfrm>
            <a:custGeom>
              <a:avLst/>
              <a:gdLst/>
              <a:ahLst/>
              <a:cxnLst/>
              <a:rect l="l" t="t" r="r" b="b"/>
              <a:pathLst>
                <a:path w="396875" h="191135">
                  <a:moveTo>
                    <a:pt x="10804" y="191135"/>
                  </a:moveTo>
                  <a:lnTo>
                    <a:pt x="10804" y="0"/>
                  </a:lnTo>
                </a:path>
                <a:path w="396875" h="191135">
                  <a:moveTo>
                    <a:pt x="10804" y="0"/>
                  </a:moveTo>
                  <a:lnTo>
                    <a:pt x="20970" y="35888"/>
                  </a:lnTo>
                  <a:lnTo>
                    <a:pt x="10804" y="28512"/>
                  </a:lnTo>
                  <a:lnTo>
                    <a:pt x="0" y="35888"/>
                  </a:lnTo>
                  <a:lnTo>
                    <a:pt x="10804" y="0"/>
                  </a:lnTo>
                  <a:close/>
                </a:path>
                <a:path w="396875" h="191135">
                  <a:moveTo>
                    <a:pt x="396456" y="102898"/>
                  </a:moveTo>
                  <a:lnTo>
                    <a:pt x="216015" y="102898"/>
                  </a:lnTo>
                </a:path>
              </a:pathLst>
            </a:custGeom>
            <a:ln w="136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4" name="object 3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533123" y="2445279"/>
              <a:ext cx="20979" cy="35888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5533123" y="2445279"/>
              <a:ext cx="21590" cy="191135"/>
            </a:xfrm>
            <a:custGeom>
              <a:avLst/>
              <a:gdLst/>
              <a:ahLst/>
              <a:cxnLst/>
              <a:rect l="l" t="t" r="r" b="b"/>
              <a:pathLst>
                <a:path w="21589" h="191135">
                  <a:moveTo>
                    <a:pt x="10804" y="190866"/>
                  </a:moveTo>
                  <a:lnTo>
                    <a:pt x="10804" y="0"/>
                  </a:lnTo>
                </a:path>
                <a:path w="21589" h="191135">
                  <a:moveTo>
                    <a:pt x="10804" y="0"/>
                  </a:moveTo>
                  <a:lnTo>
                    <a:pt x="20979" y="35888"/>
                  </a:lnTo>
                  <a:lnTo>
                    <a:pt x="10804" y="28333"/>
                  </a:lnTo>
                  <a:lnTo>
                    <a:pt x="0" y="35888"/>
                  </a:lnTo>
                  <a:lnTo>
                    <a:pt x="10804" y="0"/>
                  </a:lnTo>
                  <a:close/>
                </a:path>
              </a:pathLst>
            </a:custGeom>
            <a:ln w="136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6" name="object 36"/>
          <p:cNvSpPr txBox="1"/>
          <p:nvPr/>
        </p:nvSpPr>
        <p:spPr>
          <a:xfrm>
            <a:off x="4610211" y="3135752"/>
            <a:ext cx="107950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50" b="1" spc="-10" dirty="0">
                <a:latin typeface="Times New Roman" panose="02020603050405020304"/>
                <a:cs typeface="Times New Roman" panose="02020603050405020304"/>
              </a:rPr>
              <a:t>1s</a:t>
            </a:r>
            <a:endParaRPr sz="85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4801477" y="2363638"/>
            <a:ext cx="1155700" cy="287020"/>
            <a:chOff x="4801477" y="2363638"/>
            <a:chExt cx="1155700" cy="287020"/>
          </a:xfrm>
        </p:grpSpPr>
        <p:sp>
          <p:nvSpPr>
            <p:cNvPr id="38" name="object 38"/>
            <p:cNvSpPr/>
            <p:nvPr/>
          </p:nvSpPr>
          <p:spPr>
            <a:xfrm>
              <a:off x="4808462" y="2554833"/>
              <a:ext cx="180975" cy="0"/>
            </a:xfrm>
            <a:custGeom>
              <a:avLst/>
              <a:gdLst/>
              <a:ahLst/>
              <a:cxnLst/>
              <a:rect l="l" t="t" r="r" b="b"/>
              <a:pathLst>
                <a:path w="180975">
                  <a:moveTo>
                    <a:pt x="180737" y="0"/>
                  </a:moveTo>
                  <a:lnTo>
                    <a:pt x="0" y="0"/>
                  </a:lnTo>
                </a:path>
              </a:pathLst>
            </a:custGeom>
            <a:ln w="1360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9" name="object 3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897097" y="2451935"/>
              <a:ext cx="20970" cy="35888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4897097" y="2451935"/>
              <a:ext cx="1053465" cy="191135"/>
            </a:xfrm>
            <a:custGeom>
              <a:avLst/>
              <a:gdLst/>
              <a:ahLst/>
              <a:cxnLst/>
              <a:rect l="l" t="t" r="r" b="b"/>
              <a:pathLst>
                <a:path w="1053464" h="191135">
                  <a:moveTo>
                    <a:pt x="10813" y="191135"/>
                  </a:moveTo>
                  <a:lnTo>
                    <a:pt x="10813" y="0"/>
                  </a:lnTo>
                </a:path>
                <a:path w="1053464" h="191135">
                  <a:moveTo>
                    <a:pt x="10813" y="0"/>
                  </a:moveTo>
                  <a:lnTo>
                    <a:pt x="20970" y="35888"/>
                  </a:lnTo>
                  <a:lnTo>
                    <a:pt x="10813" y="28512"/>
                  </a:lnTo>
                  <a:lnTo>
                    <a:pt x="0" y="35888"/>
                  </a:lnTo>
                  <a:lnTo>
                    <a:pt x="10813" y="0"/>
                  </a:lnTo>
                  <a:close/>
                </a:path>
                <a:path w="1053464" h="191135">
                  <a:moveTo>
                    <a:pt x="1053092" y="21677"/>
                  </a:moveTo>
                  <a:lnTo>
                    <a:pt x="872291" y="21677"/>
                  </a:lnTo>
                </a:path>
              </a:pathLst>
            </a:custGeom>
            <a:ln w="136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1" name="object 4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858078" y="2370623"/>
              <a:ext cx="20979" cy="35888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5858078" y="2370623"/>
              <a:ext cx="21590" cy="191135"/>
            </a:xfrm>
            <a:custGeom>
              <a:avLst/>
              <a:gdLst/>
              <a:ahLst/>
              <a:cxnLst/>
              <a:rect l="l" t="t" r="r" b="b"/>
              <a:pathLst>
                <a:path w="21589" h="191135">
                  <a:moveTo>
                    <a:pt x="10804" y="191135"/>
                  </a:moveTo>
                  <a:lnTo>
                    <a:pt x="10804" y="0"/>
                  </a:lnTo>
                </a:path>
                <a:path w="21589" h="191135">
                  <a:moveTo>
                    <a:pt x="10804" y="0"/>
                  </a:moveTo>
                  <a:lnTo>
                    <a:pt x="20979" y="35888"/>
                  </a:lnTo>
                  <a:lnTo>
                    <a:pt x="10804" y="28602"/>
                  </a:lnTo>
                  <a:lnTo>
                    <a:pt x="0" y="35888"/>
                  </a:lnTo>
                  <a:lnTo>
                    <a:pt x="10804" y="0"/>
                  </a:lnTo>
                  <a:close/>
                </a:path>
              </a:pathLst>
            </a:custGeom>
            <a:ln w="136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3" name="object 43"/>
          <p:cNvSpPr txBox="1"/>
          <p:nvPr/>
        </p:nvSpPr>
        <p:spPr>
          <a:xfrm>
            <a:off x="4802146" y="2692802"/>
            <a:ext cx="879475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369570" algn="l"/>
                <a:tab pos="680720" algn="l"/>
              </a:tabLst>
            </a:pPr>
            <a:r>
              <a:rPr sz="1275" b="1" baseline="3000" dirty="0">
                <a:latin typeface="Times New Roman" panose="02020603050405020304"/>
                <a:cs typeface="Times New Roman" panose="02020603050405020304"/>
              </a:rPr>
              <a:t>sp</a:t>
            </a:r>
            <a:r>
              <a:rPr sz="1050" b="1" baseline="16000" dirty="0">
                <a:latin typeface="Times New Roman" panose="02020603050405020304"/>
                <a:cs typeface="Times New Roman" panose="02020603050405020304"/>
              </a:rPr>
              <a:t>2	</a:t>
            </a:r>
            <a:r>
              <a:rPr sz="850" b="1" spc="-5" dirty="0">
                <a:latin typeface="Times New Roman" panose="02020603050405020304"/>
                <a:cs typeface="Times New Roman" panose="02020603050405020304"/>
              </a:rPr>
              <a:t>sp</a:t>
            </a:r>
            <a:r>
              <a:rPr sz="1050" b="1" spc="-7" baseline="12000" dirty="0">
                <a:latin typeface="Times New Roman" panose="02020603050405020304"/>
                <a:cs typeface="Times New Roman" panose="02020603050405020304"/>
              </a:rPr>
              <a:t>2	</a:t>
            </a:r>
            <a:r>
              <a:rPr sz="850" b="1" spc="-5" dirty="0">
                <a:latin typeface="Times New Roman" panose="02020603050405020304"/>
                <a:cs typeface="Times New Roman" panose="02020603050405020304"/>
              </a:rPr>
              <a:t>sp</a:t>
            </a:r>
            <a:r>
              <a:rPr sz="1050" b="1" spc="-7" baseline="12000" dirty="0">
                <a:latin typeface="Times New Roman" panose="02020603050405020304"/>
                <a:cs typeface="Times New Roman" panose="02020603050405020304"/>
              </a:rPr>
              <a:t>2</a:t>
            </a:r>
            <a:endParaRPr sz="1050" baseline="120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5769110" y="2607353"/>
            <a:ext cx="226060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850" b="1" spc="-5" dirty="0">
                <a:latin typeface="Times New Roman" panose="02020603050405020304"/>
                <a:cs typeface="Times New Roman" panose="02020603050405020304"/>
              </a:rPr>
              <a:t>2p</a:t>
            </a:r>
            <a:r>
              <a:rPr sz="1275" b="1" spc="-7" baseline="-10000" dirty="0">
                <a:latin typeface="Times New Roman" panose="02020603050405020304"/>
                <a:cs typeface="Times New Roman" panose="02020603050405020304"/>
              </a:rPr>
              <a:t>z</a:t>
            </a:r>
            <a:endParaRPr sz="1275" baseline="-100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4457908" y="2077377"/>
            <a:ext cx="1633855" cy="1730375"/>
            <a:chOff x="4457908" y="2077377"/>
            <a:chExt cx="1633855" cy="1730375"/>
          </a:xfrm>
        </p:grpSpPr>
        <p:sp>
          <p:nvSpPr>
            <p:cNvPr id="46" name="object 46"/>
            <p:cNvSpPr/>
            <p:nvPr/>
          </p:nvSpPr>
          <p:spPr>
            <a:xfrm>
              <a:off x="4461257" y="2080726"/>
              <a:ext cx="1606550" cy="1703070"/>
            </a:xfrm>
            <a:custGeom>
              <a:avLst/>
              <a:gdLst/>
              <a:ahLst/>
              <a:cxnLst/>
              <a:rect l="l" t="t" r="r" b="b"/>
              <a:pathLst>
                <a:path w="1606550" h="1703070">
                  <a:moveTo>
                    <a:pt x="0" y="1703014"/>
                  </a:moveTo>
                  <a:lnTo>
                    <a:pt x="1606525" y="1703014"/>
                  </a:lnTo>
                  <a:lnTo>
                    <a:pt x="1606525" y="1703014"/>
                  </a:lnTo>
                  <a:lnTo>
                    <a:pt x="0" y="0"/>
                  </a:lnTo>
                  <a:lnTo>
                    <a:pt x="0" y="1703014"/>
                  </a:lnTo>
                  <a:close/>
                </a:path>
              </a:pathLst>
            </a:custGeom>
            <a:ln w="669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7" name="object 4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481580" y="2100465"/>
              <a:ext cx="1609973" cy="1707258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2483542" y="5519806"/>
            <a:ext cx="872490" cy="443865"/>
            <a:chOff x="2483542" y="5519806"/>
            <a:chExt cx="872490" cy="443865"/>
          </a:xfrm>
        </p:grpSpPr>
        <p:pic>
          <p:nvPicPr>
            <p:cNvPr id="49" name="object 4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2483542" y="5556487"/>
              <a:ext cx="93775" cy="107117"/>
            </a:xfrm>
            <a:prstGeom prst="rect">
              <a:avLst/>
            </a:prstGeom>
          </p:spPr>
        </p:pic>
        <p:pic>
          <p:nvPicPr>
            <p:cNvPr id="50" name="object 50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2649038" y="5556487"/>
              <a:ext cx="84556" cy="107117"/>
            </a:xfrm>
            <a:prstGeom prst="rect">
              <a:avLst/>
            </a:prstGeom>
          </p:spPr>
        </p:pic>
        <p:sp>
          <p:nvSpPr>
            <p:cNvPr id="51" name="object 51"/>
            <p:cNvSpPr/>
            <p:nvPr/>
          </p:nvSpPr>
          <p:spPr>
            <a:xfrm>
              <a:off x="3022762" y="5519806"/>
              <a:ext cx="17780" cy="141605"/>
            </a:xfrm>
            <a:custGeom>
              <a:avLst/>
              <a:gdLst/>
              <a:ahLst/>
              <a:cxnLst/>
              <a:rect l="l" t="t" r="r" b="b"/>
              <a:pathLst>
                <a:path w="17780" h="141604">
                  <a:moveTo>
                    <a:pt x="17259" y="0"/>
                  </a:moveTo>
                  <a:lnTo>
                    <a:pt x="0" y="0"/>
                  </a:lnTo>
                  <a:lnTo>
                    <a:pt x="0" y="141475"/>
                  </a:lnTo>
                  <a:lnTo>
                    <a:pt x="17259" y="141475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2" name="object 52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061601" y="5556487"/>
              <a:ext cx="93794" cy="107117"/>
            </a:xfrm>
            <a:prstGeom prst="rect">
              <a:avLst/>
            </a:prstGeom>
          </p:spPr>
        </p:pic>
        <p:pic>
          <p:nvPicPr>
            <p:cNvPr id="53" name="object 53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2484598" y="5519812"/>
              <a:ext cx="871435" cy="443594"/>
            </a:xfrm>
            <a:prstGeom prst="rect">
              <a:avLst/>
            </a:prstGeom>
          </p:spPr>
        </p:pic>
      </p:grpSp>
      <p:grpSp>
        <p:nvGrpSpPr>
          <p:cNvPr id="54" name="object 54"/>
          <p:cNvGrpSpPr/>
          <p:nvPr/>
        </p:nvGrpSpPr>
        <p:grpSpPr>
          <a:xfrm>
            <a:off x="2482966" y="6040852"/>
            <a:ext cx="526415" cy="144145"/>
            <a:chOff x="2482966" y="6040852"/>
            <a:chExt cx="526415" cy="144145"/>
          </a:xfrm>
        </p:grpSpPr>
        <p:pic>
          <p:nvPicPr>
            <p:cNvPr id="55" name="object 55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2482966" y="6077523"/>
              <a:ext cx="95404" cy="107121"/>
            </a:xfrm>
            <a:prstGeom prst="rect">
              <a:avLst/>
            </a:prstGeom>
          </p:spPr>
        </p:pic>
        <p:pic>
          <p:nvPicPr>
            <p:cNvPr id="56" name="object 56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2600563" y="6040857"/>
              <a:ext cx="157538" cy="143788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2781452" y="6040857"/>
              <a:ext cx="187152" cy="143788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2991660" y="6040852"/>
              <a:ext cx="17780" cy="141605"/>
            </a:xfrm>
            <a:custGeom>
              <a:avLst/>
              <a:gdLst/>
              <a:ahLst/>
              <a:cxnLst/>
              <a:rect l="l" t="t" r="r" b="b"/>
              <a:pathLst>
                <a:path w="17780" h="141604">
                  <a:moveTo>
                    <a:pt x="17259" y="0"/>
                  </a:moveTo>
                  <a:lnTo>
                    <a:pt x="0" y="0"/>
                  </a:lnTo>
                  <a:lnTo>
                    <a:pt x="0" y="141475"/>
                  </a:lnTo>
                  <a:lnTo>
                    <a:pt x="17259" y="141475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9" name="object 59"/>
          <p:cNvGrpSpPr/>
          <p:nvPr/>
        </p:nvGrpSpPr>
        <p:grpSpPr>
          <a:xfrm>
            <a:off x="2484755" y="4210413"/>
            <a:ext cx="584835" cy="1171575"/>
            <a:chOff x="2484755" y="4210413"/>
            <a:chExt cx="584835" cy="1171575"/>
          </a:xfrm>
        </p:grpSpPr>
        <p:pic>
          <p:nvPicPr>
            <p:cNvPr id="60" name="object 6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2486163" y="4211627"/>
              <a:ext cx="581526" cy="754706"/>
            </a:xfrm>
            <a:prstGeom prst="rect">
              <a:avLst/>
            </a:prstGeom>
          </p:spPr>
        </p:pic>
        <p:sp>
          <p:nvSpPr>
            <p:cNvPr id="61" name="object 61"/>
            <p:cNvSpPr/>
            <p:nvPr/>
          </p:nvSpPr>
          <p:spPr>
            <a:xfrm>
              <a:off x="2486163" y="4211821"/>
              <a:ext cx="581660" cy="755015"/>
            </a:xfrm>
            <a:custGeom>
              <a:avLst/>
              <a:gdLst/>
              <a:ahLst/>
              <a:cxnLst/>
              <a:rect l="l" t="t" r="r" b="b"/>
              <a:pathLst>
                <a:path w="581660" h="755014">
                  <a:moveTo>
                    <a:pt x="578997" y="426597"/>
                  </a:moveTo>
                  <a:lnTo>
                    <a:pt x="581527" y="375421"/>
                  </a:lnTo>
                  <a:lnTo>
                    <a:pt x="578811" y="325447"/>
                  </a:lnTo>
                  <a:lnTo>
                    <a:pt x="571147" y="277182"/>
                  </a:lnTo>
                  <a:lnTo>
                    <a:pt x="558834" y="231133"/>
                  </a:lnTo>
                  <a:lnTo>
                    <a:pt x="542172" y="187805"/>
                  </a:lnTo>
                  <a:lnTo>
                    <a:pt x="521459" y="147705"/>
                  </a:lnTo>
                  <a:lnTo>
                    <a:pt x="496994" y="111339"/>
                  </a:lnTo>
                  <a:lnTo>
                    <a:pt x="469075" y="79214"/>
                  </a:lnTo>
                  <a:lnTo>
                    <a:pt x="438001" y="51835"/>
                  </a:lnTo>
                  <a:lnTo>
                    <a:pt x="404071" y="29708"/>
                  </a:lnTo>
                  <a:lnTo>
                    <a:pt x="367584" y="13341"/>
                  </a:lnTo>
                  <a:lnTo>
                    <a:pt x="328838" y="3239"/>
                  </a:lnTo>
                  <a:lnTo>
                    <a:pt x="285851" y="0"/>
                  </a:lnTo>
                  <a:lnTo>
                    <a:pt x="244011" y="4818"/>
                  </a:lnTo>
                  <a:lnTo>
                    <a:pt x="203822" y="17190"/>
                  </a:lnTo>
                  <a:lnTo>
                    <a:pt x="165792" y="36615"/>
                  </a:lnTo>
                  <a:lnTo>
                    <a:pt x="130426" y="62588"/>
                  </a:lnTo>
                  <a:lnTo>
                    <a:pt x="98231" y="94608"/>
                  </a:lnTo>
                  <a:lnTo>
                    <a:pt x="69713" y="132171"/>
                  </a:lnTo>
                  <a:lnTo>
                    <a:pt x="45378" y="174775"/>
                  </a:lnTo>
                  <a:lnTo>
                    <a:pt x="25731" y="221916"/>
                  </a:lnTo>
                  <a:lnTo>
                    <a:pt x="11280" y="273093"/>
                  </a:lnTo>
                  <a:lnTo>
                    <a:pt x="2530" y="327801"/>
                  </a:lnTo>
                  <a:lnTo>
                    <a:pt x="0" y="378982"/>
                  </a:lnTo>
                  <a:lnTo>
                    <a:pt x="2716" y="428959"/>
                  </a:lnTo>
                  <a:lnTo>
                    <a:pt x="10380" y="477226"/>
                  </a:lnTo>
                  <a:lnTo>
                    <a:pt x="22694" y="523277"/>
                  </a:lnTo>
                  <a:lnTo>
                    <a:pt x="39357" y="566607"/>
                  </a:lnTo>
                  <a:lnTo>
                    <a:pt x="60071" y="606709"/>
                  </a:lnTo>
                  <a:lnTo>
                    <a:pt x="84537" y="643077"/>
                  </a:lnTo>
                  <a:lnTo>
                    <a:pt x="112457" y="675207"/>
                  </a:lnTo>
                  <a:lnTo>
                    <a:pt x="143531" y="702592"/>
                  </a:lnTo>
                  <a:lnTo>
                    <a:pt x="177460" y="724727"/>
                  </a:lnTo>
                  <a:lnTo>
                    <a:pt x="213946" y="741105"/>
                  </a:lnTo>
                  <a:lnTo>
                    <a:pt x="252689" y="751220"/>
                  </a:lnTo>
                  <a:lnTo>
                    <a:pt x="295676" y="754463"/>
                  </a:lnTo>
                  <a:lnTo>
                    <a:pt x="337517" y="749644"/>
                  </a:lnTo>
                  <a:lnTo>
                    <a:pt x="377706" y="737266"/>
                  </a:lnTo>
                  <a:lnTo>
                    <a:pt x="415736" y="717835"/>
                  </a:lnTo>
                  <a:lnTo>
                    <a:pt x="451102" y="691853"/>
                  </a:lnTo>
                  <a:lnTo>
                    <a:pt x="483297" y="659823"/>
                  </a:lnTo>
                  <a:lnTo>
                    <a:pt x="511816" y="622251"/>
                  </a:lnTo>
                  <a:lnTo>
                    <a:pt x="536151" y="579638"/>
                  </a:lnTo>
                  <a:lnTo>
                    <a:pt x="555797" y="532489"/>
                  </a:lnTo>
                  <a:lnTo>
                    <a:pt x="570248" y="481308"/>
                  </a:lnTo>
                  <a:lnTo>
                    <a:pt x="578997" y="426597"/>
                  </a:lnTo>
                  <a:lnTo>
                    <a:pt x="581527" y="375421"/>
                  </a:lnTo>
                  <a:lnTo>
                    <a:pt x="578811" y="325447"/>
                  </a:lnTo>
                  <a:lnTo>
                    <a:pt x="571147" y="277182"/>
                  </a:lnTo>
                  <a:lnTo>
                    <a:pt x="558834" y="231133"/>
                  </a:lnTo>
                  <a:lnTo>
                    <a:pt x="542172" y="187805"/>
                  </a:lnTo>
                  <a:lnTo>
                    <a:pt x="521459" y="147705"/>
                  </a:lnTo>
                  <a:lnTo>
                    <a:pt x="496994" y="111339"/>
                  </a:lnTo>
                  <a:lnTo>
                    <a:pt x="469075" y="79214"/>
                  </a:lnTo>
                  <a:lnTo>
                    <a:pt x="438001" y="51835"/>
                  </a:lnTo>
                  <a:lnTo>
                    <a:pt x="404071" y="29708"/>
                  </a:lnTo>
                  <a:lnTo>
                    <a:pt x="367584" y="13341"/>
                  </a:lnTo>
                  <a:lnTo>
                    <a:pt x="328838" y="3239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2" name="object 62"/>
            <p:cNvSpPr/>
            <p:nvPr/>
          </p:nvSpPr>
          <p:spPr>
            <a:xfrm>
              <a:off x="2615501" y="4968827"/>
              <a:ext cx="323215" cy="407034"/>
            </a:xfrm>
            <a:custGeom>
              <a:avLst/>
              <a:gdLst/>
              <a:ahLst/>
              <a:cxnLst/>
              <a:rect l="l" t="t" r="r" b="b"/>
              <a:pathLst>
                <a:path w="323214" h="407035">
                  <a:moveTo>
                    <a:pt x="303642" y="106925"/>
                  </a:moveTo>
                  <a:lnTo>
                    <a:pt x="278213" y="62753"/>
                  </a:lnTo>
                  <a:lnTo>
                    <a:pt x="245579" y="29681"/>
                  </a:lnTo>
                  <a:lnTo>
                    <a:pt x="207833" y="8500"/>
                  </a:lnTo>
                  <a:lnTo>
                    <a:pt x="167067" y="0"/>
                  </a:lnTo>
                  <a:lnTo>
                    <a:pt x="125374" y="4971"/>
                  </a:lnTo>
                  <a:lnTo>
                    <a:pt x="84845" y="24204"/>
                  </a:lnTo>
                  <a:lnTo>
                    <a:pt x="49794" y="56256"/>
                  </a:lnTo>
                  <a:lnTo>
                    <a:pt x="23551" y="97381"/>
                  </a:lnTo>
                  <a:lnTo>
                    <a:pt x="6744" y="144943"/>
                  </a:lnTo>
                  <a:lnTo>
                    <a:pt x="0" y="196309"/>
                  </a:lnTo>
                  <a:lnTo>
                    <a:pt x="3946" y="248844"/>
                  </a:lnTo>
                  <a:lnTo>
                    <a:pt x="19210" y="299913"/>
                  </a:lnTo>
                  <a:lnTo>
                    <a:pt x="44646" y="344086"/>
                  </a:lnTo>
                  <a:lnTo>
                    <a:pt x="77282" y="377158"/>
                  </a:lnTo>
                  <a:lnTo>
                    <a:pt x="115026" y="398339"/>
                  </a:lnTo>
                  <a:lnTo>
                    <a:pt x="155789" y="406839"/>
                  </a:lnTo>
                  <a:lnTo>
                    <a:pt x="197480" y="401868"/>
                  </a:lnTo>
                  <a:lnTo>
                    <a:pt x="238007" y="382634"/>
                  </a:lnTo>
                  <a:lnTo>
                    <a:pt x="273060" y="350582"/>
                  </a:lnTo>
                  <a:lnTo>
                    <a:pt x="299306" y="309458"/>
                  </a:lnTo>
                  <a:lnTo>
                    <a:pt x="316115" y="261895"/>
                  </a:lnTo>
                  <a:lnTo>
                    <a:pt x="322859" y="210530"/>
                  </a:lnTo>
                  <a:lnTo>
                    <a:pt x="318911" y="157995"/>
                  </a:lnTo>
                  <a:lnTo>
                    <a:pt x="303642" y="106925"/>
                  </a:lnTo>
                  <a:lnTo>
                    <a:pt x="278213" y="62753"/>
                  </a:lnTo>
                  <a:lnTo>
                    <a:pt x="245579" y="29681"/>
                  </a:lnTo>
                  <a:lnTo>
                    <a:pt x="207833" y="8500"/>
                  </a:lnTo>
                  <a:lnTo>
                    <a:pt x="167067" y="0"/>
                  </a:lnTo>
                  <a:lnTo>
                    <a:pt x="125374" y="4971"/>
                  </a:lnTo>
                  <a:lnTo>
                    <a:pt x="84845" y="24204"/>
                  </a:lnTo>
                </a:path>
              </a:pathLst>
            </a:custGeom>
            <a:ln w="1206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63" name="object 63"/>
          <p:cNvGrpSpPr/>
          <p:nvPr/>
        </p:nvGrpSpPr>
        <p:grpSpPr>
          <a:xfrm>
            <a:off x="3614238" y="4019593"/>
            <a:ext cx="2422525" cy="2046605"/>
            <a:chOff x="3614238" y="4019593"/>
            <a:chExt cx="2422525" cy="2046605"/>
          </a:xfrm>
        </p:grpSpPr>
        <p:pic>
          <p:nvPicPr>
            <p:cNvPr id="64" name="object 6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4634958" y="4257753"/>
              <a:ext cx="397560" cy="682896"/>
            </a:xfrm>
            <a:prstGeom prst="rect">
              <a:avLst/>
            </a:prstGeom>
          </p:spPr>
        </p:pic>
        <p:sp>
          <p:nvSpPr>
            <p:cNvPr id="65" name="object 65"/>
            <p:cNvSpPr/>
            <p:nvPr/>
          </p:nvSpPr>
          <p:spPr>
            <a:xfrm>
              <a:off x="4634775" y="4257753"/>
              <a:ext cx="398145" cy="683260"/>
            </a:xfrm>
            <a:custGeom>
              <a:avLst/>
              <a:gdLst/>
              <a:ahLst/>
              <a:cxnLst/>
              <a:rect l="l" t="t" r="r" b="b"/>
              <a:pathLst>
                <a:path w="398145" h="683260">
                  <a:moveTo>
                    <a:pt x="198871" y="682896"/>
                  </a:moveTo>
                  <a:lnTo>
                    <a:pt x="142581" y="651900"/>
                  </a:lnTo>
                  <a:lnTo>
                    <a:pt x="116391" y="617138"/>
                  </a:lnTo>
                  <a:lnTo>
                    <a:pt x="91971" y="573072"/>
                  </a:lnTo>
                  <a:lnTo>
                    <a:pt x="69671" y="522359"/>
                  </a:lnTo>
                  <a:lnTo>
                    <a:pt x="49841" y="467653"/>
                  </a:lnTo>
                  <a:lnTo>
                    <a:pt x="32832" y="411609"/>
                  </a:lnTo>
                  <a:lnTo>
                    <a:pt x="18993" y="356883"/>
                  </a:lnTo>
                  <a:lnTo>
                    <a:pt x="8674" y="306129"/>
                  </a:lnTo>
                  <a:lnTo>
                    <a:pt x="2227" y="262003"/>
                  </a:lnTo>
                  <a:lnTo>
                    <a:pt x="0" y="227160"/>
                  </a:lnTo>
                  <a:lnTo>
                    <a:pt x="1543" y="179645"/>
                  </a:lnTo>
                  <a:lnTo>
                    <a:pt x="7068" y="136191"/>
                  </a:lnTo>
                  <a:lnTo>
                    <a:pt x="17913" y="97498"/>
                  </a:lnTo>
                  <a:lnTo>
                    <a:pt x="60929" y="37203"/>
                  </a:lnTo>
                  <a:lnTo>
                    <a:pt x="95781" y="17002"/>
                  </a:lnTo>
                  <a:lnTo>
                    <a:pt x="141314" y="4367"/>
                  </a:lnTo>
                  <a:lnTo>
                    <a:pt x="198871" y="0"/>
                  </a:lnTo>
                  <a:lnTo>
                    <a:pt x="256428" y="4367"/>
                  </a:lnTo>
                  <a:lnTo>
                    <a:pt x="301962" y="17002"/>
                  </a:lnTo>
                  <a:lnTo>
                    <a:pt x="336813" y="37203"/>
                  </a:lnTo>
                  <a:lnTo>
                    <a:pt x="379829" y="97498"/>
                  </a:lnTo>
                  <a:lnTo>
                    <a:pt x="390675" y="136191"/>
                  </a:lnTo>
                  <a:lnTo>
                    <a:pt x="396199" y="179645"/>
                  </a:lnTo>
                  <a:lnTo>
                    <a:pt x="397743" y="227160"/>
                  </a:lnTo>
                  <a:lnTo>
                    <a:pt x="395516" y="262003"/>
                  </a:lnTo>
                  <a:lnTo>
                    <a:pt x="389068" y="306129"/>
                  </a:lnTo>
                  <a:lnTo>
                    <a:pt x="378750" y="356883"/>
                  </a:lnTo>
                  <a:lnTo>
                    <a:pt x="364911" y="411609"/>
                  </a:lnTo>
                  <a:lnTo>
                    <a:pt x="347901" y="467653"/>
                  </a:lnTo>
                  <a:lnTo>
                    <a:pt x="328072" y="522359"/>
                  </a:lnTo>
                  <a:lnTo>
                    <a:pt x="305772" y="573072"/>
                  </a:lnTo>
                  <a:lnTo>
                    <a:pt x="281352" y="617138"/>
                  </a:lnTo>
                  <a:lnTo>
                    <a:pt x="255161" y="651900"/>
                  </a:lnTo>
                  <a:lnTo>
                    <a:pt x="198871" y="682896"/>
                  </a:lnTo>
                  <a:lnTo>
                    <a:pt x="170191" y="674705"/>
                  </a:lnTo>
                  <a:lnTo>
                    <a:pt x="116391" y="617138"/>
                  </a:lnTo>
                  <a:lnTo>
                    <a:pt x="91971" y="573072"/>
                  </a:lnTo>
                  <a:lnTo>
                    <a:pt x="69671" y="522359"/>
                  </a:lnTo>
                  <a:lnTo>
                    <a:pt x="49841" y="467653"/>
                  </a:lnTo>
                  <a:lnTo>
                    <a:pt x="32832" y="411609"/>
                  </a:lnTo>
                  <a:lnTo>
                    <a:pt x="18993" y="356883"/>
                  </a:lnTo>
                  <a:lnTo>
                    <a:pt x="8674" y="306129"/>
                  </a:lnTo>
                  <a:lnTo>
                    <a:pt x="2227" y="262003"/>
                  </a:lnTo>
                  <a:lnTo>
                    <a:pt x="0" y="22716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6" name="object 66"/>
            <p:cNvSpPr/>
            <p:nvPr/>
          </p:nvSpPr>
          <p:spPr>
            <a:xfrm>
              <a:off x="4793031" y="4419917"/>
              <a:ext cx="34925" cy="226060"/>
            </a:xfrm>
            <a:custGeom>
              <a:avLst/>
              <a:gdLst/>
              <a:ahLst/>
              <a:cxnLst/>
              <a:rect l="l" t="t" r="r" b="b"/>
              <a:pathLst>
                <a:path w="34925" h="226060">
                  <a:moveTo>
                    <a:pt x="34328" y="1155"/>
                  </a:moveTo>
                  <a:lnTo>
                    <a:pt x="34264" y="1333"/>
                  </a:lnTo>
                  <a:lnTo>
                    <a:pt x="34163" y="342"/>
                  </a:lnTo>
                  <a:lnTo>
                    <a:pt x="33870" y="0"/>
                  </a:lnTo>
                  <a:lnTo>
                    <a:pt x="33108" y="0"/>
                  </a:lnTo>
                  <a:lnTo>
                    <a:pt x="32766" y="0"/>
                  </a:lnTo>
                  <a:lnTo>
                    <a:pt x="32639" y="139"/>
                  </a:lnTo>
                  <a:lnTo>
                    <a:pt x="32512" y="292"/>
                  </a:lnTo>
                  <a:lnTo>
                    <a:pt x="32308" y="508"/>
                  </a:lnTo>
                  <a:lnTo>
                    <a:pt x="32308" y="901"/>
                  </a:lnTo>
                  <a:lnTo>
                    <a:pt x="32423" y="533"/>
                  </a:lnTo>
                  <a:lnTo>
                    <a:pt x="32372" y="3695"/>
                  </a:lnTo>
                  <a:lnTo>
                    <a:pt x="32308" y="3911"/>
                  </a:lnTo>
                  <a:lnTo>
                    <a:pt x="32308" y="901"/>
                  </a:lnTo>
                  <a:lnTo>
                    <a:pt x="30988" y="5003"/>
                  </a:lnTo>
                  <a:lnTo>
                    <a:pt x="29362" y="10007"/>
                  </a:lnTo>
                  <a:lnTo>
                    <a:pt x="27355" y="16332"/>
                  </a:lnTo>
                  <a:lnTo>
                    <a:pt x="24866" y="24003"/>
                  </a:lnTo>
                  <a:lnTo>
                    <a:pt x="22110" y="32334"/>
                  </a:lnTo>
                  <a:lnTo>
                    <a:pt x="16116" y="50838"/>
                  </a:lnTo>
                  <a:lnTo>
                    <a:pt x="10020" y="69837"/>
                  </a:lnTo>
                  <a:lnTo>
                    <a:pt x="7493" y="77508"/>
                  </a:lnTo>
                  <a:lnTo>
                    <a:pt x="368" y="99669"/>
                  </a:lnTo>
                  <a:lnTo>
                    <a:pt x="0" y="100672"/>
                  </a:lnTo>
                  <a:lnTo>
                    <a:pt x="1498" y="101828"/>
                  </a:lnTo>
                  <a:lnTo>
                    <a:pt x="2247" y="101333"/>
                  </a:lnTo>
                  <a:lnTo>
                    <a:pt x="4191" y="99834"/>
                  </a:lnTo>
                  <a:lnTo>
                    <a:pt x="7226" y="97840"/>
                  </a:lnTo>
                  <a:lnTo>
                    <a:pt x="7175" y="98005"/>
                  </a:lnTo>
                  <a:lnTo>
                    <a:pt x="7467" y="97840"/>
                  </a:lnTo>
                  <a:lnTo>
                    <a:pt x="11290" y="95669"/>
                  </a:lnTo>
                  <a:lnTo>
                    <a:pt x="15989" y="93497"/>
                  </a:lnTo>
                  <a:lnTo>
                    <a:pt x="21412" y="91503"/>
                  </a:lnTo>
                  <a:lnTo>
                    <a:pt x="23241" y="91020"/>
                  </a:lnTo>
                  <a:lnTo>
                    <a:pt x="23241" y="226047"/>
                  </a:lnTo>
                  <a:lnTo>
                    <a:pt x="33248" y="226047"/>
                  </a:lnTo>
                  <a:lnTo>
                    <a:pt x="33248" y="89509"/>
                  </a:lnTo>
                  <a:lnTo>
                    <a:pt x="33388" y="89496"/>
                  </a:lnTo>
                  <a:lnTo>
                    <a:pt x="34328" y="88506"/>
                  </a:lnTo>
                  <a:lnTo>
                    <a:pt x="34328" y="87503"/>
                  </a:lnTo>
                  <a:lnTo>
                    <a:pt x="34328" y="1155"/>
                  </a:lnTo>
                  <a:close/>
                </a:path>
                <a:path w="34925" h="226060">
                  <a:moveTo>
                    <a:pt x="34328" y="508"/>
                  </a:moveTo>
                  <a:lnTo>
                    <a:pt x="34163" y="342"/>
                  </a:lnTo>
                  <a:lnTo>
                    <a:pt x="34328" y="635"/>
                  </a:lnTo>
                  <a:lnTo>
                    <a:pt x="34328" y="50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7" name="object 67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4932191" y="4819203"/>
              <a:ext cx="665827" cy="425954"/>
            </a:xfrm>
            <a:prstGeom prst="rect">
              <a:avLst/>
            </a:prstGeom>
          </p:spPr>
        </p:pic>
        <p:sp>
          <p:nvSpPr>
            <p:cNvPr id="68" name="object 68"/>
            <p:cNvSpPr/>
            <p:nvPr/>
          </p:nvSpPr>
          <p:spPr>
            <a:xfrm>
              <a:off x="4932191" y="4819265"/>
              <a:ext cx="666115" cy="426084"/>
            </a:xfrm>
            <a:custGeom>
              <a:avLst/>
              <a:gdLst/>
              <a:ahLst/>
              <a:cxnLst/>
              <a:rect l="l" t="t" r="r" b="b"/>
              <a:pathLst>
                <a:path w="666114" h="426085">
                  <a:moveTo>
                    <a:pt x="333013" y="4654"/>
                  </a:moveTo>
                  <a:lnTo>
                    <a:pt x="279051" y="14612"/>
                  </a:lnTo>
                  <a:lnTo>
                    <a:pt x="227845" y="29368"/>
                  </a:lnTo>
                  <a:lnTo>
                    <a:pt x="180084" y="48400"/>
                  </a:lnTo>
                  <a:lnTo>
                    <a:pt x="136455" y="71186"/>
                  </a:lnTo>
                  <a:lnTo>
                    <a:pt x="97648" y="97204"/>
                  </a:lnTo>
                  <a:lnTo>
                    <a:pt x="64349" y="125932"/>
                  </a:lnTo>
                  <a:lnTo>
                    <a:pt x="37247" y="156850"/>
                  </a:lnTo>
                  <a:lnTo>
                    <a:pt x="17029" y="189434"/>
                  </a:lnTo>
                  <a:lnTo>
                    <a:pt x="0" y="257514"/>
                  </a:lnTo>
                  <a:lnTo>
                    <a:pt x="5344" y="294211"/>
                  </a:lnTo>
                  <a:lnTo>
                    <a:pt x="45410" y="356502"/>
                  </a:lnTo>
                  <a:lnTo>
                    <a:pt x="78249" y="381169"/>
                  </a:lnTo>
                  <a:lnTo>
                    <a:pt x="118370" y="400899"/>
                  </a:lnTo>
                  <a:lnTo>
                    <a:pt x="164832" y="415229"/>
                  </a:lnTo>
                  <a:lnTo>
                    <a:pt x="216693" y="423694"/>
                  </a:lnTo>
                  <a:lnTo>
                    <a:pt x="273011" y="425830"/>
                  </a:lnTo>
                  <a:lnTo>
                    <a:pt x="332847" y="421176"/>
                  </a:lnTo>
                  <a:lnTo>
                    <a:pt x="386794" y="411218"/>
                  </a:lnTo>
                  <a:lnTo>
                    <a:pt x="437985" y="396462"/>
                  </a:lnTo>
                  <a:lnTo>
                    <a:pt x="485731" y="377430"/>
                  </a:lnTo>
                  <a:lnTo>
                    <a:pt x="529347" y="354644"/>
                  </a:lnTo>
                  <a:lnTo>
                    <a:pt x="568145" y="328626"/>
                  </a:lnTo>
                  <a:lnTo>
                    <a:pt x="601439" y="299897"/>
                  </a:lnTo>
                  <a:lnTo>
                    <a:pt x="628541" y="268980"/>
                  </a:lnTo>
                  <a:lnTo>
                    <a:pt x="648764" y="236396"/>
                  </a:lnTo>
                  <a:lnTo>
                    <a:pt x="665827" y="168316"/>
                  </a:lnTo>
                  <a:lnTo>
                    <a:pt x="660466" y="131619"/>
                  </a:lnTo>
                  <a:lnTo>
                    <a:pt x="620392" y="69328"/>
                  </a:lnTo>
                  <a:lnTo>
                    <a:pt x="587558" y="44661"/>
                  </a:lnTo>
                  <a:lnTo>
                    <a:pt x="547447" y="24930"/>
                  </a:lnTo>
                  <a:lnTo>
                    <a:pt x="500997" y="10601"/>
                  </a:lnTo>
                  <a:lnTo>
                    <a:pt x="449149" y="2136"/>
                  </a:lnTo>
                  <a:lnTo>
                    <a:pt x="392841" y="0"/>
                  </a:lnTo>
                  <a:lnTo>
                    <a:pt x="333013" y="4654"/>
                  </a:lnTo>
                  <a:lnTo>
                    <a:pt x="279051" y="14612"/>
                  </a:lnTo>
                  <a:lnTo>
                    <a:pt x="227845" y="29368"/>
                  </a:lnTo>
                  <a:lnTo>
                    <a:pt x="180084" y="48400"/>
                  </a:lnTo>
                  <a:lnTo>
                    <a:pt x="136455" y="71186"/>
                  </a:lnTo>
                  <a:lnTo>
                    <a:pt x="97648" y="97204"/>
                  </a:lnTo>
                  <a:lnTo>
                    <a:pt x="64349" y="125932"/>
                  </a:lnTo>
                  <a:lnTo>
                    <a:pt x="37247" y="156850"/>
                  </a:lnTo>
                  <a:lnTo>
                    <a:pt x="17029" y="189434"/>
                  </a:lnTo>
                  <a:lnTo>
                    <a:pt x="0" y="257514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9" name="object 69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4041460" y="4903584"/>
              <a:ext cx="674960" cy="410304"/>
            </a:xfrm>
            <a:prstGeom prst="rect">
              <a:avLst/>
            </a:prstGeom>
          </p:spPr>
        </p:pic>
        <p:sp>
          <p:nvSpPr>
            <p:cNvPr id="70" name="object 70"/>
            <p:cNvSpPr/>
            <p:nvPr/>
          </p:nvSpPr>
          <p:spPr>
            <a:xfrm>
              <a:off x="4042113" y="4903867"/>
              <a:ext cx="673735" cy="410209"/>
            </a:xfrm>
            <a:custGeom>
              <a:avLst/>
              <a:gdLst/>
              <a:ahLst/>
              <a:cxnLst/>
              <a:rect l="l" t="t" r="r" b="b"/>
              <a:pathLst>
                <a:path w="673735" h="410210">
                  <a:moveTo>
                    <a:pt x="299395" y="409737"/>
                  </a:moveTo>
                  <a:lnTo>
                    <a:pt x="354280" y="409605"/>
                  </a:lnTo>
                  <a:lnTo>
                    <a:pt x="407310" y="404256"/>
                  </a:lnTo>
                  <a:lnTo>
                    <a:pt x="457713" y="394084"/>
                  </a:lnTo>
                  <a:lnTo>
                    <a:pt x="504720" y="379477"/>
                  </a:lnTo>
                  <a:lnTo>
                    <a:pt x="547562" y="360826"/>
                  </a:lnTo>
                  <a:lnTo>
                    <a:pt x="585467" y="338523"/>
                  </a:lnTo>
                  <a:lnTo>
                    <a:pt x="617665" y="312958"/>
                  </a:lnTo>
                  <a:lnTo>
                    <a:pt x="643388" y="284520"/>
                  </a:lnTo>
                  <a:lnTo>
                    <a:pt x="672323" y="220593"/>
                  </a:lnTo>
                  <a:lnTo>
                    <a:pt x="673640" y="183532"/>
                  </a:lnTo>
                  <a:lnTo>
                    <a:pt x="664378" y="148150"/>
                  </a:lnTo>
                  <a:lnTo>
                    <a:pt x="645380" y="115074"/>
                  </a:lnTo>
                  <a:lnTo>
                    <a:pt x="617492" y="84927"/>
                  </a:lnTo>
                  <a:lnTo>
                    <a:pt x="581557" y="58334"/>
                  </a:lnTo>
                  <a:lnTo>
                    <a:pt x="538420" y="35921"/>
                  </a:lnTo>
                  <a:lnTo>
                    <a:pt x="488925" y="18310"/>
                  </a:lnTo>
                  <a:lnTo>
                    <a:pt x="433917" y="6129"/>
                  </a:lnTo>
                  <a:lnTo>
                    <a:pt x="374240" y="0"/>
                  </a:lnTo>
                  <a:lnTo>
                    <a:pt x="319355" y="132"/>
                  </a:lnTo>
                  <a:lnTo>
                    <a:pt x="266327" y="5481"/>
                  </a:lnTo>
                  <a:lnTo>
                    <a:pt x="215925" y="15653"/>
                  </a:lnTo>
                  <a:lnTo>
                    <a:pt x="168920" y="30260"/>
                  </a:lnTo>
                  <a:lnTo>
                    <a:pt x="126080" y="48911"/>
                  </a:lnTo>
                  <a:lnTo>
                    <a:pt x="88176" y="71214"/>
                  </a:lnTo>
                  <a:lnTo>
                    <a:pt x="55977" y="96779"/>
                  </a:lnTo>
                  <a:lnTo>
                    <a:pt x="30254" y="125217"/>
                  </a:lnTo>
                  <a:lnTo>
                    <a:pt x="1312" y="189144"/>
                  </a:lnTo>
                  <a:lnTo>
                    <a:pt x="0" y="226205"/>
                  </a:lnTo>
                  <a:lnTo>
                    <a:pt x="9264" y="261587"/>
                  </a:lnTo>
                  <a:lnTo>
                    <a:pt x="28263" y="294663"/>
                  </a:lnTo>
                  <a:lnTo>
                    <a:pt x="56151" y="324810"/>
                  </a:lnTo>
                  <a:lnTo>
                    <a:pt x="92084" y="351403"/>
                  </a:lnTo>
                  <a:lnTo>
                    <a:pt x="135219" y="373816"/>
                  </a:lnTo>
                  <a:lnTo>
                    <a:pt x="184712" y="391426"/>
                  </a:lnTo>
                  <a:lnTo>
                    <a:pt x="239719" y="403608"/>
                  </a:lnTo>
                  <a:lnTo>
                    <a:pt x="299395" y="409737"/>
                  </a:lnTo>
                  <a:lnTo>
                    <a:pt x="354280" y="409605"/>
                  </a:lnTo>
                  <a:lnTo>
                    <a:pt x="407310" y="404256"/>
                  </a:lnTo>
                  <a:lnTo>
                    <a:pt x="457713" y="394084"/>
                  </a:lnTo>
                  <a:lnTo>
                    <a:pt x="504720" y="379477"/>
                  </a:lnTo>
                  <a:lnTo>
                    <a:pt x="547562" y="360826"/>
                  </a:lnTo>
                  <a:lnTo>
                    <a:pt x="585467" y="338523"/>
                  </a:lnTo>
                  <a:lnTo>
                    <a:pt x="617665" y="312958"/>
                  </a:lnTo>
                  <a:lnTo>
                    <a:pt x="643388" y="284520"/>
                  </a:lnTo>
                  <a:lnTo>
                    <a:pt x="672323" y="220593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71" name="object 71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4733736" y="4978432"/>
              <a:ext cx="193322" cy="226126"/>
            </a:xfrm>
            <a:prstGeom prst="rect">
              <a:avLst/>
            </a:prstGeom>
          </p:spPr>
        </p:pic>
        <p:pic>
          <p:nvPicPr>
            <p:cNvPr id="72" name="object 72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4919875" y="5027297"/>
              <a:ext cx="719474" cy="494302"/>
            </a:xfrm>
            <a:prstGeom prst="rect">
              <a:avLst/>
            </a:prstGeom>
          </p:spPr>
        </p:pic>
        <p:pic>
          <p:nvPicPr>
            <p:cNvPr id="73" name="object 73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5487525" y="5701827"/>
              <a:ext cx="202488" cy="116746"/>
            </a:xfrm>
            <a:prstGeom prst="rect">
              <a:avLst/>
            </a:prstGeom>
          </p:spPr>
        </p:pic>
        <p:pic>
          <p:nvPicPr>
            <p:cNvPr id="74" name="object 74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5718178" y="5701827"/>
              <a:ext cx="207154" cy="116746"/>
            </a:xfrm>
            <a:prstGeom prst="rect">
              <a:avLst/>
            </a:prstGeom>
          </p:spPr>
        </p:pic>
        <p:pic>
          <p:nvPicPr>
            <p:cNvPr id="75" name="object 75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5949164" y="5701827"/>
              <a:ext cx="86994" cy="116746"/>
            </a:xfrm>
            <a:prstGeom prst="rect">
              <a:avLst/>
            </a:prstGeom>
          </p:spPr>
        </p:pic>
        <p:pic>
          <p:nvPicPr>
            <p:cNvPr id="76" name="object 76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5490525" y="5881622"/>
              <a:ext cx="228653" cy="184361"/>
            </a:xfrm>
            <a:prstGeom prst="rect">
              <a:avLst/>
            </a:prstGeom>
          </p:spPr>
        </p:pic>
        <p:pic>
          <p:nvPicPr>
            <p:cNvPr id="77" name="object 77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4177685" y="4336751"/>
              <a:ext cx="1462959" cy="1621602"/>
            </a:xfrm>
            <a:prstGeom prst="rect">
              <a:avLst/>
            </a:prstGeom>
          </p:spPr>
        </p:pic>
        <p:pic>
          <p:nvPicPr>
            <p:cNvPr id="78" name="object 78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4025377" y="4019593"/>
              <a:ext cx="139975" cy="123663"/>
            </a:xfrm>
            <a:prstGeom prst="rect">
              <a:avLst/>
            </a:prstGeom>
          </p:spPr>
        </p:pic>
        <p:pic>
          <p:nvPicPr>
            <p:cNvPr id="79" name="object 79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3614714" y="4186922"/>
              <a:ext cx="350282" cy="116163"/>
            </a:xfrm>
            <a:prstGeom prst="rect">
              <a:avLst/>
            </a:prstGeom>
          </p:spPr>
        </p:pic>
        <p:pic>
          <p:nvPicPr>
            <p:cNvPr id="80" name="object 80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3988796" y="4184422"/>
              <a:ext cx="105877" cy="118663"/>
            </a:xfrm>
            <a:prstGeom prst="rect">
              <a:avLst/>
            </a:prstGeom>
          </p:spPr>
        </p:pic>
        <p:pic>
          <p:nvPicPr>
            <p:cNvPr id="81" name="object 81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3614238" y="4379416"/>
              <a:ext cx="228599" cy="118663"/>
            </a:xfrm>
            <a:prstGeom prst="rect">
              <a:avLst/>
            </a:prstGeom>
          </p:spPr>
        </p:pic>
        <p:pic>
          <p:nvPicPr>
            <p:cNvPr id="82" name="object 82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3862137" y="4379416"/>
              <a:ext cx="155440" cy="118663"/>
            </a:xfrm>
            <a:prstGeom prst="rect">
              <a:avLst/>
            </a:prstGeom>
          </p:spPr>
        </p:pic>
        <p:sp>
          <p:nvSpPr>
            <p:cNvPr id="83" name="object 83"/>
            <p:cNvSpPr/>
            <p:nvPr/>
          </p:nvSpPr>
          <p:spPr>
            <a:xfrm>
              <a:off x="4036726" y="4379328"/>
              <a:ext cx="14604" cy="116839"/>
            </a:xfrm>
            <a:custGeom>
              <a:avLst/>
              <a:gdLst/>
              <a:ahLst/>
              <a:cxnLst/>
              <a:rect l="l" t="t" r="r" b="b"/>
              <a:pathLst>
                <a:path w="14604" h="116839">
                  <a:moveTo>
                    <a:pt x="14334" y="0"/>
                  </a:moveTo>
                  <a:lnTo>
                    <a:pt x="0" y="0"/>
                  </a:lnTo>
                  <a:lnTo>
                    <a:pt x="0" y="116751"/>
                  </a:lnTo>
                  <a:lnTo>
                    <a:pt x="14334" y="116751"/>
                  </a:lnTo>
                  <a:lnTo>
                    <a:pt x="143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4" name="object 84"/>
          <p:cNvGrpSpPr/>
          <p:nvPr/>
        </p:nvGrpSpPr>
        <p:grpSpPr>
          <a:xfrm>
            <a:off x="5772008" y="5916821"/>
            <a:ext cx="431165" cy="151130"/>
            <a:chOff x="5772008" y="5916821"/>
            <a:chExt cx="431165" cy="151130"/>
          </a:xfrm>
        </p:grpSpPr>
        <p:pic>
          <p:nvPicPr>
            <p:cNvPr id="85" name="object 85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5772008" y="5916821"/>
              <a:ext cx="248985" cy="151078"/>
            </a:xfrm>
            <a:prstGeom prst="rect">
              <a:avLst/>
            </a:prstGeom>
          </p:spPr>
        </p:pic>
        <p:pic>
          <p:nvPicPr>
            <p:cNvPr id="86" name="object 86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6040159" y="5916821"/>
              <a:ext cx="162490" cy="118663"/>
            </a:xfrm>
            <a:prstGeom prst="rect">
              <a:avLst/>
            </a:prstGeom>
          </p:spPr>
        </p:pic>
      </p:grpSp>
      <p:grpSp>
        <p:nvGrpSpPr>
          <p:cNvPr id="87" name="object 87"/>
          <p:cNvGrpSpPr/>
          <p:nvPr/>
        </p:nvGrpSpPr>
        <p:grpSpPr>
          <a:xfrm>
            <a:off x="5489192" y="6131815"/>
            <a:ext cx="524510" cy="118745"/>
            <a:chOff x="5489192" y="6131815"/>
            <a:chExt cx="524510" cy="118745"/>
          </a:xfrm>
        </p:grpSpPr>
        <p:pic>
          <p:nvPicPr>
            <p:cNvPr id="88" name="object 88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5489192" y="6131815"/>
              <a:ext cx="228486" cy="118663"/>
            </a:xfrm>
            <a:prstGeom prst="rect">
              <a:avLst/>
            </a:prstGeom>
          </p:spPr>
        </p:pic>
        <p:pic>
          <p:nvPicPr>
            <p:cNvPr id="89" name="object 89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5737010" y="6131815"/>
              <a:ext cx="155490" cy="118663"/>
            </a:xfrm>
            <a:prstGeom prst="rect">
              <a:avLst/>
            </a:prstGeom>
          </p:spPr>
        </p:pic>
        <p:sp>
          <p:nvSpPr>
            <p:cNvPr id="90" name="object 90"/>
            <p:cNvSpPr/>
            <p:nvPr/>
          </p:nvSpPr>
          <p:spPr>
            <a:xfrm>
              <a:off x="5911659" y="6131826"/>
              <a:ext cx="101600" cy="118745"/>
            </a:xfrm>
            <a:custGeom>
              <a:avLst/>
              <a:gdLst/>
              <a:ahLst/>
              <a:cxnLst/>
              <a:rect l="l" t="t" r="r" b="b"/>
              <a:pathLst>
                <a:path w="101600" h="118745">
                  <a:moveTo>
                    <a:pt x="14338" y="0"/>
                  </a:moveTo>
                  <a:lnTo>
                    <a:pt x="0" y="0"/>
                  </a:lnTo>
                  <a:lnTo>
                    <a:pt x="0" y="116751"/>
                  </a:lnTo>
                  <a:lnTo>
                    <a:pt x="14338" y="116751"/>
                  </a:lnTo>
                  <a:lnTo>
                    <a:pt x="14338" y="0"/>
                  </a:lnTo>
                  <a:close/>
                </a:path>
                <a:path w="101600" h="118745">
                  <a:moveTo>
                    <a:pt x="101498" y="87007"/>
                  </a:moveTo>
                  <a:lnTo>
                    <a:pt x="56159" y="62331"/>
                  </a:lnTo>
                  <a:lnTo>
                    <a:pt x="52158" y="60782"/>
                  </a:lnTo>
                  <a:lnTo>
                    <a:pt x="50330" y="59512"/>
                  </a:lnTo>
                  <a:lnTo>
                    <a:pt x="47993" y="56489"/>
                  </a:lnTo>
                  <a:lnTo>
                    <a:pt x="47498" y="54813"/>
                  </a:lnTo>
                  <a:lnTo>
                    <a:pt x="47498" y="50038"/>
                  </a:lnTo>
                  <a:lnTo>
                    <a:pt x="48831" y="47485"/>
                  </a:lnTo>
                  <a:lnTo>
                    <a:pt x="54495" y="43129"/>
                  </a:lnTo>
                  <a:lnTo>
                    <a:pt x="59169" y="42049"/>
                  </a:lnTo>
                  <a:lnTo>
                    <a:pt x="71335" y="42049"/>
                  </a:lnTo>
                  <a:lnTo>
                    <a:pt x="75666" y="43268"/>
                  </a:lnTo>
                  <a:lnTo>
                    <a:pt x="81826" y="48145"/>
                  </a:lnTo>
                  <a:lnTo>
                    <a:pt x="83667" y="51549"/>
                  </a:lnTo>
                  <a:lnTo>
                    <a:pt x="84162" y="55905"/>
                  </a:lnTo>
                  <a:lnTo>
                    <a:pt x="98323" y="53987"/>
                  </a:lnTo>
                  <a:lnTo>
                    <a:pt x="71335" y="30264"/>
                  </a:lnTo>
                  <a:lnTo>
                    <a:pt x="60325" y="30264"/>
                  </a:lnTo>
                  <a:lnTo>
                    <a:pt x="33667" y="50863"/>
                  </a:lnTo>
                  <a:lnTo>
                    <a:pt x="33667" y="58775"/>
                  </a:lnTo>
                  <a:lnTo>
                    <a:pt x="75666" y="82880"/>
                  </a:lnTo>
                  <a:lnTo>
                    <a:pt x="80492" y="84493"/>
                  </a:lnTo>
                  <a:lnTo>
                    <a:pt x="85331" y="87630"/>
                  </a:lnTo>
                  <a:lnTo>
                    <a:pt x="86664" y="90170"/>
                  </a:lnTo>
                  <a:lnTo>
                    <a:pt x="86664" y="97028"/>
                  </a:lnTo>
                  <a:lnTo>
                    <a:pt x="85166" y="100164"/>
                  </a:lnTo>
                  <a:lnTo>
                    <a:pt x="78828" y="105537"/>
                  </a:lnTo>
                  <a:lnTo>
                    <a:pt x="73825" y="106870"/>
                  </a:lnTo>
                  <a:lnTo>
                    <a:pt x="60833" y="106870"/>
                  </a:lnTo>
                  <a:lnTo>
                    <a:pt x="55664" y="105359"/>
                  </a:lnTo>
                  <a:lnTo>
                    <a:pt x="48336" y="99301"/>
                  </a:lnTo>
                  <a:lnTo>
                    <a:pt x="46164" y="94957"/>
                  </a:lnTo>
                  <a:lnTo>
                    <a:pt x="45326" y="89268"/>
                  </a:lnTo>
                  <a:lnTo>
                    <a:pt x="31165" y="91503"/>
                  </a:lnTo>
                  <a:lnTo>
                    <a:pt x="59575" y="118224"/>
                  </a:lnTo>
                  <a:lnTo>
                    <a:pt x="67335" y="118656"/>
                  </a:lnTo>
                  <a:lnTo>
                    <a:pt x="74002" y="118656"/>
                  </a:lnTo>
                  <a:lnTo>
                    <a:pt x="101498" y="96672"/>
                  </a:lnTo>
                  <a:lnTo>
                    <a:pt x="101498" y="870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1" name="object 91"/>
          <p:cNvGrpSpPr/>
          <p:nvPr/>
        </p:nvGrpSpPr>
        <p:grpSpPr>
          <a:xfrm>
            <a:off x="3616715" y="3987261"/>
            <a:ext cx="341630" cy="121285"/>
            <a:chOff x="3616715" y="3987261"/>
            <a:chExt cx="341630" cy="121285"/>
          </a:xfrm>
        </p:grpSpPr>
        <p:pic>
          <p:nvPicPr>
            <p:cNvPr id="92" name="object 92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3616715" y="3987261"/>
              <a:ext cx="111634" cy="120829"/>
            </a:xfrm>
            <a:prstGeom prst="rect">
              <a:avLst/>
            </a:prstGeom>
          </p:spPr>
        </p:pic>
        <p:pic>
          <p:nvPicPr>
            <p:cNvPr id="93" name="object 93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3750409" y="3989427"/>
              <a:ext cx="91977" cy="116663"/>
            </a:xfrm>
            <a:prstGeom prst="rect">
              <a:avLst/>
            </a:prstGeom>
          </p:spPr>
        </p:pic>
        <p:pic>
          <p:nvPicPr>
            <p:cNvPr id="94" name="object 94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3870869" y="3989427"/>
              <a:ext cx="87128" cy="116663"/>
            </a:xfrm>
            <a:prstGeom prst="rect">
              <a:avLst/>
            </a:prstGeom>
          </p:spPr>
        </p:pic>
      </p:grpSp>
      <p:sp>
        <p:nvSpPr>
          <p:cNvPr id="95" name="object 9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7739" y="613917"/>
            <a:ext cx="406781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spc="-5" dirty="0">
                <a:latin typeface="Calibri Light" panose="020F0302020204030204"/>
                <a:cs typeface="Calibri Light" panose="020F0302020204030204"/>
              </a:rPr>
              <a:t>C</a:t>
            </a:r>
            <a:r>
              <a:rPr sz="3600" spc="-7" baseline="-21000" dirty="0">
                <a:latin typeface="Calibri Light" panose="020F0302020204030204"/>
                <a:cs typeface="Calibri Light" panose="020F0302020204030204"/>
              </a:rPr>
              <a:t>sp2</a:t>
            </a:r>
            <a:r>
              <a:rPr sz="3600" spc="-5" dirty="0">
                <a:latin typeface="Calibri Light" panose="020F0302020204030204"/>
                <a:cs typeface="Calibri Light" panose="020F0302020204030204"/>
              </a:rPr>
              <a:t>-H</a:t>
            </a:r>
            <a:r>
              <a:rPr sz="3600" spc="-4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600" dirty="0">
                <a:latin typeface="Calibri Light" panose="020F0302020204030204"/>
                <a:cs typeface="Calibri Light" panose="020F0302020204030204"/>
              </a:rPr>
              <a:t>and</a:t>
            </a:r>
            <a:r>
              <a:rPr sz="3600" spc="-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600" dirty="0">
                <a:latin typeface="Calibri Light" panose="020F0302020204030204"/>
                <a:cs typeface="Calibri Light" panose="020F0302020204030204"/>
              </a:rPr>
              <a:t>-C</a:t>
            </a:r>
            <a:r>
              <a:rPr sz="3600" spc="-2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600" dirty="0">
                <a:latin typeface="Symbol" panose="05050102010706020507"/>
                <a:cs typeface="Symbol" panose="05050102010706020507"/>
              </a:rPr>
              <a:t></a:t>
            </a:r>
            <a:r>
              <a:rPr sz="3600" spc="-9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3600" dirty="0">
                <a:latin typeface="Calibri Light" panose="020F0302020204030204"/>
                <a:cs typeface="Calibri Light" panose="020F0302020204030204"/>
              </a:rPr>
              <a:t>bonds</a:t>
            </a:r>
            <a:endParaRPr sz="3600">
              <a:latin typeface="Calibri Light" panose="020F0302020204030204"/>
              <a:cs typeface="Calibri Light" panose="020F030202020403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10528" y="2005710"/>
            <a:ext cx="3342640" cy="373697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66700" marR="30480" indent="-228600">
              <a:lnSpc>
                <a:spcPct val="80000"/>
              </a:lnSpc>
              <a:spcBef>
                <a:spcPts val="67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sp</a:t>
            </a:r>
            <a:r>
              <a:rPr sz="2400" spc="-7" baseline="24000" dirty="0">
                <a:latin typeface="Calibri" panose="020F0502020204030204"/>
                <a:cs typeface="Calibri" panose="020F0502020204030204"/>
              </a:rPr>
              <a:t>2</a:t>
            </a:r>
            <a:r>
              <a:rPr sz="2400" spc="247" baseline="24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hybrids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have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shape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similar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to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sp</a:t>
            </a:r>
            <a:r>
              <a:rPr sz="2400" baseline="24000" dirty="0">
                <a:latin typeface="Calibri" panose="020F0502020204030204"/>
                <a:cs typeface="Calibri" panose="020F0502020204030204"/>
              </a:rPr>
              <a:t>3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(a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little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more ‘rounded’)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but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are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oriented 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towards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corners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of </a:t>
            </a:r>
            <a:r>
              <a:rPr sz="2400" dirty="0">
                <a:latin typeface="Calibri" panose="020F0502020204030204"/>
                <a:cs typeface="Calibri" panose="020F0502020204030204"/>
              </a:rPr>
              <a:t>a triangle; 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b="1" spc="-5" dirty="0">
                <a:latin typeface="Calibri" panose="020F0502020204030204"/>
                <a:cs typeface="Calibri" panose="020F0502020204030204"/>
              </a:rPr>
              <a:t>trigonal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or planar 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geometry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40640" indent="-228600">
              <a:lnSpc>
                <a:spcPct val="80000"/>
              </a:lnSpc>
              <a:spcBef>
                <a:spcPts val="99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dirty="0">
                <a:latin typeface="Calibri" panose="020F0502020204030204"/>
                <a:cs typeface="Calibri" panose="020F0502020204030204"/>
              </a:rPr>
              <a:t>As 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for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methane,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sp</a:t>
            </a:r>
            <a:r>
              <a:rPr sz="2400" spc="-7" baseline="24000" dirty="0">
                <a:latin typeface="Calibri" panose="020F0502020204030204"/>
                <a:cs typeface="Calibri" panose="020F0502020204030204"/>
              </a:rPr>
              <a:t>2 </a:t>
            </a:r>
            <a:r>
              <a:rPr sz="2400" baseline="24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hybrids can overlap </a:t>
            </a:r>
            <a:r>
              <a:rPr sz="2400" dirty="0">
                <a:latin typeface="Calibri" panose="020F0502020204030204"/>
                <a:cs typeface="Calibri" panose="020F0502020204030204"/>
              </a:rPr>
              <a:t>with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H 1s, C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sp</a:t>
            </a:r>
            <a:r>
              <a:rPr sz="2400" spc="-7" baseline="24000" dirty="0">
                <a:latin typeface="Calibri" panose="020F0502020204030204"/>
                <a:cs typeface="Calibri" panose="020F0502020204030204"/>
              </a:rPr>
              <a:t>2</a:t>
            </a:r>
            <a:r>
              <a:rPr sz="2400" baseline="24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(or </a:t>
            </a:r>
            <a:r>
              <a:rPr sz="2400" dirty="0">
                <a:latin typeface="Calibri" panose="020F0502020204030204"/>
                <a:cs typeface="Calibri" panose="020F0502020204030204"/>
              </a:rPr>
              <a:t>C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sp</a:t>
            </a:r>
            <a:r>
              <a:rPr sz="2400" spc="-7" baseline="24000" dirty="0">
                <a:latin typeface="Calibri" panose="020F0502020204030204"/>
                <a:cs typeface="Calibri" panose="020F0502020204030204"/>
              </a:rPr>
              <a:t>3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)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to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give </a:t>
            </a:r>
            <a:r>
              <a:rPr sz="2400" dirty="0">
                <a:latin typeface="Calibri" panose="020F0502020204030204"/>
                <a:cs typeface="Calibri" panose="020F0502020204030204"/>
              </a:rPr>
              <a:t>C-H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and/or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C-C </a:t>
            </a:r>
            <a:r>
              <a:rPr sz="2400" dirty="0">
                <a:latin typeface="Symbol" panose="05050102010706020507"/>
                <a:cs typeface="Symbol" panose="05050102010706020507"/>
              </a:rPr>
              <a:t></a:t>
            </a:r>
            <a:r>
              <a:rPr sz="2400" spc="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MO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(or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Symbol" panose="05050102010706020507"/>
                <a:cs typeface="Symbol" panose="05050102010706020507"/>
              </a:rPr>
              <a:t></a:t>
            </a:r>
            <a:r>
              <a:rPr sz="2400" spc="-6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bonds)</a:t>
            </a:r>
            <a:endParaRPr sz="24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860314" y="2608970"/>
            <a:ext cx="2692400" cy="1492250"/>
            <a:chOff x="2860314" y="2608970"/>
            <a:chExt cx="2692400" cy="1492250"/>
          </a:xfrm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3687565" y="3126672"/>
              <a:ext cx="1077548" cy="43563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00634" y="2609958"/>
              <a:ext cx="336650" cy="577417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700493" y="2609958"/>
              <a:ext cx="337185" cy="577850"/>
            </a:xfrm>
            <a:custGeom>
              <a:avLst/>
              <a:gdLst/>
              <a:ahLst/>
              <a:cxnLst/>
              <a:rect l="l" t="t" r="r" b="b"/>
              <a:pathLst>
                <a:path w="337185" h="577850">
                  <a:moveTo>
                    <a:pt x="168466" y="577417"/>
                  </a:moveTo>
                  <a:lnTo>
                    <a:pt x="116270" y="546060"/>
                  </a:lnTo>
                  <a:lnTo>
                    <a:pt x="92255" y="511347"/>
                  </a:lnTo>
                  <a:lnTo>
                    <a:pt x="70156" y="467929"/>
                  </a:lnTo>
                  <a:lnTo>
                    <a:pt x="50370" y="418794"/>
                  </a:lnTo>
                  <a:lnTo>
                    <a:pt x="33293" y="366930"/>
                  </a:lnTo>
                  <a:lnTo>
                    <a:pt x="19321" y="315327"/>
                  </a:lnTo>
                  <a:lnTo>
                    <a:pt x="8851" y="266972"/>
                  </a:lnTo>
                  <a:lnTo>
                    <a:pt x="2278" y="224853"/>
                  </a:lnTo>
                  <a:lnTo>
                    <a:pt x="0" y="191960"/>
                  </a:lnTo>
                  <a:lnTo>
                    <a:pt x="1742" y="146313"/>
                  </a:lnTo>
                  <a:lnTo>
                    <a:pt x="8100" y="105273"/>
                  </a:lnTo>
                  <a:lnTo>
                    <a:pt x="41444" y="40538"/>
                  </a:lnTo>
                  <a:lnTo>
                    <a:pt x="113597" y="4797"/>
                  </a:lnTo>
                  <a:lnTo>
                    <a:pt x="168466" y="0"/>
                  </a:lnTo>
                  <a:lnTo>
                    <a:pt x="223282" y="4797"/>
                  </a:lnTo>
                  <a:lnTo>
                    <a:pt x="265020" y="18604"/>
                  </a:lnTo>
                  <a:lnTo>
                    <a:pt x="316033" y="69722"/>
                  </a:lnTo>
                  <a:lnTo>
                    <a:pt x="335049" y="146313"/>
                  </a:lnTo>
                  <a:lnTo>
                    <a:pt x="336791" y="191960"/>
                  </a:lnTo>
                  <a:lnTo>
                    <a:pt x="334516" y="224853"/>
                  </a:lnTo>
                  <a:lnTo>
                    <a:pt x="327954" y="266972"/>
                  </a:lnTo>
                  <a:lnTo>
                    <a:pt x="317499" y="315327"/>
                  </a:lnTo>
                  <a:lnTo>
                    <a:pt x="303547" y="366930"/>
                  </a:lnTo>
                  <a:lnTo>
                    <a:pt x="286491" y="418794"/>
                  </a:lnTo>
                  <a:lnTo>
                    <a:pt x="266726" y="467929"/>
                  </a:lnTo>
                  <a:lnTo>
                    <a:pt x="244646" y="511347"/>
                  </a:lnTo>
                  <a:lnTo>
                    <a:pt x="220647" y="546060"/>
                  </a:lnTo>
                  <a:lnTo>
                    <a:pt x="168466" y="577417"/>
                  </a:lnTo>
                  <a:lnTo>
                    <a:pt x="141806" y="569080"/>
                  </a:lnTo>
                  <a:lnTo>
                    <a:pt x="92255" y="511347"/>
                  </a:lnTo>
                  <a:lnTo>
                    <a:pt x="70156" y="467929"/>
                  </a:lnTo>
                  <a:lnTo>
                    <a:pt x="50370" y="418794"/>
                  </a:lnTo>
                  <a:lnTo>
                    <a:pt x="33293" y="366930"/>
                  </a:lnTo>
                  <a:lnTo>
                    <a:pt x="19321" y="315327"/>
                  </a:lnTo>
                  <a:lnTo>
                    <a:pt x="8851" y="266972"/>
                  </a:lnTo>
                  <a:lnTo>
                    <a:pt x="2278" y="224853"/>
                  </a:lnTo>
                  <a:lnTo>
                    <a:pt x="0" y="19196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4834521" y="2747047"/>
              <a:ext cx="29209" cy="191135"/>
            </a:xfrm>
            <a:custGeom>
              <a:avLst/>
              <a:gdLst/>
              <a:ahLst/>
              <a:cxnLst/>
              <a:rect l="l" t="t" r="r" b="b"/>
              <a:pathLst>
                <a:path w="29210" h="191135">
                  <a:moveTo>
                    <a:pt x="292" y="84289"/>
                  </a:moveTo>
                  <a:close/>
                </a:path>
                <a:path w="29210" h="191135">
                  <a:moveTo>
                    <a:pt x="28765" y="228"/>
                  </a:moveTo>
                  <a:lnTo>
                    <a:pt x="28651" y="101"/>
                  </a:lnTo>
                  <a:lnTo>
                    <a:pt x="28409" y="101"/>
                  </a:lnTo>
                  <a:lnTo>
                    <a:pt x="28765" y="228"/>
                  </a:lnTo>
                  <a:close/>
                </a:path>
                <a:path w="29210" h="191135">
                  <a:moveTo>
                    <a:pt x="29070" y="1219"/>
                  </a:moveTo>
                  <a:lnTo>
                    <a:pt x="28981" y="419"/>
                  </a:lnTo>
                  <a:lnTo>
                    <a:pt x="28930" y="292"/>
                  </a:lnTo>
                  <a:lnTo>
                    <a:pt x="28803" y="241"/>
                  </a:lnTo>
                  <a:lnTo>
                    <a:pt x="28956" y="393"/>
                  </a:lnTo>
                  <a:lnTo>
                    <a:pt x="28765" y="228"/>
                  </a:lnTo>
                  <a:lnTo>
                    <a:pt x="28079" y="0"/>
                  </a:lnTo>
                  <a:lnTo>
                    <a:pt x="27787" y="127"/>
                  </a:lnTo>
                  <a:lnTo>
                    <a:pt x="27520" y="228"/>
                  </a:lnTo>
                  <a:lnTo>
                    <a:pt x="27470" y="406"/>
                  </a:lnTo>
                  <a:lnTo>
                    <a:pt x="27419" y="3124"/>
                  </a:lnTo>
                  <a:lnTo>
                    <a:pt x="27381" y="3263"/>
                  </a:lnTo>
                  <a:lnTo>
                    <a:pt x="27381" y="698"/>
                  </a:lnTo>
                  <a:lnTo>
                    <a:pt x="27089" y="1638"/>
                  </a:lnTo>
                  <a:lnTo>
                    <a:pt x="26250" y="4279"/>
                  </a:lnTo>
                  <a:lnTo>
                    <a:pt x="24841" y="8521"/>
                  </a:lnTo>
                  <a:lnTo>
                    <a:pt x="23139" y="13906"/>
                  </a:lnTo>
                  <a:lnTo>
                    <a:pt x="21031" y="20345"/>
                  </a:lnTo>
                  <a:lnTo>
                    <a:pt x="18770" y="27432"/>
                  </a:lnTo>
                  <a:lnTo>
                    <a:pt x="13690" y="42976"/>
                  </a:lnTo>
                  <a:lnTo>
                    <a:pt x="8750" y="58508"/>
                  </a:lnTo>
                  <a:lnTo>
                    <a:pt x="6350" y="65582"/>
                  </a:lnTo>
                  <a:lnTo>
                    <a:pt x="4076" y="72567"/>
                  </a:lnTo>
                  <a:lnTo>
                    <a:pt x="2540" y="77431"/>
                  </a:lnTo>
                  <a:lnTo>
                    <a:pt x="2374" y="77952"/>
                  </a:lnTo>
                  <a:lnTo>
                    <a:pt x="0" y="85255"/>
                  </a:lnTo>
                  <a:lnTo>
                    <a:pt x="1270" y="86220"/>
                  </a:lnTo>
                  <a:lnTo>
                    <a:pt x="1981" y="85801"/>
                  </a:lnTo>
                  <a:lnTo>
                    <a:pt x="3479" y="84531"/>
                  </a:lnTo>
                  <a:lnTo>
                    <a:pt x="6032" y="82867"/>
                  </a:lnTo>
                  <a:lnTo>
                    <a:pt x="9550" y="80987"/>
                  </a:lnTo>
                  <a:lnTo>
                    <a:pt x="13550" y="79095"/>
                  </a:lnTo>
                  <a:lnTo>
                    <a:pt x="18122" y="77457"/>
                  </a:lnTo>
                  <a:lnTo>
                    <a:pt x="19761" y="77038"/>
                  </a:lnTo>
                  <a:lnTo>
                    <a:pt x="19761" y="191122"/>
                  </a:lnTo>
                  <a:lnTo>
                    <a:pt x="28219" y="191122"/>
                  </a:lnTo>
                  <a:lnTo>
                    <a:pt x="28219" y="75793"/>
                  </a:lnTo>
                  <a:lnTo>
                    <a:pt x="29070" y="74942"/>
                  </a:lnTo>
                  <a:lnTo>
                    <a:pt x="29070" y="74104"/>
                  </a:lnTo>
                  <a:lnTo>
                    <a:pt x="29070" y="1219"/>
                  </a:lnTo>
                  <a:close/>
                </a:path>
                <a:path w="29210" h="191135">
                  <a:moveTo>
                    <a:pt x="29159" y="952"/>
                  </a:moveTo>
                  <a:lnTo>
                    <a:pt x="29070" y="533"/>
                  </a:lnTo>
                  <a:lnTo>
                    <a:pt x="29070" y="1219"/>
                  </a:lnTo>
                  <a:lnTo>
                    <a:pt x="29159" y="9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52346" y="3084672"/>
              <a:ext cx="563670" cy="36021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4952346" y="3084644"/>
              <a:ext cx="563880" cy="360680"/>
            </a:xfrm>
            <a:custGeom>
              <a:avLst/>
              <a:gdLst/>
              <a:ahLst/>
              <a:cxnLst/>
              <a:rect l="l" t="t" r="r" b="b"/>
              <a:pathLst>
                <a:path w="563879" h="360679">
                  <a:moveTo>
                    <a:pt x="281905" y="4016"/>
                  </a:moveTo>
                  <a:lnTo>
                    <a:pt x="225157" y="15194"/>
                  </a:lnTo>
                  <a:lnTo>
                    <a:pt x="172282" y="32540"/>
                  </a:lnTo>
                  <a:lnTo>
                    <a:pt x="124417" y="55192"/>
                  </a:lnTo>
                  <a:lnTo>
                    <a:pt x="82698" y="82287"/>
                  </a:lnTo>
                  <a:lnTo>
                    <a:pt x="48261" y="112963"/>
                  </a:lnTo>
                  <a:lnTo>
                    <a:pt x="22242" y="146357"/>
                  </a:lnTo>
                  <a:lnTo>
                    <a:pt x="5776" y="181607"/>
                  </a:lnTo>
                  <a:lnTo>
                    <a:pt x="0" y="217850"/>
                  </a:lnTo>
                  <a:lnTo>
                    <a:pt x="5723" y="252560"/>
                  </a:lnTo>
                  <a:lnTo>
                    <a:pt x="48117" y="309848"/>
                  </a:lnTo>
                  <a:lnTo>
                    <a:pt x="82522" y="331311"/>
                  </a:lnTo>
                  <a:lnTo>
                    <a:pt x="124222" y="347240"/>
                  </a:lnTo>
                  <a:lnTo>
                    <a:pt x="172084" y="357080"/>
                  </a:lnTo>
                  <a:lnTo>
                    <a:pt x="224975" y="360270"/>
                  </a:lnTo>
                  <a:lnTo>
                    <a:pt x="281764" y="356253"/>
                  </a:lnTo>
                  <a:lnTo>
                    <a:pt x="338519" y="345076"/>
                  </a:lnTo>
                  <a:lnTo>
                    <a:pt x="391408" y="327732"/>
                  </a:lnTo>
                  <a:lnTo>
                    <a:pt x="439290" y="305082"/>
                  </a:lnTo>
                  <a:lnTo>
                    <a:pt x="481024" y="277989"/>
                  </a:lnTo>
                  <a:lnTo>
                    <a:pt x="515471" y="247316"/>
                  </a:lnTo>
                  <a:lnTo>
                    <a:pt x="541488" y="213924"/>
                  </a:lnTo>
                  <a:lnTo>
                    <a:pt x="557934" y="178676"/>
                  </a:lnTo>
                  <a:lnTo>
                    <a:pt x="563670" y="142433"/>
                  </a:lnTo>
                  <a:lnTo>
                    <a:pt x="557987" y="107719"/>
                  </a:lnTo>
                  <a:lnTo>
                    <a:pt x="515614" y="50425"/>
                  </a:lnTo>
                  <a:lnTo>
                    <a:pt x="481201" y="28961"/>
                  </a:lnTo>
                  <a:lnTo>
                    <a:pt x="439485" y="13030"/>
                  </a:lnTo>
                  <a:lnTo>
                    <a:pt x="391606" y="3190"/>
                  </a:lnTo>
                  <a:lnTo>
                    <a:pt x="338700" y="0"/>
                  </a:lnTo>
                  <a:lnTo>
                    <a:pt x="281905" y="4016"/>
                  </a:lnTo>
                  <a:lnTo>
                    <a:pt x="225157" y="15194"/>
                  </a:lnTo>
                  <a:lnTo>
                    <a:pt x="172282" y="32540"/>
                  </a:lnTo>
                  <a:lnTo>
                    <a:pt x="124417" y="55192"/>
                  </a:lnTo>
                  <a:lnTo>
                    <a:pt x="82698" y="82287"/>
                  </a:lnTo>
                  <a:lnTo>
                    <a:pt x="48261" y="112963"/>
                  </a:lnTo>
                  <a:lnTo>
                    <a:pt x="22242" y="146357"/>
                  </a:lnTo>
                  <a:lnTo>
                    <a:pt x="5776" y="181607"/>
                  </a:lnTo>
                  <a:lnTo>
                    <a:pt x="0" y="21785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784303" y="3219326"/>
              <a:ext cx="163669" cy="191241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41905" y="3260650"/>
              <a:ext cx="609102" cy="41801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941812" y="3260632"/>
              <a:ext cx="609600" cy="418465"/>
            </a:xfrm>
            <a:custGeom>
              <a:avLst/>
              <a:gdLst/>
              <a:ahLst/>
              <a:cxnLst/>
              <a:rect l="l" t="t" r="r" b="b"/>
              <a:pathLst>
                <a:path w="609600" h="418464">
                  <a:moveTo>
                    <a:pt x="407149" y="43512"/>
                  </a:moveTo>
                  <a:lnTo>
                    <a:pt x="353962" y="23182"/>
                  </a:lnTo>
                  <a:lnTo>
                    <a:pt x="300679" y="9224"/>
                  </a:lnTo>
                  <a:lnTo>
                    <a:pt x="248402" y="1532"/>
                  </a:lnTo>
                  <a:lnTo>
                    <a:pt x="198236" y="0"/>
                  </a:lnTo>
                  <a:lnTo>
                    <a:pt x="151286" y="4520"/>
                  </a:lnTo>
                  <a:lnTo>
                    <a:pt x="108656" y="14989"/>
                  </a:lnTo>
                  <a:lnTo>
                    <a:pt x="71450" y="31298"/>
                  </a:lnTo>
                  <a:lnTo>
                    <a:pt x="17729" y="81016"/>
                  </a:lnTo>
                  <a:lnTo>
                    <a:pt x="0" y="146761"/>
                  </a:lnTo>
                  <a:lnTo>
                    <a:pt x="5276" y="182017"/>
                  </a:lnTo>
                  <a:lnTo>
                    <a:pt x="19287" y="217753"/>
                  </a:lnTo>
                  <a:lnTo>
                    <a:pt x="41511" y="253137"/>
                  </a:lnTo>
                  <a:lnTo>
                    <a:pt x="71428" y="287340"/>
                  </a:lnTo>
                  <a:lnTo>
                    <a:pt x="108519" y="319528"/>
                  </a:lnTo>
                  <a:lnTo>
                    <a:pt x="152263" y="348871"/>
                  </a:lnTo>
                  <a:lnTo>
                    <a:pt x="202139" y="374538"/>
                  </a:lnTo>
                  <a:lnTo>
                    <a:pt x="255362" y="394867"/>
                  </a:lnTo>
                  <a:lnTo>
                    <a:pt x="308665" y="408823"/>
                  </a:lnTo>
                  <a:lnTo>
                    <a:pt x="360948" y="416514"/>
                  </a:lnTo>
                  <a:lnTo>
                    <a:pt x="411109" y="418044"/>
                  </a:lnTo>
                  <a:lnTo>
                    <a:pt x="458047" y="413521"/>
                  </a:lnTo>
                  <a:lnTo>
                    <a:pt x="500663" y="403050"/>
                  </a:lnTo>
                  <a:lnTo>
                    <a:pt x="537853" y="386739"/>
                  </a:lnTo>
                  <a:lnTo>
                    <a:pt x="591558" y="337019"/>
                  </a:lnTo>
                  <a:lnTo>
                    <a:pt x="609345" y="271276"/>
                  </a:lnTo>
                  <a:lnTo>
                    <a:pt x="604074" y="236022"/>
                  </a:lnTo>
                  <a:lnTo>
                    <a:pt x="590059" y="200289"/>
                  </a:lnTo>
                  <a:lnTo>
                    <a:pt x="567823" y="164906"/>
                  </a:lnTo>
                  <a:lnTo>
                    <a:pt x="537890" y="130706"/>
                  </a:lnTo>
                  <a:lnTo>
                    <a:pt x="500785" y="98520"/>
                  </a:lnTo>
                  <a:lnTo>
                    <a:pt x="457029" y="69178"/>
                  </a:lnTo>
                  <a:lnTo>
                    <a:pt x="407149" y="43512"/>
                  </a:lnTo>
                  <a:lnTo>
                    <a:pt x="353962" y="23182"/>
                  </a:lnTo>
                  <a:lnTo>
                    <a:pt x="300679" y="9224"/>
                  </a:lnTo>
                  <a:lnTo>
                    <a:pt x="248402" y="1532"/>
                  </a:lnTo>
                  <a:lnTo>
                    <a:pt x="198236" y="0"/>
                  </a:lnTo>
                  <a:lnTo>
                    <a:pt x="151286" y="4520"/>
                  </a:lnTo>
                  <a:lnTo>
                    <a:pt x="108656" y="14989"/>
                  </a:lnTo>
                  <a:lnTo>
                    <a:pt x="71450" y="31298"/>
                  </a:lnTo>
                  <a:lnTo>
                    <a:pt x="40773" y="53343"/>
                  </a:lnTo>
                  <a:lnTo>
                    <a:pt x="17729" y="81016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189031" y="3117011"/>
              <a:ext cx="1203960" cy="434340"/>
            </a:xfrm>
            <a:custGeom>
              <a:avLst/>
              <a:gdLst/>
              <a:ahLst/>
              <a:cxnLst/>
              <a:rect l="l" t="t" r="r" b="b"/>
              <a:pathLst>
                <a:path w="1203960" h="434339">
                  <a:moveTo>
                    <a:pt x="27533" y="116598"/>
                  </a:moveTo>
                  <a:lnTo>
                    <a:pt x="27368" y="117119"/>
                  </a:lnTo>
                  <a:lnTo>
                    <a:pt x="27482" y="116763"/>
                  </a:lnTo>
                  <a:lnTo>
                    <a:pt x="27533" y="116598"/>
                  </a:lnTo>
                  <a:close/>
                </a:path>
                <a:path w="1203960" h="434339">
                  <a:moveTo>
                    <a:pt x="29057" y="117348"/>
                  </a:moveTo>
                  <a:lnTo>
                    <a:pt x="28968" y="116687"/>
                  </a:lnTo>
                  <a:lnTo>
                    <a:pt x="28829" y="116535"/>
                  </a:lnTo>
                  <a:lnTo>
                    <a:pt x="28676" y="116382"/>
                  </a:lnTo>
                  <a:lnTo>
                    <a:pt x="28371" y="116382"/>
                  </a:lnTo>
                  <a:lnTo>
                    <a:pt x="28041" y="116268"/>
                  </a:lnTo>
                  <a:lnTo>
                    <a:pt x="27813" y="116382"/>
                  </a:lnTo>
                  <a:lnTo>
                    <a:pt x="27673" y="116459"/>
                  </a:lnTo>
                  <a:lnTo>
                    <a:pt x="27533" y="116598"/>
                  </a:lnTo>
                  <a:lnTo>
                    <a:pt x="27482" y="116763"/>
                  </a:lnTo>
                  <a:lnTo>
                    <a:pt x="27432" y="119329"/>
                  </a:lnTo>
                  <a:lnTo>
                    <a:pt x="27368" y="119532"/>
                  </a:lnTo>
                  <a:lnTo>
                    <a:pt x="27368" y="117119"/>
                  </a:lnTo>
                  <a:lnTo>
                    <a:pt x="24866" y="124802"/>
                  </a:lnTo>
                  <a:lnTo>
                    <a:pt x="23177" y="130187"/>
                  </a:lnTo>
                  <a:lnTo>
                    <a:pt x="13652" y="159258"/>
                  </a:lnTo>
                  <a:lnTo>
                    <a:pt x="8661" y="174790"/>
                  </a:lnTo>
                  <a:lnTo>
                    <a:pt x="4241" y="188328"/>
                  </a:lnTo>
                  <a:lnTo>
                    <a:pt x="1079" y="198145"/>
                  </a:lnTo>
                  <a:lnTo>
                    <a:pt x="1079" y="200571"/>
                  </a:lnTo>
                  <a:lnTo>
                    <a:pt x="939" y="200685"/>
                  </a:lnTo>
                  <a:lnTo>
                    <a:pt x="330" y="201091"/>
                  </a:lnTo>
                  <a:lnTo>
                    <a:pt x="1079" y="200571"/>
                  </a:lnTo>
                  <a:lnTo>
                    <a:pt x="1079" y="198145"/>
                  </a:lnTo>
                  <a:lnTo>
                    <a:pt x="0" y="201523"/>
                  </a:lnTo>
                  <a:lnTo>
                    <a:pt x="1270" y="202501"/>
                  </a:lnTo>
                  <a:lnTo>
                    <a:pt x="1930" y="202069"/>
                  </a:lnTo>
                  <a:lnTo>
                    <a:pt x="3505" y="200812"/>
                  </a:lnTo>
                  <a:lnTo>
                    <a:pt x="19672" y="193332"/>
                  </a:lnTo>
                  <a:lnTo>
                    <a:pt x="19672" y="307403"/>
                  </a:lnTo>
                  <a:lnTo>
                    <a:pt x="28143" y="307403"/>
                  </a:lnTo>
                  <a:lnTo>
                    <a:pt x="28143" y="192087"/>
                  </a:lnTo>
                  <a:lnTo>
                    <a:pt x="28282" y="192074"/>
                  </a:lnTo>
                  <a:lnTo>
                    <a:pt x="29057" y="191223"/>
                  </a:lnTo>
                  <a:lnTo>
                    <a:pt x="29057" y="190385"/>
                  </a:lnTo>
                  <a:lnTo>
                    <a:pt x="29057" y="117348"/>
                  </a:lnTo>
                  <a:close/>
                </a:path>
                <a:path w="1203960" h="434339">
                  <a:moveTo>
                    <a:pt x="1076629" y="243560"/>
                  </a:moveTo>
                  <a:lnTo>
                    <a:pt x="1076540" y="243420"/>
                  </a:lnTo>
                  <a:lnTo>
                    <a:pt x="1076413" y="243370"/>
                  </a:lnTo>
                  <a:lnTo>
                    <a:pt x="1076591" y="243535"/>
                  </a:lnTo>
                  <a:close/>
                </a:path>
                <a:path w="1203960" h="434339">
                  <a:moveTo>
                    <a:pt x="1076680" y="244348"/>
                  </a:moveTo>
                  <a:lnTo>
                    <a:pt x="1076591" y="243535"/>
                  </a:lnTo>
                  <a:lnTo>
                    <a:pt x="1076375" y="243357"/>
                  </a:lnTo>
                  <a:lnTo>
                    <a:pt x="1076261" y="243230"/>
                  </a:lnTo>
                  <a:lnTo>
                    <a:pt x="1076007" y="243230"/>
                  </a:lnTo>
                  <a:lnTo>
                    <a:pt x="1075690" y="243116"/>
                  </a:lnTo>
                  <a:lnTo>
                    <a:pt x="1075397" y="243243"/>
                  </a:lnTo>
                  <a:lnTo>
                    <a:pt x="1075131" y="243357"/>
                  </a:lnTo>
                  <a:lnTo>
                    <a:pt x="1075080" y="243535"/>
                  </a:lnTo>
                  <a:lnTo>
                    <a:pt x="1075029" y="246253"/>
                  </a:lnTo>
                  <a:lnTo>
                    <a:pt x="1074991" y="246380"/>
                  </a:lnTo>
                  <a:lnTo>
                    <a:pt x="1074991" y="243827"/>
                  </a:lnTo>
                  <a:lnTo>
                    <a:pt x="1073861" y="247408"/>
                  </a:lnTo>
                  <a:lnTo>
                    <a:pt x="1072451" y="251650"/>
                  </a:lnTo>
                  <a:lnTo>
                    <a:pt x="1070749" y="257035"/>
                  </a:lnTo>
                  <a:lnTo>
                    <a:pt x="1068641" y="263474"/>
                  </a:lnTo>
                  <a:lnTo>
                    <a:pt x="1066380" y="270560"/>
                  </a:lnTo>
                  <a:lnTo>
                    <a:pt x="1061300" y="286105"/>
                  </a:lnTo>
                  <a:lnTo>
                    <a:pt x="1056360" y="301637"/>
                  </a:lnTo>
                  <a:lnTo>
                    <a:pt x="1053960" y="308711"/>
                  </a:lnTo>
                  <a:lnTo>
                    <a:pt x="1051687" y="315696"/>
                  </a:lnTo>
                  <a:lnTo>
                    <a:pt x="1049972" y="321068"/>
                  </a:lnTo>
                  <a:lnTo>
                    <a:pt x="1047610" y="328371"/>
                  </a:lnTo>
                  <a:lnTo>
                    <a:pt x="1048880" y="329349"/>
                  </a:lnTo>
                  <a:lnTo>
                    <a:pt x="1049591" y="328930"/>
                  </a:lnTo>
                  <a:lnTo>
                    <a:pt x="1051090" y="327660"/>
                  </a:lnTo>
                  <a:lnTo>
                    <a:pt x="1053642" y="325996"/>
                  </a:lnTo>
                  <a:lnTo>
                    <a:pt x="1057160" y="324116"/>
                  </a:lnTo>
                  <a:lnTo>
                    <a:pt x="1061161" y="322211"/>
                  </a:lnTo>
                  <a:lnTo>
                    <a:pt x="1065733" y="320586"/>
                  </a:lnTo>
                  <a:lnTo>
                    <a:pt x="1067371" y="320167"/>
                  </a:lnTo>
                  <a:lnTo>
                    <a:pt x="1067371" y="434251"/>
                  </a:lnTo>
                  <a:lnTo>
                    <a:pt x="1075829" y="434251"/>
                  </a:lnTo>
                  <a:lnTo>
                    <a:pt x="1075829" y="318922"/>
                  </a:lnTo>
                  <a:lnTo>
                    <a:pt x="1076680" y="318071"/>
                  </a:lnTo>
                  <a:lnTo>
                    <a:pt x="1076680" y="317220"/>
                  </a:lnTo>
                  <a:lnTo>
                    <a:pt x="1076680" y="244348"/>
                  </a:lnTo>
                  <a:close/>
                </a:path>
                <a:path w="1203960" h="434339">
                  <a:moveTo>
                    <a:pt x="1076756" y="244081"/>
                  </a:moveTo>
                  <a:lnTo>
                    <a:pt x="1076680" y="243649"/>
                  </a:lnTo>
                  <a:lnTo>
                    <a:pt x="1076680" y="244348"/>
                  </a:lnTo>
                  <a:lnTo>
                    <a:pt x="1076756" y="244081"/>
                  </a:lnTo>
                  <a:close/>
                </a:path>
                <a:path w="1203960" h="434339">
                  <a:moveTo>
                    <a:pt x="1203667" y="1219"/>
                  </a:moveTo>
                  <a:lnTo>
                    <a:pt x="1203579" y="431"/>
                  </a:lnTo>
                  <a:lnTo>
                    <a:pt x="1203528" y="292"/>
                  </a:lnTo>
                  <a:lnTo>
                    <a:pt x="1203388" y="254"/>
                  </a:lnTo>
                  <a:lnTo>
                    <a:pt x="1203236" y="114"/>
                  </a:lnTo>
                  <a:lnTo>
                    <a:pt x="1202994" y="114"/>
                  </a:lnTo>
                  <a:lnTo>
                    <a:pt x="1202677" y="0"/>
                  </a:lnTo>
                  <a:lnTo>
                    <a:pt x="1202372" y="127"/>
                  </a:lnTo>
                  <a:lnTo>
                    <a:pt x="1202105" y="241"/>
                  </a:lnTo>
                  <a:lnTo>
                    <a:pt x="1202055" y="406"/>
                  </a:lnTo>
                  <a:lnTo>
                    <a:pt x="1202004" y="3175"/>
                  </a:lnTo>
                  <a:lnTo>
                    <a:pt x="1201966" y="3302"/>
                  </a:lnTo>
                  <a:lnTo>
                    <a:pt x="1201966" y="711"/>
                  </a:lnTo>
                  <a:lnTo>
                    <a:pt x="1201686" y="1651"/>
                  </a:lnTo>
                  <a:lnTo>
                    <a:pt x="1200835" y="4279"/>
                  </a:lnTo>
                  <a:lnTo>
                    <a:pt x="1199426" y="8521"/>
                  </a:lnTo>
                  <a:lnTo>
                    <a:pt x="1197737" y="13906"/>
                  </a:lnTo>
                  <a:lnTo>
                    <a:pt x="1195616" y="20345"/>
                  </a:lnTo>
                  <a:lnTo>
                    <a:pt x="1193368" y="27444"/>
                  </a:lnTo>
                  <a:lnTo>
                    <a:pt x="1188288" y="42989"/>
                  </a:lnTo>
                  <a:lnTo>
                    <a:pt x="1183347" y="58521"/>
                  </a:lnTo>
                  <a:lnTo>
                    <a:pt x="1180947" y="65595"/>
                  </a:lnTo>
                  <a:lnTo>
                    <a:pt x="1178661" y="72567"/>
                  </a:lnTo>
                  <a:lnTo>
                    <a:pt x="1176959" y="77952"/>
                  </a:lnTo>
                  <a:lnTo>
                    <a:pt x="1174597" y="85255"/>
                  </a:lnTo>
                  <a:lnTo>
                    <a:pt x="1175867" y="86220"/>
                  </a:lnTo>
                  <a:lnTo>
                    <a:pt x="1176578" y="85801"/>
                  </a:lnTo>
                  <a:lnTo>
                    <a:pt x="1178077" y="84531"/>
                  </a:lnTo>
                  <a:lnTo>
                    <a:pt x="1180617" y="82867"/>
                  </a:lnTo>
                  <a:lnTo>
                    <a:pt x="1184135" y="81000"/>
                  </a:lnTo>
                  <a:lnTo>
                    <a:pt x="1188148" y="79095"/>
                  </a:lnTo>
                  <a:lnTo>
                    <a:pt x="1192720" y="77457"/>
                  </a:lnTo>
                  <a:lnTo>
                    <a:pt x="1194346" y="77050"/>
                  </a:lnTo>
                  <a:lnTo>
                    <a:pt x="1194346" y="191122"/>
                  </a:lnTo>
                  <a:lnTo>
                    <a:pt x="1202817" y="191122"/>
                  </a:lnTo>
                  <a:lnTo>
                    <a:pt x="1202817" y="75793"/>
                  </a:lnTo>
                  <a:lnTo>
                    <a:pt x="1203667" y="74955"/>
                  </a:lnTo>
                  <a:lnTo>
                    <a:pt x="1203667" y="74104"/>
                  </a:lnTo>
                  <a:lnTo>
                    <a:pt x="1203667" y="1219"/>
                  </a:lnTo>
                  <a:close/>
                </a:path>
                <a:path w="1203960" h="434339">
                  <a:moveTo>
                    <a:pt x="1203744" y="952"/>
                  </a:moveTo>
                  <a:lnTo>
                    <a:pt x="1203667" y="533"/>
                  </a:lnTo>
                  <a:lnTo>
                    <a:pt x="1203667" y="1219"/>
                  </a:lnTo>
                  <a:lnTo>
                    <a:pt x="1203744" y="9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4687513" y="3466324"/>
              <a:ext cx="337185" cy="577850"/>
            </a:xfrm>
            <a:custGeom>
              <a:avLst/>
              <a:gdLst/>
              <a:ahLst/>
              <a:cxnLst/>
              <a:rect l="l" t="t" r="r" b="b"/>
              <a:pathLst>
                <a:path w="337185" h="577850">
                  <a:moveTo>
                    <a:pt x="168466" y="0"/>
                  </a:moveTo>
                  <a:lnTo>
                    <a:pt x="125150" y="21704"/>
                  </a:lnTo>
                  <a:lnTo>
                    <a:pt x="91428" y="67566"/>
                  </a:lnTo>
                  <a:lnTo>
                    <a:pt x="61375" y="130101"/>
                  </a:lnTo>
                  <a:lnTo>
                    <a:pt x="36120" y="201220"/>
                  </a:lnTo>
                  <a:lnTo>
                    <a:pt x="16790" y="272873"/>
                  </a:lnTo>
                  <a:lnTo>
                    <a:pt x="4373" y="336973"/>
                  </a:lnTo>
                  <a:lnTo>
                    <a:pt x="0" y="385456"/>
                  </a:lnTo>
                  <a:lnTo>
                    <a:pt x="987" y="419141"/>
                  </a:lnTo>
                  <a:lnTo>
                    <a:pt x="9312" y="476800"/>
                  </a:lnTo>
                  <a:lnTo>
                    <a:pt x="30335" y="523620"/>
                  </a:lnTo>
                  <a:lnTo>
                    <a:pt x="68712" y="557183"/>
                  </a:lnTo>
                  <a:lnTo>
                    <a:pt x="128818" y="575114"/>
                  </a:lnTo>
                  <a:lnTo>
                    <a:pt x="168466" y="577467"/>
                  </a:lnTo>
                  <a:lnTo>
                    <a:pt x="209806" y="574895"/>
                  </a:lnTo>
                  <a:lnTo>
                    <a:pt x="269348" y="556580"/>
                  </a:lnTo>
                  <a:lnTo>
                    <a:pt x="307161" y="522676"/>
                  </a:lnTo>
                  <a:lnTo>
                    <a:pt x="327902" y="475588"/>
                  </a:lnTo>
                  <a:lnTo>
                    <a:pt x="335944" y="417703"/>
                  </a:lnTo>
                  <a:lnTo>
                    <a:pt x="336650" y="378198"/>
                  </a:lnTo>
                  <a:lnTo>
                    <a:pt x="334675" y="354506"/>
                  </a:lnTo>
                  <a:lnTo>
                    <a:pt x="324798" y="294494"/>
                  </a:lnTo>
                  <a:lnTo>
                    <a:pt x="307584" y="224376"/>
                  </a:lnTo>
                  <a:lnTo>
                    <a:pt x="284163" y="152215"/>
                  </a:lnTo>
                  <a:lnTo>
                    <a:pt x="255521" y="86072"/>
                  </a:lnTo>
                  <a:lnTo>
                    <a:pt x="222787" y="34008"/>
                  </a:lnTo>
                  <a:lnTo>
                    <a:pt x="187090" y="4115"/>
                  </a:lnTo>
                  <a:lnTo>
                    <a:pt x="16846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4687513" y="3466324"/>
              <a:ext cx="337185" cy="577850"/>
            </a:xfrm>
            <a:custGeom>
              <a:avLst/>
              <a:gdLst/>
              <a:ahLst/>
              <a:cxnLst/>
              <a:rect l="l" t="t" r="r" b="b"/>
              <a:pathLst>
                <a:path w="337185" h="577850">
                  <a:moveTo>
                    <a:pt x="168466" y="0"/>
                  </a:moveTo>
                  <a:lnTo>
                    <a:pt x="220647" y="31356"/>
                  </a:lnTo>
                  <a:lnTo>
                    <a:pt x="244646" y="66069"/>
                  </a:lnTo>
                  <a:lnTo>
                    <a:pt x="266726" y="109487"/>
                  </a:lnTo>
                  <a:lnTo>
                    <a:pt x="286491" y="158622"/>
                  </a:lnTo>
                  <a:lnTo>
                    <a:pt x="303547" y="210486"/>
                  </a:lnTo>
                  <a:lnTo>
                    <a:pt x="317499" y="262089"/>
                  </a:lnTo>
                  <a:lnTo>
                    <a:pt x="327954" y="310445"/>
                  </a:lnTo>
                  <a:lnTo>
                    <a:pt x="334516" y="352563"/>
                  </a:lnTo>
                  <a:lnTo>
                    <a:pt x="336791" y="385456"/>
                  </a:lnTo>
                  <a:lnTo>
                    <a:pt x="335049" y="431093"/>
                  </a:lnTo>
                  <a:lnTo>
                    <a:pt x="328694" y="472135"/>
                  </a:lnTo>
                  <a:lnTo>
                    <a:pt x="295373" y="536895"/>
                  </a:lnTo>
                  <a:lnTo>
                    <a:pt x="223282" y="572665"/>
                  </a:lnTo>
                  <a:lnTo>
                    <a:pt x="168466" y="577467"/>
                  </a:lnTo>
                  <a:lnTo>
                    <a:pt x="113597" y="572665"/>
                  </a:lnTo>
                  <a:lnTo>
                    <a:pt x="71822" y="558846"/>
                  </a:lnTo>
                  <a:lnTo>
                    <a:pt x="20769" y="507697"/>
                  </a:lnTo>
                  <a:lnTo>
                    <a:pt x="1742" y="431093"/>
                  </a:lnTo>
                  <a:lnTo>
                    <a:pt x="0" y="385456"/>
                  </a:lnTo>
                  <a:lnTo>
                    <a:pt x="2278" y="352563"/>
                  </a:lnTo>
                  <a:lnTo>
                    <a:pt x="8851" y="310445"/>
                  </a:lnTo>
                  <a:lnTo>
                    <a:pt x="19321" y="262089"/>
                  </a:lnTo>
                  <a:lnTo>
                    <a:pt x="33293" y="210486"/>
                  </a:lnTo>
                  <a:lnTo>
                    <a:pt x="50370" y="158622"/>
                  </a:lnTo>
                  <a:lnTo>
                    <a:pt x="70156" y="109487"/>
                  </a:lnTo>
                  <a:lnTo>
                    <a:pt x="92255" y="66069"/>
                  </a:lnTo>
                  <a:lnTo>
                    <a:pt x="116270" y="31356"/>
                  </a:lnTo>
                  <a:lnTo>
                    <a:pt x="168466" y="0"/>
                  </a:lnTo>
                  <a:lnTo>
                    <a:pt x="195122" y="8337"/>
                  </a:lnTo>
                  <a:lnTo>
                    <a:pt x="244646" y="66069"/>
                  </a:lnTo>
                  <a:lnTo>
                    <a:pt x="266726" y="109487"/>
                  </a:lnTo>
                  <a:lnTo>
                    <a:pt x="286491" y="158622"/>
                  </a:lnTo>
                  <a:lnTo>
                    <a:pt x="303547" y="210486"/>
                  </a:lnTo>
                  <a:lnTo>
                    <a:pt x="317499" y="262089"/>
                  </a:lnTo>
                  <a:lnTo>
                    <a:pt x="327954" y="310445"/>
                  </a:lnTo>
                  <a:lnTo>
                    <a:pt x="334516" y="352563"/>
                  </a:lnTo>
                  <a:lnTo>
                    <a:pt x="336791" y="385456"/>
                  </a:lnTo>
                </a:path>
              </a:pathLst>
            </a:custGeom>
            <a:ln w="31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4687513" y="3466324"/>
              <a:ext cx="337185" cy="577850"/>
            </a:xfrm>
            <a:custGeom>
              <a:avLst/>
              <a:gdLst/>
              <a:ahLst/>
              <a:cxnLst/>
              <a:rect l="l" t="t" r="r" b="b"/>
              <a:pathLst>
                <a:path w="337185" h="577850">
                  <a:moveTo>
                    <a:pt x="168466" y="0"/>
                  </a:moveTo>
                  <a:lnTo>
                    <a:pt x="220647" y="31356"/>
                  </a:lnTo>
                  <a:lnTo>
                    <a:pt x="244646" y="66069"/>
                  </a:lnTo>
                  <a:lnTo>
                    <a:pt x="266726" y="109487"/>
                  </a:lnTo>
                  <a:lnTo>
                    <a:pt x="286491" y="158622"/>
                  </a:lnTo>
                  <a:lnTo>
                    <a:pt x="303547" y="210486"/>
                  </a:lnTo>
                  <a:lnTo>
                    <a:pt x="317499" y="262089"/>
                  </a:lnTo>
                  <a:lnTo>
                    <a:pt x="327954" y="310445"/>
                  </a:lnTo>
                  <a:lnTo>
                    <a:pt x="334516" y="352563"/>
                  </a:lnTo>
                  <a:lnTo>
                    <a:pt x="336791" y="385456"/>
                  </a:lnTo>
                  <a:lnTo>
                    <a:pt x="335049" y="431093"/>
                  </a:lnTo>
                  <a:lnTo>
                    <a:pt x="328694" y="472135"/>
                  </a:lnTo>
                  <a:lnTo>
                    <a:pt x="295373" y="536895"/>
                  </a:lnTo>
                  <a:lnTo>
                    <a:pt x="223282" y="572665"/>
                  </a:lnTo>
                  <a:lnTo>
                    <a:pt x="168466" y="577467"/>
                  </a:lnTo>
                  <a:lnTo>
                    <a:pt x="113597" y="572665"/>
                  </a:lnTo>
                  <a:lnTo>
                    <a:pt x="71822" y="558846"/>
                  </a:lnTo>
                  <a:lnTo>
                    <a:pt x="20769" y="507697"/>
                  </a:lnTo>
                  <a:lnTo>
                    <a:pt x="1742" y="431093"/>
                  </a:lnTo>
                  <a:lnTo>
                    <a:pt x="0" y="385456"/>
                  </a:lnTo>
                  <a:lnTo>
                    <a:pt x="2278" y="352563"/>
                  </a:lnTo>
                  <a:lnTo>
                    <a:pt x="8851" y="310445"/>
                  </a:lnTo>
                  <a:lnTo>
                    <a:pt x="19321" y="262089"/>
                  </a:lnTo>
                  <a:lnTo>
                    <a:pt x="33293" y="210486"/>
                  </a:lnTo>
                  <a:lnTo>
                    <a:pt x="50370" y="158622"/>
                  </a:lnTo>
                  <a:lnTo>
                    <a:pt x="70156" y="109487"/>
                  </a:lnTo>
                  <a:lnTo>
                    <a:pt x="92255" y="66069"/>
                  </a:lnTo>
                  <a:lnTo>
                    <a:pt x="116270" y="31356"/>
                  </a:lnTo>
                  <a:lnTo>
                    <a:pt x="168466" y="0"/>
                  </a:lnTo>
                  <a:lnTo>
                    <a:pt x="195122" y="8337"/>
                  </a:lnTo>
                  <a:lnTo>
                    <a:pt x="244646" y="66069"/>
                  </a:lnTo>
                  <a:lnTo>
                    <a:pt x="266726" y="109487"/>
                  </a:lnTo>
                  <a:lnTo>
                    <a:pt x="286491" y="158622"/>
                  </a:lnTo>
                  <a:lnTo>
                    <a:pt x="303547" y="210486"/>
                  </a:lnTo>
                  <a:lnTo>
                    <a:pt x="317499" y="262089"/>
                  </a:lnTo>
                  <a:lnTo>
                    <a:pt x="327954" y="310445"/>
                  </a:lnTo>
                  <a:lnTo>
                    <a:pt x="334516" y="352563"/>
                  </a:lnTo>
                  <a:lnTo>
                    <a:pt x="336791" y="385456"/>
                  </a:lnTo>
                </a:path>
              </a:pathLst>
            </a:custGeom>
            <a:ln w="846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375197" y="2662810"/>
              <a:ext cx="336735" cy="577417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3375197" y="2662810"/>
              <a:ext cx="337185" cy="577850"/>
            </a:xfrm>
            <a:custGeom>
              <a:avLst/>
              <a:gdLst/>
              <a:ahLst/>
              <a:cxnLst/>
              <a:rect l="l" t="t" r="r" b="b"/>
              <a:pathLst>
                <a:path w="337185" h="577850">
                  <a:moveTo>
                    <a:pt x="168367" y="577417"/>
                  </a:moveTo>
                  <a:lnTo>
                    <a:pt x="116171" y="546060"/>
                  </a:lnTo>
                  <a:lnTo>
                    <a:pt x="92165" y="511347"/>
                  </a:lnTo>
                  <a:lnTo>
                    <a:pt x="70080" y="467929"/>
                  </a:lnTo>
                  <a:lnTo>
                    <a:pt x="50310" y="418794"/>
                  </a:lnTo>
                  <a:lnTo>
                    <a:pt x="33250" y="366930"/>
                  </a:lnTo>
                  <a:lnTo>
                    <a:pt x="19295" y="315327"/>
                  </a:lnTo>
                  <a:lnTo>
                    <a:pt x="8838" y="266972"/>
                  </a:lnTo>
                  <a:lnTo>
                    <a:pt x="2275" y="224853"/>
                  </a:lnTo>
                  <a:lnTo>
                    <a:pt x="0" y="191960"/>
                  </a:lnTo>
                  <a:lnTo>
                    <a:pt x="1742" y="146326"/>
                  </a:lnTo>
                  <a:lnTo>
                    <a:pt x="8098" y="105292"/>
                  </a:lnTo>
                  <a:lnTo>
                    <a:pt x="41426" y="40552"/>
                  </a:lnTo>
                  <a:lnTo>
                    <a:pt x="113535" y="4799"/>
                  </a:lnTo>
                  <a:lnTo>
                    <a:pt x="168367" y="0"/>
                  </a:lnTo>
                  <a:lnTo>
                    <a:pt x="223199" y="4799"/>
                  </a:lnTo>
                  <a:lnTo>
                    <a:pt x="264948" y="18611"/>
                  </a:lnTo>
                  <a:lnTo>
                    <a:pt x="315973" y="69739"/>
                  </a:lnTo>
                  <a:lnTo>
                    <a:pt x="334992" y="146326"/>
                  </a:lnTo>
                  <a:lnTo>
                    <a:pt x="336735" y="191960"/>
                  </a:lnTo>
                  <a:lnTo>
                    <a:pt x="334459" y="224853"/>
                  </a:lnTo>
                  <a:lnTo>
                    <a:pt x="327896" y="266972"/>
                  </a:lnTo>
                  <a:lnTo>
                    <a:pt x="317439" y="315327"/>
                  </a:lnTo>
                  <a:lnTo>
                    <a:pt x="303484" y="366930"/>
                  </a:lnTo>
                  <a:lnTo>
                    <a:pt x="286424" y="418794"/>
                  </a:lnTo>
                  <a:lnTo>
                    <a:pt x="266654" y="467929"/>
                  </a:lnTo>
                  <a:lnTo>
                    <a:pt x="244569" y="511347"/>
                  </a:lnTo>
                  <a:lnTo>
                    <a:pt x="220563" y="546060"/>
                  </a:lnTo>
                  <a:lnTo>
                    <a:pt x="168367" y="577417"/>
                  </a:lnTo>
                  <a:lnTo>
                    <a:pt x="141703" y="569080"/>
                  </a:lnTo>
                  <a:lnTo>
                    <a:pt x="92165" y="511347"/>
                  </a:lnTo>
                  <a:lnTo>
                    <a:pt x="70080" y="467929"/>
                  </a:lnTo>
                  <a:lnTo>
                    <a:pt x="50310" y="418794"/>
                  </a:lnTo>
                  <a:lnTo>
                    <a:pt x="33250" y="366930"/>
                  </a:lnTo>
                  <a:lnTo>
                    <a:pt x="19295" y="315327"/>
                  </a:lnTo>
                  <a:lnTo>
                    <a:pt x="8838" y="266972"/>
                  </a:lnTo>
                  <a:lnTo>
                    <a:pt x="2275" y="224853"/>
                  </a:lnTo>
                  <a:lnTo>
                    <a:pt x="0" y="19196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3548989" y="2799892"/>
              <a:ext cx="27940" cy="191135"/>
            </a:xfrm>
            <a:custGeom>
              <a:avLst/>
              <a:gdLst/>
              <a:ahLst/>
              <a:cxnLst/>
              <a:rect l="l" t="t" r="r" b="b"/>
              <a:pathLst>
                <a:path w="27939" h="191135">
                  <a:moveTo>
                    <a:pt x="1384" y="190"/>
                  </a:moveTo>
                  <a:lnTo>
                    <a:pt x="1244" y="114"/>
                  </a:lnTo>
                  <a:lnTo>
                    <a:pt x="1384" y="190"/>
                  </a:lnTo>
                  <a:close/>
                </a:path>
                <a:path w="27939" h="191135">
                  <a:moveTo>
                    <a:pt x="1689" y="863"/>
                  </a:moveTo>
                  <a:lnTo>
                    <a:pt x="1638" y="431"/>
                  </a:lnTo>
                  <a:lnTo>
                    <a:pt x="1689" y="863"/>
                  </a:lnTo>
                  <a:close/>
                </a:path>
                <a:path w="27939" h="191135">
                  <a:moveTo>
                    <a:pt x="27355" y="85255"/>
                  </a:moveTo>
                  <a:lnTo>
                    <a:pt x="27051" y="84340"/>
                  </a:lnTo>
                  <a:lnTo>
                    <a:pt x="26098" y="80987"/>
                  </a:lnTo>
                  <a:lnTo>
                    <a:pt x="25184" y="77939"/>
                  </a:lnTo>
                  <a:lnTo>
                    <a:pt x="23342" y="72047"/>
                  </a:lnTo>
                  <a:lnTo>
                    <a:pt x="21450" y="65620"/>
                  </a:lnTo>
                  <a:lnTo>
                    <a:pt x="19215" y="58521"/>
                  </a:lnTo>
                  <a:lnTo>
                    <a:pt x="14452" y="42989"/>
                  </a:lnTo>
                  <a:lnTo>
                    <a:pt x="9956" y="27940"/>
                  </a:lnTo>
                  <a:lnTo>
                    <a:pt x="7569" y="20370"/>
                  </a:lnTo>
                  <a:lnTo>
                    <a:pt x="5816" y="14401"/>
                  </a:lnTo>
                  <a:lnTo>
                    <a:pt x="3975" y="8534"/>
                  </a:lnTo>
                  <a:lnTo>
                    <a:pt x="2705" y="4318"/>
                  </a:lnTo>
                  <a:lnTo>
                    <a:pt x="1981" y="1676"/>
                  </a:lnTo>
                  <a:lnTo>
                    <a:pt x="1689" y="863"/>
                  </a:lnTo>
                  <a:lnTo>
                    <a:pt x="1689" y="3797"/>
                  </a:lnTo>
                  <a:lnTo>
                    <a:pt x="1625" y="3606"/>
                  </a:lnTo>
                  <a:lnTo>
                    <a:pt x="1574" y="495"/>
                  </a:lnTo>
                  <a:lnTo>
                    <a:pt x="1460" y="266"/>
                  </a:lnTo>
                  <a:lnTo>
                    <a:pt x="1016" y="0"/>
                  </a:lnTo>
                  <a:lnTo>
                    <a:pt x="800" y="76"/>
                  </a:lnTo>
                  <a:lnTo>
                    <a:pt x="800" y="3759"/>
                  </a:lnTo>
                  <a:lnTo>
                    <a:pt x="342" y="2146"/>
                  </a:lnTo>
                  <a:lnTo>
                    <a:pt x="800" y="3759"/>
                  </a:lnTo>
                  <a:lnTo>
                    <a:pt x="800" y="76"/>
                  </a:lnTo>
                  <a:lnTo>
                    <a:pt x="673" y="114"/>
                  </a:lnTo>
                  <a:lnTo>
                    <a:pt x="368" y="114"/>
                  </a:lnTo>
                  <a:lnTo>
                    <a:pt x="215" y="266"/>
                  </a:lnTo>
                  <a:lnTo>
                    <a:pt x="63" y="431"/>
                  </a:lnTo>
                  <a:lnTo>
                    <a:pt x="0" y="1117"/>
                  </a:lnTo>
                  <a:lnTo>
                    <a:pt x="0" y="74955"/>
                  </a:lnTo>
                  <a:lnTo>
                    <a:pt x="749" y="75780"/>
                  </a:lnTo>
                  <a:lnTo>
                    <a:pt x="800" y="191135"/>
                  </a:lnTo>
                  <a:lnTo>
                    <a:pt x="9271" y="191135"/>
                  </a:lnTo>
                  <a:lnTo>
                    <a:pt x="9271" y="77736"/>
                  </a:lnTo>
                  <a:lnTo>
                    <a:pt x="16903" y="81013"/>
                  </a:lnTo>
                  <a:lnTo>
                    <a:pt x="20535" y="82880"/>
                  </a:lnTo>
                  <a:lnTo>
                    <a:pt x="23431" y="84543"/>
                  </a:lnTo>
                  <a:lnTo>
                    <a:pt x="25336" y="85801"/>
                  </a:lnTo>
                  <a:lnTo>
                    <a:pt x="26136" y="86258"/>
                  </a:lnTo>
                  <a:lnTo>
                    <a:pt x="26708" y="85788"/>
                  </a:lnTo>
                  <a:lnTo>
                    <a:pt x="27355" y="8525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896449" y="3137877"/>
              <a:ext cx="563672" cy="359523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2896449" y="3137497"/>
              <a:ext cx="563880" cy="360680"/>
            </a:xfrm>
            <a:custGeom>
              <a:avLst/>
              <a:gdLst/>
              <a:ahLst/>
              <a:cxnLst/>
              <a:rect l="l" t="t" r="r" b="b"/>
              <a:pathLst>
                <a:path w="563879" h="360679">
                  <a:moveTo>
                    <a:pt x="281709" y="4016"/>
                  </a:moveTo>
                  <a:lnTo>
                    <a:pt x="224940" y="0"/>
                  </a:lnTo>
                  <a:lnTo>
                    <a:pt x="172057" y="3190"/>
                  </a:lnTo>
                  <a:lnTo>
                    <a:pt x="124197" y="13030"/>
                  </a:lnTo>
                  <a:lnTo>
                    <a:pt x="82495" y="28961"/>
                  </a:lnTo>
                  <a:lnTo>
                    <a:pt x="48089" y="50425"/>
                  </a:lnTo>
                  <a:lnTo>
                    <a:pt x="5705" y="107719"/>
                  </a:lnTo>
                  <a:lnTo>
                    <a:pt x="0" y="142433"/>
                  </a:lnTo>
                  <a:lnTo>
                    <a:pt x="5754" y="178676"/>
                  </a:lnTo>
                  <a:lnTo>
                    <a:pt x="22208" y="213924"/>
                  </a:lnTo>
                  <a:lnTo>
                    <a:pt x="48225" y="247316"/>
                  </a:lnTo>
                  <a:lnTo>
                    <a:pt x="82668" y="277989"/>
                  </a:lnTo>
                  <a:lnTo>
                    <a:pt x="124400" y="305082"/>
                  </a:lnTo>
                  <a:lnTo>
                    <a:pt x="172285" y="327732"/>
                  </a:lnTo>
                  <a:lnTo>
                    <a:pt x="225185" y="345076"/>
                  </a:lnTo>
                  <a:lnTo>
                    <a:pt x="281963" y="356253"/>
                  </a:lnTo>
                  <a:lnTo>
                    <a:pt x="338736" y="360270"/>
                  </a:lnTo>
                  <a:lnTo>
                    <a:pt x="391621" y="357080"/>
                  </a:lnTo>
                  <a:lnTo>
                    <a:pt x="439482" y="347240"/>
                  </a:lnTo>
                  <a:lnTo>
                    <a:pt x="481183" y="331311"/>
                  </a:lnTo>
                  <a:lnTo>
                    <a:pt x="515588" y="309848"/>
                  </a:lnTo>
                  <a:lnTo>
                    <a:pt x="557968" y="252560"/>
                  </a:lnTo>
                  <a:lnTo>
                    <a:pt x="563672" y="217850"/>
                  </a:lnTo>
                  <a:lnTo>
                    <a:pt x="557921" y="181607"/>
                  </a:lnTo>
                  <a:lnTo>
                    <a:pt x="541468" y="146357"/>
                  </a:lnTo>
                  <a:lnTo>
                    <a:pt x="515452" y="112963"/>
                  </a:lnTo>
                  <a:lnTo>
                    <a:pt x="481008" y="82287"/>
                  </a:lnTo>
                  <a:lnTo>
                    <a:pt x="439275" y="55192"/>
                  </a:lnTo>
                  <a:lnTo>
                    <a:pt x="391389" y="32540"/>
                  </a:lnTo>
                  <a:lnTo>
                    <a:pt x="338488" y="15194"/>
                  </a:lnTo>
                  <a:lnTo>
                    <a:pt x="281709" y="4016"/>
                  </a:lnTo>
                  <a:lnTo>
                    <a:pt x="224940" y="0"/>
                  </a:lnTo>
                  <a:lnTo>
                    <a:pt x="172057" y="3190"/>
                  </a:lnTo>
                  <a:lnTo>
                    <a:pt x="124197" y="13030"/>
                  </a:lnTo>
                  <a:lnTo>
                    <a:pt x="82495" y="28961"/>
                  </a:lnTo>
                  <a:lnTo>
                    <a:pt x="48089" y="50425"/>
                  </a:lnTo>
                  <a:lnTo>
                    <a:pt x="5705" y="107719"/>
                  </a:lnTo>
                  <a:lnTo>
                    <a:pt x="0" y="142433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3" name="object 2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463169" y="3272179"/>
              <a:ext cx="163654" cy="191241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861315" y="3313319"/>
              <a:ext cx="609345" cy="418366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2861301" y="3313484"/>
              <a:ext cx="609600" cy="418465"/>
            </a:xfrm>
            <a:custGeom>
              <a:avLst/>
              <a:gdLst/>
              <a:ahLst/>
              <a:cxnLst/>
              <a:rect l="l" t="t" r="r" b="b"/>
              <a:pathLst>
                <a:path w="609600" h="418464">
                  <a:moveTo>
                    <a:pt x="202204" y="43512"/>
                  </a:moveTo>
                  <a:lnTo>
                    <a:pt x="152309" y="69178"/>
                  </a:lnTo>
                  <a:lnTo>
                    <a:pt x="108547" y="98520"/>
                  </a:lnTo>
                  <a:lnTo>
                    <a:pt x="71439" y="130706"/>
                  </a:lnTo>
                  <a:lnTo>
                    <a:pt x="41508" y="164906"/>
                  </a:lnTo>
                  <a:lnTo>
                    <a:pt x="19277" y="200289"/>
                  </a:lnTo>
                  <a:lnTo>
                    <a:pt x="5266" y="236022"/>
                  </a:lnTo>
                  <a:lnTo>
                    <a:pt x="0" y="271276"/>
                  </a:lnTo>
                  <a:lnTo>
                    <a:pt x="3999" y="305219"/>
                  </a:lnTo>
                  <a:lnTo>
                    <a:pt x="40824" y="364693"/>
                  </a:lnTo>
                  <a:lnTo>
                    <a:pt x="108686" y="403050"/>
                  </a:lnTo>
                  <a:lnTo>
                    <a:pt x="151305" y="413521"/>
                  </a:lnTo>
                  <a:lnTo>
                    <a:pt x="198244" y="418044"/>
                  </a:lnTo>
                  <a:lnTo>
                    <a:pt x="248402" y="416514"/>
                  </a:lnTo>
                  <a:lnTo>
                    <a:pt x="300675" y="408823"/>
                  </a:lnTo>
                  <a:lnTo>
                    <a:pt x="353961" y="394867"/>
                  </a:lnTo>
                  <a:lnTo>
                    <a:pt x="407157" y="374538"/>
                  </a:lnTo>
                  <a:lnTo>
                    <a:pt x="457053" y="348871"/>
                  </a:lnTo>
                  <a:lnTo>
                    <a:pt x="500816" y="319528"/>
                  </a:lnTo>
                  <a:lnTo>
                    <a:pt x="537925" y="287340"/>
                  </a:lnTo>
                  <a:lnTo>
                    <a:pt x="567856" y="253137"/>
                  </a:lnTo>
                  <a:lnTo>
                    <a:pt x="590089" y="217753"/>
                  </a:lnTo>
                  <a:lnTo>
                    <a:pt x="604100" y="182017"/>
                  </a:lnTo>
                  <a:lnTo>
                    <a:pt x="609367" y="146761"/>
                  </a:lnTo>
                  <a:lnTo>
                    <a:pt x="605368" y="112817"/>
                  </a:lnTo>
                  <a:lnTo>
                    <a:pt x="568544" y="53343"/>
                  </a:lnTo>
                  <a:lnTo>
                    <a:pt x="500681" y="14989"/>
                  </a:lnTo>
                  <a:lnTo>
                    <a:pt x="458061" y="4520"/>
                  </a:lnTo>
                  <a:lnTo>
                    <a:pt x="411121" y="0"/>
                  </a:lnTo>
                  <a:lnTo>
                    <a:pt x="360962" y="1532"/>
                  </a:lnTo>
                  <a:lnTo>
                    <a:pt x="308687" y="9224"/>
                  </a:lnTo>
                  <a:lnTo>
                    <a:pt x="255400" y="23182"/>
                  </a:lnTo>
                  <a:lnTo>
                    <a:pt x="202204" y="43512"/>
                  </a:lnTo>
                  <a:lnTo>
                    <a:pt x="152309" y="69178"/>
                  </a:lnTo>
                  <a:lnTo>
                    <a:pt x="108547" y="98520"/>
                  </a:lnTo>
                  <a:lnTo>
                    <a:pt x="71439" y="130706"/>
                  </a:lnTo>
                  <a:lnTo>
                    <a:pt x="41508" y="164906"/>
                  </a:lnTo>
                  <a:lnTo>
                    <a:pt x="19277" y="200289"/>
                  </a:lnTo>
                  <a:lnTo>
                    <a:pt x="5266" y="236022"/>
                  </a:lnTo>
                  <a:lnTo>
                    <a:pt x="0" y="271276"/>
                  </a:lnTo>
                  <a:lnTo>
                    <a:pt x="3999" y="305219"/>
                  </a:lnTo>
                  <a:lnTo>
                    <a:pt x="17786" y="337019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3019882" y="3169869"/>
              <a:ext cx="154940" cy="434340"/>
            </a:xfrm>
            <a:custGeom>
              <a:avLst/>
              <a:gdLst/>
              <a:ahLst/>
              <a:cxnLst/>
              <a:rect l="l" t="t" r="r" b="b"/>
              <a:pathLst>
                <a:path w="154939" h="434339">
                  <a:moveTo>
                    <a:pt x="685" y="101"/>
                  </a:moveTo>
                  <a:lnTo>
                    <a:pt x="368" y="101"/>
                  </a:lnTo>
                  <a:lnTo>
                    <a:pt x="228" y="254"/>
                  </a:lnTo>
                  <a:lnTo>
                    <a:pt x="685" y="101"/>
                  </a:lnTo>
                  <a:close/>
                </a:path>
                <a:path w="154939" h="434339">
                  <a:moveTo>
                    <a:pt x="1384" y="177"/>
                  </a:moveTo>
                  <a:lnTo>
                    <a:pt x="1244" y="101"/>
                  </a:lnTo>
                  <a:lnTo>
                    <a:pt x="1384" y="177"/>
                  </a:lnTo>
                  <a:close/>
                </a:path>
                <a:path w="154939" h="434339">
                  <a:moveTo>
                    <a:pt x="1701" y="850"/>
                  </a:moveTo>
                  <a:lnTo>
                    <a:pt x="1638" y="431"/>
                  </a:lnTo>
                  <a:lnTo>
                    <a:pt x="1701" y="850"/>
                  </a:lnTo>
                  <a:close/>
                </a:path>
                <a:path w="154939" h="434339">
                  <a:moveTo>
                    <a:pt x="27368" y="85242"/>
                  </a:moveTo>
                  <a:lnTo>
                    <a:pt x="27051" y="84328"/>
                  </a:lnTo>
                  <a:lnTo>
                    <a:pt x="26111" y="80975"/>
                  </a:lnTo>
                  <a:lnTo>
                    <a:pt x="25196" y="77939"/>
                  </a:lnTo>
                  <a:lnTo>
                    <a:pt x="23355" y="72059"/>
                  </a:lnTo>
                  <a:lnTo>
                    <a:pt x="21590" y="66090"/>
                  </a:lnTo>
                  <a:lnTo>
                    <a:pt x="19215" y="58508"/>
                  </a:lnTo>
                  <a:lnTo>
                    <a:pt x="14465" y="42989"/>
                  </a:lnTo>
                  <a:lnTo>
                    <a:pt x="9956" y="27927"/>
                  </a:lnTo>
                  <a:lnTo>
                    <a:pt x="7581" y="20358"/>
                  </a:lnTo>
                  <a:lnTo>
                    <a:pt x="5829" y="14401"/>
                  </a:lnTo>
                  <a:lnTo>
                    <a:pt x="3975" y="8521"/>
                  </a:lnTo>
                  <a:lnTo>
                    <a:pt x="2705" y="4305"/>
                  </a:lnTo>
                  <a:lnTo>
                    <a:pt x="1981" y="1676"/>
                  </a:lnTo>
                  <a:lnTo>
                    <a:pt x="1701" y="850"/>
                  </a:lnTo>
                  <a:lnTo>
                    <a:pt x="1701" y="3784"/>
                  </a:lnTo>
                  <a:lnTo>
                    <a:pt x="1625" y="3568"/>
                  </a:lnTo>
                  <a:lnTo>
                    <a:pt x="1574" y="482"/>
                  </a:lnTo>
                  <a:lnTo>
                    <a:pt x="1473" y="279"/>
                  </a:lnTo>
                  <a:lnTo>
                    <a:pt x="1016" y="0"/>
                  </a:lnTo>
                  <a:lnTo>
                    <a:pt x="812" y="76"/>
                  </a:lnTo>
                  <a:lnTo>
                    <a:pt x="812" y="3797"/>
                  </a:lnTo>
                  <a:lnTo>
                    <a:pt x="342" y="2133"/>
                  </a:lnTo>
                  <a:lnTo>
                    <a:pt x="812" y="3797"/>
                  </a:lnTo>
                  <a:lnTo>
                    <a:pt x="812" y="76"/>
                  </a:lnTo>
                  <a:lnTo>
                    <a:pt x="228" y="254"/>
                  </a:lnTo>
                  <a:lnTo>
                    <a:pt x="63" y="431"/>
                  </a:lnTo>
                  <a:lnTo>
                    <a:pt x="0" y="1104"/>
                  </a:lnTo>
                  <a:lnTo>
                    <a:pt x="0" y="74942"/>
                  </a:lnTo>
                  <a:lnTo>
                    <a:pt x="749" y="75780"/>
                  </a:lnTo>
                  <a:lnTo>
                    <a:pt x="812" y="191122"/>
                  </a:lnTo>
                  <a:lnTo>
                    <a:pt x="9271" y="191122"/>
                  </a:lnTo>
                  <a:lnTo>
                    <a:pt x="9271" y="77724"/>
                  </a:lnTo>
                  <a:lnTo>
                    <a:pt x="16903" y="81000"/>
                  </a:lnTo>
                  <a:lnTo>
                    <a:pt x="20535" y="82867"/>
                  </a:lnTo>
                  <a:lnTo>
                    <a:pt x="23444" y="84531"/>
                  </a:lnTo>
                  <a:lnTo>
                    <a:pt x="25349" y="85801"/>
                  </a:lnTo>
                  <a:lnTo>
                    <a:pt x="26136" y="86245"/>
                  </a:lnTo>
                  <a:lnTo>
                    <a:pt x="26708" y="85788"/>
                  </a:lnTo>
                  <a:lnTo>
                    <a:pt x="27368" y="85242"/>
                  </a:lnTo>
                  <a:close/>
                </a:path>
                <a:path w="154939" h="434339">
                  <a:moveTo>
                    <a:pt x="128689" y="243967"/>
                  </a:moveTo>
                  <a:lnTo>
                    <a:pt x="128625" y="243547"/>
                  </a:lnTo>
                  <a:lnTo>
                    <a:pt x="128689" y="243967"/>
                  </a:lnTo>
                  <a:close/>
                </a:path>
                <a:path w="154939" h="434339">
                  <a:moveTo>
                    <a:pt x="154343" y="328371"/>
                  </a:moveTo>
                  <a:lnTo>
                    <a:pt x="154038" y="327456"/>
                  </a:lnTo>
                  <a:lnTo>
                    <a:pt x="153098" y="324104"/>
                  </a:lnTo>
                  <a:lnTo>
                    <a:pt x="152184" y="321056"/>
                  </a:lnTo>
                  <a:lnTo>
                    <a:pt x="150342" y="315175"/>
                  </a:lnTo>
                  <a:lnTo>
                    <a:pt x="148577" y="309219"/>
                  </a:lnTo>
                  <a:lnTo>
                    <a:pt x="146202" y="301637"/>
                  </a:lnTo>
                  <a:lnTo>
                    <a:pt x="141452" y="286118"/>
                  </a:lnTo>
                  <a:lnTo>
                    <a:pt x="136944" y="271043"/>
                  </a:lnTo>
                  <a:lnTo>
                    <a:pt x="134569" y="263486"/>
                  </a:lnTo>
                  <a:lnTo>
                    <a:pt x="132803" y="257517"/>
                  </a:lnTo>
                  <a:lnTo>
                    <a:pt x="130962" y="251637"/>
                  </a:lnTo>
                  <a:lnTo>
                    <a:pt x="129692" y="247434"/>
                  </a:lnTo>
                  <a:lnTo>
                    <a:pt x="128968" y="244792"/>
                  </a:lnTo>
                  <a:lnTo>
                    <a:pt x="128689" y="243967"/>
                  </a:lnTo>
                  <a:lnTo>
                    <a:pt x="128689" y="246913"/>
                  </a:lnTo>
                  <a:lnTo>
                    <a:pt x="128612" y="246697"/>
                  </a:lnTo>
                  <a:lnTo>
                    <a:pt x="128562" y="243611"/>
                  </a:lnTo>
                  <a:lnTo>
                    <a:pt x="128460" y="243382"/>
                  </a:lnTo>
                  <a:lnTo>
                    <a:pt x="128308" y="243230"/>
                  </a:lnTo>
                  <a:lnTo>
                    <a:pt x="128003" y="243116"/>
                  </a:lnTo>
                  <a:lnTo>
                    <a:pt x="127800" y="243192"/>
                  </a:lnTo>
                  <a:lnTo>
                    <a:pt x="127800" y="246913"/>
                  </a:lnTo>
                  <a:lnTo>
                    <a:pt x="127330" y="245262"/>
                  </a:lnTo>
                  <a:lnTo>
                    <a:pt x="127800" y="246913"/>
                  </a:lnTo>
                  <a:lnTo>
                    <a:pt x="127800" y="243192"/>
                  </a:lnTo>
                  <a:lnTo>
                    <a:pt x="127673" y="243230"/>
                  </a:lnTo>
                  <a:lnTo>
                    <a:pt x="127355" y="243230"/>
                  </a:lnTo>
                  <a:lnTo>
                    <a:pt x="127215" y="243382"/>
                  </a:lnTo>
                  <a:lnTo>
                    <a:pt x="127050" y="243547"/>
                  </a:lnTo>
                  <a:lnTo>
                    <a:pt x="126987" y="244233"/>
                  </a:lnTo>
                  <a:lnTo>
                    <a:pt x="126987" y="318071"/>
                  </a:lnTo>
                  <a:lnTo>
                    <a:pt x="127736" y="318897"/>
                  </a:lnTo>
                  <a:lnTo>
                    <a:pt x="127800" y="434238"/>
                  </a:lnTo>
                  <a:lnTo>
                    <a:pt x="136258" y="434238"/>
                  </a:lnTo>
                  <a:lnTo>
                    <a:pt x="136258" y="320852"/>
                  </a:lnTo>
                  <a:lnTo>
                    <a:pt x="143891" y="324129"/>
                  </a:lnTo>
                  <a:lnTo>
                    <a:pt x="147523" y="325983"/>
                  </a:lnTo>
                  <a:lnTo>
                    <a:pt x="150444" y="327672"/>
                  </a:lnTo>
                  <a:lnTo>
                    <a:pt x="152336" y="328917"/>
                  </a:lnTo>
                  <a:lnTo>
                    <a:pt x="153123" y="329374"/>
                  </a:lnTo>
                  <a:lnTo>
                    <a:pt x="153695" y="328904"/>
                  </a:lnTo>
                  <a:lnTo>
                    <a:pt x="154343" y="32837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3389066" y="3519176"/>
              <a:ext cx="335915" cy="577850"/>
            </a:xfrm>
            <a:custGeom>
              <a:avLst/>
              <a:gdLst/>
              <a:ahLst/>
              <a:cxnLst/>
              <a:rect l="l" t="t" r="r" b="b"/>
              <a:pathLst>
                <a:path w="335914" h="577850">
                  <a:moveTo>
                    <a:pt x="167478" y="0"/>
                  </a:moveTo>
                  <a:lnTo>
                    <a:pt x="124190" y="21704"/>
                  </a:lnTo>
                  <a:lnTo>
                    <a:pt x="90413" y="67566"/>
                  </a:lnTo>
                  <a:lnTo>
                    <a:pt x="60388" y="130101"/>
                  </a:lnTo>
                  <a:lnTo>
                    <a:pt x="35174" y="201220"/>
                  </a:lnTo>
                  <a:lnTo>
                    <a:pt x="15844" y="272873"/>
                  </a:lnTo>
                  <a:lnTo>
                    <a:pt x="3470" y="336973"/>
                  </a:lnTo>
                  <a:lnTo>
                    <a:pt x="0" y="419141"/>
                  </a:lnTo>
                  <a:lnTo>
                    <a:pt x="2892" y="449175"/>
                  </a:lnTo>
                  <a:lnTo>
                    <a:pt x="17044" y="501715"/>
                  </a:lnTo>
                  <a:lnTo>
                    <a:pt x="46123" y="542204"/>
                  </a:lnTo>
                  <a:lnTo>
                    <a:pt x="94744" y="568253"/>
                  </a:lnTo>
                  <a:lnTo>
                    <a:pt x="167478" y="577467"/>
                  </a:lnTo>
                  <a:lnTo>
                    <a:pt x="208790" y="574895"/>
                  </a:lnTo>
                  <a:lnTo>
                    <a:pt x="268346" y="556580"/>
                  </a:lnTo>
                  <a:lnTo>
                    <a:pt x="306174" y="522683"/>
                  </a:lnTo>
                  <a:lnTo>
                    <a:pt x="326886" y="475588"/>
                  </a:lnTo>
                  <a:lnTo>
                    <a:pt x="335027" y="417703"/>
                  </a:lnTo>
                  <a:lnTo>
                    <a:pt x="335832" y="385456"/>
                  </a:lnTo>
                  <a:lnTo>
                    <a:pt x="335690" y="378198"/>
                  </a:lnTo>
                  <a:lnTo>
                    <a:pt x="329793" y="326276"/>
                  </a:lnTo>
                  <a:lnTo>
                    <a:pt x="316078" y="260203"/>
                  </a:lnTo>
                  <a:lnTo>
                    <a:pt x="295606" y="188042"/>
                  </a:lnTo>
                  <a:lnTo>
                    <a:pt x="269447" y="117882"/>
                  </a:lnTo>
                  <a:lnTo>
                    <a:pt x="238660" y="57771"/>
                  </a:lnTo>
                  <a:lnTo>
                    <a:pt x="204318" y="15799"/>
                  </a:lnTo>
                  <a:lnTo>
                    <a:pt x="16747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3388178" y="3519176"/>
              <a:ext cx="337185" cy="577850"/>
            </a:xfrm>
            <a:custGeom>
              <a:avLst/>
              <a:gdLst/>
              <a:ahLst/>
              <a:cxnLst/>
              <a:rect l="l" t="t" r="r" b="b"/>
              <a:pathLst>
                <a:path w="337185" h="577850">
                  <a:moveTo>
                    <a:pt x="168367" y="0"/>
                  </a:moveTo>
                  <a:lnTo>
                    <a:pt x="220562" y="31356"/>
                  </a:lnTo>
                  <a:lnTo>
                    <a:pt x="244566" y="66069"/>
                  </a:lnTo>
                  <a:lnTo>
                    <a:pt x="266649" y="109487"/>
                  </a:lnTo>
                  <a:lnTo>
                    <a:pt x="286417" y="158622"/>
                  </a:lnTo>
                  <a:lnTo>
                    <a:pt x="303475" y="210486"/>
                  </a:lnTo>
                  <a:lnTo>
                    <a:pt x="317428" y="262089"/>
                  </a:lnTo>
                  <a:lnTo>
                    <a:pt x="327883" y="310445"/>
                  </a:lnTo>
                  <a:lnTo>
                    <a:pt x="334445" y="352563"/>
                  </a:lnTo>
                  <a:lnTo>
                    <a:pt x="336720" y="385456"/>
                  </a:lnTo>
                  <a:lnTo>
                    <a:pt x="334979" y="431095"/>
                  </a:lnTo>
                  <a:lnTo>
                    <a:pt x="328625" y="472138"/>
                  </a:lnTo>
                  <a:lnTo>
                    <a:pt x="295303" y="536897"/>
                  </a:lnTo>
                  <a:lnTo>
                    <a:pt x="223198" y="572665"/>
                  </a:lnTo>
                  <a:lnTo>
                    <a:pt x="168367" y="577467"/>
                  </a:lnTo>
                  <a:lnTo>
                    <a:pt x="113535" y="572665"/>
                  </a:lnTo>
                  <a:lnTo>
                    <a:pt x="71786" y="558847"/>
                  </a:lnTo>
                  <a:lnTo>
                    <a:pt x="20761" y="507700"/>
                  </a:lnTo>
                  <a:lnTo>
                    <a:pt x="1742" y="431095"/>
                  </a:lnTo>
                  <a:lnTo>
                    <a:pt x="0" y="385456"/>
                  </a:lnTo>
                  <a:lnTo>
                    <a:pt x="2275" y="352563"/>
                  </a:lnTo>
                  <a:lnTo>
                    <a:pt x="8838" y="310445"/>
                  </a:lnTo>
                  <a:lnTo>
                    <a:pt x="19295" y="262089"/>
                  </a:lnTo>
                  <a:lnTo>
                    <a:pt x="33250" y="210486"/>
                  </a:lnTo>
                  <a:lnTo>
                    <a:pt x="50310" y="158622"/>
                  </a:lnTo>
                  <a:lnTo>
                    <a:pt x="70080" y="109487"/>
                  </a:lnTo>
                  <a:lnTo>
                    <a:pt x="92165" y="66069"/>
                  </a:lnTo>
                  <a:lnTo>
                    <a:pt x="116171" y="31356"/>
                  </a:lnTo>
                  <a:lnTo>
                    <a:pt x="168367" y="0"/>
                  </a:lnTo>
                  <a:lnTo>
                    <a:pt x="195031" y="8337"/>
                  </a:lnTo>
                  <a:lnTo>
                    <a:pt x="244566" y="66069"/>
                  </a:lnTo>
                  <a:lnTo>
                    <a:pt x="266649" y="109487"/>
                  </a:lnTo>
                  <a:lnTo>
                    <a:pt x="286417" y="158622"/>
                  </a:lnTo>
                  <a:lnTo>
                    <a:pt x="303475" y="210486"/>
                  </a:lnTo>
                  <a:lnTo>
                    <a:pt x="317428" y="262089"/>
                  </a:lnTo>
                  <a:lnTo>
                    <a:pt x="327883" y="310445"/>
                  </a:lnTo>
                  <a:lnTo>
                    <a:pt x="334445" y="352563"/>
                  </a:lnTo>
                  <a:lnTo>
                    <a:pt x="336720" y="385456"/>
                  </a:lnTo>
                </a:path>
              </a:pathLst>
            </a:custGeom>
            <a:ln w="31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3388178" y="3519176"/>
              <a:ext cx="337185" cy="577850"/>
            </a:xfrm>
            <a:custGeom>
              <a:avLst/>
              <a:gdLst/>
              <a:ahLst/>
              <a:cxnLst/>
              <a:rect l="l" t="t" r="r" b="b"/>
              <a:pathLst>
                <a:path w="337185" h="577850">
                  <a:moveTo>
                    <a:pt x="168367" y="0"/>
                  </a:moveTo>
                  <a:lnTo>
                    <a:pt x="220562" y="31356"/>
                  </a:lnTo>
                  <a:lnTo>
                    <a:pt x="244566" y="66069"/>
                  </a:lnTo>
                  <a:lnTo>
                    <a:pt x="266649" y="109487"/>
                  </a:lnTo>
                  <a:lnTo>
                    <a:pt x="286417" y="158622"/>
                  </a:lnTo>
                  <a:lnTo>
                    <a:pt x="303475" y="210486"/>
                  </a:lnTo>
                  <a:lnTo>
                    <a:pt x="317428" y="262089"/>
                  </a:lnTo>
                  <a:lnTo>
                    <a:pt x="327883" y="310445"/>
                  </a:lnTo>
                  <a:lnTo>
                    <a:pt x="334445" y="352563"/>
                  </a:lnTo>
                  <a:lnTo>
                    <a:pt x="336720" y="385456"/>
                  </a:lnTo>
                  <a:lnTo>
                    <a:pt x="334979" y="431095"/>
                  </a:lnTo>
                  <a:lnTo>
                    <a:pt x="328625" y="472138"/>
                  </a:lnTo>
                  <a:lnTo>
                    <a:pt x="295303" y="536897"/>
                  </a:lnTo>
                  <a:lnTo>
                    <a:pt x="223198" y="572665"/>
                  </a:lnTo>
                  <a:lnTo>
                    <a:pt x="168367" y="577467"/>
                  </a:lnTo>
                  <a:lnTo>
                    <a:pt x="113535" y="572665"/>
                  </a:lnTo>
                  <a:lnTo>
                    <a:pt x="71786" y="558847"/>
                  </a:lnTo>
                  <a:lnTo>
                    <a:pt x="20761" y="507700"/>
                  </a:lnTo>
                  <a:lnTo>
                    <a:pt x="1742" y="431095"/>
                  </a:lnTo>
                  <a:lnTo>
                    <a:pt x="0" y="385456"/>
                  </a:lnTo>
                  <a:lnTo>
                    <a:pt x="2275" y="352563"/>
                  </a:lnTo>
                  <a:lnTo>
                    <a:pt x="8838" y="310445"/>
                  </a:lnTo>
                  <a:lnTo>
                    <a:pt x="19295" y="262089"/>
                  </a:lnTo>
                  <a:lnTo>
                    <a:pt x="33250" y="210486"/>
                  </a:lnTo>
                  <a:lnTo>
                    <a:pt x="50310" y="158622"/>
                  </a:lnTo>
                  <a:lnTo>
                    <a:pt x="70080" y="109487"/>
                  </a:lnTo>
                  <a:lnTo>
                    <a:pt x="92165" y="66069"/>
                  </a:lnTo>
                  <a:lnTo>
                    <a:pt x="116171" y="31356"/>
                  </a:lnTo>
                  <a:lnTo>
                    <a:pt x="168367" y="0"/>
                  </a:lnTo>
                  <a:lnTo>
                    <a:pt x="195031" y="8337"/>
                  </a:lnTo>
                  <a:lnTo>
                    <a:pt x="244566" y="66069"/>
                  </a:lnTo>
                  <a:lnTo>
                    <a:pt x="266649" y="109487"/>
                  </a:lnTo>
                  <a:lnTo>
                    <a:pt x="286417" y="158622"/>
                  </a:lnTo>
                  <a:lnTo>
                    <a:pt x="303475" y="210486"/>
                  </a:lnTo>
                  <a:lnTo>
                    <a:pt x="317428" y="262089"/>
                  </a:lnTo>
                  <a:lnTo>
                    <a:pt x="327883" y="310445"/>
                  </a:lnTo>
                  <a:lnTo>
                    <a:pt x="334445" y="352563"/>
                  </a:lnTo>
                  <a:lnTo>
                    <a:pt x="336720" y="385456"/>
                  </a:lnTo>
                </a:path>
              </a:pathLst>
            </a:custGeom>
            <a:ln w="846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4030383" y="2654223"/>
              <a:ext cx="276225" cy="771525"/>
            </a:xfrm>
            <a:custGeom>
              <a:avLst/>
              <a:gdLst/>
              <a:ahLst/>
              <a:cxnLst/>
              <a:rect l="l" t="t" r="r" b="b"/>
              <a:pathLst>
                <a:path w="276225" h="771525">
                  <a:moveTo>
                    <a:pt x="190" y="336550"/>
                  </a:moveTo>
                  <a:lnTo>
                    <a:pt x="38" y="336727"/>
                  </a:lnTo>
                  <a:lnTo>
                    <a:pt x="0" y="337108"/>
                  </a:lnTo>
                  <a:lnTo>
                    <a:pt x="190" y="336550"/>
                  </a:lnTo>
                  <a:close/>
                </a:path>
                <a:path w="276225" h="771525">
                  <a:moveTo>
                    <a:pt x="533" y="337769"/>
                  </a:moveTo>
                  <a:lnTo>
                    <a:pt x="76" y="337388"/>
                  </a:lnTo>
                  <a:lnTo>
                    <a:pt x="215" y="337654"/>
                  </a:lnTo>
                  <a:lnTo>
                    <a:pt x="533" y="337769"/>
                  </a:lnTo>
                  <a:close/>
                </a:path>
                <a:path w="276225" h="771525">
                  <a:moveTo>
                    <a:pt x="62420" y="275183"/>
                  </a:moveTo>
                  <a:lnTo>
                    <a:pt x="61823" y="274078"/>
                  </a:lnTo>
                  <a:lnTo>
                    <a:pt x="61658" y="273799"/>
                  </a:lnTo>
                  <a:lnTo>
                    <a:pt x="60921" y="273900"/>
                  </a:lnTo>
                  <a:lnTo>
                    <a:pt x="59143" y="274218"/>
                  </a:lnTo>
                  <a:lnTo>
                    <a:pt x="56337" y="274535"/>
                  </a:lnTo>
                  <a:lnTo>
                    <a:pt x="52933" y="274739"/>
                  </a:lnTo>
                  <a:lnTo>
                    <a:pt x="45466" y="274332"/>
                  </a:lnTo>
                  <a:lnTo>
                    <a:pt x="45326" y="274332"/>
                  </a:lnTo>
                  <a:lnTo>
                    <a:pt x="42252" y="273735"/>
                  </a:lnTo>
                  <a:lnTo>
                    <a:pt x="55397" y="251015"/>
                  </a:lnTo>
                  <a:lnTo>
                    <a:pt x="54711" y="248424"/>
                  </a:lnTo>
                  <a:lnTo>
                    <a:pt x="50660" y="246087"/>
                  </a:lnTo>
                  <a:lnTo>
                    <a:pt x="48056" y="246786"/>
                  </a:lnTo>
                  <a:lnTo>
                    <a:pt x="34988" y="269417"/>
                  </a:lnTo>
                  <a:lnTo>
                    <a:pt x="33185" y="267296"/>
                  </a:lnTo>
                  <a:lnTo>
                    <a:pt x="29006" y="260845"/>
                  </a:lnTo>
                  <a:lnTo>
                    <a:pt x="27520" y="257708"/>
                  </a:lnTo>
                  <a:lnTo>
                    <a:pt x="26377" y="255066"/>
                  </a:lnTo>
                  <a:lnTo>
                    <a:pt x="25984" y="254139"/>
                  </a:lnTo>
                  <a:lnTo>
                    <a:pt x="25654" y="253339"/>
                  </a:lnTo>
                  <a:lnTo>
                    <a:pt x="25425" y="252704"/>
                  </a:lnTo>
                  <a:lnTo>
                    <a:pt x="23837" y="252704"/>
                  </a:lnTo>
                  <a:lnTo>
                    <a:pt x="23355" y="254177"/>
                  </a:lnTo>
                  <a:lnTo>
                    <a:pt x="16167" y="279831"/>
                  </a:lnTo>
                  <a:lnTo>
                    <a:pt x="7620" y="310134"/>
                  </a:lnTo>
                  <a:lnTo>
                    <a:pt x="5626" y="317322"/>
                  </a:lnTo>
                  <a:lnTo>
                    <a:pt x="3683" y="324129"/>
                  </a:lnTo>
                  <a:lnTo>
                    <a:pt x="444" y="335788"/>
                  </a:lnTo>
                  <a:lnTo>
                    <a:pt x="190" y="336550"/>
                  </a:lnTo>
                  <a:lnTo>
                    <a:pt x="127" y="337426"/>
                  </a:lnTo>
                  <a:lnTo>
                    <a:pt x="533" y="337769"/>
                  </a:lnTo>
                  <a:lnTo>
                    <a:pt x="736" y="337947"/>
                  </a:lnTo>
                  <a:lnTo>
                    <a:pt x="1003" y="337921"/>
                  </a:lnTo>
                  <a:lnTo>
                    <a:pt x="1206" y="337908"/>
                  </a:lnTo>
                  <a:lnTo>
                    <a:pt x="1498" y="337769"/>
                  </a:lnTo>
                  <a:lnTo>
                    <a:pt x="1689" y="337426"/>
                  </a:lnTo>
                  <a:lnTo>
                    <a:pt x="2159" y="336867"/>
                  </a:lnTo>
                  <a:lnTo>
                    <a:pt x="4152" y="334962"/>
                  </a:lnTo>
                  <a:lnTo>
                    <a:pt x="5346" y="333743"/>
                  </a:lnTo>
                  <a:lnTo>
                    <a:pt x="11061" y="327863"/>
                  </a:lnTo>
                  <a:lnTo>
                    <a:pt x="12192" y="326682"/>
                  </a:lnTo>
                  <a:lnTo>
                    <a:pt x="15608" y="323113"/>
                  </a:lnTo>
                  <a:lnTo>
                    <a:pt x="20802" y="317830"/>
                  </a:lnTo>
                  <a:lnTo>
                    <a:pt x="48298" y="289712"/>
                  </a:lnTo>
                  <a:lnTo>
                    <a:pt x="52857" y="284949"/>
                  </a:lnTo>
                  <a:lnTo>
                    <a:pt x="57924" y="279742"/>
                  </a:lnTo>
                  <a:lnTo>
                    <a:pt x="59715" y="277888"/>
                  </a:lnTo>
                  <a:lnTo>
                    <a:pt x="61823" y="275894"/>
                  </a:lnTo>
                  <a:lnTo>
                    <a:pt x="62420" y="275183"/>
                  </a:lnTo>
                  <a:close/>
                </a:path>
                <a:path w="276225" h="771525">
                  <a:moveTo>
                    <a:pt x="90957" y="189509"/>
                  </a:moveTo>
                  <a:lnTo>
                    <a:pt x="90258" y="186905"/>
                  </a:lnTo>
                  <a:lnTo>
                    <a:pt x="86220" y="184569"/>
                  </a:lnTo>
                  <a:lnTo>
                    <a:pt x="83616" y="185280"/>
                  </a:lnTo>
                  <a:lnTo>
                    <a:pt x="67741" y="212750"/>
                  </a:lnTo>
                  <a:lnTo>
                    <a:pt x="68440" y="215341"/>
                  </a:lnTo>
                  <a:lnTo>
                    <a:pt x="72491" y="217665"/>
                  </a:lnTo>
                  <a:lnTo>
                    <a:pt x="75069" y="216979"/>
                  </a:lnTo>
                  <a:lnTo>
                    <a:pt x="90957" y="189509"/>
                  </a:lnTo>
                  <a:close/>
                </a:path>
                <a:path w="276225" h="771525">
                  <a:moveTo>
                    <a:pt x="126517" y="127977"/>
                  </a:moveTo>
                  <a:lnTo>
                    <a:pt x="125818" y="125387"/>
                  </a:lnTo>
                  <a:lnTo>
                    <a:pt x="121767" y="123063"/>
                  </a:lnTo>
                  <a:lnTo>
                    <a:pt x="119176" y="123761"/>
                  </a:lnTo>
                  <a:lnTo>
                    <a:pt x="103301" y="151244"/>
                  </a:lnTo>
                  <a:lnTo>
                    <a:pt x="103987" y="153822"/>
                  </a:lnTo>
                  <a:lnTo>
                    <a:pt x="108038" y="156159"/>
                  </a:lnTo>
                  <a:lnTo>
                    <a:pt x="110629" y="155460"/>
                  </a:lnTo>
                  <a:lnTo>
                    <a:pt x="126517" y="127977"/>
                  </a:lnTo>
                  <a:close/>
                </a:path>
                <a:path w="276225" h="771525">
                  <a:moveTo>
                    <a:pt x="162064" y="66522"/>
                  </a:moveTo>
                  <a:lnTo>
                    <a:pt x="161378" y="63842"/>
                  </a:lnTo>
                  <a:lnTo>
                    <a:pt x="157327" y="61582"/>
                  </a:lnTo>
                  <a:lnTo>
                    <a:pt x="154724" y="62293"/>
                  </a:lnTo>
                  <a:lnTo>
                    <a:pt x="153568" y="64262"/>
                  </a:lnTo>
                  <a:lnTo>
                    <a:pt x="138861" y="89712"/>
                  </a:lnTo>
                  <a:lnTo>
                    <a:pt x="139547" y="92303"/>
                  </a:lnTo>
                  <a:lnTo>
                    <a:pt x="143598" y="94640"/>
                  </a:lnTo>
                  <a:lnTo>
                    <a:pt x="146177" y="93941"/>
                  </a:lnTo>
                  <a:lnTo>
                    <a:pt x="160896" y="68491"/>
                  </a:lnTo>
                  <a:lnTo>
                    <a:pt x="162064" y="66522"/>
                  </a:lnTo>
                  <a:close/>
                </a:path>
                <a:path w="276225" h="771525">
                  <a:moveTo>
                    <a:pt x="197624" y="4927"/>
                  </a:moveTo>
                  <a:lnTo>
                    <a:pt x="196926" y="2387"/>
                  </a:lnTo>
                  <a:lnTo>
                    <a:pt x="194894" y="1117"/>
                  </a:lnTo>
                  <a:lnTo>
                    <a:pt x="192887" y="0"/>
                  </a:lnTo>
                  <a:lnTo>
                    <a:pt x="190284" y="698"/>
                  </a:lnTo>
                  <a:lnTo>
                    <a:pt x="189128" y="2679"/>
                  </a:lnTo>
                  <a:lnTo>
                    <a:pt x="175577" y="26212"/>
                  </a:lnTo>
                  <a:lnTo>
                    <a:pt x="174409" y="28181"/>
                  </a:lnTo>
                  <a:lnTo>
                    <a:pt x="175107" y="30721"/>
                  </a:lnTo>
                  <a:lnTo>
                    <a:pt x="177126" y="31991"/>
                  </a:lnTo>
                  <a:lnTo>
                    <a:pt x="179158" y="33121"/>
                  </a:lnTo>
                  <a:lnTo>
                    <a:pt x="181737" y="32410"/>
                  </a:lnTo>
                  <a:lnTo>
                    <a:pt x="182905" y="30441"/>
                  </a:lnTo>
                  <a:lnTo>
                    <a:pt x="196456" y="6896"/>
                  </a:lnTo>
                  <a:lnTo>
                    <a:pt x="197624" y="4927"/>
                  </a:lnTo>
                  <a:close/>
                </a:path>
                <a:path w="276225" h="771525">
                  <a:moveTo>
                    <a:pt x="248793" y="769988"/>
                  </a:moveTo>
                  <a:lnTo>
                    <a:pt x="248716" y="770559"/>
                  </a:lnTo>
                  <a:lnTo>
                    <a:pt x="248793" y="770699"/>
                  </a:lnTo>
                  <a:lnTo>
                    <a:pt x="248793" y="769988"/>
                  </a:lnTo>
                  <a:close/>
                </a:path>
                <a:path w="276225" h="771525">
                  <a:moveTo>
                    <a:pt x="248907" y="770915"/>
                  </a:moveTo>
                  <a:lnTo>
                    <a:pt x="248793" y="770699"/>
                  </a:lnTo>
                  <a:lnTo>
                    <a:pt x="248907" y="770915"/>
                  </a:lnTo>
                  <a:close/>
                </a:path>
                <a:path w="276225" h="771525">
                  <a:moveTo>
                    <a:pt x="276174" y="685990"/>
                  </a:moveTo>
                  <a:lnTo>
                    <a:pt x="275361" y="685457"/>
                  </a:lnTo>
                  <a:lnTo>
                    <a:pt x="274764" y="685063"/>
                  </a:lnTo>
                  <a:lnTo>
                    <a:pt x="274332" y="685482"/>
                  </a:lnTo>
                  <a:lnTo>
                    <a:pt x="272643" y="686752"/>
                  </a:lnTo>
                  <a:lnTo>
                    <a:pt x="272783" y="686727"/>
                  </a:lnTo>
                  <a:lnTo>
                    <a:pt x="270243" y="688416"/>
                  </a:lnTo>
                  <a:lnTo>
                    <a:pt x="270383" y="688378"/>
                  </a:lnTo>
                  <a:lnTo>
                    <a:pt x="267144" y="690283"/>
                  </a:lnTo>
                  <a:lnTo>
                    <a:pt x="267284" y="690245"/>
                  </a:lnTo>
                  <a:lnTo>
                    <a:pt x="263474" y="692150"/>
                  </a:lnTo>
                  <a:lnTo>
                    <a:pt x="259092" y="693813"/>
                  </a:lnTo>
                  <a:lnTo>
                    <a:pt x="257962" y="694093"/>
                  </a:lnTo>
                  <a:lnTo>
                    <a:pt x="257962" y="579920"/>
                  </a:lnTo>
                  <a:lnTo>
                    <a:pt x="249504" y="579920"/>
                  </a:lnTo>
                  <a:lnTo>
                    <a:pt x="249504" y="695452"/>
                  </a:lnTo>
                  <a:lnTo>
                    <a:pt x="248793" y="696290"/>
                  </a:lnTo>
                  <a:lnTo>
                    <a:pt x="248793" y="769988"/>
                  </a:lnTo>
                  <a:lnTo>
                    <a:pt x="248932" y="769556"/>
                  </a:lnTo>
                  <a:lnTo>
                    <a:pt x="249072" y="769112"/>
                  </a:lnTo>
                  <a:lnTo>
                    <a:pt x="249504" y="767511"/>
                  </a:lnTo>
                  <a:lnTo>
                    <a:pt x="249085" y="769112"/>
                  </a:lnTo>
                  <a:lnTo>
                    <a:pt x="248932" y="769556"/>
                  </a:lnTo>
                  <a:lnTo>
                    <a:pt x="248831" y="770750"/>
                  </a:lnTo>
                  <a:lnTo>
                    <a:pt x="248907" y="770915"/>
                  </a:lnTo>
                  <a:lnTo>
                    <a:pt x="249085" y="771131"/>
                  </a:lnTo>
                  <a:lnTo>
                    <a:pt x="249478" y="771131"/>
                  </a:lnTo>
                  <a:lnTo>
                    <a:pt x="249783" y="771232"/>
                  </a:lnTo>
                  <a:lnTo>
                    <a:pt x="249961" y="771131"/>
                  </a:lnTo>
                  <a:lnTo>
                    <a:pt x="250494" y="770750"/>
                  </a:lnTo>
                  <a:lnTo>
                    <a:pt x="250494" y="770242"/>
                  </a:lnTo>
                  <a:lnTo>
                    <a:pt x="250393" y="770458"/>
                  </a:lnTo>
                  <a:lnTo>
                    <a:pt x="250444" y="767092"/>
                  </a:lnTo>
                  <a:lnTo>
                    <a:pt x="250494" y="766953"/>
                  </a:lnTo>
                  <a:lnTo>
                    <a:pt x="250494" y="770242"/>
                  </a:lnTo>
                  <a:lnTo>
                    <a:pt x="250774" y="769594"/>
                  </a:lnTo>
                  <a:lnTo>
                    <a:pt x="251472" y="766940"/>
                  </a:lnTo>
                  <a:lnTo>
                    <a:pt x="252742" y="762723"/>
                  </a:lnTo>
                  <a:lnTo>
                    <a:pt x="254596" y="756818"/>
                  </a:lnTo>
                  <a:lnTo>
                    <a:pt x="256413" y="750887"/>
                  </a:lnTo>
                  <a:lnTo>
                    <a:pt x="256273" y="750887"/>
                  </a:lnTo>
                  <a:lnTo>
                    <a:pt x="258686" y="743280"/>
                  </a:lnTo>
                  <a:lnTo>
                    <a:pt x="263194" y="728243"/>
                  </a:lnTo>
                  <a:lnTo>
                    <a:pt x="267982" y="712711"/>
                  </a:lnTo>
                  <a:lnTo>
                    <a:pt x="270243" y="705624"/>
                  </a:lnTo>
                  <a:lnTo>
                    <a:pt x="272072" y="699185"/>
                  </a:lnTo>
                  <a:lnTo>
                    <a:pt x="275869" y="686943"/>
                  </a:lnTo>
                  <a:lnTo>
                    <a:pt x="275742" y="686943"/>
                  </a:lnTo>
                  <a:lnTo>
                    <a:pt x="276174" y="685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1" name="object 31"/>
          <p:cNvGrpSpPr/>
          <p:nvPr/>
        </p:nvGrpSpPr>
        <p:grpSpPr>
          <a:xfrm>
            <a:off x="3932673" y="2244219"/>
            <a:ext cx="995680" cy="267335"/>
            <a:chOff x="3932673" y="2244219"/>
            <a:chExt cx="995680" cy="267335"/>
          </a:xfrm>
        </p:grpSpPr>
        <p:pic>
          <p:nvPicPr>
            <p:cNvPr id="32" name="object 3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932673" y="2244219"/>
              <a:ext cx="961400" cy="266940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4913686" y="2330897"/>
              <a:ext cx="14604" cy="33655"/>
            </a:xfrm>
            <a:custGeom>
              <a:avLst/>
              <a:gdLst/>
              <a:ahLst/>
              <a:cxnLst/>
              <a:rect l="l" t="t" r="r" b="b"/>
              <a:pathLst>
                <a:path w="14604" h="33655">
                  <a:moveTo>
                    <a:pt x="14532" y="0"/>
                  </a:moveTo>
                  <a:lnTo>
                    <a:pt x="705" y="0"/>
                  </a:lnTo>
                  <a:lnTo>
                    <a:pt x="705" y="13812"/>
                  </a:lnTo>
                  <a:lnTo>
                    <a:pt x="7619" y="13812"/>
                  </a:lnTo>
                  <a:lnTo>
                    <a:pt x="7477" y="17899"/>
                  </a:lnTo>
                  <a:lnTo>
                    <a:pt x="6772" y="21000"/>
                  </a:lnTo>
                  <a:lnTo>
                    <a:pt x="4373" y="25369"/>
                  </a:lnTo>
                  <a:lnTo>
                    <a:pt x="2539" y="26919"/>
                  </a:lnTo>
                  <a:lnTo>
                    <a:pt x="0" y="28047"/>
                  </a:lnTo>
                  <a:lnTo>
                    <a:pt x="3245" y="33261"/>
                  </a:lnTo>
                  <a:lnTo>
                    <a:pt x="7195" y="31570"/>
                  </a:lnTo>
                  <a:lnTo>
                    <a:pt x="10017" y="29174"/>
                  </a:lnTo>
                  <a:lnTo>
                    <a:pt x="13686" y="22973"/>
                  </a:lnTo>
                  <a:lnTo>
                    <a:pt x="14532" y="18885"/>
                  </a:lnTo>
                  <a:lnTo>
                    <a:pt x="145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4" name="object 34"/>
          <p:cNvGrpSpPr/>
          <p:nvPr/>
        </p:nvGrpSpPr>
        <p:grpSpPr>
          <a:xfrm>
            <a:off x="2546293" y="4579204"/>
            <a:ext cx="3301365" cy="1490345"/>
            <a:chOff x="2546293" y="4579204"/>
            <a:chExt cx="3301365" cy="1490345"/>
          </a:xfrm>
        </p:grpSpPr>
        <p:pic>
          <p:nvPicPr>
            <p:cNvPr id="35" name="object 3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2720676" y="4976548"/>
              <a:ext cx="667446" cy="411389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2720676" y="4976553"/>
              <a:ext cx="668020" cy="412750"/>
            </a:xfrm>
            <a:custGeom>
              <a:avLst/>
              <a:gdLst/>
              <a:ahLst/>
              <a:cxnLst/>
              <a:rect l="l" t="t" r="r" b="b"/>
              <a:pathLst>
                <a:path w="668020" h="412750">
                  <a:moveTo>
                    <a:pt x="667446" y="279049"/>
                  </a:moveTo>
                  <a:lnTo>
                    <a:pt x="650908" y="214327"/>
                  </a:lnTo>
                  <a:lnTo>
                    <a:pt x="603935" y="150999"/>
                  </a:lnTo>
                  <a:lnTo>
                    <a:pt x="570750" y="121229"/>
                  </a:lnTo>
                  <a:lnTo>
                    <a:pt x="532013" y="93453"/>
                  </a:lnTo>
                  <a:lnTo>
                    <a:pt x="488410" y="68221"/>
                  </a:lnTo>
                  <a:lnTo>
                    <a:pt x="440626" y="46079"/>
                  </a:lnTo>
                  <a:lnTo>
                    <a:pt x="389348" y="27579"/>
                  </a:lnTo>
                  <a:lnTo>
                    <a:pt x="335262" y="13267"/>
                  </a:lnTo>
                  <a:lnTo>
                    <a:pt x="275277" y="3319"/>
                  </a:lnTo>
                  <a:lnTo>
                    <a:pt x="218760" y="0"/>
                  </a:lnTo>
                  <a:lnTo>
                    <a:pt x="166660" y="2967"/>
                  </a:lnTo>
                  <a:lnTo>
                    <a:pt x="119927" y="11881"/>
                  </a:lnTo>
                  <a:lnTo>
                    <a:pt x="79511" y="26399"/>
                  </a:lnTo>
                  <a:lnTo>
                    <a:pt x="46361" y="46181"/>
                  </a:lnTo>
                  <a:lnTo>
                    <a:pt x="5656" y="100170"/>
                  </a:lnTo>
                  <a:lnTo>
                    <a:pt x="0" y="133694"/>
                  </a:lnTo>
                  <a:lnTo>
                    <a:pt x="4121" y="165955"/>
                  </a:lnTo>
                  <a:lnTo>
                    <a:pt x="36562" y="230528"/>
                  </a:lnTo>
                  <a:lnTo>
                    <a:pt x="63511" y="261744"/>
                  </a:lnTo>
                  <a:lnTo>
                    <a:pt x="96696" y="291514"/>
                  </a:lnTo>
                  <a:lnTo>
                    <a:pt x="135433" y="319290"/>
                  </a:lnTo>
                  <a:lnTo>
                    <a:pt x="179036" y="344522"/>
                  </a:lnTo>
                  <a:lnTo>
                    <a:pt x="226819" y="366663"/>
                  </a:lnTo>
                  <a:lnTo>
                    <a:pt x="278097" y="385164"/>
                  </a:lnTo>
                  <a:lnTo>
                    <a:pt x="332184" y="399476"/>
                  </a:lnTo>
                  <a:lnTo>
                    <a:pt x="392169" y="409424"/>
                  </a:lnTo>
                  <a:lnTo>
                    <a:pt x="448686" y="412743"/>
                  </a:lnTo>
                  <a:lnTo>
                    <a:pt x="500786" y="409776"/>
                  </a:lnTo>
                  <a:lnTo>
                    <a:pt x="547518" y="400862"/>
                  </a:lnTo>
                  <a:lnTo>
                    <a:pt x="587935" y="386343"/>
                  </a:lnTo>
                  <a:lnTo>
                    <a:pt x="621085" y="366562"/>
                  </a:lnTo>
                  <a:lnTo>
                    <a:pt x="661790" y="312573"/>
                  </a:lnTo>
                  <a:lnTo>
                    <a:pt x="667446" y="279049"/>
                  </a:lnTo>
                  <a:lnTo>
                    <a:pt x="663325" y="246788"/>
                  </a:lnTo>
                  <a:lnTo>
                    <a:pt x="630883" y="182215"/>
                  </a:lnTo>
                  <a:lnTo>
                    <a:pt x="603935" y="150999"/>
                  </a:lnTo>
                  <a:lnTo>
                    <a:pt x="570750" y="121229"/>
                  </a:lnTo>
                  <a:lnTo>
                    <a:pt x="532013" y="93453"/>
                  </a:lnTo>
                  <a:lnTo>
                    <a:pt x="488410" y="68221"/>
                  </a:lnTo>
                  <a:lnTo>
                    <a:pt x="440626" y="46079"/>
                  </a:lnTo>
                  <a:lnTo>
                    <a:pt x="389348" y="27579"/>
                  </a:lnTo>
                  <a:lnTo>
                    <a:pt x="335262" y="13267"/>
                  </a:lnTo>
                </a:path>
              </a:pathLst>
            </a:custGeom>
            <a:ln w="3175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7" name="object 37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652574" y="5087853"/>
              <a:ext cx="1078328" cy="436987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666395" y="4580191"/>
              <a:ext cx="336900" cy="576730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4666254" y="4580191"/>
              <a:ext cx="337185" cy="577215"/>
            </a:xfrm>
            <a:custGeom>
              <a:avLst/>
              <a:gdLst/>
              <a:ahLst/>
              <a:cxnLst/>
              <a:rect l="l" t="t" r="r" b="b"/>
              <a:pathLst>
                <a:path w="337185" h="577214">
                  <a:moveTo>
                    <a:pt x="168591" y="576730"/>
                  </a:moveTo>
                  <a:lnTo>
                    <a:pt x="116356" y="545416"/>
                  </a:lnTo>
                  <a:lnTo>
                    <a:pt x="92323" y="510751"/>
                  </a:lnTo>
                  <a:lnTo>
                    <a:pt x="70208" y="467392"/>
                  </a:lnTo>
                  <a:lnTo>
                    <a:pt x="50407" y="418324"/>
                  </a:lnTo>
                  <a:lnTo>
                    <a:pt x="33318" y="366531"/>
                  </a:lnTo>
                  <a:lnTo>
                    <a:pt x="19336" y="314996"/>
                  </a:lnTo>
                  <a:lnTo>
                    <a:pt x="8858" y="266705"/>
                  </a:lnTo>
                  <a:lnTo>
                    <a:pt x="2280" y="224641"/>
                  </a:lnTo>
                  <a:lnTo>
                    <a:pt x="0" y="191788"/>
                  </a:lnTo>
                  <a:lnTo>
                    <a:pt x="1743" y="146214"/>
                  </a:lnTo>
                  <a:lnTo>
                    <a:pt x="8106" y="105225"/>
                  </a:lnTo>
                  <a:lnTo>
                    <a:pt x="41475" y="40535"/>
                  </a:lnTo>
                  <a:lnTo>
                    <a:pt x="113681" y="4798"/>
                  </a:lnTo>
                  <a:lnTo>
                    <a:pt x="168591" y="0"/>
                  </a:lnTo>
                  <a:lnTo>
                    <a:pt x="223448" y="4798"/>
                  </a:lnTo>
                  <a:lnTo>
                    <a:pt x="265217" y="18605"/>
                  </a:lnTo>
                  <a:lnTo>
                    <a:pt x="316267" y="69703"/>
                  </a:lnTo>
                  <a:lnTo>
                    <a:pt x="335298" y="146214"/>
                  </a:lnTo>
                  <a:lnTo>
                    <a:pt x="337041" y="191788"/>
                  </a:lnTo>
                  <a:lnTo>
                    <a:pt x="334764" y="224641"/>
                  </a:lnTo>
                  <a:lnTo>
                    <a:pt x="328197" y="266705"/>
                  </a:lnTo>
                  <a:lnTo>
                    <a:pt x="317735" y="314996"/>
                  </a:lnTo>
                  <a:lnTo>
                    <a:pt x="303772" y="366531"/>
                  </a:lnTo>
                  <a:lnTo>
                    <a:pt x="286704" y="418324"/>
                  </a:lnTo>
                  <a:lnTo>
                    <a:pt x="266924" y="467392"/>
                  </a:lnTo>
                  <a:lnTo>
                    <a:pt x="244828" y="510751"/>
                  </a:lnTo>
                  <a:lnTo>
                    <a:pt x="220811" y="545416"/>
                  </a:lnTo>
                  <a:lnTo>
                    <a:pt x="168591" y="576730"/>
                  </a:lnTo>
                  <a:lnTo>
                    <a:pt x="141911" y="568404"/>
                  </a:lnTo>
                  <a:lnTo>
                    <a:pt x="92323" y="510751"/>
                  </a:lnTo>
                  <a:lnTo>
                    <a:pt x="70208" y="467392"/>
                  </a:lnTo>
                  <a:lnTo>
                    <a:pt x="50407" y="418324"/>
                  </a:lnTo>
                  <a:lnTo>
                    <a:pt x="33318" y="366531"/>
                  </a:lnTo>
                  <a:lnTo>
                    <a:pt x="19336" y="314996"/>
                  </a:lnTo>
                  <a:lnTo>
                    <a:pt x="8858" y="266705"/>
                  </a:lnTo>
                  <a:lnTo>
                    <a:pt x="2280" y="224641"/>
                  </a:lnTo>
                  <a:lnTo>
                    <a:pt x="0" y="191788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4800384" y="4717135"/>
              <a:ext cx="29209" cy="191135"/>
            </a:xfrm>
            <a:custGeom>
              <a:avLst/>
              <a:gdLst/>
              <a:ahLst/>
              <a:cxnLst/>
              <a:rect l="l" t="t" r="r" b="b"/>
              <a:pathLst>
                <a:path w="29210" h="191135">
                  <a:moveTo>
                    <a:pt x="29095" y="1206"/>
                  </a:moveTo>
                  <a:lnTo>
                    <a:pt x="28994" y="406"/>
                  </a:lnTo>
                  <a:lnTo>
                    <a:pt x="28841" y="254"/>
                  </a:lnTo>
                  <a:lnTo>
                    <a:pt x="28663" y="101"/>
                  </a:lnTo>
                  <a:lnTo>
                    <a:pt x="28384" y="101"/>
                  </a:lnTo>
                  <a:lnTo>
                    <a:pt x="28105" y="0"/>
                  </a:lnTo>
                  <a:lnTo>
                    <a:pt x="27863" y="101"/>
                  </a:lnTo>
                  <a:lnTo>
                    <a:pt x="27533" y="241"/>
                  </a:lnTo>
                  <a:lnTo>
                    <a:pt x="27495" y="393"/>
                  </a:lnTo>
                  <a:lnTo>
                    <a:pt x="27432" y="3365"/>
                  </a:lnTo>
                  <a:lnTo>
                    <a:pt x="27393" y="3517"/>
                  </a:lnTo>
                  <a:lnTo>
                    <a:pt x="27393" y="711"/>
                  </a:lnTo>
                  <a:lnTo>
                    <a:pt x="26263" y="4279"/>
                  </a:lnTo>
                  <a:lnTo>
                    <a:pt x="24688" y="9017"/>
                  </a:lnTo>
                  <a:lnTo>
                    <a:pt x="23164" y="13881"/>
                  </a:lnTo>
                  <a:lnTo>
                    <a:pt x="21043" y="20320"/>
                  </a:lnTo>
                  <a:lnTo>
                    <a:pt x="18783" y="27393"/>
                  </a:lnTo>
                  <a:lnTo>
                    <a:pt x="13703" y="42913"/>
                  </a:lnTo>
                  <a:lnTo>
                    <a:pt x="8763" y="58420"/>
                  </a:lnTo>
                  <a:lnTo>
                    <a:pt x="6362" y="65506"/>
                  </a:lnTo>
                  <a:lnTo>
                    <a:pt x="4076" y="72478"/>
                  </a:lnTo>
                  <a:lnTo>
                    <a:pt x="2501" y="77457"/>
                  </a:lnTo>
                  <a:lnTo>
                    <a:pt x="0" y="85128"/>
                  </a:lnTo>
                  <a:lnTo>
                    <a:pt x="1270" y="86093"/>
                  </a:lnTo>
                  <a:lnTo>
                    <a:pt x="1981" y="85674"/>
                  </a:lnTo>
                  <a:lnTo>
                    <a:pt x="3530" y="84366"/>
                  </a:lnTo>
                  <a:lnTo>
                    <a:pt x="6032" y="82765"/>
                  </a:lnTo>
                  <a:lnTo>
                    <a:pt x="9550" y="80886"/>
                  </a:lnTo>
                  <a:lnTo>
                    <a:pt x="13563" y="78994"/>
                  </a:lnTo>
                  <a:lnTo>
                    <a:pt x="18135" y="77355"/>
                  </a:lnTo>
                  <a:lnTo>
                    <a:pt x="19773" y="76936"/>
                  </a:lnTo>
                  <a:lnTo>
                    <a:pt x="19773" y="190919"/>
                  </a:lnTo>
                  <a:lnTo>
                    <a:pt x="28244" y="190919"/>
                  </a:lnTo>
                  <a:lnTo>
                    <a:pt x="28244" y="75679"/>
                  </a:lnTo>
                  <a:lnTo>
                    <a:pt x="29095" y="74841"/>
                  </a:lnTo>
                  <a:lnTo>
                    <a:pt x="29095" y="74002"/>
                  </a:lnTo>
                  <a:lnTo>
                    <a:pt x="29095" y="1206"/>
                  </a:lnTo>
                  <a:close/>
                </a:path>
                <a:path w="29210" h="191135">
                  <a:moveTo>
                    <a:pt x="29171" y="939"/>
                  </a:moveTo>
                  <a:lnTo>
                    <a:pt x="29095" y="533"/>
                  </a:lnTo>
                  <a:lnTo>
                    <a:pt x="29095" y="1206"/>
                  </a:lnTo>
                  <a:lnTo>
                    <a:pt x="29171" y="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1" name="object 41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750126" y="5188830"/>
              <a:ext cx="163790" cy="190985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4154398" y="5202732"/>
              <a:ext cx="29209" cy="191135"/>
            </a:xfrm>
            <a:custGeom>
              <a:avLst/>
              <a:gdLst/>
              <a:ahLst/>
              <a:cxnLst/>
              <a:rect l="l" t="t" r="r" b="b"/>
              <a:pathLst>
                <a:path w="29210" h="191135">
                  <a:moveTo>
                    <a:pt x="292" y="84175"/>
                  </a:moveTo>
                  <a:close/>
                </a:path>
                <a:path w="29210" h="191135">
                  <a:moveTo>
                    <a:pt x="27876" y="88"/>
                  </a:moveTo>
                  <a:close/>
                </a:path>
                <a:path w="29210" h="191135">
                  <a:moveTo>
                    <a:pt x="28841" y="254"/>
                  </a:moveTo>
                  <a:lnTo>
                    <a:pt x="28663" y="88"/>
                  </a:lnTo>
                  <a:lnTo>
                    <a:pt x="28384" y="88"/>
                  </a:lnTo>
                  <a:lnTo>
                    <a:pt x="28790" y="241"/>
                  </a:lnTo>
                  <a:close/>
                </a:path>
                <a:path w="29210" h="191135">
                  <a:moveTo>
                    <a:pt x="29095" y="1206"/>
                  </a:moveTo>
                  <a:lnTo>
                    <a:pt x="28994" y="393"/>
                  </a:lnTo>
                  <a:lnTo>
                    <a:pt x="28841" y="254"/>
                  </a:lnTo>
                  <a:lnTo>
                    <a:pt x="28105" y="0"/>
                  </a:lnTo>
                  <a:lnTo>
                    <a:pt x="27774" y="139"/>
                  </a:lnTo>
                  <a:lnTo>
                    <a:pt x="27533" y="241"/>
                  </a:lnTo>
                  <a:lnTo>
                    <a:pt x="27495" y="393"/>
                  </a:lnTo>
                  <a:lnTo>
                    <a:pt x="27444" y="2933"/>
                  </a:lnTo>
                  <a:lnTo>
                    <a:pt x="27393" y="3111"/>
                  </a:lnTo>
                  <a:lnTo>
                    <a:pt x="27393" y="698"/>
                  </a:lnTo>
                  <a:lnTo>
                    <a:pt x="26263" y="4279"/>
                  </a:lnTo>
                  <a:lnTo>
                    <a:pt x="24688" y="9017"/>
                  </a:lnTo>
                  <a:lnTo>
                    <a:pt x="23164" y="13868"/>
                  </a:lnTo>
                  <a:lnTo>
                    <a:pt x="21043" y="20320"/>
                  </a:lnTo>
                  <a:lnTo>
                    <a:pt x="18783" y="27381"/>
                  </a:lnTo>
                  <a:lnTo>
                    <a:pt x="13703" y="42913"/>
                  </a:lnTo>
                  <a:lnTo>
                    <a:pt x="8763" y="58420"/>
                  </a:lnTo>
                  <a:lnTo>
                    <a:pt x="6362" y="65506"/>
                  </a:lnTo>
                  <a:lnTo>
                    <a:pt x="4076" y="72466"/>
                  </a:lnTo>
                  <a:lnTo>
                    <a:pt x="2501" y="77457"/>
                  </a:lnTo>
                  <a:lnTo>
                    <a:pt x="0" y="85128"/>
                  </a:lnTo>
                  <a:lnTo>
                    <a:pt x="1270" y="86093"/>
                  </a:lnTo>
                  <a:lnTo>
                    <a:pt x="1981" y="85674"/>
                  </a:lnTo>
                  <a:lnTo>
                    <a:pt x="3530" y="84366"/>
                  </a:lnTo>
                  <a:lnTo>
                    <a:pt x="6032" y="82753"/>
                  </a:lnTo>
                  <a:lnTo>
                    <a:pt x="9550" y="80886"/>
                  </a:lnTo>
                  <a:lnTo>
                    <a:pt x="13563" y="78981"/>
                  </a:lnTo>
                  <a:lnTo>
                    <a:pt x="18135" y="77355"/>
                  </a:lnTo>
                  <a:lnTo>
                    <a:pt x="19773" y="76936"/>
                  </a:lnTo>
                  <a:lnTo>
                    <a:pt x="19773" y="190906"/>
                  </a:lnTo>
                  <a:lnTo>
                    <a:pt x="28244" y="190906"/>
                  </a:lnTo>
                  <a:lnTo>
                    <a:pt x="28244" y="75679"/>
                  </a:lnTo>
                  <a:lnTo>
                    <a:pt x="29095" y="74828"/>
                  </a:lnTo>
                  <a:lnTo>
                    <a:pt x="29095" y="74002"/>
                  </a:lnTo>
                  <a:lnTo>
                    <a:pt x="29095" y="1206"/>
                  </a:lnTo>
                  <a:close/>
                </a:path>
                <a:path w="29210" h="191135">
                  <a:moveTo>
                    <a:pt x="29171" y="939"/>
                  </a:moveTo>
                  <a:lnTo>
                    <a:pt x="29095" y="533"/>
                  </a:lnTo>
                  <a:lnTo>
                    <a:pt x="29095" y="1206"/>
                  </a:lnTo>
                  <a:lnTo>
                    <a:pt x="29171" y="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4653264" y="5435511"/>
              <a:ext cx="337185" cy="577215"/>
            </a:xfrm>
            <a:custGeom>
              <a:avLst/>
              <a:gdLst/>
              <a:ahLst/>
              <a:cxnLst/>
              <a:rect l="l" t="t" r="r" b="b"/>
              <a:pathLst>
                <a:path w="337185" h="577214">
                  <a:moveTo>
                    <a:pt x="168591" y="0"/>
                  </a:moveTo>
                  <a:lnTo>
                    <a:pt x="125243" y="21661"/>
                  </a:lnTo>
                  <a:lnTo>
                    <a:pt x="91496" y="67462"/>
                  </a:lnTo>
                  <a:lnTo>
                    <a:pt x="61421" y="129913"/>
                  </a:lnTo>
                  <a:lnTo>
                    <a:pt x="36146" y="200937"/>
                  </a:lnTo>
                  <a:lnTo>
                    <a:pt x="16802" y="272495"/>
                  </a:lnTo>
                  <a:lnTo>
                    <a:pt x="4377" y="336509"/>
                  </a:lnTo>
                  <a:lnTo>
                    <a:pt x="0" y="384941"/>
                  </a:lnTo>
                  <a:lnTo>
                    <a:pt x="988" y="418567"/>
                  </a:lnTo>
                  <a:lnTo>
                    <a:pt x="9319" y="476148"/>
                  </a:lnTo>
                  <a:lnTo>
                    <a:pt x="30357" y="522906"/>
                  </a:lnTo>
                  <a:lnTo>
                    <a:pt x="68763" y="556428"/>
                  </a:lnTo>
                  <a:lnTo>
                    <a:pt x="128914" y="574334"/>
                  </a:lnTo>
                  <a:lnTo>
                    <a:pt x="168591" y="576685"/>
                  </a:lnTo>
                  <a:lnTo>
                    <a:pt x="209962" y="574117"/>
                  </a:lnTo>
                  <a:lnTo>
                    <a:pt x="269548" y="555825"/>
                  </a:lnTo>
                  <a:lnTo>
                    <a:pt x="307389" y="521977"/>
                  </a:lnTo>
                  <a:lnTo>
                    <a:pt x="328145" y="474952"/>
                  </a:lnTo>
                  <a:lnTo>
                    <a:pt x="336194" y="417131"/>
                  </a:lnTo>
                  <a:lnTo>
                    <a:pt x="337041" y="384941"/>
                  </a:lnTo>
                  <a:lnTo>
                    <a:pt x="336900" y="377679"/>
                  </a:lnTo>
                  <a:lnTo>
                    <a:pt x="330969" y="325826"/>
                  </a:lnTo>
                  <a:lnTo>
                    <a:pt x="317273" y="259841"/>
                  </a:lnTo>
                  <a:lnTo>
                    <a:pt x="284374" y="151997"/>
                  </a:lnTo>
                  <a:lnTo>
                    <a:pt x="255710" y="85942"/>
                  </a:lnTo>
                  <a:lnTo>
                    <a:pt x="222952" y="33963"/>
                  </a:lnTo>
                  <a:lnTo>
                    <a:pt x="187229" y="4109"/>
                  </a:lnTo>
                  <a:lnTo>
                    <a:pt x="16859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4653264" y="5435511"/>
              <a:ext cx="337185" cy="577215"/>
            </a:xfrm>
            <a:custGeom>
              <a:avLst/>
              <a:gdLst/>
              <a:ahLst/>
              <a:cxnLst/>
              <a:rect l="l" t="t" r="r" b="b"/>
              <a:pathLst>
                <a:path w="337185" h="577214">
                  <a:moveTo>
                    <a:pt x="168591" y="0"/>
                  </a:moveTo>
                  <a:lnTo>
                    <a:pt x="220811" y="31314"/>
                  </a:lnTo>
                  <a:lnTo>
                    <a:pt x="244828" y="65981"/>
                  </a:lnTo>
                  <a:lnTo>
                    <a:pt x="266924" y="109341"/>
                  </a:lnTo>
                  <a:lnTo>
                    <a:pt x="286704" y="158410"/>
                  </a:lnTo>
                  <a:lnTo>
                    <a:pt x="303772" y="210204"/>
                  </a:lnTo>
                  <a:lnTo>
                    <a:pt x="317735" y="261739"/>
                  </a:lnTo>
                  <a:lnTo>
                    <a:pt x="328197" y="310030"/>
                  </a:lnTo>
                  <a:lnTo>
                    <a:pt x="334764" y="352092"/>
                  </a:lnTo>
                  <a:lnTo>
                    <a:pt x="337041" y="384941"/>
                  </a:lnTo>
                  <a:lnTo>
                    <a:pt x="335298" y="430516"/>
                  </a:lnTo>
                  <a:lnTo>
                    <a:pt x="328938" y="471502"/>
                  </a:lnTo>
                  <a:lnTo>
                    <a:pt x="295592" y="536171"/>
                  </a:lnTo>
                  <a:lnTo>
                    <a:pt x="223448" y="571889"/>
                  </a:lnTo>
                  <a:lnTo>
                    <a:pt x="168591" y="576685"/>
                  </a:lnTo>
                  <a:lnTo>
                    <a:pt x="113681" y="571889"/>
                  </a:lnTo>
                  <a:lnTo>
                    <a:pt x="71875" y="558090"/>
                  </a:lnTo>
                  <a:lnTo>
                    <a:pt x="20784" y="507014"/>
                  </a:lnTo>
                  <a:lnTo>
                    <a:pt x="1743" y="430516"/>
                  </a:lnTo>
                  <a:lnTo>
                    <a:pt x="0" y="384941"/>
                  </a:lnTo>
                  <a:lnTo>
                    <a:pt x="2280" y="352092"/>
                  </a:lnTo>
                  <a:lnTo>
                    <a:pt x="8858" y="310030"/>
                  </a:lnTo>
                  <a:lnTo>
                    <a:pt x="19336" y="261739"/>
                  </a:lnTo>
                  <a:lnTo>
                    <a:pt x="33318" y="210204"/>
                  </a:lnTo>
                  <a:lnTo>
                    <a:pt x="50407" y="158410"/>
                  </a:lnTo>
                  <a:lnTo>
                    <a:pt x="70208" y="109341"/>
                  </a:lnTo>
                  <a:lnTo>
                    <a:pt x="92323" y="65981"/>
                  </a:lnTo>
                  <a:lnTo>
                    <a:pt x="116356" y="31314"/>
                  </a:lnTo>
                  <a:lnTo>
                    <a:pt x="168591" y="0"/>
                  </a:lnTo>
                  <a:lnTo>
                    <a:pt x="195267" y="8326"/>
                  </a:lnTo>
                  <a:lnTo>
                    <a:pt x="244828" y="65981"/>
                  </a:lnTo>
                  <a:lnTo>
                    <a:pt x="266924" y="109341"/>
                  </a:lnTo>
                  <a:lnTo>
                    <a:pt x="286704" y="158410"/>
                  </a:lnTo>
                  <a:lnTo>
                    <a:pt x="303772" y="210204"/>
                  </a:lnTo>
                  <a:lnTo>
                    <a:pt x="317735" y="261739"/>
                  </a:lnTo>
                  <a:lnTo>
                    <a:pt x="328197" y="310030"/>
                  </a:lnTo>
                  <a:lnTo>
                    <a:pt x="334764" y="352092"/>
                  </a:lnTo>
                  <a:lnTo>
                    <a:pt x="337041" y="384941"/>
                  </a:lnTo>
                </a:path>
              </a:pathLst>
            </a:custGeom>
            <a:ln w="31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4653264" y="5435511"/>
              <a:ext cx="337185" cy="577215"/>
            </a:xfrm>
            <a:custGeom>
              <a:avLst/>
              <a:gdLst/>
              <a:ahLst/>
              <a:cxnLst/>
              <a:rect l="l" t="t" r="r" b="b"/>
              <a:pathLst>
                <a:path w="337185" h="577214">
                  <a:moveTo>
                    <a:pt x="168591" y="0"/>
                  </a:moveTo>
                  <a:lnTo>
                    <a:pt x="220811" y="31314"/>
                  </a:lnTo>
                  <a:lnTo>
                    <a:pt x="244828" y="65981"/>
                  </a:lnTo>
                  <a:lnTo>
                    <a:pt x="266924" y="109341"/>
                  </a:lnTo>
                  <a:lnTo>
                    <a:pt x="286704" y="158410"/>
                  </a:lnTo>
                  <a:lnTo>
                    <a:pt x="303772" y="210204"/>
                  </a:lnTo>
                  <a:lnTo>
                    <a:pt x="317735" y="261739"/>
                  </a:lnTo>
                  <a:lnTo>
                    <a:pt x="328197" y="310030"/>
                  </a:lnTo>
                  <a:lnTo>
                    <a:pt x="334764" y="352092"/>
                  </a:lnTo>
                  <a:lnTo>
                    <a:pt x="337041" y="384941"/>
                  </a:lnTo>
                  <a:lnTo>
                    <a:pt x="335298" y="430516"/>
                  </a:lnTo>
                  <a:lnTo>
                    <a:pt x="328938" y="471502"/>
                  </a:lnTo>
                  <a:lnTo>
                    <a:pt x="295592" y="536171"/>
                  </a:lnTo>
                  <a:lnTo>
                    <a:pt x="223448" y="571889"/>
                  </a:lnTo>
                  <a:lnTo>
                    <a:pt x="168591" y="576685"/>
                  </a:lnTo>
                  <a:lnTo>
                    <a:pt x="113681" y="571889"/>
                  </a:lnTo>
                  <a:lnTo>
                    <a:pt x="71875" y="558090"/>
                  </a:lnTo>
                  <a:lnTo>
                    <a:pt x="20784" y="507014"/>
                  </a:lnTo>
                  <a:lnTo>
                    <a:pt x="1743" y="430516"/>
                  </a:lnTo>
                  <a:lnTo>
                    <a:pt x="0" y="384941"/>
                  </a:lnTo>
                  <a:lnTo>
                    <a:pt x="2280" y="352092"/>
                  </a:lnTo>
                  <a:lnTo>
                    <a:pt x="8858" y="310030"/>
                  </a:lnTo>
                  <a:lnTo>
                    <a:pt x="19336" y="261739"/>
                  </a:lnTo>
                  <a:lnTo>
                    <a:pt x="33318" y="210204"/>
                  </a:lnTo>
                  <a:lnTo>
                    <a:pt x="50407" y="158410"/>
                  </a:lnTo>
                  <a:lnTo>
                    <a:pt x="70208" y="109341"/>
                  </a:lnTo>
                  <a:lnTo>
                    <a:pt x="92323" y="65981"/>
                  </a:lnTo>
                  <a:lnTo>
                    <a:pt x="116356" y="31314"/>
                  </a:lnTo>
                  <a:lnTo>
                    <a:pt x="168591" y="0"/>
                  </a:lnTo>
                  <a:lnTo>
                    <a:pt x="195267" y="8326"/>
                  </a:lnTo>
                  <a:lnTo>
                    <a:pt x="244828" y="65981"/>
                  </a:lnTo>
                  <a:lnTo>
                    <a:pt x="266924" y="109341"/>
                  </a:lnTo>
                  <a:lnTo>
                    <a:pt x="286704" y="158410"/>
                  </a:lnTo>
                  <a:lnTo>
                    <a:pt x="303772" y="210204"/>
                  </a:lnTo>
                  <a:lnTo>
                    <a:pt x="317735" y="261739"/>
                  </a:lnTo>
                  <a:lnTo>
                    <a:pt x="328197" y="310030"/>
                  </a:lnTo>
                  <a:lnTo>
                    <a:pt x="334764" y="352092"/>
                  </a:lnTo>
                  <a:lnTo>
                    <a:pt x="337041" y="384941"/>
                  </a:lnTo>
                </a:path>
              </a:pathLst>
            </a:custGeom>
            <a:ln w="846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6" name="object 46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3340129" y="4632973"/>
              <a:ext cx="336829" cy="576730"/>
            </a:xfrm>
            <a:prstGeom prst="rect">
              <a:avLst/>
            </a:prstGeom>
          </p:spPr>
        </p:pic>
        <p:sp>
          <p:nvSpPr>
            <p:cNvPr id="47" name="object 47"/>
            <p:cNvSpPr/>
            <p:nvPr/>
          </p:nvSpPr>
          <p:spPr>
            <a:xfrm>
              <a:off x="3339974" y="4632973"/>
              <a:ext cx="337185" cy="577215"/>
            </a:xfrm>
            <a:custGeom>
              <a:avLst/>
              <a:gdLst/>
              <a:ahLst/>
              <a:cxnLst/>
              <a:rect l="l" t="t" r="r" b="b"/>
              <a:pathLst>
                <a:path w="337185" h="577214">
                  <a:moveTo>
                    <a:pt x="168492" y="576730"/>
                  </a:moveTo>
                  <a:lnTo>
                    <a:pt x="116257" y="545416"/>
                  </a:lnTo>
                  <a:lnTo>
                    <a:pt x="92233" y="510751"/>
                  </a:lnTo>
                  <a:lnTo>
                    <a:pt x="70132" y="467392"/>
                  </a:lnTo>
                  <a:lnTo>
                    <a:pt x="50347" y="418324"/>
                  </a:lnTo>
                  <a:lnTo>
                    <a:pt x="33275" y="366531"/>
                  </a:lnTo>
                  <a:lnTo>
                    <a:pt x="19309" y="314996"/>
                  </a:lnTo>
                  <a:lnTo>
                    <a:pt x="8845" y="266705"/>
                  </a:lnTo>
                  <a:lnTo>
                    <a:pt x="2277" y="224641"/>
                  </a:lnTo>
                  <a:lnTo>
                    <a:pt x="0" y="191788"/>
                  </a:lnTo>
                  <a:lnTo>
                    <a:pt x="1743" y="146210"/>
                  </a:lnTo>
                  <a:lnTo>
                    <a:pt x="8104" y="105219"/>
                  </a:lnTo>
                  <a:lnTo>
                    <a:pt x="41456" y="40531"/>
                  </a:lnTo>
                  <a:lnTo>
                    <a:pt x="113619" y="4798"/>
                  </a:lnTo>
                  <a:lnTo>
                    <a:pt x="168492" y="0"/>
                  </a:lnTo>
                  <a:lnTo>
                    <a:pt x="223365" y="4798"/>
                  </a:lnTo>
                  <a:lnTo>
                    <a:pt x="265145" y="18603"/>
                  </a:lnTo>
                  <a:lnTo>
                    <a:pt x="316208" y="69697"/>
                  </a:lnTo>
                  <a:lnTo>
                    <a:pt x="335241" y="146210"/>
                  </a:lnTo>
                  <a:lnTo>
                    <a:pt x="336985" y="191788"/>
                  </a:lnTo>
                  <a:lnTo>
                    <a:pt x="334707" y="224641"/>
                  </a:lnTo>
                  <a:lnTo>
                    <a:pt x="328139" y="266705"/>
                  </a:lnTo>
                  <a:lnTo>
                    <a:pt x="317675" y="314996"/>
                  </a:lnTo>
                  <a:lnTo>
                    <a:pt x="303709" y="366531"/>
                  </a:lnTo>
                  <a:lnTo>
                    <a:pt x="286637" y="418324"/>
                  </a:lnTo>
                  <a:lnTo>
                    <a:pt x="266852" y="467392"/>
                  </a:lnTo>
                  <a:lnTo>
                    <a:pt x="244751" y="510751"/>
                  </a:lnTo>
                  <a:lnTo>
                    <a:pt x="220727" y="545416"/>
                  </a:lnTo>
                  <a:lnTo>
                    <a:pt x="168492" y="576730"/>
                  </a:lnTo>
                  <a:lnTo>
                    <a:pt x="141808" y="568404"/>
                  </a:lnTo>
                  <a:lnTo>
                    <a:pt x="92233" y="510751"/>
                  </a:lnTo>
                  <a:lnTo>
                    <a:pt x="70132" y="467392"/>
                  </a:lnTo>
                  <a:lnTo>
                    <a:pt x="50347" y="418324"/>
                  </a:lnTo>
                  <a:lnTo>
                    <a:pt x="33275" y="366531"/>
                  </a:lnTo>
                  <a:lnTo>
                    <a:pt x="19309" y="314996"/>
                  </a:lnTo>
                  <a:lnTo>
                    <a:pt x="8845" y="266705"/>
                  </a:lnTo>
                  <a:lnTo>
                    <a:pt x="2277" y="224641"/>
                  </a:lnTo>
                  <a:lnTo>
                    <a:pt x="0" y="191788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3513899" y="4769916"/>
              <a:ext cx="27940" cy="191135"/>
            </a:xfrm>
            <a:custGeom>
              <a:avLst/>
              <a:gdLst/>
              <a:ahLst/>
              <a:cxnLst/>
              <a:rect l="l" t="t" r="r" b="b"/>
              <a:pathLst>
                <a:path w="27939" h="191135">
                  <a:moveTo>
                    <a:pt x="27381" y="85128"/>
                  </a:moveTo>
                  <a:lnTo>
                    <a:pt x="27063" y="84226"/>
                  </a:lnTo>
                  <a:lnTo>
                    <a:pt x="26123" y="80873"/>
                  </a:lnTo>
                  <a:lnTo>
                    <a:pt x="25044" y="77304"/>
                  </a:lnTo>
                  <a:lnTo>
                    <a:pt x="23368" y="71970"/>
                  </a:lnTo>
                  <a:lnTo>
                    <a:pt x="21463" y="65519"/>
                  </a:lnTo>
                  <a:lnTo>
                    <a:pt x="19227" y="58445"/>
                  </a:lnTo>
                  <a:lnTo>
                    <a:pt x="14452" y="42926"/>
                  </a:lnTo>
                  <a:lnTo>
                    <a:pt x="9956" y="27901"/>
                  </a:lnTo>
                  <a:lnTo>
                    <a:pt x="7581" y="20320"/>
                  </a:lnTo>
                  <a:lnTo>
                    <a:pt x="5816" y="14389"/>
                  </a:lnTo>
                  <a:lnTo>
                    <a:pt x="3975" y="8496"/>
                  </a:lnTo>
                  <a:lnTo>
                    <a:pt x="2705" y="4292"/>
                  </a:lnTo>
                  <a:lnTo>
                    <a:pt x="1968" y="1676"/>
                  </a:lnTo>
                  <a:lnTo>
                    <a:pt x="1689" y="838"/>
                  </a:lnTo>
                  <a:lnTo>
                    <a:pt x="1689" y="3822"/>
                  </a:lnTo>
                  <a:lnTo>
                    <a:pt x="1625" y="3644"/>
                  </a:lnTo>
                  <a:lnTo>
                    <a:pt x="1574" y="508"/>
                  </a:lnTo>
                  <a:lnTo>
                    <a:pt x="1689" y="838"/>
                  </a:lnTo>
                  <a:lnTo>
                    <a:pt x="1612" y="406"/>
                  </a:lnTo>
                  <a:lnTo>
                    <a:pt x="1447" y="241"/>
                  </a:lnTo>
                  <a:lnTo>
                    <a:pt x="1308" y="101"/>
                  </a:lnTo>
                  <a:lnTo>
                    <a:pt x="1016" y="0"/>
                  </a:lnTo>
                  <a:lnTo>
                    <a:pt x="723" y="101"/>
                  </a:lnTo>
                  <a:lnTo>
                    <a:pt x="368" y="101"/>
                  </a:lnTo>
                  <a:lnTo>
                    <a:pt x="203" y="266"/>
                  </a:lnTo>
                  <a:lnTo>
                    <a:pt x="76" y="406"/>
                  </a:lnTo>
                  <a:lnTo>
                    <a:pt x="0" y="1117"/>
                  </a:lnTo>
                  <a:lnTo>
                    <a:pt x="0" y="74841"/>
                  </a:lnTo>
                  <a:lnTo>
                    <a:pt x="749" y="75679"/>
                  </a:lnTo>
                  <a:lnTo>
                    <a:pt x="800" y="190919"/>
                  </a:lnTo>
                  <a:lnTo>
                    <a:pt x="9271" y="190919"/>
                  </a:lnTo>
                  <a:lnTo>
                    <a:pt x="9271" y="77609"/>
                  </a:lnTo>
                  <a:lnTo>
                    <a:pt x="16865" y="80873"/>
                  </a:lnTo>
                  <a:lnTo>
                    <a:pt x="20574" y="82778"/>
                  </a:lnTo>
                  <a:lnTo>
                    <a:pt x="23469" y="84429"/>
                  </a:lnTo>
                  <a:lnTo>
                    <a:pt x="25361" y="85674"/>
                  </a:lnTo>
                  <a:lnTo>
                    <a:pt x="26149" y="86131"/>
                  </a:lnTo>
                  <a:lnTo>
                    <a:pt x="26720" y="85661"/>
                  </a:lnTo>
                  <a:lnTo>
                    <a:pt x="27381" y="851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9" name="object 4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428012" y="5241612"/>
              <a:ext cx="163776" cy="190985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3353854" y="5488293"/>
              <a:ext cx="336550" cy="577215"/>
            </a:xfrm>
            <a:custGeom>
              <a:avLst/>
              <a:gdLst/>
              <a:ahLst/>
              <a:cxnLst/>
              <a:rect l="l" t="t" r="r" b="b"/>
              <a:pathLst>
                <a:path w="336550" h="577214">
                  <a:moveTo>
                    <a:pt x="167602" y="0"/>
                  </a:moveTo>
                  <a:lnTo>
                    <a:pt x="124283" y="21661"/>
                  </a:lnTo>
                  <a:lnTo>
                    <a:pt x="90480" y="67462"/>
                  </a:lnTo>
                  <a:lnTo>
                    <a:pt x="60433" y="129913"/>
                  </a:lnTo>
                  <a:lnTo>
                    <a:pt x="35200" y="200937"/>
                  </a:lnTo>
                  <a:lnTo>
                    <a:pt x="15856" y="272495"/>
                  </a:lnTo>
                  <a:lnTo>
                    <a:pt x="3473" y="336509"/>
                  </a:lnTo>
                  <a:lnTo>
                    <a:pt x="0" y="418567"/>
                  </a:lnTo>
                  <a:lnTo>
                    <a:pt x="2894" y="448561"/>
                  </a:lnTo>
                  <a:lnTo>
                    <a:pt x="17056" y="501033"/>
                  </a:lnTo>
                  <a:lnTo>
                    <a:pt x="46157" y="541470"/>
                  </a:lnTo>
                  <a:lnTo>
                    <a:pt x="94815" y="567484"/>
                  </a:lnTo>
                  <a:lnTo>
                    <a:pt x="167602" y="576685"/>
                  </a:lnTo>
                  <a:lnTo>
                    <a:pt x="208945" y="574117"/>
                  </a:lnTo>
                  <a:lnTo>
                    <a:pt x="268545" y="555825"/>
                  </a:lnTo>
                  <a:lnTo>
                    <a:pt x="306401" y="521973"/>
                  </a:lnTo>
                  <a:lnTo>
                    <a:pt x="327129" y="474952"/>
                  </a:lnTo>
                  <a:lnTo>
                    <a:pt x="335276" y="417131"/>
                  </a:lnTo>
                  <a:lnTo>
                    <a:pt x="335940" y="377679"/>
                  </a:lnTo>
                  <a:lnTo>
                    <a:pt x="334033" y="354018"/>
                  </a:lnTo>
                  <a:lnTo>
                    <a:pt x="324093" y="294100"/>
                  </a:lnTo>
                  <a:lnTo>
                    <a:pt x="306853" y="224062"/>
                  </a:lnTo>
                  <a:lnTo>
                    <a:pt x="283385" y="151997"/>
                  </a:lnTo>
                  <a:lnTo>
                    <a:pt x="254750" y="85942"/>
                  </a:lnTo>
                  <a:lnTo>
                    <a:pt x="222035" y="33963"/>
                  </a:lnTo>
                  <a:lnTo>
                    <a:pt x="186283" y="4109"/>
                  </a:lnTo>
                  <a:lnTo>
                    <a:pt x="1676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3352964" y="5488293"/>
              <a:ext cx="337185" cy="577215"/>
            </a:xfrm>
            <a:custGeom>
              <a:avLst/>
              <a:gdLst/>
              <a:ahLst/>
              <a:cxnLst/>
              <a:rect l="l" t="t" r="r" b="b"/>
              <a:pathLst>
                <a:path w="337185" h="577214">
                  <a:moveTo>
                    <a:pt x="168492" y="0"/>
                  </a:moveTo>
                  <a:lnTo>
                    <a:pt x="220727" y="31314"/>
                  </a:lnTo>
                  <a:lnTo>
                    <a:pt x="244751" y="65981"/>
                  </a:lnTo>
                  <a:lnTo>
                    <a:pt x="266852" y="109341"/>
                  </a:lnTo>
                  <a:lnTo>
                    <a:pt x="286637" y="158410"/>
                  </a:lnTo>
                  <a:lnTo>
                    <a:pt x="303709" y="210204"/>
                  </a:lnTo>
                  <a:lnTo>
                    <a:pt x="317675" y="261739"/>
                  </a:lnTo>
                  <a:lnTo>
                    <a:pt x="328139" y="310030"/>
                  </a:lnTo>
                  <a:lnTo>
                    <a:pt x="334707" y="352092"/>
                  </a:lnTo>
                  <a:lnTo>
                    <a:pt x="336985" y="384941"/>
                  </a:lnTo>
                  <a:lnTo>
                    <a:pt x="335241" y="430515"/>
                  </a:lnTo>
                  <a:lnTo>
                    <a:pt x="328880" y="471500"/>
                  </a:lnTo>
                  <a:lnTo>
                    <a:pt x="295528" y="536170"/>
                  </a:lnTo>
                  <a:lnTo>
                    <a:pt x="223365" y="571889"/>
                  </a:lnTo>
                  <a:lnTo>
                    <a:pt x="168492" y="576685"/>
                  </a:lnTo>
                  <a:lnTo>
                    <a:pt x="113619" y="571889"/>
                  </a:lnTo>
                  <a:lnTo>
                    <a:pt x="71839" y="558089"/>
                  </a:lnTo>
                  <a:lnTo>
                    <a:pt x="20776" y="507012"/>
                  </a:lnTo>
                  <a:lnTo>
                    <a:pt x="1743" y="430515"/>
                  </a:lnTo>
                  <a:lnTo>
                    <a:pt x="0" y="384941"/>
                  </a:lnTo>
                  <a:lnTo>
                    <a:pt x="2277" y="352092"/>
                  </a:lnTo>
                  <a:lnTo>
                    <a:pt x="8845" y="310030"/>
                  </a:lnTo>
                  <a:lnTo>
                    <a:pt x="19309" y="261739"/>
                  </a:lnTo>
                  <a:lnTo>
                    <a:pt x="33275" y="210204"/>
                  </a:lnTo>
                  <a:lnTo>
                    <a:pt x="50347" y="158410"/>
                  </a:lnTo>
                  <a:lnTo>
                    <a:pt x="70132" y="109341"/>
                  </a:lnTo>
                  <a:lnTo>
                    <a:pt x="92233" y="65981"/>
                  </a:lnTo>
                  <a:lnTo>
                    <a:pt x="116257" y="31314"/>
                  </a:lnTo>
                  <a:lnTo>
                    <a:pt x="168492" y="0"/>
                  </a:lnTo>
                  <a:lnTo>
                    <a:pt x="195176" y="8326"/>
                  </a:lnTo>
                  <a:lnTo>
                    <a:pt x="244751" y="65981"/>
                  </a:lnTo>
                  <a:lnTo>
                    <a:pt x="266852" y="109341"/>
                  </a:lnTo>
                  <a:lnTo>
                    <a:pt x="286637" y="158410"/>
                  </a:lnTo>
                  <a:lnTo>
                    <a:pt x="303709" y="210204"/>
                  </a:lnTo>
                  <a:lnTo>
                    <a:pt x="317675" y="261739"/>
                  </a:lnTo>
                  <a:lnTo>
                    <a:pt x="328139" y="310030"/>
                  </a:lnTo>
                  <a:lnTo>
                    <a:pt x="334707" y="352092"/>
                  </a:lnTo>
                  <a:lnTo>
                    <a:pt x="336985" y="384941"/>
                  </a:lnTo>
                </a:path>
              </a:pathLst>
            </a:custGeom>
            <a:ln w="31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3352964" y="5488293"/>
              <a:ext cx="337185" cy="577215"/>
            </a:xfrm>
            <a:custGeom>
              <a:avLst/>
              <a:gdLst/>
              <a:ahLst/>
              <a:cxnLst/>
              <a:rect l="l" t="t" r="r" b="b"/>
              <a:pathLst>
                <a:path w="337185" h="577214">
                  <a:moveTo>
                    <a:pt x="168492" y="0"/>
                  </a:moveTo>
                  <a:lnTo>
                    <a:pt x="220727" y="31314"/>
                  </a:lnTo>
                  <a:lnTo>
                    <a:pt x="244751" y="65981"/>
                  </a:lnTo>
                  <a:lnTo>
                    <a:pt x="266852" y="109341"/>
                  </a:lnTo>
                  <a:lnTo>
                    <a:pt x="286637" y="158410"/>
                  </a:lnTo>
                  <a:lnTo>
                    <a:pt x="303709" y="210204"/>
                  </a:lnTo>
                  <a:lnTo>
                    <a:pt x="317675" y="261739"/>
                  </a:lnTo>
                  <a:lnTo>
                    <a:pt x="328139" y="310030"/>
                  </a:lnTo>
                  <a:lnTo>
                    <a:pt x="334707" y="352092"/>
                  </a:lnTo>
                  <a:lnTo>
                    <a:pt x="336985" y="384941"/>
                  </a:lnTo>
                  <a:lnTo>
                    <a:pt x="335241" y="430515"/>
                  </a:lnTo>
                  <a:lnTo>
                    <a:pt x="328880" y="471500"/>
                  </a:lnTo>
                  <a:lnTo>
                    <a:pt x="295528" y="536170"/>
                  </a:lnTo>
                  <a:lnTo>
                    <a:pt x="223365" y="571889"/>
                  </a:lnTo>
                  <a:lnTo>
                    <a:pt x="168492" y="576685"/>
                  </a:lnTo>
                  <a:lnTo>
                    <a:pt x="113619" y="571889"/>
                  </a:lnTo>
                  <a:lnTo>
                    <a:pt x="71839" y="558089"/>
                  </a:lnTo>
                  <a:lnTo>
                    <a:pt x="20776" y="507012"/>
                  </a:lnTo>
                  <a:lnTo>
                    <a:pt x="1743" y="430515"/>
                  </a:lnTo>
                  <a:lnTo>
                    <a:pt x="0" y="384941"/>
                  </a:lnTo>
                  <a:lnTo>
                    <a:pt x="2277" y="352092"/>
                  </a:lnTo>
                  <a:lnTo>
                    <a:pt x="8845" y="310030"/>
                  </a:lnTo>
                  <a:lnTo>
                    <a:pt x="19309" y="261739"/>
                  </a:lnTo>
                  <a:lnTo>
                    <a:pt x="33275" y="210204"/>
                  </a:lnTo>
                  <a:lnTo>
                    <a:pt x="50347" y="158410"/>
                  </a:lnTo>
                  <a:lnTo>
                    <a:pt x="70132" y="109341"/>
                  </a:lnTo>
                  <a:lnTo>
                    <a:pt x="92233" y="65981"/>
                  </a:lnTo>
                  <a:lnTo>
                    <a:pt x="116257" y="31314"/>
                  </a:lnTo>
                  <a:lnTo>
                    <a:pt x="168492" y="0"/>
                  </a:lnTo>
                  <a:lnTo>
                    <a:pt x="195176" y="8326"/>
                  </a:lnTo>
                  <a:lnTo>
                    <a:pt x="244751" y="65981"/>
                  </a:lnTo>
                  <a:lnTo>
                    <a:pt x="266852" y="109341"/>
                  </a:lnTo>
                  <a:lnTo>
                    <a:pt x="286637" y="158410"/>
                  </a:lnTo>
                  <a:lnTo>
                    <a:pt x="303709" y="210204"/>
                  </a:lnTo>
                  <a:lnTo>
                    <a:pt x="317675" y="261739"/>
                  </a:lnTo>
                  <a:lnTo>
                    <a:pt x="328139" y="310030"/>
                  </a:lnTo>
                  <a:lnTo>
                    <a:pt x="334707" y="352092"/>
                  </a:lnTo>
                  <a:lnTo>
                    <a:pt x="336985" y="384941"/>
                  </a:lnTo>
                </a:path>
              </a:pathLst>
            </a:custGeom>
            <a:ln w="846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2936582" y="5054942"/>
              <a:ext cx="1336040" cy="339725"/>
            </a:xfrm>
            <a:custGeom>
              <a:avLst/>
              <a:gdLst/>
              <a:ahLst/>
              <a:cxnLst/>
              <a:rect l="l" t="t" r="r" b="b"/>
              <a:pathLst>
                <a:path w="1336039" h="339725">
                  <a:moveTo>
                    <a:pt x="27546" y="292"/>
                  </a:moveTo>
                  <a:lnTo>
                    <a:pt x="27368" y="838"/>
                  </a:lnTo>
                  <a:lnTo>
                    <a:pt x="27546" y="292"/>
                  </a:lnTo>
                  <a:close/>
                </a:path>
                <a:path w="1336039" h="339725">
                  <a:moveTo>
                    <a:pt x="27851" y="88"/>
                  </a:moveTo>
                  <a:lnTo>
                    <a:pt x="27660" y="190"/>
                  </a:lnTo>
                  <a:lnTo>
                    <a:pt x="27851" y="88"/>
                  </a:lnTo>
                  <a:close/>
                </a:path>
                <a:path w="1336039" h="339725">
                  <a:moveTo>
                    <a:pt x="28867" y="266"/>
                  </a:moveTo>
                  <a:lnTo>
                    <a:pt x="28689" y="88"/>
                  </a:lnTo>
                  <a:lnTo>
                    <a:pt x="28346" y="88"/>
                  </a:lnTo>
                  <a:lnTo>
                    <a:pt x="28867" y="266"/>
                  </a:lnTo>
                  <a:close/>
                </a:path>
                <a:path w="1336039" h="339725">
                  <a:moveTo>
                    <a:pt x="29070" y="1066"/>
                  </a:moveTo>
                  <a:lnTo>
                    <a:pt x="28968" y="381"/>
                  </a:lnTo>
                  <a:lnTo>
                    <a:pt x="28054" y="0"/>
                  </a:lnTo>
                  <a:lnTo>
                    <a:pt x="27660" y="190"/>
                  </a:lnTo>
                  <a:lnTo>
                    <a:pt x="27495" y="469"/>
                  </a:lnTo>
                  <a:lnTo>
                    <a:pt x="27432" y="3124"/>
                  </a:lnTo>
                  <a:lnTo>
                    <a:pt x="27368" y="3340"/>
                  </a:lnTo>
                  <a:lnTo>
                    <a:pt x="27368" y="838"/>
                  </a:lnTo>
                  <a:lnTo>
                    <a:pt x="24714" y="9017"/>
                  </a:lnTo>
                  <a:lnTo>
                    <a:pt x="23177" y="13868"/>
                  </a:lnTo>
                  <a:lnTo>
                    <a:pt x="13652" y="42913"/>
                  </a:lnTo>
                  <a:lnTo>
                    <a:pt x="8661" y="58432"/>
                  </a:lnTo>
                  <a:lnTo>
                    <a:pt x="4064" y="72466"/>
                  </a:lnTo>
                  <a:lnTo>
                    <a:pt x="1143" y="81572"/>
                  </a:lnTo>
                  <a:lnTo>
                    <a:pt x="1143" y="84099"/>
                  </a:lnTo>
                  <a:lnTo>
                    <a:pt x="952" y="84264"/>
                  </a:lnTo>
                  <a:lnTo>
                    <a:pt x="317" y="84683"/>
                  </a:lnTo>
                  <a:lnTo>
                    <a:pt x="1054" y="84175"/>
                  </a:lnTo>
                  <a:lnTo>
                    <a:pt x="1143" y="81572"/>
                  </a:lnTo>
                  <a:lnTo>
                    <a:pt x="304" y="84175"/>
                  </a:lnTo>
                  <a:lnTo>
                    <a:pt x="0" y="85128"/>
                  </a:lnTo>
                  <a:lnTo>
                    <a:pt x="1270" y="86093"/>
                  </a:lnTo>
                  <a:lnTo>
                    <a:pt x="1917" y="85661"/>
                  </a:lnTo>
                  <a:lnTo>
                    <a:pt x="3479" y="84416"/>
                  </a:lnTo>
                  <a:lnTo>
                    <a:pt x="6083" y="82753"/>
                  </a:lnTo>
                  <a:lnTo>
                    <a:pt x="9588" y="80860"/>
                  </a:lnTo>
                  <a:lnTo>
                    <a:pt x="13487" y="79019"/>
                  </a:lnTo>
                  <a:lnTo>
                    <a:pt x="18059" y="77355"/>
                  </a:lnTo>
                  <a:lnTo>
                    <a:pt x="19672" y="76962"/>
                  </a:lnTo>
                  <a:lnTo>
                    <a:pt x="19672" y="190906"/>
                  </a:lnTo>
                  <a:lnTo>
                    <a:pt x="28155" y="190906"/>
                  </a:lnTo>
                  <a:lnTo>
                    <a:pt x="28155" y="75692"/>
                  </a:lnTo>
                  <a:lnTo>
                    <a:pt x="28295" y="75679"/>
                  </a:lnTo>
                  <a:lnTo>
                    <a:pt x="29070" y="74828"/>
                  </a:lnTo>
                  <a:lnTo>
                    <a:pt x="29070" y="74002"/>
                  </a:lnTo>
                  <a:lnTo>
                    <a:pt x="29070" y="2146"/>
                  </a:lnTo>
                  <a:lnTo>
                    <a:pt x="29070" y="1066"/>
                  </a:lnTo>
                  <a:close/>
                </a:path>
                <a:path w="1336039" h="339725">
                  <a:moveTo>
                    <a:pt x="117551" y="106768"/>
                  </a:moveTo>
                  <a:lnTo>
                    <a:pt x="116789" y="106235"/>
                  </a:lnTo>
                  <a:lnTo>
                    <a:pt x="116230" y="105841"/>
                  </a:lnTo>
                  <a:lnTo>
                    <a:pt x="115951" y="106070"/>
                  </a:lnTo>
                  <a:lnTo>
                    <a:pt x="115951" y="106235"/>
                  </a:lnTo>
                  <a:lnTo>
                    <a:pt x="115608" y="107327"/>
                  </a:lnTo>
                  <a:lnTo>
                    <a:pt x="115951" y="106235"/>
                  </a:lnTo>
                  <a:lnTo>
                    <a:pt x="115951" y="106070"/>
                  </a:lnTo>
                  <a:lnTo>
                    <a:pt x="114147" y="107505"/>
                  </a:lnTo>
                  <a:lnTo>
                    <a:pt x="111709" y="109194"/>
                  </a:lnTo>
                  <a:lnTo>
                    <a:pt x="108648" y="111036"/>
                  </a:lnTo>
                  <a:lnTo>
                    <a:pt x="104838" y="112941"/>
                  </a:lnTo>
                  <a:lnTo>
                    <a:pt x="100545" y="114554"/>
                  </a:lnTo>
                  <a:lnTo>
                    <a:pt x="99453" y="114846"/>
                  </a:lnTo>
                  <a:lnTo>
                    <a:pt x="99453" y="901"/>
                  </a:lnTo>
                  <a:lnTo>
                    <a:pt x="90982" y="901"/>
                  </a:lnTo>
                  <a:lnTo>
                    <a:pt x="90982" y="116230"/>
                  </a:lnTo>
                  <a:lnTo>
                    <a:pt x="90982" y="188125"/>
                  </a:lnTo>
                  <a:lnTo>
                    <a:pt x="90525" y="189738"/>
                  </a:lnTo>
                  <a:lnTo>
                    <a:pt x="90982" y="188125"/>
                  </a:lnTo>
                  <a:lnTo>
                    <a:pt x="90982" y="116230"/>
                  </a:lnTo>
                  <a:lnTo>
                    <a:pt x="90182" y="117055"/>
                  </a:lnTo>
                  <a:lnTo>
                    <a:pt x="90182" y="190804"/>
                  </a:lnTo>
                  <a:lnTo>
                    <a:pt x="90335" y="190296"/>
                  </a:lnTo>
                  <a:lnTo>
                    <a:pt x="90233" y="191477"/>
                  </a:lnTo>
                  <a:lnTo>
                    <a:pt x="90398" y="191643"/>
                  </a:lnTo>
                  <a:lnTo>
                    <a:pt x="90551" y="191795"/>
                  </a:lnTo>
                  <a:lnTo>
                    <a:pt x="90855" y="191795"/>
                  </a:lnTo>
                  <a:lnTo>
                    <a:pt x="91198" y="191909"/>
                  </a:lnTo>
                  <a:lnTo>
                    <a:pt x="91427" y="191795"/>
                  </a:lnTo>
                  <a:lnTo>
                    <a:pt x="91567" y="191731"/>
                  </a:lnTo>
                  <a:lnTo>
                    <a:pt x="91706" y="191592"/>
                  </a:lnTo>
                  <a:lnTo>
                    <a:pt x="91770" y="191389"/>
                  </a:lnTo>
                  <a:lnTo>
                    <a:pt x="91706" y="191592"/>
                  </a:lnTo>
                  <a:lnTo>
                    <a:pt x="91871" y="191084"/>
                  </a:lnTo>
                  <a:lnTo>
                    <a:pt x="91782" y="191363"/>
                  </a:lnTo>
                  <a:lnTo>
                    <a:pt x="91871" y="189738"/>
                  </a:lnTo>
                  <a:lnTo>
                    <a:pt x="91871" y="191084"/>
                  </a:lnTo>
                  <a:lnTo>
                    <a:pt x="92138" y="190284"/>
                  </a:lnTo>
                  <a:lnTo>
                    <a:pt x="92887" y="187604"/>
                  </a:lnTo>
                  <a:lnTo>
                    <a:pt x="94157" y="183400"/>
                  </a:lnTo>
                  <a:lnTo>
                    <a:pt x="95999" y="177507"/>
                  </a:lnTo>
                  <a:lnTo>
                    <a:pt x="97764" y="171564"/>
                  </a:lnTo>
                  <a:lnTo>
                    <a:pt x="100126" y="163995"/>
                  </a:lnTo>
                  <a:lnTo>
                    <a:pt x="104635" y="148983"/>
                  </a:lnTo>
                  <a:lnTo>
                    <a:pt x="109410" y="133451"/>
                  </a:lnTo>
                  <a:lnTo>
                    <a:pt x="111772" y="125882"/>
                  </a:lnTo>
                  <a:lnTo>
                    <a:pt x="113538" y="119938"/>
                  </a:lnTo>
                  <a:lnTo>
                    <a:pt x="116636" y="109855"/>
                  </a:lnTo>
                  <a:lnTo>
                    <a:pt x="117233" y="107734"/>
                  </a:lnTo>
                  <a:lnTo>
                    <a:pt x="117551" y="106768"/>
                  </a:lnTo>
                  <a:close/>
                </a:path>
                <a:path w="1336039" h="339725">
                  <a:moveTo>
                    <a:pt x="1308049" y="338467"/>
                  </a:moveTo>
                  <a:lnTo>
                    <a:pt x="1307960" y="339013"/>
                  </a:lnTo>
                  <a:lnTo>
                    <a:pt x="1308049" y="339166"/>
                  </a:lnTo>
                  <a:lnTo>
                    <a:pt x="1308049" y="338467"/>
                  </a:lnTo>
                  <a:close/>
                </a:path>
                <a:path w="1336039" h="339725">
                  <a:moveTo>
                    <a:pt x="1335443" y="254558"/>
                  </a:moveTo>
                  <a:lnTo>
                    <a:pt x="1334630" y="254025"/>
                  </a:lnTo>
                  <a:lnTo>
                    <a:pt x="1334020" y="253631"/>
                  </a:lnTo>
                  <a:lnTo>
                    <a:pt x="1333601" y="254050"/>
                  </a:lnTo>
                  <a:lnTo>
                    <a:pt x="1331912" y="255320"/>
                  </a:lnTo>
                  <a:lnTo>
                    <a:pt x="1332052" y="255295"/>
                  </a:lnTo>
                  <a:lnTo>
                    <a:pt x="1329512" y="256984"/>
                  </a:lnTo>
                  <a:lnTo>
                    <a:pt x="1329651" y="256959"/>
                  </a:lnTo>
                  <a:lnTo>
                    <a:pt x="1326400" y="258851"/>
                  </a:lnTo>
                  <a:lnTo>
                    <a:pt x="1326540" y="258826"/>
                  </a:lnTo>
                  <a:lnTo>
                    <a:pt x="1322730" y="260731"/>
                  </a:lnTo>
                  <a:lnTo>
                    <a:pt x="1318348" y="262369"/>
                  </a:lnTo>
                  <a:lnTo>
                    <a:pt x="1317218" y="262648"/>
                  </a:lnTo>
                  <a:lnTo>
                    <a:pt x="1317218" y="148678"/>
                  </a:lnTo>
                  <a:lnTo>
                    <a:pt x="1308747" y="148678"/>
                  </a:lnTo>
                  <a:lnTo>
                    <a:pt x="1308747" y="264020"/>
                  </a:lnTo>
                  <a:lnTo>
                    <a:pt x="1308328" y="264515"/>
                  </a:lnTo>
                  <a:lnTo>
                    <a:pt x="1308328" y="337578"/>
                  </a:lnTo>
                  <a:lnTo>
                    <a:pt x="1308328" y="264515"/>
                  </a:lnTo>
                  <a:lnTo>
                    <a:pt x="1308049" y="264845"/>
                  </a:lnTo>
                  <a:lnTo>
                    <a:pt x="1308049" y="338467"/>
                  </a:lnTo>
                  <a:lnTo>
                    <a:pt x="1308163" y="338074"/>
                  </a:lnTo>
                  <a:lnTo>
                    <a:pt x="1308074" y="339204"/>
                  </a:lnTo>
                  <a:lnTo>
                    <a:pt x="1308188" y="339407"/>
                  </a:lnTo>
                  <a:lnTo>
                    <a:pt x="1308328" y="339585"/>
                  </a:lnTo>
                  <a:lnTo>
                    <a:pt x="1308696" y="339585"/>
                  </a:lnTo>
                  <a:lnTo>
                    <a:pt x="1309039" y="339699"/>
                  </a:lnTo>
                  <a:lnTo>
                    <a:pt x="1309230" y="339585"/>
                  </a:lnTo>
                  <a:lnTo>
                    <a:pt x="1309458" y="339458"/>
                  </a:lnTo>
                  <a:lnTo>
                    <a:pt x="1309738" y="339204"/>
                  </a:lnTo>
                  <a:lnTo>
                    <a:pt x="1309738" y="338696"/>
                  </a:lnTo>
                  <a:lnTo>
                    <a:pt x="1309636" y="338924"/>
                  </a:lnTo>
                  <a:lnTo>
                    <a:pt x="1309687" y="335610"/>
                  </a:lnTo>
                  <a:lnTo>
                    <a:pt x="1309738" y="335457"/>
                  </a:lnTo>
                  <a:lnTo>
                    <a:pt x="1309738" y="338696"/>
                  </a:lnTo>
                  <a:lnTo>
                    <a:pt x="1310017" y="338074"/>
                  </a:lnTo>
                  <a:lnTo>
                    <a:pt x="1310728" y="335394"/>
                  </a:lnTo>
                  <a:lnTo>
                    <a:pt x="1311998" y="331190"/>
                  </a:lnTo>
                  <a:lnTo>
                    <a:pt x="1313840" y="325297"/>
                  </a:lnTo>
                  <a:lnTo>
                    <a:pt x="1315669" y="319366"/>
                  </a:lnTo>
                  <a:lnTo>
                    <a:pt x="1315529" y="319366"/>
                  </a:lnTo>
                  <a:lnTo>
                    <a:pt x="1317942" y="311785"/>
                  </a:lnTo>
                  <a:lnTo>
                    <a:pt x="1322451" y="296773"/>
                  </a:lnTo>
                  <a:lnTo>
                    <a:pt x="1327251" y="281241"/>
                  </a:lnTo>
                  <a:lnTo>
                    <a:pt x="1329512" y="274167"/>
                  </a:lnTo>
                  <a:lnTo>
                    <a:pt x="1331341" y="267754"/>
                  </a:lnTo>
                  <a:lnTo>
                    <a:pt x="1335138" y="255511"/>
                  </a:lnTo>
                  <a:lnTo>
                    <a:pt x="1335011" y="255511"/>
                  </a:lnTo>
                  <a:lnTo>
                    <a:pt x="1335443" y="2545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4" name="object 54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2626218" y="5290706"/>
              <a:ext cx="792826" cy="543653"/>
            </a:xfrm>
            <a:prstGeom prst="rect">
              <a:avLst/>
            </a:prstGeom>
          </p:spPr>
        </p:pic>
        <p:sp>
          <p:nvSpPr>
            <p:cNvPr id="55" name="object 55"/>
            <p:cNvSpPr/>
            <p:nvPr/>
          </p:nvSpPr>
          <p:spPr>
            <a:xfrm>
              <a:off x="2626242" y="5291047"/>
              <a:ext cx="793115" cy="544195"/>
            </a:xfrm>
            <a:custGeom>
              <a:avLst/>
              <a:gdLst/>
              <a:ahLst/>
              <a:cxnLst/>
              <a:rect l="l" t="t" r="r" b="b"/>
              <a:pathLst>
                <a:path w="793114" h="544195">
                  <a:moveTo>
                    <a:pt x="32574" y="478692"/>
                  </a:moveTo>
                  <a:lnTo>
                    <a:pt x="87450" y="518375"/>
                  </a:lnTo>
                  <a:lnTo>
                    <a:pt x="161778" y="539832"/>
                  </a:lnTo>
                  <a:lnTo>
                    <a:pt x="204679" y="543815"/>
                  </a:lnTo>
                  <a:lnTo>
                    <a:pt x="250575" y="543347"/>
                  </a:lnTo>
                  <a:lnTo>
                    <a:pt x="298842" y="538464"/>
                  </a:lnTo>
                  <a:lnTo>
                    <a:pt x="348858" y="529201"/>
                  </a:lnTo>
                  <a:lnTo>
                    <a:pt x="399999" y="515595"/>
                  </a:lnTo>
                  <a:lnTo>
                    <a:pt x="451644" y="497680"/>
                  </a:lnTo>
                  <a:lnTo>
                    <a:pt x="503169" y="475491"/>
                  </a:lnTo>
                  <a:lnTo>
                    <a:pt x="553951" y="449064"/>
                  </a:lnTo>
                  <a:lnTo>
                    <a:pt x="605980" y="416600"/>
                  </a:lnTo>
                  <a:lnTo>
                    <a:pt x="652314" y="381861"/>
                  </a:lnTo>
                  <a:lnTo>
                    <a:pt x="692630" y="345443"/>
                  </a:lnTo>
                  <a:lnTo>
                    <a:pt x="726611" y="307941"/>
                  </a:lnTo>
                  <a:lnTo>
                    <a:pt x="753936" y="269952"/>
                  </a:lnTo>
                  <a:lnTo>
                    <a:pt x="774285" y="232069"/>
                  </a:lnTo>
                  <a:lnTo>
                    <a:pt x="787339" y="194890"/>
                  </a:lnTo>
                  <a:lnTo>
                    <a:pt x="792777" y="159011"/>
                  </a:lnTo>
                  <a:lnTo>
                    <a:pt x="790280" y="125025"/>
                  </a:lnTo>
                  <a:lnTo>
                    <a:pt x="760200" y="65122"/>
                  </a:lnTo>
                  <a:lnTo>
                    <a:pt x="705324" y="25439"/>
                  </a:lnTo>
                  <a:lnTo>
                    <a:pt x="630996" y="3982"/>
                  </a:lnTo>
                  <a:lnTo>
                    <a:pt x="588095" y="0"/>
                  </a:lnTo>
                  <a:lnTo>
                    <a:pt x="542200" y="467"/>
                  </a:lnTo>
                  <a:lnTo>
                    <a:pt x="493933" y="5350"/>
                  </a:lnTo>
                  <a:lnTo>
                    <a:pt x="443917" y="14613"/>
                  </a:lnTo>
                  <a:lnTo>
                    <a:pt x="392775" y="28219"/>
                  </a:lnTo>
                  <a:lnTo>
                    <a:pt x="341131" y="46135"/>
                  </a:lnTo>
                  <a:lnTo>
                    <a:pt x="289606" y="68323"/>
                  </a:lnTo>
                  <a:lnTo>
                    <a:pt x="238824" y="94750"/>
                  </a:lnTo>
                  <a:lnTo>
                    <a:pt x="186794" y="127214"/>
                  </a:lnTo>
                  <a:lnTo>
                    <a:pt x="140461" y="161953"/>
                  </a:lnTo>
                  <a:lnTo>
                    <a:pt x="100145" y="198371"/>
                  </a:lnTo>
                  <a:lnTo>
                    <a:pt x="66164" y="235873"/>
                  </a:lnTo>
                  <a:lnTo>
                    <a:pt x="38840" y="273863"/>
                  </a:lnTo>
                  <a:lnTo>
                    <a:pt x="18491" y="311745"/>
                  </a:lnTo>
                  <a:lnTo>
                    <a:pt x="5438" y="348924"/>
                  </a:lnTo>
                  <a:lnTo>
                    <a:pt x="0" y="384804"/>
                  </a:lnTo>
                  <a:lnTo>
                    <a:pt x="2496" y="418789"/>
                  </a:lnTo>
                  <a:lnTo>
                    <a:pt x="32574" y="478692"/>
                  </a:lnTo>
                  <a:lnTo>
                    <a:pt x="87450" y="518375"/>
                  </a:lnTo>
                  <a:lnTo>
                    <a:pt x="161778" y="539832"/>
                  </a:lnTo>
                  <a:lnTo>
                    <a:pt x="204679" y="543815"/>
                  </a:lnTo>
                  <a:lnTo>
                    <a:pt x="250575" y="543347"/>
                  </a:lnTo>
                  <a:lnTo>
                    <a:pt x="298842" y="538464"/>
                  </a:lnTo>
                  <a:lnTo>
                    <a:pt x="348858" y="529201"/>
                  </a:lnTo>
                  <a:lnTo>
                    <a:pt x="399999" y="515595"/>
                  </a:lnTo>
                  <a:lnTo>
                    <a:pt x="451644" y="497680"/>
                  </a:lnTo>
                  <a:lnTo>
                    <a:pt x="503169" y="475491"/>
                  </a:lnTo>
                  <a:lnTo>
                    <a:pt x="553951" y="449064"/>
                  </a:lnTo>
                </a:path>
              </a:pathLst>
            </a:custGeom>
            <a:ln w="3175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6" name="object 5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965737" y="4955689"/>
              <a:ext cx="667446" cy="412247"/>
            </a:xfrm>
            <a:prstGeom prst="rect">
              <a:avLst/>
            </a:prstGeom>
          </p:spPr>
        </p:pic>
        <p:sp>
          <p:nvSpPr>
            <p:cNvPr id="57" name="object 57"/>
            <p:cNvSpPr/>
            <p:nvPr/>
          </p:nvSpPr>
          <p:spPr>
            <a:xfrm>
              <a:off x="4965737" y="4955441"/>
              <a:ext cx="668020" cy="412750"/>
            </a:xfrm>
            <a:custGeom>
              <a:avLst/>
              <a:gdLst/>
              <a:ahLst/>
              <a:cxnLst/>
              <a:rect l="l" t="t" r="r" b="b"/>
              <a:pathLst>
                <a:path w="668020" h="412750">
                  <a:moveTo>
                    <a:pt x="667446" y="133694"/>
                  </a:moveTo>
                  <a:lnTo>
                    <a:pt x="646017" y="70885"/>
                  </a:lnTo>
                  <a:lnTo>
                    <a:pt x="587930" y="26399"/>
                  </a:lnTo>
                  <a:lnTo>
                    <a:pt x="547516" y="11881"/>
                  </a:lnTo>
                  <a:lnTo>
                    <a:pt x="500790" y="2967"/>
                  </a:lnTo>
                  <a:lnTo>
                    <a:pt x="448701" y="0"/>
                  </a:lnTo>
                  <a:lnTo>
                    <a:pt x="392201" y="3319"/>
                  </a:lnTo>
                  <a:lnTo>
                    <a:pt x="332240" y="13267"/>
                  </a:lnTo>
                  <a:lnTo>
                    <a:pt x="278138" y="27579"/>
                  </a:lnTo>
                  <a:lnTo>
                    <a:pt x="226848" y="46079"/>
                  </a:lnTo>
                  <a:lnTo>
                    <a:pt x="179056" y="68221"/>
                  </a:lnTo>
                  <a:lnTo>
                    <a:pt x="135445" y="93453"/>
                  </a:lnTo>
                  <a:lnTo>
                    <a:pt x="96703" y="121229"/>
                  </a:lnTo>
                  <a:lnTo>
                    <a:pt x="63514" y="150999"/>
                  </a:lnTo>
                  <a:lnTo>
                    <a:pt x="36564" y="182215"/>
                  </a:lnTo>
                  <a:lnTo>
                    <a:pt x="4121" y="246788"/>
                  </a:lnTo>
                  <a:lnTo>
                    <a:pt x="0" y="279049"/>
                  </a:lnTo>
                  <a:lnTo>
                    <a:pt x="5656" y="312573"/>
                  </a:lnTo>
                  <a:lnTo>
                    <a:pt x="46365" y="366562"/>
                  </a:lnTo>
                  <a:lnTo>
                    <a:pt x="79516" y="386343"/>
                  </a:lnTo>
                  <a:lnTo>
                    <a:pt x="119929" y="400862"/>
                  </a:lnTo>
                  <a:lnTo>
                    <a:pt x="166656" y="409776"/>
                  </a:lnTo>
                  <a:lnTo>
                    <a:pt x="218745" y="412743"/>
                  </a:lnTo>
                  <a:lnTo>
                    <a:pt x="275245" y="409424"/>
                  </a:lnTo>
                  <a:lnTo>
                    <a:pt x="335205" y="399476"/>
                  </a:lnTo>
                  <a:lnTo>
                    <a:pt x="389307" y="385164"/>
                  </a:lnTo>
                  <a:lnTo>
                    <a:pt x="440597" y="366663"/>
                  </a:lnTo>
                  <a:lnTo>
                    <a:pt x="488390" y="344522"/>
                  </a:lnTo>
                  <a:lnTo>
                    <a:pt x="532000" y="319290"/>
                  </a:lnTo>
                  <a:lnTo>
                    <a:pt x="570743" y="291514"/>
                  </a:lnTo>
                  <a:lnTo>
                    <a:pt x="603932" y="261744"/>
                  </a:lnTo>
                  <a:lnTo>
                    <a:pt x="630882" y="230528"/>
                  </a:lnTo>
                  <a:lnTo>
                    <a:pt x="663324" y="165955"/>
                  </a:lnTo>
                  <a:lnTo>
                    <a:pt x="667446" y="133694"/>
                  </a:lnTo>
                  <a:lnTo>
                    <a:pt x="661789" y="100170"/>
                  </a:lnTo>
                  <a:lnTo>
                    <a:pt x="621081" y="46181"/>
                  </a:lnTo>
                  <a:lnTo>
                    <a:pt x="587930" y="26399"/>
                  </a:lnTo>
                  <a:lnTo>
                    <a:pt x="547516" y="11881"/>
                  </a:lnTo>
                  <a:lnTo>
                    <a:pt x="500790" y="2967"/>
                  </a:lnTo>
                  <a:lnTo>
                    <a:pt x="448701" y="0"/>
                  </a:lnTo>
                  <a:lnTo>
                    <a:pt x="392201" y="3319"/>
                  </a:lnTo>
                  <a:lnTo>
                    <a:pt x="332240" y="13267"/>
                  </a:lnTo>
                </a:path>
              </a:pathLst>
            </a:custGeom>
            <a:ln w="3175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8" name="object 58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955994" y="5216910"/>
              <a:ext cx="792831" cy="544300"/>
            </a:xfrm>
            <a:prstGeom prst="rect">
              <a:avLst/>
            </a:prstGeom>
          </p:spPr>
        </p:pic>
        <p:sp>
          <p:nvSpPr>
            <p:cNvPr id="59" name="object 59"/>
            <p:cNvSpPr/>
            <p:nvPr/>
          </p:nvSpPr>
          <p:spPr>
            <a:xfrm>
              <a:off x="4956026" y="5217153"/>
              <a:ext cx="793115" cy="544195"/>
            </a:xfrm>
            <a:custGeom>
              <a:avLst/>
              <a:gdLst/>
              <a:ahLst/>
              <a:cxnLst/>
              <a:rect l="l" t="t" r="r" b="b"/>
              <a:pathLst>
                <a:path w="793114" h="544195">
                  <a:moveTo>
                    <a:pt x="32585" y="65122"/>
                  </a:moveTo>
                  <a:lnTo>
                    <a:pt x="13256" y="93531"/>
                  </a:lnTo>
                  <a:lnTo>
                    <a:pt x="2501" y="125025"/>
                  </a:lnTo>
                  <a:lnTo>
                    <a:pt x="0" y="159011"/>
                  </a:lnTo>
                  <a:lnTo>
                    <a:pt x="5434" y="194890"/>
                  </a:lnTo>
                  <a:lnTo>
                    <a:pt x="18484" y="232069"/>
                  </a:lnTo>
                  <a:lnTo>
                    <a:pt x="38833" y="269952"/>
                  </a:lnTo>
                  <a:lnTo>
                    <a:pt x="66159" y="307941"/>
                  </a:lnTo>
                  <a:lnTo>
                    <a:pt x="100146" y="345443"/>
                  </a:lnTo>
                  <a:lnTo>
                    <a:pt x="140474" y="381861"/>
                  </a:lnTo>
                  <a:lnTo>
                    <a:pt x="186823" y="416600"/>
                  </a:lnTo>
                  <a:lnTo>
                    <a:pt x="238876" y="449064"/>
                  </a:lnTo>
                  <a:lnTo>
                    <a:pt x="289651" y="475491"/>
                  </a:lnTo>
                  <a:lnTo>
                    <a:pt x="341168" y="497680"/>
                  </a:lnTo>
                  <a:lnTo>
                    <a:pt x="392805" y="515595"/>
                  </a:lnTo>
                  <a:lnTo>
                    <a:pt x="443939" y="529201"/>
                  </a:lnTo>
                  <a:lnTo>
                    <a:pt x="493947" y="538464"/>
                  </a:lnTo>
                  <a:lnTo>
                    <a:pt x="542206" y="543347"/>
                  </a:lnTo>
                  <a:lnTo>
                    <a:pt x="588095" y="543815"/>
                  </a:lnTo>
                  <a:lnTo>
                    <a:pt x="630990" y="539832"/>
                  </a:lnTo>
                  <a:lnTo>
                    <a:pt x="670269" y="531364"/>
                  </a:lnTo>
                  <a:lnTo>
                    <a:pt x="735488" y="500830"/>
                  </a:lnTo>
                  <a:lnTo>
                    <a:pt x="779511" y="450284"/>
                  </a:lnTo>
                  <a:lnTo>
                    <a:pt x="792767" y="384804"/>
                  </a:lnTo>
                  <a:lnTo>
                    <a:pt x="787333" y="348924"/>
                  </a:lnTo>
                  <a:lnTo>
                    <a:pt x="774282" y="311745"/>
                  </a:lnTo>
                  <a:lnTo>
                    <a:pt x="753934" y="273863"/>
                  </a:lnTo>
                  <a:lnTo>
                    <a:pt x="726607" y="235873"/>
                  </a:lnTo>
                  <a:lnTo>
                    <a:pt x="692620" y="198371"/>
                  </a:lnTo>
                  <a:lnTo>
                    <a:pt x="652293" y="161953"/>
                  </a:lnTo>
                  <a:lnTo>
                    <a:pt x="605943" y="127214"/>
                  </a:lnTo>
                  <a:lnTo>
                    <a:pt x="553891" y="94750"/>
                  </a:lnTo>
                  <a:lnTo>
                    <a:pt x="503116" y="68323"/>
                  </a:lnTo>
                  <a:lnTo>
                    <a:pt x="451599" y="46135"/>
                  </a:lnTo>
                  <a:lnTo>
                    <a:pt x="399962" y="28219"/>
                  </a:lnTo>
                  <a:lnTo>
                    <a:pt x="348828" y="14613"/>
                  </a:lnTo>
                  <a:lnTo>
                    <a:pt x="298820" y="5350"/>
                  </a:lnTo>
                  <a:lnTo>
                    <a:pt x="250560" y="467"/>
                  </a:lnTo>
                  <a:lnTo>
                    <a:pt x="204671" y="0"/>
                  </a:lnTo>
                  <a:lnTo>
                    <a:pt x="161776" y="3982"/>
                  </a:lnTo>
                  <a:lnTo>
                    <a:pt x="122497" y="12450"/>
                  </a:lnTo>
                  <a:lnTo>
                    <a:pt x="57279" y="42984"/>
                  </a:lnTo>
                  <a:lnTo>
                    <a:pt x="13256" y="93531"/>
                  </a:lnTo>
                  <a:lnTo>
                    <a:pt x="0" y="159011"/>
                  </a:lnTo>
                  <a:lnTo>
                    <a:pt x="5434" y="194890"/>
                  </a:lnTo>
                  <a:lnTo>
                    <a:pt x="18484" y="232069"/>
                  </a:lnTo>
                  <a:lnTo>
                    <a:pt x="38833" y="269952"/>
                  </a:lnTo>
                  <a:lnTo>
                    <a:pt x="66159" y="307941"/>
                  </a:lnTo>
                  <a:lnTo>
                    <a:pt x="100146" y="345443"/>
                  </a:lnTo>
                  <a:lnTo>
                    <a:pt x="140474" y="381861"/>
                  </a:lnTo>
                  <a:lnTo>
                    <a:pt x="186823" y="416600"/>
                  </a:lnTo>
                  <a:lnTo>
                    <a:pt x="238876" y="449064"/>
                  </a:lnTo>
                </a:path>
              </a:pathLst>
            </a:custGeom>
            <a:ln w="3175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0" name="object 60"/>
            <p:cNvSpPr/>
            <p:nvPr/>
          </p:nvSpPr>
          <p:spPr>
            <a:xfrm>
              <a:off x="2546286" y="4939118"/>
              <a:ext cx="3301365" cy="901700"/>
            </a:xfrm>
            <a:custGeom>
              <a:avLst/>
              <a:gdLst/>
              <a:ahLst/>
              <a:cxnLst/>
              <a:rect l="l" t="t" r="r" b="b"/>
              <a:pathLst>
                <a:path w="3301365" h="901700">
                  <a:moveTo>
                    <a:pt x="145338" y="717677"/>
                  </a:moveTo>
                  <a:lnTo>
                    <a:pt x="120815" y="717677"/>
                  </a:lnTo>
                  <a:lnTo>
                    <a:pt x="120815" y="793750"/>
                  </a:lnTo>
                  <a:lnTo>
                    <a:pt x="24523" y="793750"/>
                  </a:lnTo>
                  <a:lnTo>
                    <a:pt x="24523" y="717677"/>
                  </a:lnTo>
                  <a:lnTo>
                    <a:pt x="0" y="717677"/>
                  </a:lnTo>
                  <a:lnTo>
                    <a:pt x="0" y="793750"/>
                  </a:lnTo>
                  <a:lnTo>
                    <a:pt x="0" y="815314"/>
                  </a:lnTo>
                  <a:lnTo>
                    <a:pt x="0" y="901534"/>
                  </a:lnTo>
                  <a:lnTo>
                    <a:pt x="24523" y="901534"/>
                  </a:lnTo>
                  <a:lnTo>
                    <a:pt x="24523" y="815314"/>
                  </a:lnTo>
                  <a:lnTo>
                    <a:pt x="120815" y="815314"/>
                  </a:lnTo>
                  <a:lnTo>
                    <a:pt x="120815" y="901534"/>
                  </a:lnTo>
                  <a:lnTo>
                    <a:pt x="145338" y="901534"/>
                  </a:lnTo>
                  <a:lnTo>
                    <a:pt x="145338" y="815314"/>
                  </a:lnTo>
                  <a:lnTo>
                    <a:pt x="145338" y="793750"/>
                  </a:lnTo>
                  <a:lnTo>
                    <a:pt x="145338" y="717677"/>
                  </a:lnTo>
                  <a:close/>
                </a:path>
                <a:path w="3301365" h="901700">
                  <a:moveTo>
                    <a:pt x="240652" y="0"/>
                  </a:moveTo>
                  <a:lnTo>
                    <a:pt x="216128" y="0"/>
                  </a:lnTo>
                  <a:lnTo>
                    <a:pt x="216128" y="74803"/>
                  </a:lnTo>
                  <a:lnTo>
                    <a:pt x="119824" y="74803"/>
                  </a:lnTo>
                  <a:lnTo>
                    <a:pt x="119824" y="0"/>
                  </a:lnTo>
                  <a:lnTo>
                    <a:pt x="95313" y="0"/>
                  </a:lnTo>
                  <a:lnTo>
                    <a:pt x="95313" y="74803"/>
                  </a:lnTo>
                  <a:lnTo>
                    <a:pt x="95313" y="97624"/>
                  </a:lnTo>
                  <a:lnTo>
                    <a:pt x="95313" y="183857"/>
                  </a:lnTo>
                  <a:lnTo>
                    <a:pt x="119824" y="183857"/>
                  </a:lnTo>
                  <a:lnTo>
                    <a:pt x="119824" y="97624"/>
                  </a:lnTo>
                  <a:lnTo>
                    <a:pt x="216128" y="97624"/>
                  </a:lnTo>
                  <a:lnTo>
                    <a:pt x="216128" y="183857"/>
                  </a:lnTo>
                  <a:lnTo>
                    <a:pt x="240652" y="183857"/>
                  </a:lnTo>
                  <a:lnTo>
                    <a:pt x="240652" y="97624"/>
                  </a:lnTo>
                  <a:lnTo>
                    <a:pt x="240652" y="74803"/>
                  </a:lnTo>
                  <a:lnTo>
                    <a:pt x="240652" y="0"/>
                  </a:lnTo>
                  <a:close/>
                </a:path>
                <a:path w="3301365" h="901700">
                  <a:moveTo>
                    <a:pt x="364896" y="548932"/>
                  </a:moveTo>
                  <a:lnTo>
                    <a:pt x="364718" y="549478"/>
                  </a:lnTo>
                  <a:lnTo>
                    <a:pt x="364896" y="548932"/>
                  </a:lnTo>
                  <a:close/>
                </a:path>
                <a:path w="3301365" h="901700">
                  <a:moveTo>
                    <a:pt x="366420" y="549706"/>
                  </a:moveTo>
                  <a:lnTo>
                    <a:pt x="366318" y="549008"/>
                  </a:lnTo>
                  <a:lnTo>
                    <a:pt x="366039" y="548728"/>
                  </a:lnTo>
                  <a:lnTo>
                    <a:pt x="365683" y="548728"/>
                  </a:lnTo>
                  <a:lnTo>
                    <a:pt x="365391" y="548627"/>
                  </a:lnTo>
                  <a:lnTo>
                    <a:pt x="365201" y="548728"/>
                  </a:lnTo>
                  <a:lnTo>
                    <a:pt x="364998" y="548830"/>
                  </a:lnTo>
                  <a:lnTo>
                    <a:pt x="364845" y="549109"/>
                  </a:lnTo>
                  <a:lnTo>
                    <a:pt x="364782" y="551713"/>
                  </a:lnTo>
                  <a:lnTo>
                    <a:pt x="364718" y="551929"/>
                  </a:lnTo>
                  <a:lnTo>
                    <a:pt x="364718" y="549478"/>
                  </a:lnTo>
                  <a:lnTo>
                    <a:pt x="362051" y="557657"/>
                  </a:lnTo>
                  <a:lnTo>
                    <a:pt x="360527" y="562508"/>
                  </a:lnTo>
                  <a:lnTo>
                    <a:pt x="350989" y="591553"/>
                  </a:lnTo>
                  <a:lnTo>
                    <a:pt x="346011" y="607072"/>
                  </a:lnTo>
                  <a:lnTo>
                    <a:pt x="341414" y="621106"/>
                  </a:lnTo>
                  <a:lnTo>
                    <a:pt x="338404" y="630453"/>
                  </a:lnTo>
                  <a:lnTo>
                    <a:pt x="338404" y="632815"/>
                  </a:lnTo>
                  <a:lnTo>
                    <a:pt x="337667" y="633323"/>
                  </a:lnTo>
                  <a:lnTo>
                    <a:pt x="338404" y="632815"/>
                  </a:lnTo>
                  <a:lnTo>
                    <a:pt x="338404" y="630453"/>
                  </a:lnTo>
                  <a:lnTo>
                    <a:pt x="337337" y="633755"/>
                  </a:lnTo>
                  <a:lnTo>
                    <a:pt x="338607" y="634733"/>
                  </a:lnTo>
                  <a:lnTo>
                    <a:pt x="339267" y="634288"/>
                  </a:lnTo>
                  <a:lnTo>
                    <a:pt x="340829" y="633056"/>
                  </a:lnTo>
                  <a:lnTo>
                    <a:pt x="343420" y="631393"/>
                  </a:lnTo>
                  <a:lnTo>
                    <a:pt x="346925" y="629488"/>
                  </a:lnTo>
                  <a:lnTo>
                    <a:pt x="350837" y="627646"/>
                  </a:lnTo>
                  <a:lnTo>
                    <a:pt x="355409" y="625983"/>
                  </a:lnTo>
                  <a:lnTo>
                    <a:pt x="357022" y="625589"/>
                  </a:lnTo>
                  <a:lnTo>
                    <a:pt x="357022" y="739546"/>
                  </a:lnTo>
                  <a:lnTo>
                    <a:pt x="365493" y="739546"/>
                  </a:lnTo>
                  <a:lnTo>
                    <a:pt x="365493" y="624332"/>
                  </a:lnTo>
                  <a:lnTo>
                    <a:pt x="365633" y="624319"/>
                  </a:lnTo>
                  <a:lnTo>
                    <a:pt x="366420" y="623468"/>
                  </a:lnTo>
                  <a:lnTo>
                    <a:pt x="366420" y="622642"/>
                  </a:lnTo>
                  <a:lnTo>
                    <a:pt x="366420" y="550786"/>
                  </a:lnTo>
                  <a:lnTo>
                    <a:pt x="366420" y="549706"/>
                  </a:lnTo>
                  <a:close/>
                </a:path>
                <a:path w="3301365" h="901700">
                  <a:moveTo>
                    <a:pt x="454901" y="655408"/>
                  </a:moveTo>
                  <a:lnTo>
                    <a:pt x="454139" y="654875"/>
                  </a:lnTo>
                  <a:lnTo>
                    <a:pt x="453580" y="654481"/>
                  </a:lnTo>
                  <a:lnTo>
                    <a:pt x="453288" y="654723"/>
                  </a:lnTo>
                  <a:lnTo>
                    <a:pt x="453288" y="654875"/>
                  </a:lnTo>
                  <a:lnTo>
                    <a:pt x="452958" y="655955"/>
                  </a:lnTo>
                  <a:lnTo>
                    <a:pt x="453288" y="654875"/>
                  </a:lnTo>
                  <a:lnTo>
                    <a:pt x="453288" y="654723"/>
                  </a:lnTo>
                  <a:lnTo>
                    <a:pt x="451497" y="656132"/>
                  </a:lnTo>
                  <a:lnTo>
                    <a:pt x="449110" y="657796"/>
                  </a:lnTo>
                  <a:lnTo>
                    <a:pt x="445935" y="659701"/>
                  </a:lnTo>
                  <a:lnTo>
                    <a:pt x="442252" y="661530"/>
                  </a:lnTo>
                  <a:lnTo>
                    <a:pt x="437883" y="663194"/>
                  </a:lnTo>
                  <a:lnTo>
                    <a:pt x="436803" y="663486"/>
                  </a:lnTo>
                  <a:lnTo>
                    <a:pt x="436803" y="549529"/>
                  </a:lnTo>
                  <a:lnTo>
                    <a:pt x="428332" y="549529"/>
                  </a:lnTo>
                  <a:lnTo>
                    <a:pt x="428332" y="664870"/>
                  </a:lnTo>
                  <a:lnTo>
                    <a:pt x="427520" y="665695"/>
                  </a:lnTo>
                  <a:lnTo>
                    <a:pt x="427520" y="739432"/>
                  </a:lnTo>
                  <a:lnTo>
                    <a:pt x="427697" y="738911"/>
                  </a:lnTo>
                  <a:lnTo>
                    <a:pt x="427583" y="740117"/>
                  </a:lnTo>
                  <a:lnTo>
                    <a:pt x="427723" y="740270"/>
                  </a:lnTo>
                  <a:lnTo>
                    <a:pt x="427888" y="740435"/>
                  </a:lnTo>
                  <a:lnTo>
                    <a:pt x="428193" y="740435"/>
                  </a:lnTo>
                  <a:lnTo>
                    <a:pt x="428536" y="740549"/>
                  </a:lnTo>
                  <a:lnTo>
                    <a:pt x="428764" y="740435"/>
                  </a:lnTo>
                  <a:lnTo>
                    <a:pt x="428904" y="740359"/>
                  </a:lnTo>
                  <a:lnTo>
                    <a:pt x="429031" y="740283"/>
                  </a:lnTo>
                  <a:lnTo>
                    <a:pt x="429107" y="740016"/>
                  </a:lnTo>
                  <a:lnTo>
                    <a:pt x="429044" y="740219"/>
                  </a:lnTo>
                  <a:lnTo>
                    <a:pt x="429221" y="739711"/>
                  </a:lnTo>
                  <a:lnTo>
                    <a:pt x="429120" y="740003"/>
                  </a:lnTo>
                  <a:lnTo>
                    <a:pt x="429221" y="738378"/>
                  </a:lnTo>
                  <a:lnTo>
                    <a:pt x="429221" y="739711"/>
                  </a:lnTo>
                  <a:lnTo>
                    <a:pt x="429488" y="738911"/>
                  </a:lnTo>
                  <a:lnTo>
                    <a:pt x="430237" y="736244"/>
                  </a:lnTo>
                  <a:lnTo>
                    <a:pt x="431507" y="732028"/>
                  </a:lnTo>
                  <a:lnTo>
                    <a:pt x="433349" y="726147"/>
                  </a:lnTo>
                  <a:lnTo>
                    <a:pt x="435102" y="720204"/>
                  </a:lnTo>
                  <a:lnTo>
                    <a:pt x="437476" y="712635"/>
                  </a:lnTo>
                  <a:lnTo>
                    <a:pt x="441985" y="697623"/>
                  </a:lnTo>
                  <a:lnTo>
                    <a:pt x="446760" y="682091"/>
                  </a:lnTo>
                  <a:lnTo>
                    <a:pt x="449122" y="674522"/>
                  </a:lnTo>
                  <a:lnTo>
                    <a:pt x="450888" y="668578"/>
                  </a:lnTo>
                  <a:lnTo>
                    <a:pt x="453986" y="658482"/>
                  </a:lnTo>
                  <a:lnTo>
                    <a:pt x="454583" y="656361"/>
                  </a:lnTo>
                  <a:lnTo>
                    <a:pt x="454901" y="655408"/>
                  </a:lnTo>
                  <a:close/>
                </a:path>
                <a:path w="3301365" h="901700">
                  <a:moveTo>
                    <a:pt x="2738551" y="433717"/>
                  </a:moveTo>
                  <a:lnTo>
                    <a:pt x="2738463" y="432917"/>
                  </a:lnTo>
                  <a:lnTo>
                    <a:pt x="2738310" y="432777"/>
                  </a:lnTo>
                  <a:lnTo>
                    <a:pt x="2738132" y="432612"/>
                  </a:lnTo>
                  <a:lnTo>
                    <a:pt x="2738132" y="434682"/>
                  </a:lnTo>
                  <a:lnTo>
                    <a:pt x="2737701" y="436016"/>
                  </a:lnTo>
                  <a:lnTo>
                    <a:pt x="2738120" y="434682"/>
                  </a:lnTo>
                  <a:lnTo>
                    <a:pt x="2738132" y="432612"/>
                  </a:lnTo>
                  <a:lnTo>
                    <a:pt x="2737853" y="432612"/>
                  </a:lnTo>
                  <a:lnTo>
                    <a:pt x="2737980" y="432663"/>
                  </a:lnTo>
                  <a:lnTo>
                    <a:pt x="2737561" y="432511"/>
                  </a:lnTo>
                  <a:lnTo>
                    <a:pt x="2737332" y="432612"/>
                  </a:lnTo>
                  <a:lnTo>
                    <a:pt x="2737002" y="432752"/>
                  </a:lnTo>
                  <a:lnTo>
                    <a:pt x="2736951" y="432904"/>
                  </a:lnTo>
                  <a:lnTo>
                    <a:pt x="2736900" y="435686"/>
                  </a:lnTo>
                  <a:lnTo>
                    <a:pt x="2736862" y="435813"/>
                  </a:lnTo>
                  <a:lnTo>
                    <a:pt x="2736862" y="433222"/>
                  </a:lnTo>
                  <a:lnTo>
                    <a:pt x="2735732" y="436791"/>
                  </a:lnTo>
                  <a:lnTo>
                    <a:pt x="2734157" y="441528"/>
                  </a:lnTo>
                  <a:lnTo>
                    <a:pt x="2732621" y="446392"/>
                  </a:lnTo>
                  <a:lnTo>
                    <a:pt x="2730500" y="452831"/>
                  </a:lnTo>
                  <a:lnTo>
                    <a:pt x="2728252" y="459905"/>
                  </a:lnTo>
                  <a:lnTo>
                    <a:pt x="2723159" y="475424"/>
                  </a:lnTo>
                  <a:lnTo>
                    <a:pt x="2718219" y="490943"/>
                  </a:lnTo>
                  <a:lnTo>
                    <a:pt x="2715818" y="498017"/>
                  </a:lnTo>
                  <a:lnTo>
                    <a:pt x="2713532" y="504990"/>
                  </a:lnTo>
                  <a:lnTo>
                    <a:pt x="2711970" y="509968"/>
                  </a:lnTo>
                  <a:lnTo>
                    <a:pt x="2709468" y="517639"/>
                  </a:lnTo>
                  <a:lnTo>
                    <a:pt x="2710738" y="518604"/>
                  </a:lnTo>
                  <a:lnTo>
                    <a:pt x="2711450" y="518185"/>
                  </a:lnTo>
                  <a:lnTo>
                    <a:pt x="2712999" y="516877"/>
                  </a:lnTo>
                  <a:lnTo>
                    <a:pt x="2715501" y="515277"/>
                  </a:lnTo>
                  <a:lnTo>
                    <a:pt x="2719019" y="513397"/>
                  </a:lnTo>
                  <a:lnTo>
                    <a:pt x="2723019" y="511505"/>
                  </a:lnTo>
                  <a:lnTo>
                    <a:pt x="2727604" y="509866"/>
                  </a:lnTo>
                  <a:lnTo>
                    <a:pt x="2729230" y="509460"/>
                  </a:lnTo>
                  <a:lnTo>
                    <a:pt x="2729230" y="623430"/>
                  </a:lnTo>
                  <a:lnTo>
                    <a:pt x="2737701" y="623430"/>
                  </a:lnTo>
                  <a:lnTo>
                    <a:pt x="2737701" y="508190"/>
                  </a:lnTo>
                  <a:lnTo>
                    <a:pt x="2738551" y="507352"/>
                  </a:lnTo>
                  <a:lnTo>
                    <a:pt x="2738551" y="506514"/>
                  </a:lnTo>
                  <a:lnTo>
                    <a:pt x="2738551" y="433717"/>
                  </a:lnTo>
                  <a:close/>
                </a:path>
                <a:path w="3301365" h="901700">
                  <a:moveTo>
                    <a:pt x="2738640" y="433451"/>
                  </a:moveTo>
                  <a:lnTo>
                    <a:pt x="2738551" y="433044"/>
                  </a:lnTo>
                  <a:lnTo>
                    <a:pt x="2738551" y="433717"/>
                  </a:lnTo>
                  <a:lnTo>
                    <a:pt x="2738640" y="433451"/>
                  </a:lnTo>
                  <a:close/>
                </a:path>
                <a:path w="3301365" h="901700">
                  <a:moveTo>
                    <a:pt x="2770327" y="85356"/>
                  </a:moveTo>
                  <a:lnTo>
                    <a:pt x="2770225" y="84556"/>
                  </a:lnTo>
                  <a:lnTo>
                    <a:pt x="2770086" y="84416"/>
                  </a:lnTo>
                  <a:lnTo>
                    <a:pt x="2769895" y="84251"/>
                  </a:lnTo>
                  <a:lnTo>
                    <a:pt x="2769616" y="84251"/>
                  </a:lnTo>
                  <a:lnTo>
                    <a:pt x="2769336" y="84150"/>
                  </a:lnTo>
                  <a:lnTo>
                    <a:pt x="2769108" y="84251"/>
                  </a:lnTo>
                  <a:lnTo>
                    <a:pt x="2768765" y="84391"/>
                  </a:lnTo>
                  <a:lnTo>
                    <a:pt x="2768727" y="84543"/>
                  </a:lnTo>
                  <a:lnTo>
                    <a:pt x="2768676" y="87337"/>
                  </a:lnTo>
                  <a:lnTo>
                    <a:pt x="2768625" y="87490"/>
                  </a:lnTo>
                  <a:lnTo>
                    <a:pt x="2768625" y="84861"/>
                  </a:lnTo>
                  <a:lnTo>
                    <a:pt x="2767495" y="88430"/>
                  </a:lnTo>
                  <a:lnTo>
                    <a:pt x="2765920" y="93179"/>
                  </a:lnTo>
                  <a:lnTo>
                    <a:pt x="2764396" y="98031"/>
                  </a:lnTo>
                  <a:lnTo>
                    <a:pt x="2762275" y="104470"/>
                  </a:lnTo>
                  <a:lnTo>
                    <a:pt x="2760014" y="111544"/>
                  </a:lnTo>
                  <a:lnTo>
                    <a:pt x="2754934" y="127063"/>
                  </a:lnTo>
                  <a:lnTo>
                    <a:pt x="2749994" y="142582"/>
                  </a:lnTo>
                  <a:lnTo>
                    <a:pt x="2747594" y="149656"/>
                  </a:lnTo>
                  <a:lnTo>
                    <a:pt x="2745308" y="156629"/>
                  </a:lnTo>
                  <a:lnTo>
                    <a:pt x="2743733" y="161607"/>
                  </a:lnTo>
                  <a:lnTo>
                    <a:pt x="2741523" y="168338"/>
                  </a:lnTo>
                  <a:lnTo>
                    <a:pt x="2741231" y="169278"/>
                  </a:lnTo>
                  <a:lnTo>
                    <a:pt x="2742501" y="170243"/>
                  </a:lnTo>
                  <a:lnTo>
                    <a:pt x="2743212" y="169824"/>
                  </a:lnTo>
                  <a:lnTo>
                    <a:pt x="2744762" y="168516"/>
                  </a:lnTo>
                  <a:lnTo>
                    <a:pt x="2747264" y="166916"/>
                  </a:lnTo>
                  <a:lnTo>
                    <a:pt x="2750782" y="165036"/>
                  </a:lnTo>
                  <a:lnTo>
                    <a:pt x="2754795" y="163144"/>
                  </a:lnTo>
                  <a:lnTo>
                    <a:pt x="2759379" y="161505"/>
                  </a:lnTo>
                  <a:lnTo>
                    <a:pt x="2761005" y="161099"/>
                  </a:lnTo>
                  <a:lnTo>
                    <a:pt x="2761005" y="275069"/>
                  </a:lnTo>
                  <a:lnTo>
                    <a:pt x="2769476" y="275069"/>
                  </a:lnTo>
                  <a:lnTo>
                    <a:pt x="2769476" y="159829"/>
                  </a:lnTo>
                  <a:lnTo>
                    <a:pt x="2770327" y="158991"/>
                  </a:lnTo>
                  <a:lnTo>
                    <a:pt x="2770327" y="158153"/>
                  </a:lnTo>
                  <a:lnTo>
                    <a:pt x="2770327" y="85356"/>
                  </a:lnTo>
                  <a:close/>
                </a:path>
                <a:path w="3301365" h="901700">
                  <a:moveTo>
                    <a:pt x="2770416" y="85090"/>
                  </a:moveTo>
                  <a:lnTo>
                    <a:pt x="2770327" y="84683"/>
                  </a:lnTo>
                  <a:lnTo>
                    <a:pt x="2770327" y="85356"/>
                  </a:lnTo>
                  <a:lnTo>
                    <a:pt x="2770416" y="85090"/>
                  </a:lnTo>
                  <a:close/>
                </a:path>
                <a:path w="3301365" h="901700">
                  <a:moveTo>
                    <a:pt x="2799689" y="623189"/>
                  </a:moveTo>
                  <a:lnTo>
                    <a:pt x="2799600" y="623735"/>
                  </a:lnTo>
                  <a:lnTo>
                    <a:pt x="2799689" y="623887"/>
                  </a:lnTo>
                  <a:lnTo>
                    <a:pt x="2799689" y="623189"/>
                  </a:lnTo>
                  <a:close/>
                </a:path>
                <a:path w="3301365" h="901700">
                  <a:moveTo>
                    <a:pt x="2827083" y="539280"/>
                  </a:moveTo>
                  <a:lnTo>
                    <a:pt x="2826804" y="539102"/>
                  </a:lnTo>
                  <a:lnTo>
                    <a:pt x="2826804" y="539673"/>
                  </a:lnTo>
                  <a:lnTo>
                    <a:pt x="2826067" y="540245"/>
                  </a:lnTo>
                  <a:lnTo>
                    <a:pt x="2826347" y="540016"/>
                  </a:lnTo>
                  <a:lnTo>
                    <a:pt x="2826804" y="539673"/>
                  </a:lnTo>
                  <a:lnTo>
                    <a:pt x="2826804" y="539102"/>
                  </a:lnTo>
                  <a:lnTo>
                    <a:pt x="2826270" y="538746"/>
                  </a:lnTo>
                  <a:lnTo>
                    <a:pt x="2825673" y="538353"/>
                  </a:lnTo>
                  <a:lnTo>
                    <a:pt x="2825254" y="538784"/>
                  </a:lnTo>
                  <a:lnTo>
                    <a:pt x="2823553" y="540042"/>
                  </a:lnTo>
                  <a:lnTo>
                    <a:pt x="2823692" y="540016"/>
                  </a:lnTo>
                  <a:lnTo>
                    <a:pt x="2821152" y="541705"/>
                  </a:lnTo>
                  <a:lnTo>
                    <a:pt x="2821292" y="541680"/>
                  </a:lnTo>
                  <a:lnTo>
                    <a:pt x="2818053" y="543572"/>
                  </a:lnTo>
                  <a:lnTo>
                    <a:pt x="2818193" y="543547"/>
                  </a:lnTo>
                  <a:lnTo>
                    <a:pt x="2814383" y="545452"/>
                  </a:lnTo>
                  <a:lnTo>
                    <a:pt x="2810002" y="547103"/>
                  </a:lnTo>
                  <a:lnTo>
                    <a:pt x="2809011" y="547344"/>
                  </a:lnTo>
                  <a:lnTo>
                    <a:pt x="2809011" y="433412"/>
                  </a:lnTo>
                  <a:lnTo>
                    <a:pt x="2800540" y="433412"/>
                  </a:lnTo>
                  <a:lnTo>
                    <a:pt x="2800540" y="548741"/>
                  </a:lnTo>
                  <a:lnTo>
                    <a:pt x="2800540" y="620179"/>
                  </a:lnTo>
                  <a:lnTo>
                    <a:pt x="2799981" y="622261"/>
                  </a:lnTo>
                  <a:lnTo>
                    <a:pt x="2800540" y="620179"/>
                  </a:lnTo>
                  <a:lnTo>
                    <a:pt x="2800540" y="548741"/>
                  </a:lnTo>
                  <a:lnTo>
                    <a:pt x="2800400" y="548741"/>
                  </a:lnTo>
                  <a:lnTo>
                    <a:pt x="2799689" y="549579"/>
                  </a:lnTo>
                  <a:lnTo>
                    <a:pt x="2799689" y="623189"/>
                  </a:lnTo>
                  <a:lnTo>
                    <a:pt x="2799829" y="622757"/>
                  </a:lnTo>
                  <a:lnTo>
                    <a:pt x="2799969" y="622300"/>
                  </a:lnTo>
                  <a:lnTo>
                    <a:pt x="2799829" y="622757"/>
                  </a:lnTo>
                  <a:lnTo>
                    <a:pt x="2799715" y="623938"/>
                  </a:lnTo>
                  <a:lnTo>
                    <a:pt x="2799842" y="624128"/>
                  </a:lnTo>
                  <a:lnTo>
                    <a:pt x="2799981" y="624319"/>
                  </a:lnTo>
                  <a:lnTo>
                    <a:pt x="2800362" y="624319"/>
                  </a:lnTo>
                  <a:lnTo>
                    <a:pt x="2800680" y="624420"/>
                  </a:lnTo>
                  <a:lnTo>
                    <a:pt x="2800883" y="624319"/>
                  </a:lnTo>
                  <a:lnTo>
                    <a:pt x="2801099" y="624192"/>
                  </a:lnTo>
                  <a:lnTo>
                    <a:pt x="2801391" y="623938"/>
                  </a:lnTo>
                  <a:lnTo>
                    <a:pt x="2801391" y="623417"/>
                  </a:lnTo>
                  <a:lnTo>
                    <a:pt x="2801289" y="623658"/>
                  </a:lnTo>
                  <a:lnTo>
                    <a:pt x="2801340" y="620496"/>
                  </a:lnTo>
                  <a:lnTo>
                    <a:pt x="2801391" y="620331"/>
                  </a:lnTo>
                  <a:lnTo>
                    <a:pt x="2801391" y="623417"/>
                  </a:lnTo>
                  <a:lnTo>
                    <a:pt x="2801670" y="622795"/>
                  </a:lnTo>
                  <a:lnTo>
                    <a:pt x="2802382" y="620115"/>
                  </a:lnTo>
                  <a:lnTo>
                    <a:pt x="2803652" y="615911"/>
                  </a:lnTo>
                  <a:lnTo>
                    <a:pt x="2805493" y="610031"/>
                  </a:lnTo>
                  <a:lnTo>
                    <a:pt x="2807309" y="604088"/>
                  </a:lnTo>
                  <a:lnTo>
                    <a:pt x="2807182" y="604088"/>
                  </a:lnTo>
                  <a:lnTo>
                    <a:pt x="2809583" y="596519"/>
                  </a:lnTo>
                  <a:lnTo>
                    <a:pt x="2814091" y="581494"/>
                  </a:lnTo>
                  <a:lnTo>
                    <a:pt x="2818892" y="565988"/>
                  </a:lnTo>
                  <a:lnTo>
                    <a:pt x="2821152" y="558888"/>
                  </a:lnTo>
                  <a:lnTo>
                    <a:pt x="2822994" y="552462"/>
                  </a:lnTo>
                  <a:lnTo>
                    <a:pt x="2826791" y="540245"/>
                  </a:lnTo>
                  <a:lnTo>
                    <a:pt x="2826664" y="540245"/>
                  </a:lnTo>
                  <a:lnTo>
                    <a:pt x="2827083" y="539280"/>
                  </a:lnTo>
                  <a:close/>
                </a:path>
                <a:path w="3301365" h="901700">
                  <a:moveTo>
                    <a:pt x="2831465" y="274828"/>
                  </a:moveTo>
                  <a:lnTo>
                    <a:pt x="2831376" y="275374"/>
                  </a:lnTo>
                  <a:lnTo>
                    <a:pt x="2831465" y="275526"/>
                  </a:lnTo>
                  <a:lnTo>
                    <a:pt x="2831465" y="274828"/>
                  </a:lnTo>
                  <a:close/>
                </a:path>
                <a:path w="3301365" h="901700">
                  <a:moveTo>
                    <a:pt x="2858859" y="190931"/>
                  </a:moveTo>
                  <a:lnTo>
                    <a:pt x="2858046" y="190385"/>
                  </a:lnTo>
                  <a:lnTo>
                    <a:pt x="2857449" y="189992"/>
                  </a:lnTo>
                  <a:lnTo>
                    <a:pt x="2857017" y="190423"/>
                  </a:lnTo>
                  <a:lnTo>
                    <a:pt x="2855328" y="191681"/>
                  </a:lnTo>
                  <a:lnTo>
                    <a:pt x="2855468" y="191655"/>
                  </a:lnTo>
                  <a:lnTo>
                    <a:pt x="2852928" y="193344"/>
                  </a:lnTo>
                  <a:lnTo>
                    <a:pt x="2853067" y="193319"/>
                  </a:lnTo>
                  <a:lnTo>
                    <a:pt x="2849816" y="195224"/>
                  </a:lnTo>
                  <a:lnTo>
                    <a:pt x="2849956" y="195186"/>
                  </a:lnTo>
                  <a:lnTo>
                    <a:pt x="2846146" y="197091"/>
                  </a:lnTo>
                  <a:lnTo>
                    <a:pt x="2841764" y="198742"/>
                  </a:lnTo>
                  <a:lnTo>
                    <a:pt x="2840786" y="198983"/>
                  </a:lnTo>
                  <a:lnTo>
                    <a:pt x="2840786" y="85051"/>
                  </a:lnTo>
                  <a:lnTo>
                    <a:pt x="2832316" y="85051"/>
                  </a:lnTo>
                  <a:lnTo>
                    <a:pt x="2832316" y="200367"/>
                  </a:lnTo>
                  <a:lnTo>
                    <a:pt x="2832163" y="200380"/>
                  </a:lnTo>
                  <a:lnTo>
                    <a:pt x="2831465" y="201218"/>
                  </a:lnTo>
                  <a:lnTo>
                    <a:pt x="2831465" y="274828"/>
                  </a:lnTo>
                  <a:lnTo>
                    <a:pt x="2831579" y="274447"/>
                  </a:lnTo>
                  <a:lnTo>
                    <a:pt x="2831490" y="275577"/>
                  </a:lnTo>
                  <a:lnTo>
                    <a:pt x="2831617" y="275767"/>
                  </a:lnTo>
                  <a:lnTo>
                    <a:pt x="2831744" y="275958"/>
                  </a:lnTo>
                  <a:lnTo>
                    <a:pt x="2832125" y="275958"/>
                  </a:lnTo>
                  <a:lnTo>
                    <a:pt x="2832455" y="276072"/>
                  </a:lnTo>
                  <a:lnTo>
                    <a:pt x="2832646" y="275958"/>
                  </a:lnTo>
                  <a:lnTo>
                    <a:pt x="2832874" y="275831"/>
                  </a:lnTo>
                  <a:lnTo>
                    <a:pt x="2833154" y="275577"/>
                  </a:lnTo>
                  <a:lnTo>
                    <a:pt x="2833154" y="275056"/>
                  </a:lnTo>
                  <a:lnTo>
                    <a:pt x="2833052" y="275297"/>
                  </a:lnTo>
                  <a:lnTo>
                    <a:pt x="2833103" y="272148"/>
                  </a:lnTo>
                  <a:lnTo>
                    <a:pt x="2833154" y="271970"/>
                  </a:lnTo>
                  <a:lnTo>
                    <a:pt x="2833154" y="275056"/>
                  </a:lnTo>
                  <a:lnTo>
                    <a:pt x="2833433" y="274434"/>
                  </a:lnTo>
                  <a:lnTo>
                    <a:pt x="2834144" y="271754"/>
                  </a:lnTo>
                  <a:lnTo>
                    <a:pt x="2835414" y="267550"/>
                  </a:lnTo>
                  <a:lnTo>
                    <a:pt x="2837256" y="261670"/>
                  </a:lnTo>
                  <a:lnTo>
                    <a:pt x="2839085" y="255727"/>
                  </a:lnTo>
                  <a:lnTo>
                    <a:pt x="2838945" y="255727"/>
                  </a:lnTo>
                  <a:lnTo>
                    <a:pt x="2841358" y="248158"/>
                  </a:lnTo>
                  <a:lnTo>
                    <a:pt x="2845866" y="233133"/>
                  </a:lnTo>
                  <a:lnTo>
                    <a:pt x="2850667" y="217614"/>
                  </a:lnTo>
                  <a:lnTo>
                    <a:pt x="2852928" y="210527"/>
                  </a:lnTo>
                  <a:lnTo>
                    <a:pt x="2854756" y="204114"/>
                  </a:lnTo>
                  <a:lnTo>
                    <a:pt x="2858554" y="191884"/>
                  </a:lnTo>
                  <a:lnTo>
                    <a:pt x="2858427" y="191884"/>
                  </a:lnTo>
                  <a:lnTo>
                    <a:pt x="2858859" y="190931"/>
                  </a:lnTo>
                  <a:close/>
                </a:path>
                <a:path w="3301365" h="901700">
                  <a:moveTo>
                    <a:pt x="3184601" y="10134"/>
                  </a:moveTo>
                  <a:lnTo>
                    <a:pt x="3160179" y="10134"/>
                  </a:lnTo>
                  <a:lnTo>
                    <a:pt x="3160179" y="86220"/>
                  </a:lnTo>
                  <a:lnTo>
                    <a:pt x="3063875" y="86220"/>
                  </a:lnTo>
                  <a:lnTo>
                    <a:pt x="3063875" y="10134"/>
                  </a:lnTo>
                  <a:lnTo>
                    <a:pt x="3039313" y="10134"/>
                  </a:lnTo>
                  <a:lnTo>
                    <a:pt x="3039313" y="86220"/>
                  </a:lnTo>
                  <a:lnTo>
                    <a:pt x="3039313" y="107772"/>
                  </a:lnTo>
                  <a:lnTo>
                    <a:pt x="3039313" y="195262"/>
                  </a:lnTo>
                  <a:lnTo>
                    <a:pt x="3063875" y="195262"/>
                  </a:lnTo>
                  <a:lnTo>
                    <a:pt x="3063875" y="107772"/>
                  </a:lnTo>
                  <a:lnTo>
                    <a:pt x="3160179" y="107772"/>
                  </a:lnTo>
                  <a:lnTo>
                    <a:pt x="3160179" y="195262"/>
                  </a:lnTo>
                  <a:lnTo>
                    <a:pt x="3184601" y="195262"/>
                  </a:lnTo>
                  <a:lnTo>
                    <a:pt x="3184601" y="107772"/>
                  </a:lnTo>
                  <a:lnTo>
                    <a:pt x="3184601" y="86220"/>
                  </a:lnTo>
                  <a:lnTo>
                    <a:pt x="3184601" y="10134"/>
                  </a:lnTo>
                  <a:close/>
                </a:path>
                <a:path w="3301365" h="901700">
                  <a:moveTo>
                    <a:pt x="3301085" y="664425"/>
                  </a:moveTo>
                  <a:lnTo>
                    <a:pt x="3276663" y="664425"/>
                  </a:lnTo>
                  <a:lnTo>
                    <a:pt x="3276663" y="740498"/>
                  </a:lnTo>
                  <a:lnTo>
                    <a:pt x="3180359" y="740498"/>
                  </a:lnTo>
                  <a:lnTo>
                    <a:pt x="3180359" y="664425"/>
                  </a:lnTo>
                  <a:lnTo>
                    <a:pt x="3155797" y="664425"/>
                  </a:lnTo>
                  <a:lnTo>
                    <a:pt x="3155797" y="740498"/>
                  </a:lnTo>
                  <a:lnTo>
                    <a:pt x="3155797" y="762050"/>
                  </a:lnTo>
                  <a:lnTo>
                    <a:pt x="3155797" y="849541"/>
                  </a:lnTo>
                  <a:lnTo>
                    <a:pt x="3180359" y="849541"/>
                  </a:lnTo>
                  <a:lnTo>
                    <a:pt x="3180359" y="762050"/>
                  </a:lnTo>
                  <a:lnTo>
                    <a:pt x="3276663" y="762050"/>
                  </a:lnTo>
                  <a:lnTo>
                    <a:pt x="3276663" y="849541"/>
                  </a:lnTo>
                  <a:lnTo>
                    <a:pt x="3301085" y="849541"/>
                  </a:lnTo>
                  <a:lnTo>
                    <a:pt x="3301085" y="762050"/>
                  </a:lnTo>
                  <a:lnTo>
                    <a:pt x="3301085" y="740498"/>
                  </a:lnTo>
                  <a:lnTo>
                    <a:pt x="3301085" y="66442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1" name="object 61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5294745" y="4597645"/>
              <a:ext cx="83574" cy="295677"/>
            </a:xfrm>
            <a:prstGeom prst="rect">
              <a:avLst/>
            </a:prstGeom>
          </p:spPr>
        </p:pic>
      </p:grpSp>
      <p:pic>
        <p:nvPicPr>
          <p:cNvPr id="62" name="object 62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5285129" y="4267722"/>
            <a:ext cx="972294" cy="266724"/>
          </a:xfrm>
          <a:prstGeom prst="rect">
            <a:avLst/>
          </a:prstGeom>
        </p:spPr>
      </p:pic>
      <p:sp>
        <p:nvSpPr>
          <p:cNvPr id="63" name="object 6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7739" y="613917"/>
            <a:ext cx="315150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latin typeface="Calibri Light" panose="020F0302020204030204"/>
                <a:cs typeface="Calibri Light" panose="020F0302020204030204"/>
              </a:rPr>
              <a:t>C</a:t>
            </a:r>
            <a:r>
              <a:rPr sz="3600" baseline="-21000" dirty="0">
                <a:latin typeface="Calibri Light" panose="020F0302020204030204"/>
                <a:cs typeface="Calibri Light" panose="020F0302020204030204"/>
              </a:rPr>
              <a:t>sp2</a:t>
            </a:r>
            <a:r>
              <a:rPr sz="3600" dirty="0">
                <a:latin typeface="Calibri Light" panose="020F0302020204030204"/>
                <a:cs typeface="Calibri Light" panose="020F0302020204030204"/>
              </a:rPr>
              <a:t>-C</a:t>
            </a:r>
            <a:r>
              <a:rPr sz="3600" baseline="-21000" dirty="0">
                <a:latin typeface="Calibri Light" panose="020F0302020204030204"/>
                <a:cs typeface="Calibri Light" panose="020F0302020204030204"/>
              </a:rPr>
              <a:t>sp2</a:t>
            </a:r>
            <a:r>
              <a:rPr sz="3600" spc="307" baseline="-2100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600" dirty="0">
                <a:latin typeface="Symbol" panose="05050102010706020507"/>
                <a:cs typeface="Symbol" panose="05050102010706020507"/>
              </a:rPr>
              <a:t></a:t>
            </a:r>
            <a:r>
              <a:rPr sz="3600" spc="-13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3600" dirty="0">
                <a:latin typeface="Calibri Light" panose="020F0302020204030204"/>
                <a:cs typeface="Calibri Light" panose="020F0302020204030204"/>
              </a:rPr>
              <a:t>bonds</a:t>
            </a:r>
            <a:endParaRPr sz="3600">
              <a:latin typeface="Calibri Light" panose="020F0302020204030204"/>
              <a:cs typeface="Calibri Light" panose="020F030202020403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497828" y="2005710"/>
            <a:ext cx="3321685" cy="401447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79400" marR="62865" indent="-228600">
              <a:lnSpc>
                <a:spcPct val="80000"/>
              </a:lnSpc>
              <a:spcBef>
                <a:spcPts val="675"/>
              </a:spcBef>
              <a:buFont typeface="Arial MT"/>
              <a:buChar char="•"/>
              <a:tabLst>
                <a:tab pos="279400" algn="l"/>
              </a:tabLst>
            </a:pPr>
            <a:r>
              <a:rPr sz="2400" b="1" spc="-15" dirty="0">
                <a:latin typeface="Calibri" panose="020F0502020204030204"/>
                <a:cs typeface="Calibri" panose="020F0502020204030204"/>
              </a:rPr>
              <a:t>Sideways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overlap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of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i="1" spc="-10" dirty="0">
                <a:latin typeface="Calibri" panose="020F0502020204030204"/>
                <a:cs typeface="Calibri" panose="020F0502020204030204"/>
              </a:rPr>
              <a:t>unhybridised</a:t>
            </a:r>
            <a:r>
              <a:rPr sz="2400" i="1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p</a:t>
            </a:r>
            <a:r>
              <a:rPr sz="2400" spc="-37" baseline="-21000" dirty="0">
                <a:latin typeface="Calibri" panose="020F0502020204030204"/>
                <a:cs typeface="Calibri" panose="020F0502020204030204"/>
              </a:rPr>
              <a:t>z</a:t>
            </a:r>
            <a:r>
              <a:rPr sz="2400" spc="15" baseline="-21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AOs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gives </a:t>
            </a:r>
            <a:r>
              <a:rPr sz="2400" dirty="0">
                <a:latin typeface="Calibri" panose="020F0502020204030204"/>
                <a:cs typeface="Calibri" panose="020F0502020204030204"/>
              </a:rPr>
              <a:t>a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C-C </a:t>
            </a:r>
            <a:r>
              <a:rPr sz="2400" dirty="0">
                <a:latin typeface="Symbol" panose="05050102010706020507"/>
                <a:cs typeface="Symbol" panose="05050102010706020507"/>
              </a:rPr>
              <a:t></a:t>
            </a:r>
            <a:r>
              <a:rPr sz="24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MO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(or </a:t>
            </a:r>
            <a:r>
              <a:rPr sz="2400" dirty="0">
                <a:latin typeface="Symbol" panose="05050102010706020507"/>
                <a:cs typeface="Symbol" panose="05050102010706020507"/>
              </a:rPr>
              <a:t></a:t>
            </a:r>
            <a:r>
              <a:rPr sz="2400" spc="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bond)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79400" marR="223520" indent="-228600">
              <a:lnSpc>
                <a:spcPct val="80000"/>
              </a:lnSpc>
              <a:spcBef>
                <a:spcPts val="1000"/>
              </a:spcBef>
              <a:buFont typeface="Arial MT"/>
              <a:buChar char="•"/>
              <a:tabLst>
                <a:tab pos="2794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This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contains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last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two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electrons </a:t>
            </a:r>
            <a:r>
              <a:rPr sz="2400" dirty="0">
                <a:latin typeface="Calibri" panose="020F0502020204030204"/>
                <a:cs typeface="Calibri" panose="020F0502020204030204"/>
              </a:rPr>
              <a:t>and is 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both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b="1" spc="-10" dirty="0">
                <a:latin typeface="Calibri" panose="020F0502020204030204"/>
                <a:cs typeface="Calibri" panose="020F0502020204030204"/>
              </a:rPr>
              <a:t>above</a:t>
            </a:r>
            <a:r>
              <a:rPr sz="2400" b="1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and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b="1" dirty="0">
                <a:latin typeface="Calibri" panose="020F0502020204030204"/>
                <a:cs typeface="Calibri" panose="020F0502020204030204"/>
              </a:rPr>
              <a:t>below </a:t>
            </a:r>
            <a:r>
              <a:rPr sz="2400" b="1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plane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79400" marR="17780" indent="-228600">
              <a:lnSpc>
                <a:spcPct val="80000"/>
              </a:lnSpc>
              <a:spcBef>
                <a:spcPts val="1035"/>
              </a:spcBef>
              <a:buFont typeface="Arial MT"/>
              <a:buChar char="•"/>
              <a:tabLst>
                <a:tab pos="278765" algn="l"/>
                <a:tab pos="279400" algn="l"/>
              </a:tabLst>
            </a:pPr>
            <a:r>
              <a:rPr sz="1800" u="heavy" spc="-10" dirty="0">
                <a:uFill>
                  <a:solidFill>
                    <a:srgbClr val="000000"/>
                  </a:solidFill>
                </a:uFill>
                <a:latin typeface="Calibri" panose="020F0502020204030204"/>
                <a:cs typeface="Calibri" panose="020F0502020204030204"/>
              </a:rPr>
              <a:t>Note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:</a:t>
            </a:r>
            <a:r>
              <a:rPr sz="180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Again, do</a:t>
            </a:r>
            <a:r>
              <a:rPr sz="1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not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worry </a:t>
            </a:r>
            <a:r>
              <a:rPr sz="1800" dirty="0">
                <a:latin typeface="Calibri" panose="020F0502020204030204"/>
                <a:cs typeface="Calibri" panose="020F0502020204030204"/>
              </a:rPr>
              <a:t>if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the </a:t>
            </a:r>
            <a:r>
              <a:rPr sz="1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shapes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are</a:t>
            </a:r>
            <a:r>
              <a:rPr sz="1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not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identical</a:t>
            </a:r>
            <a:r>
              <a:rPr sz="1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to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other </a:t>
            </a:r>
            <a:r>
              <a:rPr sz="1800" spc="-39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pictures</a:t>
            </a:r>
            <a:r>
              <a:rPr sz="18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or</a:t>
            </a:r>
            <a:r>
              <a:rPr sz="1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differently</a:t>
            </a:r>
            <a:r>
              <a:rPr sz="180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coloured. 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It is the 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general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concept (orbital 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 density </a:t>
            </a:r>
            <a:r>
              <a:rPr sz="1800" i="1" spc="-5" dirty="0">
                <a:latin typeface="Calibri" panose="020F0502020204030204"/>
                <a:cs typeface="Calibri" panose="020F0502020204030204"/>
              </a:rPr>
              <a:t>between</a:t>
            </a:r>
            <a:r>
              <a:rPr sz="1800" i="1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atoms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for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bonding</a:t>
            </a:r>
            <a:r>
              <a:rPr sz="1800" i="1" spc="-5" dirty="0">
                <a:latin typeface="Calibri" panose="020F0502020204030204"/>
                <a:cs typeface="Calibri" panose="020F0502020204030204"/>
              </a:rPr>
              <a:t>.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)</a:t>
            </a:r>
            <a:r>
              <a:rPr sz="180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that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is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important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 here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638034" y="2175625"/>
            <a:ext cx="368935" cy="523875"/>
            <a:chOff x="4638034" y="2175625"/>
            <a:chExt cx="368935" cy="523875"/>
          </a:xfrm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639261" y="2176698"/>
              <a:ext cx="366189" cy="521296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639108" y="2176698"/>
              <a:ext cx="366395" cy="521334"/>
            </a:xfrm>
            <a:custGeom>
              <a:avLst/>
              <a:gdLst/>
              <a:ahLst/>
              <a:cxnLst/>
              <a:rect l="l" t="t" r="r" b="b"/>
              <a:pathLst>
                <a:path w="366395" h="521335">
                  <a:moveTo>
                    <a:pt x="82917" y="521206"/>
                  </a:moveTo>
                  <a:lnTo>
                    <a:pt x="54713" y="454712"/>
                  </a:lnTo>
                  <a:lnTo>
                    <a:pt x="36160" y="398413"/>
                  </a:lnTo>
                  <a:lnTo>
                    <a:pt x="20984" y="342396"/>
                  </a:lnTo>
                  <a:lnTo>
                    <a:pt x="9612" y="289904"/>
                  </a:lnTo>
                  <a:lnTo>
                    <a:pt x="2474" y="244181"/>
                  </a:lnTo>
                  <a:lnTo>
                    <a:pt x="0" y="208470"/>
                  </a:lnTo>
                  <a:lnTo>
                    <a:pt x="1894" y="158928"/>
                  </a:lnTo>
                  <a:lnTo>
                    <a:pt x="8807" y="114371"/>
                  </a:lnTo>
                  <a:lnTo>
                    <a:pt x="22579" y="75760"/>
                  </a:lnTo>
                  <a:lnTo>
                    <a:pt x="45052" y="44056"/>
                  </a:lnTo>
                  <a:lnTo>
                    <a:pt x="78068" y="20221"/>
                  </a:lnTo>
                  <a:lnTo>
                    <a:pt x="123468" y="5215"/>
                  </a:lnTo>
                  <a:lnTo>
                    <a:pt x="183094" y="0"/>
                  </a:lnTo>
                  <a:lnTo>
                    <a:pt x="242777" y="5215"/>
                  </a:lnTo>
                  <a:lnTo>
                    <a:pt x="288218" y="20221"/>
                  </a:lnTo>
                  <a:lnTo>
                    <a:pt x="321261" y="44056"/>
                  </a:lnTo>
                  <a:lnTo>
                    <a:pt x="343751" y="75760"/>
                  </a:lnTo>
                  <a:lnTo>
                    <a:pt x="357531" y="114371"/>
                  </a:lnTo>
                  <a:lnTo>
                    <a:pt x="364447" y="158928"/>
                  </a:lnTo>
                  <a:lnTo>
                    <a:pt x="366342" y="208470"/>
                  </a:lnTo>
                  <a:lnTo>
                    <a:pt x="363868" y="244181"/>
                  </a:lnTo>
                  <a:lnTo>
                    <a:pt x="356729" y="289904"/>
                  </a:lnTo>
                  <a:lnTo>
                    <a:pt x="345354" y="342396"/>
                  </a:lnTo>
                  <a:lnTo>
                    <a:pt x="330172" y="398413"/>
                  </a:lnTo>
                  <a:lnTo>
                    <a:pt x="325510" y="412550"/>
                  </a:lnTo>
                </a:path>
                <a:path w="366395" h="521335">
                  <a:moveTo>
                    <a:pt x="82917" y="521206"/>
                  </a:moveTo>
                  <a:lnTo>
                    <a:pt x="54713" y="454712"/>
                  </a:lnTo>
                  <a:lnTo>
                    <a:pt x="36160" y="398413"/>
                  </a:lnTo>
                  <a:lnTo>
                    <a:pt x="20984" y="342396"/>
                  </a:lnTo>
                  <a:lnTo>
                    <a:pt x="9612" y="289904"/>
                  </a:lnTo>
                  <a:lnTo>
                    <a:pt x="2474" y="244181"/>
                  </a:lnTo>
                  <a:lnTo>
                    <a:pt x="0" y="20847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784902" y="2325611"/>
              <a:ext cx="31750" cy="207645"/>
            </a:xfrm>
            <a:custGeom>
              <a:avLst/>
              <a:gdLst/>
              <a:ahLst/>
              <a:cxnLst/>
              <a:rect l="l" t="t" r="r" b="b"/>
              <a:pathLst>
                <a:path w="31750" h="207644">
                  <a:moveTo>
                    <a:pt x="31610" y="850"/>
                  </a:moveTo>
                  <a:lnTo>
                    <a:pt x="31559" y="1028"/>
                  </a:lnTo>
                  <a:lnTo>
                    <a:pt x="31483" y="406"/>
                  </a:lnTo>
                  <a:lnTo>
                    <a:pt x="31356" y="279"/>
                  </a:lnTo>
                  <a:lnTo>
                    <a:pt x="31216" y="241"/>
                  </a:lnTo>
                  <a:lnTo>
                    <a:pt x="31356" y="279"/>
                  </a:lnTo>
                  <a:lnTo>
                    <a:pt x="31153" y="114"/>
                  </a:lnTo>
                  <a:lnTo>
                    <a:pt x="30861" y="114"/>
                  </a:lnTo>
                  <a:lnTo>
                    <a:pt x="30543" y="0"/>
                  </a:lnTo>
                  <a:lnTo>
                    <a:pt x="30289" y="114"/>
                  </a:lnTo>
                  <a:lnTo>
                    <a:pt x="30086" y="114"/>
                  </a:lnTo>
                  <a:lnTo>
                    <a:pt x="29984" y="241"/>
                  </a:lnTo>
                  <a:lnTo>
                    <a:pt x="29832" y="3111"/>
                  </a:lnTo>
                  <a:lnTo>
                    <a:pt x="29768" y="3327"/>
                  </a:lnTo>
                  <a:lnTo>
                    <a:pt x="29768" y="774"/>
                  </a:lnTo>
                  <a:lnTo>
                    <a:pt x="28549" y="4648"/>
                  </a:lnTo>
                  <a:lnTo>
                    <a:pt x="26835" y="9804"/>
                  </a:lnTo>
                  <a:lnTo>
                    <a:pt x="25171" y="15087"/>
                  </a:lnTo>
                  <a:lnTo>
                    <a:pt x="22872" y="22085"/>
                  </a:lnTo>
                  <a:lnTo>
                    <a:pt x="20408" y="29781"/>
                  </a:lnTo>
                  <a:lnTo>
                    <a:pt x="9359" y="63512"/>
                  </a:lnTo>
                  <a:lnTo>
                    <a:pt x="6908" y="71196"/>
                  </a:lnTo>
                  <a:lnTo>
                    <a:pt x="4610" y="78219"/>
                  </a:lnTo>
                  <a:lnTo>
                    <a:pt x="2717" y="84201"/>
                  </a:lnTo>
                  <a:lnTo>
                    <a:pt x="1003" y="89458"/>
                  </a:lnTo>
                  <a:lnTo>
                    <a:pt x="1003" y="91643"/>
                  </a:lnTo>
                  <a:lnTo>
                    <a:pt x="1003" y="89458"/>
                  </a:lnTo>
                  <a:lnTo>
                    <a:pt x="0" y="92532"/>
                  </a:lnTo>
                  <a:lnTo>
                    <a:pt x="1384" y="93586"/>
                  </a:lnTo>
                  <a:lnTo>
                    <a:pt x="1993" y="93129"/>
                  </a:lnTo>
                  <a:lnTo>
                    <a:pt x="2146" y="93091"/>
                  </a:lnTo>
                  <a:lnTo>
                    <a:pt x="3759" y="91770"/>
                  </a:lnTo>
                  <a:lnTo>
                    <a:pt x="6553" y="89966"/>
                  </a:lnTo>
                  <a:lnTo>
                    <a:pt x="10414" y="87909"/>
                  </a:lnTo>
                  <a:lnTo>
                    <a:pt x="10287" y="87909"/>
                  </a:lnTo>
                  <a:lnTo>
                    <a:pt x="14630" y="85890"/>
                  </a:lnTo>
                  <a:lnTo>
                    <a:pt x="19608" y="84074"/>
                  </a:lnTo>
                  <a:lnTo>
                    <a:pt x="21336" y="83654"/>
                  </a:lnTo>
                  <a:lnTo>
                    <a:pt x="21336" y="207467"/>
                  </a:lnTo>
                  <a:lnTo>
                    <a:pt x="30543" y="207467"/>
                  </a:lnTo>
                  <a:lnTo>
                    <a:pt x="30543" y="82283"/>
                  </a:lnTo>
                  <a:lnTo>
                    <a:pt x="30695" y="82270"/>
                  </a:lnTo>
                  <a:lnTo>
                    <a:pt x="31610" y="81356"/>
                  </a:lnTo>
                  <a:lnTo>
                    <a:pt x="31610" y="80429"/>
                  </a:lnTo>
                  <a:lnTo>
                    <a:pt x="31610" y="850"/>
                  </a:lnTo>
                  <a:close/>
                </a:path>
                <a:path w="31750" h="207644">
                  <a:moveTo>
                    <a:pt x="31610" y="520"/>
                  </a:moveTo>
                  <a:lnTo>
                    <a:pt x="31483" y="406"/>
                  </a:lnTo>
                  <a:lnTo>
                    <a:pt x="31610" y="850"/>
                  </a:lnTo>
                  <a:lnTo>
                    <a:pt x="31610" y="5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" name="object 8"/>
          <p:cNvGrpSpPr/>
          <p:nvPr/>
        </p:nvGrpSpPr>
        <p:grpSpPr>
          <a:xfrm>
            <a:off x="2334807" y="2187099"/>
            <a:ext cx="1863725" cy="1314450"/>
            <a:chOff x="2334807" y="2187099"/>
            <a:chExt cx="1863725" cy="1314450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97495" y="2188172"/>
              <a:ext cx="366266" cy="626896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197495" y="2188172"/>
              <a:ext cx="366395" cy="627380"/>
            </a:xfrm>
            <a:custGeom>
              <a:avLst/>
              <a:gdLst/>
              <a:ahLst/>
              <a:cxnLst/>
              <a:rect l="l" t="t" r="r" b="b"/>
              <a:pathLst>
                <a:path w="366395" h="627380">
                  <a:moveTo>
                    <a:pt x="183125" y="626896"/>
                  </a:moveTo>
                  <a:lnTo>
                    <a:pt x="126356" y="592859"/>
                  </a:lnTo>
                  <a:lnTo>
                    <a:pt x="100247" y="555178"/>
                  </a:lnTo>
                  <a:lnTo>
                    <a:pt x="76226" y="508048"/>
                  </a:lnTo>
                  <a:lnTo>
                    <a:pt x="54723" y="454712"/>
                  </a:lnTo>
                  <a:lnTo>
                    <a:pt x="36167" y="398413"/>
                  </a:lnTo>
                  <a:lnTo>
                    <a:pt x="20987" y="342396"/>
                  </a:lnTo>
                  <a:lnTo>
                    <a:pt x="9614" y="289904"/>
                  </a:lnTo>
                  <a:lnTo>
                    <a:pt x="2475" y="244181"/>
                  </a:lnTo>
                  <a:lnTo>
                    <a:pt x="0" y="208470"/>
                  </a:lnTo>
                  <a:lnTo>
                    <a:pt x="1894" y="158928"/>
                  </a:lnTo>
                  <a:lnTo>
                    <a:pt x="8805" y="114371"/>
                  </a:lnTo>
                  <a:lnTo>
                    <a:pt x="22577" y="75760"/>
                  </a:lnTo>
                  <a:lnTo>
                    <a:pt x="45051" y="44056"/>
                  </a:lnTo>
                  <a:lnTo>
                    <a:pt x="78072" y="20221"/>
                  </a:lnTo>
                  <a:lnTo>
                    <a:pt x="123482" y="5215"/>
                  </a:lnTo>
                  <a:lnTo>
                    <a:pt x="183125" y="0"/>
                  </a:lnTo>
                  <a:lnTo>
                    <a:pt x="242768" y="5215"/>
                  </a:lnTo>
                  <a:lnTo>
                    <a:pt x="288181" y="20221"/>
                  </a:lnTo>
                  <a:lnTo>
                    <a:pt x="321204" y="44056"/>
                  </a:lnTo>
                  <a:lnTo>
                    <a:pt x="343682" y="75760"/>
                  </a:lnTo>
                  <a:lnTo>
                    <a:pt x="357457" y="114371"/>
                  </a:lnTo>
                  <a:lnTo>
                    <a:pt x="364371" y="158928"/>
                  </a:lnTo>
                  <a:lnTo>
                    <a:pt x="366266" y="208470"/>
                  </a:lnTo>
                  <a:lnTo>
                    <a:pt x="363791" y="244181"/>
                  </a:lnTo>
                  <a:lnTo>
                    <a:pt x="356651" y="289904"/>
                  </a:lnTo>
                  <a:lnTo>
                    <a:pt x="345277" y="342396"/>
                  </a:lnTo>
                  <a:lnTo>
                    <a:pt x="330097" y="398413"/>
                  </a:lnTo>
                  <a:lnTo>
                    <a:pt x="311541" y="454712"/>
                  </a:lnTo>
                  <a:lnTo>
                    <a:pt x="290036" y="508048"/>
                  </a:lnTo>
                  <a:lnTo>
                    <a:pt x="266013" y="555178"/>
                  </a:lnTo>
                  <a:lnTo>
                    <a:pt x="239901" y="592859"/>
                  </a:lnTo>
                  <a:lnTo>
                    <a:pt x="183125" y="626896"/>
                  </a:lnTo>
                  <a:lnTo>
                    <a:pt x="154125" y="617846"/>
                  </a:lnTo>
                  <a:lnTo>
                    <a:pt x="100247" y="555178"/>
                  </a:lnTo>
                  <a:lnTo>
                    <a:pt x="76226" y="508048"/>
                  </a:lnTo>
                  <a:lnTo>
                    <a:pt x="54723" y="454712"/>
                  </a:lnTo>
                  <a:lnTo>
                    <a:pt x="36167" y="398413"/>
                  </a:lnTo>
                  <a:lnTo>
                    <a:pt x="20987" y="342396"/>
                  </a:lnTo>
                  <a:lnTo>
                    <a:pt x="9614" y="289904"/>
                  </a:lnTo>
                  <a:lnTo>
                    <a:pt x="2475" y="244181"/>
                  </a:lnTo>
                  <a:lnTo>
                    <a:pt x="0" y="20847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3386518" y="2337091"/>
              <a:ext cx="29845" cy="207645"/>
            </a:xfrm>
            <a:custGeom>
              <a:avLst/>
              <a:gdLst/>
              <a:ahLst/>
              <a:cxnLst/>
              <a:rect l="l" t="t" r="r" b="b"/>
              <a:pathLst>
                <a:path w="29845" h="207644">
                  <a:moveTo>
                    <a:pt x="787" y="101"/>
                  </a:moveTo>
                  <a:lnTo>
                    <a:pt x="419" y="101"/>
                  </a:lnTo>
                  <a:lnTo>
                    <a:pt x="228" y="292"/>
                  </a:lnTo>
                  <a:lnTo>
                    <a:pt x="787" y="101"/>
                  </a:lnTo>
                  <a:close/>
                </a:path>
                <a:path w="29845" h="207644">
                  <a:moveTo>
                    <a:pt x="1536" y="215"/>
                  </a:moveTo>
                  <a:lnTo>
                    <a:pt x="1320" y="101"/>
                  </a:lnTo>
                  <a:lnTo>
                    <a:pt x="1536" y="215"/>
                  </a:lnTo>
                  <a:close/>
                </a:path>
                <a:path w="29845" h="207644">
                  <a:moveTo>
                    <a:pt x="29768" y="92532"/>
                  </a:moveTo>
                  <a:lnTo>
                    <a:pt x="29425" y="91503"/>
                  </a:lnTo>
                  <a:lnTo>
                    <a:pt x="28765" y="89166"/>
                  </a:lnTo>
                  <a:lnTo>
                    <a:pt x="27406" y="84582"/>
                  </a:lnTo>
                  <a:lnTo>
                    <a:pt x="25400" y="78206"/>
                  </a:lnTo>
                  <a:lnTo>
                    <a:pt x="23495" y="71742"/>
                  </a:lnTo>
                  <a:lnTo>
                    <a:pt x="20904" y="63525"/>
                  </a:lnTo>
                  <a:lnTo>
                    <a:pt x="15735" y="46659"/>
                  </a:lnTo>
                  <a:lnTo>
                    <a:pt x="10833" y="30314"/>
                  </a:lnTo>
                  <a:lnTo>
                    <a:pt x="8255" y="22110"/>
                  </a:lnTo>
                  <a:lnTo>
                    <a:pt x="6184" y="15113"/>
                  </a:lnTo>
                  <a:lnTo>
                    <a:pt x="4330" y="9232"/>
                  </a:lnTo>
                  <a:lnTo>
                    <a:pt x="2959" y="4673"/>
                  </a:lnTo>
                  <a:lnTo>
                    <a:pt x="2159" y="1803"/>
                  </a:lnTo>
                  <a:lnTo>
                    <a:pt x="1841" y="876"/>
                  </a:lnTo>
                  <a:lnTo>
                    <a:pt x="1841" y="4051"/>
                  </a:lnTo>
                  <a:lnTo>
                    <a:pt x="1778" y="3860"/>
                  </a:lnTo>
                  <a:lnTo>
                    <a:pt x="1727" y="558"/>
                  </a:lnTo>
                  <a:lnTo>
                    <a:pt x="1841" y="876"/>
                  </a:lnTo>
                  <a:lnTo>
                    <a:pt x="1739" y="406"/>
                  </a:lnTo>
                  <a:lnTo>
                    <a:pt x="1536" y="215"/>
                  </a:lnTo>
                  <a:lnTo>
                    <a:pt x="1104" y="0"/>
                  </a:lnTo>
                  <a:lnTo>
                    <a:pt x="889" y="76"/>
                  </a:lnTo>
                  <a:lnTo>
                    <a:pt x="889" y="4114"/>
                  </a:lnTo>
                  <a:lnTo>
                    <a:pt x="393" y="2324"/>
                  </a:lnTo>
                  <a:lnTo>
                    <a:pt x="889" y="4114"/>
                  </a:lnTo>
                  <a:lnTo>
                    <a:pt x="889" y="76"/>
                  </a:lnTo>
                  <a:lnTo>
                    <a:pt x="228" y="292"/>
                  </a:lnTo>
                  <a:lnTo>
                    <a:pt x="0" y="1155"/>
                  </a:lnTo>
                  <a:lnTo>
                    <a:pt x="0" y="81343"/>
                  </a:lnTo>
                  <a:lnTo>
                    <a:pt x="812" y="82257"/>
                  </a:lnTo>
                  <a:lnTo>
                    <a:pt x="889" y="207454"/>
                  </a:lnTo>
                  <a:lnTo>
                    <a:pt x="10109" y="207454"/>
                  </a:lnTo>
                  <a:lnTo>
                    <a:pt x="10109" y="84378"/>
                  </a:lnTo>
                  <a:lnTo>
                    <a:pt x="18389" y="87922"/>
                  </a:lnTo>
                  <a:lnTo>
                    <a:pt x="22377" y="89979"/>
                  </a:lnTo>
                  <a:lnTo>
                    <a:pt x="25552" y="91782"/>
                  </a:lnTo>
                  <a:lnTo>
                    <a:pt x="27584" y="93129"/>
                  </a:lnTo>
                  <a:lnTo>
                    <a:pt x="28448" y="93611"/>
                  </a:lnTo>
                  <a:lnTo>
                    <a:pt x="29057" y="93103"/>
                  </a:lnTo>
                  <a:lnTo>
                    <a:pt x="29768" y="925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93171" y="2849753"/>
              <a:ext cx="178030" cy="20759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438387" y="2519895"/>
              <a:ext cx="1759585" cy="428625"/>
            </a:xfrm>
            <a:custGeom>
              <a:avLst/>
              <a:gdLst/>
              <a:ahLst/>
              <a:cxnLst/>
              <a:rect l="l" t="t" r="r" b="b"/>
              <a:pathLst>
                <a:path w="1759585" h="428625">
                  <a:moveTo>
                    <a:pt x="157975" y="0"/>
                  </a:moveTo>
                  <a:lnTo>
                    <a:pt x="131330" y="0"/>
                  </a:lnTo>
                  <a:lnTo>
                    <a:pt x="131330" y="82423"/>
                  </a:lnTo>
                  <a:lnTo>
                    <a:pt x="26657" y="82423"/>
                  </a:lnTo>
                  <a:lnTo>
                    <a:pt x="26657" y="0"/>
                  </a:lnTo>
                  <a:lnTo>
                    <a:pt x="0" y="0"/>
                  </a:lnTo>
                  <a:lnTo>
                    <a:pt x="0" y="82423"/>
                  </a:lnTo>
                  <a:lnTo>
                    <a:pt x="0" y="106514"/>
                  </a:lnTo>
                  <a:lnTo>
                    <a:pt x="0" y="201612"/>
                  </a:lnTo>
                  <a:lnTo>
                    <a:pt x="26657" y="201612"/>
                  </a:lnTo>
                  <a:lnTo>
                    <a:pt x="26657" y="106514"/>
                  </a:lnTo>
                  <a:lnTo>
                    <a:pt x="131330" y="106514"/>
                  </a:lnTo>
                  <a:lnTo>
                    <a:pt x="131330" y="201612"/>
                  </a:lnTo>
                  <a:lnTo>
                    <a:pt x="157975" y="201625"/>
                  </a:lnTo>
                  <a:lnTo>
                    <a:pt x="157975" y="106514"/>
                  </a:lnTo>
                  <a:lnTo>
                    <a:pt x="157975" y="82423"/>
                  </a:lnTo>
                  <a:lnTo>
                    <a:pt x="157975" y="0"/>
                  </a:lnTo>
                  <a:close/>
                </a:path>
                <a:path w="1759585" h="428625">
                  <a:moveTo>
                    <a:pt x="843140" y="382193"/>
                  </a:moveTo>
                  <a:lnTo>
                    <a:pt x="841959" y="379526"/>
                  </a:lnTo>
                  <a:lnTo>
                    <a:pt x="194221" y="129857"/>
                  </a:lnTo>
                  <a:lnTo>
                    <a:pt x="191554" y="131025"/>
                  </a:lnTo>
                  <a:lnTo>
                    <a:pt x="189725" y="135763"/>
                  </a:lnTo>
                  <a:lnTo>
                    <a:pt x="190906" y="138417"/>
                  </a:lnTo>
                  <a:lnTo>
                    <a:pt x="836269" y="387172"/>
                  </a:lnTo>
                  <a:lnTo>
                    <a:pt x="838644" y="388099"/>
                  </a:lnTo>
                  <a:lnTo>
                    <a:pt x="841298" y="386918"/>
                  </a:lnTo>
                  <a:lnTo>
                    <a:pt x="843140" y="382193"/>
                  </a:lnTo>
                  <a:close/>
                </a:path>
                <a:path w="1759585" h="428625">
                  <a:moveTo>
                    <a:pt x="1759546" y="412750"/>
                  </a:moveTo>
                  <a:lnTo>
                    <a:pt x="1059853" y="419417"/>
                  </a:lnTo>
                  <a:lnTo>
                    <a:pt x="1057795" y="421487"/>
                  </a:lnTo>
                  <a:lnTo>
                    <a:pt x="1057859" y="426554"/>
                  </a:lnTo>
                  <a:lnTo>
                    <a:pt x="1059929" y="428586"/>
                  </a:lnTo>
                  <a:lnTo>
                    <a:pt x="1738630" y="422109"/>
                  </a:lnTo>
                  <a:lnTo>
                    <a:pt x="1759546" y="412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3244130" y="3117892"/>
              <a:ext cx="260350" cy="242570"/>
            </a:xfrm>
            <a:custGeom>
              <a:avLst/>
              <a:gdLst/>
              <a:ahLst/>
              <a:cxnLst/>
              <a:rect l="l" t="t" r="r" b="b"/>
              <a:pathLst>
                <a:path w="260350" h="242570">
                  <a:moveTo>
                    <a:pt x="150609" y="0"/>
                  </a:moveTo>
                  <a:lnTo>
                    <a:pt x="179613" y="9050"/>
                  </a:lnTo>
                  <a:lnTo>
                    <a:pt x="207385" y="34038"/>
                  </a:lnTo>
                  <a:lnTo>
                    <a:pt x="233498" y="71720"/>
                  </a:lnTo>
                  <a:lnTo>
                    <a:pt x="257521" y="118852"/>
                  </a:lnTo>
                  <a:lnTo>
                    <a:pt x="260169" y="125422"/>
                  </a:lnTo>
                </a:path>
                <a:path w="260350" h="242570">
                  <a:moveTo>
                    <a:pt x="0" y="241950"/>
                  </a:moveTo>
                  <a:lnTo>
                    <a:pt x="22201" y="172189"/>
                  </a:lnTo>
                  <a:lnTo>
                    <a:pt x="43703" y="118852"/>
                  </a:lnTo>
                  <a:lnTo>
                    <a:pt x="67724" y="71720"/>
                  </a:lnTo>
                  <a:lnTo>
                    <a:pt x="93835" y="34038"/>
                  </a:lnTo>
                  <a:lnTo>
                    <a:pt x="150609" y="0"/>
                  </a:lnTo>
                  <a:lnTo>
                    <a:pt x="179613" y="9050"/>
                  </a:lnTo>
                  <a:lnTo>
                    <a:pt x="207385" y="34038"/>
                  </a:lnTo>
                  <a:lnTo>
                    <a:pt x="233498" y="71720"/>
                  </a:lnTo>
                  <a:lnTo>
                    <a:pt x="257521" y="118852"/>
                  </a:lnTo>
                  <a:lnTo>
                    <a:pt x="260169" y="125422"/>
                  </a:lnTo>
                </a:path>
              </a:pathLst>
            </a:custGeom>
            <a:ln w="919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2544339" y="2996475"/>
              <a:ext cx="722630" cy="337185"/>
            </a:xfrm>
            <a:custGeom>
              <a:avLst/>
              <a:gdLst/>
              <a:ahLst/>
              <a:cxnLst/>
              <a:rect l="l" t="t" r="r" b="b"/>
              <a:pathLst>
                <a:path w="722629" h="337185">
                  <a:moveTo>
                    <a:pt x="0" y="336787"/>
                  </a:moveTo>
                  <a:lnTo>
                    <a:pt x="722141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2334806" y="2992323"/>
              <a:ext cx="936625" cy="509270"/>
            </a:xfrm>
            <a:custGeom>
              <a:avLst/>
              <a:gdLst/>
              <a:ahLst/>
              <a:cxnLst/>
              <a:rect l="l" t="t" r="r" b="b"/>
              <a:pathLst>
                <a:path w="936625" h="509270">
                  <a:moveTo>
                    <a:pt x="157962" y="308673"/>
                  </a:moveTo>
                  <a:lnTo>
                    <a:pt x="131318" y="308673"/>
                  </a:lnTo>
                  <a:lnTo>
                    <a:pt x="131318" y="391096"/>
                  </a:lnTo>
                  <a:lnTo>
                    <a:pt x="26644" y="391096"/>
                  </a:lnTo>
                  <a:lnTo>
                    <a:pt x="26644" y="308673"/>
                  </a:lnTo>
                  <a:lnTo>
                    <a:pt x="0" y="308673"/>
                  </a:lnTo>
                  <a:lnTo>
                    <a:pt x="0" y="391096"/>
                  </a:lnTo>
                  <a:lnTo>
                    <a:pt x="0" y="413918"/>
                  </a:lnTo>
                  <a:lnTo>
                    <a:pt x="0" y="509016"/>
                  </a:lnTo>
                  <a:lnTo>
                    <a:pt x="26644" y="509016"/>
                  </a:lnTo>
                  <a:lnTo>
                    <a:pt x="26644" y="413918"/>
                  </a:lnTo>
                  <a:lnTo>
                    <a:pt x="131318" y="413918"/>
                  </a:lnTo>
                  <a:lnTo>
                    <a:pt x="131318" y="509016"/>
                  </a:lnTo>
                  <a:lnTo>
                    <a:pt x="157962" y="509016"/>
                  </a:lnTo>
                  <a:lnTo>
                    <a:pt x="157962" y="413918"/>
                  </a:lnTo>
                  <a:lnTo>
                    <a:pt x="157962" y="391096"/>
                  </a:lnTo>
                  <a:lnTo>
                    <a:pt x="157962" y="308673"/>
                  </a:lnTo>
                  <a:close/>
                </a:path>
                <a:path w="936625" h="509270">
                  <a:moveTo>
                    <a:pt x="936371" y="8318"/>
                  </a:moveTo>
                  <a:lnTo>
                    <a:pt x="932484" y="0"/>
                  </a:lnTo>
                  <a:lnTo>
                    <a:pt x="197078" y="320128"/>
                  </a:lnTo>
                  <a:lnTo>
                    <a:pt x="216458" y="361759"/>
                  </a:lnTo>
                  <a:lnTo>
                    <a:pt x="936371" y="831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7" name="object 17"/>
          <p:cNvGrpSpPr/>
          <p:nvPr/>
        </p:nvGrpSpPr>
        <p:grpSpPr>
          <a:xfrm>
            <a:off x="2466388" y="5939491"/>
            <a:ext cx="1165225" cy="272415"/>
            <a:chOff x="2466388" y="5939491"/>
            <a:chExt cx="1165225" cy="272415"/>
          </a:xfrm>
        </p:grpSpPr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67923" y="5941401"/>
              <a:ext cx="84473" cy="107054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573964" y="5939491"/>
              <a:ext cx="296580" cy="110783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2893999" y="5941402"/>
              <a:ext cx="737235" cy="107314"/>
            </a:xfrm>
            <a:custGeom>
              <a:avLst/>
              <a:gdLst/>
              <a:ahLst/>
              <a:cxnLst/>
              <a:rect l="l" t="t" r="r" b="b"/>
              <a:pathLst>
                <a:path w="737235" h="107314">
                  <a:moveTo>
                    <a:pt x="14986" y="92087"/>
                  </a:moveTo>
                  <a:lnTo>
                    <a:pt x="0" y="92087"/>
                  </a:lnTo>
                  <a:lnTo>
                    <a:pt x="0" y="107061"/>
                  </a:lnTo>
                  <a:lnTo>
                    <a:pt x="14986" y="107061"/>
                  </a:lnTo>
                  <a:lnTo>
                    <a:pt x="14986" y="92087"/>
                  </a:lnTo>
                  <a:close/>
                </a:path>
                <a:path w="737235" h="107314">
                  <a:moveTo>
                    <a:pt x="14986" y="29502"/>
                  </a:moveTo>
                  <a:lnTo>
                    <a:pt x="0" y="29502"/>
                  </a:lnTo>
                  <a:lnTo>
                    <a:pt x="0" y="44475"/>
                  </a:lnTo>
                  <a:lnTo>
                    <a:pt x="14986" y="44475"/>
                  </a:lnTo>
                  <a:lnTo>
                    <a:pt x="14986" y="29502"/>
                  </a:lnTo>
                  <a:close/>
                </a:path>
                <a:path w="737235" h="107314">
                  <a:moveTo>
                    <a:pt x="703313" y="0"/>
                  </a:moveTo>
                  <a:lnTo>
                    <a:pt x="690156" y="0"/>
                  </a:lnTo>
                  <a:lnTo>
                    <a:pt x="690156" y="107061"/>
                  </a:lnTo>
                  <a:lnTo>
                    <a:pt x="703313" y="107061"/>
                  </a:lnTo>
                  <a:lnTo>
                    <a:pt x="703313" y="0"/>
                  </a:lnTo>
                  <a:close/>
                </a:path>
                <a:path w="737235" h="107314">
                  <a:moveTo>
                    <a:pt x="736993" y="0"/>
                  </a:moveTo>
                  <a:lnTo>
                    <a:pt x="723823" y="0"/>
                  </a:lnTo>
                  <a:lnTo>
                    <a:pt x="723823" y="107061"/>
                  </a:lnTo>
                  <a:lnTo>
                    <a:pt x="736993" y="107061"/>
                  </a:lnTo>
                  <a:lnTo>
                    <a:pt x="73699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1" name="object 2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466388" y="5941401"/>
              <a:ext cx="1101854" cy="270166"/>
            </a:xfrm>
            <a:prstGeom prst="rect">
              <a:avLst/>
            </a:prstGeom>
          </p:spPr>
        </p:pic>
      </p:grpSp>
      <p:grpSp>
        <p:nvGrpSpPr>
          <p:cNvPr id="22" name="object 22"/>
          <p:cNvGrpSpPr/>
          <p:nvPr/>
        </p:nvGrpSpPr>
        <p:grpSpPr>
          <a:xfrm>
            <a:off x="3691261" y="5939491"/>
            <a:ext cx="313690" cy="111125"/>
            <a:chOff x="3691261" y="5939491"/>
            <a:chExt cx="313690" cy="111125"/>
          </a:xfrm>
        </p:grpSpPr>
        <p:pic>
          <p:nvPicPr>
            <p:cNvPr id="23" name="object 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691261" y="5939491"/>
              <a:ext cx="102515" cy="110783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814028" y="5941401"/>
              <a:ext cx="84470" cy="107054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924671" y="5941401"/>
              <a:ext cx="79985" cy="107054"/>
            </a:xfrm>
            <a:prstGeom prst="rect">
              <a:avLst/>
            </a:prstGeom>
          </p:spPr>
        </p:pic>
      </p:grpSp>
      <p:grpSp>
        <p:nvGrpSpPr>
          <p:cNvPr id="26" name="object 26"/>
          <p:cNvGrpSpPr/>
          <p:nvPr/>
        </p:nvGrpSpPr>
        <p:grpSpPr>
          <a:xfrm>
            <a:off x="4061286" y="5941395"/>
            <a:ext cx="386715" cy="139065"/>
            <a:chOff x="4061286" y="5941395"/>
            <a:chExt cx="386715" cy="139065"/>
          </a:xfrm>
        </p:grpSpPr>
        <p:pic>
          <p:nvPicPr>
            <p:cNvPr id="27" name="object 27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061286" y="5941401"/>
              <a:ext cx="95046" cy="108812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176689" y="5969139"/>
              <a:ext cx="148462" cy="110783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4346422" y="5941402"/>
              <a:ext cx="101600" cy="109220"/>
            </a:xfrm>
            <a:custGeom>
              <a:avLst/>
              <a:gdLst/>
              <a:ahLst/>
              <a:cxnLst/>
              <a:rect l="l" t="t" r="r" b="b"/>
              <a:pathLst>
                <a:path w="101600" h="109220">
                  <a:moveTo>
                    <a:pt x="13157" y="0"/>
                  </a:moveTo>
                  <a:lnTo>
                    <a:pt x="0" y="0"/>
                  </a:lnTo>
                  <a:lnTo>
                    <a:pt x="0" y="107061"/>
                  </a:lnTo>
                  <a:lnTo>
                    <a:pt x="13157" y="107061"/>
                  </a:lnTo>
                  <a:lnTo>
                    <a:pt x="13157" y="0"/>
                  </a:lnTo>
                  <a:close/>
                </a:path>
                <a:path w="101600" h="109220">
                  <a:moveTo>
                    <a:pt x="101168" y="68135"/>
                  </a:moveTo>
                  <a:lnTo>
                    <a:pt x="87236" y="34861"/>
                  </a:lnTo>
                  <a:lnTo>
                    <a:pt x="87236" y="60833"/>
                  </a:lnTo>
                  <a:lnTo>
                    <a:pt x="43776" y="60833"/>
                  </a:lnTo>
                  <a:lnTo>
                    <a:pt x="44234" y="54063"/>
                  </a:lnTo>
                  <a:lnTo>
                    <a:pt x="46520" y="48666"/>
                  </a:lnTo>
                  <a:lnTo>
                    <a:pt x="54787" y="40576"/>
                  </a:lnTo>
                  <a:lnTo>
                    <a:pt x="59842" y="38557"/>
                  </a:lnTo>
                  <a:lnTo>
                    <a:pt x="72542" y="38557"/>
                  </a:lnTo>
                  <a:lnTo>
                    <a:pt x="78054" y="41084"/>
                  </a:lnTo>
                  <a:lnTo>
                    <a:pt x="82181" y="46164"/>
                  </a:lnTo>
                  <a:lnTo>
                    <a:pt x="84937" y="49415"/>
                  </a:lnTo>
                  <a:lnTo>
                    <a:pt x="86626" y="54305"/>
                  </a:lnTo>
                  <a:lnTo>
                    <a:pt x="87236" y="60833"/>
                  </a:lnTo>
                  <a:lnTo>
                    <a:pt x="87236" y="34861"/>
                  </a:lnTo>
                  <a:lnTo>
                    <a:pt x="85928" y="33705"/>
                  </a:lnTo>
                  <a:lnTo>
                    <a:pt x="79946" y="30391"/>
                  </a:lnTo>
                  <a:lnTo>
                    <a:pt x="73240" y="28409"/>
                  </a:lnTo>
                  <a:lnTo>
                    <a:pt x="65811" y="27749"/>
                  </a:lnTo>
                  <a:lnTo>
                    <a:pt x="58153" y="28422"/>
                  </a:lnTo>
                  <a:lnTo>
                    <a:pt x="30162" y="59702"/>
                  </a:lnTo>
                  <a:lnTo>
                    <a:pt x="29591" y="68135"/>
                  </a:lnTo>
                  <a:lnTo>
                    <a:pt x="29616" y="70078"/>
                  </a:lnTo>
                  <a:lnTo>
                    <a:pt x="51257" y="106197"/>
                  </a:lnTo>
                  <a:lnTo>
                    <a:pt x="66573" y="108813"/>
                  </a:lnTo>
                  <a:lnTo>
                    <a:pt x="75603" y="108813"/>
                  </a:lnTo>
                  <a:lnTo>
                    <a:pt x="82956" y="106616"/>
                  </a:lnTo>
                  <a:lnTo>
                    <a:pt x="94399" y="97993"/>
                  </a:lnTo>
                  <a:lnTo>
                    <a:pt x="94589" y="97866"/>
                  </a:lnTo>
                  <a:lnTo>
                    <a:pt x="98577" y="91668"/>
                  </a:lnTo>
                  <a:lnTo>
                    <a:pt x="100711" y="83769"/>
                  </a:lnTo>
                  <a:lnTo>
                    <a:pt x="87083" y="82092"/>
                  </a:lnTo>
                  <a:lnTo>
                    <a:pt x="85090" y="87630"/>
                  </a:lnTo>
                  <a:lnTo>
                    <a:pt x="82334" y="91668"/>
                  </a:lnTo>
                  <a:lnTo>
                    <a:pt x="75603" y="96748"/>
                  </a:lnTo>
                  <a:lnTo>
                    <a:pt x="71475" y="97993"/>
                  </a:lnTo>
                  <a:lnTo>
                    <a:pt x="60147" y="97993"/>
                  </a:lnTo>
                  <a:lnTo>
                    <a:pt x="54635" y="95732"/>
                  </a:lnTo>
                  <a:lnTo>
                    <a:pt x="46062" y="86690"/>
                  </a:lnTo>
                  <a:lnTo>
                    <a:pt x="43611" y="80162"/>
                  </a:lnTo>
                  <a:lnTo>
                    <a:pt x="43154" y="71640"/>
                  </a:lnTo>
                  <a:lnTo>
                    <a:pt x="101015" y="71640"/>
                  </a:lnTo>
                  <a:lnTo>
                    <a:pt x="101015" y="70078"/>
                  </a:lnTo>
                  <a:lnTo>
                    <a:pt x="101155" y="68948"/>
                  </a:lnTo>
                  <a:lnTo>
                    <a:pt x="101168" y="6813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0" name="object 30"/>
          <p:cNvGrpSpPr/>
          <p:nvPr/>
        </p:nvGrpSpPr>
        <p:grpSpPr>
          <a:xfrm>
            <a:off x="2406052" y="4125864"/>
            <a:ext cx="3588385" cy="1671955"/>
            <a:chOff x="2406052" y="4125864"/>
            <a:chExt cx="3588385" cy="1671955"/>
          </a:xfrm>
        </p:grpSpPr>
        <p:sp>
          <p:nvSpPr>
            <p:cNvPr id="31" name="object 31"/>
            <p:cNvSpPr/>
            <p:nvPr/>
          </p:nvSpPr>
          <p:spPr>
            <a:xfrm>
              <a:off x="2406040" y="4624933"/>
              <a:ext cx="3588385" cy="979805"/>
            </a:xfrm>
            <a:custGeom>
              <a:avLst/>
              <a:gdLst/>
              <a:ahLst/>
              <a:cxnLst/>
              <a:rect l="l" t="t" r="r" b="b"/>
              <a:pathLst>
                <a:path w="3588385" h="979804">
                  <a:moveTo>
                    <a:pt x="157975" y="779437"/>
                  </a:moveTo>
                  <a:lnTo>
                    <a:pt x="131330" y="779437"/>
                  </a:lnTo>
                  <a:lnTo>
                    <a:pt x="131330" y="861822"/>
                  </a:lnTo>
                  <a:lnTo>
                    <a:pt x="26657" y="861822"/>
                  </a:lnTo>
                  <a:lnTo>
                    <a:pt x="26657" y="779437"/>
                  </a:lnTo>
                  <a:lnTo>
                    <a:pt x="0" y="779437"/>
                  </a:lnTo>
                  <a:lnTo>
                    <a:pt x="0" y="861822"/>
                  </a:lnTo>
                  <a:lnTo>
                    <a:pt x="0" y="885901"/>
                  </a:lnTo>
                  <a:lnTo>
                    <a:pt x="0" y="979690"/>
                  </a:lnTo>
                  <a:lnTo>
                    <a:pt x="26657" y="979690"/>
                  </a:lnTo>
                  <a:lnTo>
                    <a:pt x="26657" y="885901"/>
                  </a:lnTo>
                  <a:lnTo>
                    <a:pt x="131330" y="885901"/>
                  </a:lnTo>
                  <a:lnTo>
                    <a:pt x="131330" y="979690"/>
                  </a:lnTo>
                  <a:lnTo>
                    <a:pt x="157975" y="979690"/>
                  </a:lnTo>
                  <a:lnTo>
                    <a:pt x="157975" y="885901"/>
                  </a:lnTo>
                  <a:lnTo>
                    <a:pt x="157975" y="861822"/>
                  </a:lnTo>
                  <a:lnTo>
                    <a:pt x="157975" y="779437"/>
                  </a:lnTo>
                  <a:close/>
                </a:path>
                <a:path w="3588385" h="979804">
                  <a:moveTo>
                    <a:pt x="261569" y="0"/>
                  </a:moveTo>
                  <a:lnTo>
                    <a:pt x="234924" y="0"/>
                  </a:lnTo>
                  <a:lnTo>
                    <a:pt x="234924" y="82384"/>
                  </a:lnTo>
                  <a:lnTo>
                    <a:pt x="130251" y="82384"/>
                  </a:lnTo>
                  <a:lnTo>
                    <a:pt x="130251" y="0"/>
                  </a:lnTo>
                  <a:lnTo>
                    <a:pt x="103593" y="0"/>
                  </a:lnTo>
                  <a:lnTo>
                    <a:pt x="103593" y="82384"/>
                  </a:lnTo>
                  <a:lnTo>
                    <a:pt x="103593" y="106464"/>
                  </a:lnTo>
                  <a:lnTo>
                    <a:pt x="103593" y="200240"/>
                  </a:lnTo>
                  <a:lnTo>
                    <a:pt x="130251" y="200240"/>
                  </a:lnTo>
                  <a:lnTo>
                    <a:pt x="130251" y="106464"/>
                  </a:lnTo>
                  <a:lnTo>
                    <a:pt x="234924" y="106464"/>
                  </a:lnTo>
                  <a:lnTo>
                    <a:pt x="234924" y="200240"/>
                  </a:lnTo>
                  <a:lnTo>
                    <a:pt x="261569" y="200240"/>
                  </a:lnTo>
                  <a:lnTo>
                    <a:pt x="261569" y="106464"/>
                  </a:lnTo>
                  <a:lnTo>
                    <a:pt x="261569" y="82384"/>
                  </a:lnTo>
                  <a:lnTo>
                    <a:pt x="261569" y="0"/>
                  </a:lnTo>
                  <a:close/>
                </a:path>
                <a:path w="3588385" h="979804">
                  <a:moveTo>
                    <a:pt x="3461575" y="57035"/>
                  </a:moveTo>
                  <a:lnTo>
                    <a:pt x="3434880" y="57035"/>
                  </a:lnTo>
                  <a:lnTo>
                    <a:pt x="3434880" y="139407"/>
                  </a:lnTo>
                  <a:lnTo>
                    <a:pt x="3330206" y="139407"/>
                  </a:lnTo>
                  <a:lnTo>
                    <a:pt x="3330206" y="57035"/>
                  </a:lnTo>
                  <a:lnTo>
                    <a:pt x="3303498" y="57035"/>
                  </a:lnTo>
                  <a:lnTo>
                    <a:pt x="3303498" y="139407"/>
                  </a:lnTo>
                  <a:lnTo>
                    <a:pt x="3303498" y="163487"/>
                  </a:lnTo>
                  <a:lnTo>
                    <a:pt x="3303498" y="258546"/>
                  </a:lnTo>
                  <a:lnTo>
                    <a:pt x="3330206" y="258546"/>
                  </a:lnTo>
                  <a:lnTo>
                    <a:pt x="3330206" y="163487"/>
                  </a:lnTo>
                  <a:lnTo>
                    <a:pt x="3434880" y="163487"/>
                  </a:lnTo>
                  <a:lnTo>
                    <a:pt x="3434880" y="258546"/>
                  </a:lnTo>
                  <a:lnTo>
                    <a:pt x="3461575" y="258546"/>
                  </a:lnTo>
                  <a:lnTo>
                    <a:pt x="3461575" y="163487"/>
                  </a:lnTo>
                  <a:lnTo>
                    <a:pt x="3461575" y="139407"/>
                  </a:lnTo>
                  <a:lnTo>
                    <a:pt x="3461575" y="57035"/>
                  </a:lnTo>
                  <a:close/>
                </a:path>
                <a:path w="3588385" h="979804">
                  <a:moveTo>
                    <a:pt x="3588194" y="768032"/>
                  </a:moveTo>
                  <a:lnTo>
                    <a:pt x="3561486" y="768032"/>
                  </a:lnTo>
                  <a:lnTo>
                    <a:pt x="3561486" y="850417"/>
                  </a:lnTo>
                  <a:lnTo>
                    <a:pt x="3456825" y="850417"/>
                  </a:lnTo>
                  <a:lnTo>
                    <a:pt x="3456825" y="768032"/>
                  </a:lnTo>
                  <a:lnTo>
                    <a:pt x="3430117" y="768032"/>
                  </a:lnTo>
                  <a:lnTo>
                    <a:pt x="3430117" y="850417"/>
                  </a:lnTo>
                  <a:lnTo>
                    <a:pt x="3430117" y="874496"/>
                  </a:lnTo>
                  <a:lnTo>
                    <a:pt x="3430117" y="968273"/>
                  </a:lnTo>
                  <a:lnTo>
                    <a:pt x="3456825" y="968273"/>
                  </a:lnTo>
                  <a:lnTo>
                    <a:pt x="3456825" y="874496"/>
                  </a:lnTo>
                  <a:lnTo>
                    <a:pt x="3561486" y="874496"/>
                  </a:lnTo>
                  <a:lnTo>
                    <a:pt x="3561486" y="968273"/>
                  </a:lnTo>
                  <a:lnTo>
                    <a:pt x="3588194" y="968273"/>
                  </a:lnTo>
                  <a:lnTo>
                    <a:pt x="3588194" y="874496"/>
                  </a:lnTo>
                  <a:lnTo>
                    <a:pt x="3588194" y="850417"/>
                  </a:lnTo>
                  <a:lnTo>
                    <a:pt x="3588194" y="768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2" name="object 3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2603137" y="4125864"/>
              <a:ext cx="3328025" cy="1671957"/>
            </a:xfrm>
            <a:prstGeom prst="rect">
              <a:avLst/>
            </a:prstGeom>
          </p:spPr>
        </p:pic>
      </p:grpSp>
      <p:sp>
        <p:nvSpPr>
          <p:cNvPr id="33" name="object 3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47189" y="4464558"/>
            <a:ext cx="11220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i="1" spc="-5" dirty="0">
                <a:solidFill>
                  <a:srgbClr val="FF9900"/>
                </a:solidFill>
                <a:latin typeface="Calibri" panose="020F0502020204030204"/>
                <a:cs typeface="Calibri" panose="020F0502020204030204"/>
              </a:rPr>
              <a:t>Al</a:t>
            </a:r>
            <a:r>
              <a:rPr sz="2800" i="1" spc="-110" dirty="0">
                <a:solidFill>
                  <a:srgbClr val="FF9900"/>
                </a:solidFill>
                <a:latin typeface="Calibri" panose="020F0502020204030204"/>
                <a:cs typeface="Calibri" panose="020F0502020204030204"/>
              </a:rPr>
              <a:t>k</a:t>
            </a:r>
            <a:r>
              <a:rPr sz="2800" i="1" spc="-5" dirty="0">
                <a:solidFill>
                  <a:srgbClr val="FF9900"/>
                </a:solidFill>
                <a:latin typeface="Calibri" panose="020F0502020204030204"/>
                <a:cs typeface="Calibri" panose="020F0502020204030204"/>
              </a:rPr>
              <a:t>enes</a:t>
            </a:r>
            <a:endParaRPr sz="2800"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451207" y="1323698"/>
            <a:ext cx="3035317" cy="285892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108575" y="1687448"/>
            <a:ext cx="293433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299720" algn="l"/>
              </a:tabLst>
            </a:pPr>
            <a:r>
              <a:rPr sz="4000" spc="-5" dirty="0">
                <a:latin typeface="Calibri" panose="020F0502020204030204"/>
                <a:cs typeface="Calibri" panose="020F0502020204030204"/>
              </a:rPr>
              <a:t>Isomerism</a:t>
            </a:r>
            <a:endParaRPr sz="4000">
              <a:latin typeface="Calibri" panose="020F0502020204030204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Arial MT"/>
              <a:buChar char="•"/>
              <a:tabLst>
                <a:tab pos="299720" algn="l"/>
              </a:tabLst>
            </a:pPr>
            <a:r>
              <a:rPr sz="4000" spc="-5" dirty="0">
                <a:latin typeface="Calibri" panose="020F0502020204030204"/>
                <a:cs typeface="Calibri" panose="020F0502020204030204"/>
              </a:rPr>
              <a:t>P</a:t>
            </a:r>
            <a:r>
              <a:rPr sz="4000" spc="-60" dirty="0">
                <a:latin typeface="Calibri" panose="020F0502020204030204"/>
                <a:cs typeface="Calibri" panose="020F0502020204030204"/>
              </a:rPr>
              <a:t>r</a:t>
            </a:r>
            <a:r>
              <a:rPr sz="4000" spc="-5" dirty="0">
                <a:latin typeface="Calibri" panose="020F0502020204030204"/>
                <a:cs typeface="Calibri" panose="020F0502020204030204"/>
              </a:rPr>
              <a:t>epa</a:t>
            </a:r>
            <a:r>
              <a:rPr sz="4000" spc="-85" dirty="0">
                <a:latin typeface="Calibri" panose="020F0502020204030204"/>
                <a:cs typeface="Calibri" panose="020F0502020204030204"/>
              </a:rPr>
              <a:t>r</a:t>
            </a:r>
            <a:r>
              <a:rPr sz="4000" spc="-40" dirty="0">
                <a:latin typeface="Calibri" panose="020F0502020204030204"/>
                <a:cs typeface="Calibri" panose="020F0502020204030204"/>
              </a:rPr>
              <a:t>a</a:t>
            </a:r>
            <a:r>
              <a:rPr sz="4000" spc="-5" dirty="0">
                <a:latin typeface="Calibri" panose="020F0502020204030204"/>
                <a:cs typeface="Calibri" panose="020F0502020204030204"/>
              </a:rPr>
              <a:t>tions</a:t>
            </a:r>
            <a:endParaRPr sz="40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260341" y="258013"/>
            <a:ext cx="367347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0" dirty="0"/>
              <a:t>Alkene</a:t>
            </a:r>
            <a:r>
              <a:rPr spc="-70" dirty="0"/>
              <a:t> </a:t>
            </a:r>
            <a:r>
              <a:rPr spc="-5" dirty="0"/>
              <a:t>isomerism</a:t>
            </a:r>
            <a:endParaRPr spc="-5" dirty="0"/>
          </a:p>
        </p:txBody>
      </p:sp>
      <p:sp>
        <p:nvSpPr>
          <p:cNvPr id="3" name="object 3"/>
          <p:cNvSpPr txBox="1"/>
          <p:nvPr/>
        </p:nvSpPr>
        <p:spPr>
          <a:xfrm>
            <a:off x="6477127" y="1672209"/>
            <a:ext cx="4860290" cy="240220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41300" marR="5080" indent="-228600">
              <a:lnSpc>
                <a:spcPct val="80000"/>
              </a:lnSpc>
              <a:spcBef>
                <a:spcPts val="675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restricted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rotation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about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C=C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results </a:t>
            </a:r>
            <a:r>
              <a:rPr sz="2400" dirty="0">
                <a:latin typeface="Calibri" panose="020F0502020204030204"/>
                <a:cs typeface="Calibri" panose="020F0502020204030204"/>
              </a:rPr>
              <a:t>in a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form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of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diastereo-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isomerism,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often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called 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geometric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 isomerism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Font typeface="Arial MT"/>
              <a:buChar char="•"/>
            </a:pPr>
            <a:endParaRPr sz="3500">
              <a:latin typeface="Calibri" panose="020F0502020204030204"/>
              <a:cs typeface="Calibri" panose="020F0502020204030204"/>
            </a:endParaRPr>
          </a:p>
          <a:p>
            <a:pPr marL="241300" marR="118110" indent="-228600">
              <a:lnSpc>
                <a:spcPct val="8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spc="-10" dirty="0">
                <a:latin typeface="Calibri" panose="020F0502020204030204"/>
                <a:cs typeface="Calibri" panose="020F0502020204030204"/>
              </a:rPr>
              <a:t>1,2-disubstituted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alkene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isomers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are </a:t>
            </a:r>
            <a:r>
              <a:rPr sz="2400" spc="-5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often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denoted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by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cis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and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trans</a:t>
            </a:r>
            <a:endParaRPr sz="24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764521" y="1377336"/>
            <a:ext cx="1431290" cy="668020"/>
            <a:chOff x="1764521" y="1377336"/>
            <a:chExt cx="1431290" cy="668020"/>
          </a:xfrm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244181" y="1606281"/>
              <a:ext cx="138338" cy="16160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568412" y="1606281"/>
              <a:ext cx="138430" cy="161925"/>
            </a:xfrm>
            <a:custGeom>
              <a:avLst/>
              <a:gdLst/>
              <a:ahLst/>
              <a:cxnLst/>
              <a:rect l="l" t="t" r="r" b="b"/>
              <a:pathLst>
                <a:path w="138430" h="161925">
                  <a:moveTo>
                    <a:pt x="73875" y="0"/>
                  </a:moveTo>
                  <a:lnTo>
                    <a:pt x="35913" y="9443"/>
                  </a:lnTo>
                  <a:lnTo>
                    <a:pt x="9344" y="37055"/>
                  </a:lnTo>
                  <a:lnTo>
                    <a:pt x="0" y="79620"/>
                  </a:lnTo>
                  <a:lnTo>
                    <a:pt x="518" y="90636"/>
                  </a:lnTo>
                  <a:lnTo>
                    <a:pt x="12873" y="130696"/>
                  </a:lnTo>
                  <a:lnTo>
                    <a:pt x="50604" y="159024"/>
                  </a:lnTo>
                  <a:lnTo>
                    <a:pt x="73537" y="161601"/>
                  </a:lnTo>
                  <a:lnTo>
                    <a:pt x="85291" y="160766"/>
                  </a:lnTo>
                  <a:lnTo>
                    <a:pt x="122709" y="140773"/>
                  </a:lnTo>
                  <a:lnTo>
                    <a:pt x="138338" y="109368"/>
                  </a:lnTo>
                  <a:lnTo>
                    <a:pt x="117623" y="104151"/>
                  </a:lnTo>
                  <a:lnTo>
                    <a:pt x="115006" y="113396"/>
                  </a:lnTo>
                  <a:lnTo>
                    <a:pt x="111412" y="121434"/>
                  </a:lnTo>
                  <a:lnTo>
                    <a:pt x="71826" y="143905"/>
                  </a:lnTo>
                  <a:lnTo>
                    <a:pt x="64806" y="143446"/>
                  </a:lnTo>
                  <a:lnTo>
                    <a:pt x="30486" y="121283"/>
                  </a:lnTo>
                  <a:lnTo>
                    <a:pt x="21345" y="79530"/>
                  </a:lnTo>
                  <a:lnTo>
                    <a:pt x="21653" y="71851"/>
                  </a:lnTo>
                  <a:lnTo>
                    <a:pt x="37677" y="31018"/>
                  </a:lnTo>
                  <a:lnTo>
                    <a:pt x="73447" y="17695"/>
                  </a:lnTo>
                  <a:lnTo>
                    <a:pt x="80952" y="18184"/>
                  </a:lnTo>
                  <a:lnTo>
                    <a:pt x="112255" y="42370"/>
                  </a:lnTo>
                  <a:lnTo>
                    <a:pt x="115282" y="50321"/>
                  </a:lnTo>
                  <a:lnTo>
                    <a:pt x="135659" y="45510"/>
                  </a:lnTo>
                  <a:lnTo>
                    <a:pt x="113368" y="11939"/>
                  </a:lnTo>
                  <a:lnTo>
                    <a:pt x="85143" y="746"/>
                  </a:lnTo>
                  <a:lnTo>
                    <a:pt x="7387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2420658" y="1614538"/>
              <a:ext cx="109220" cy="72390"/>
            </a:xfrm>
            <a:custGeom>
              <a:avLst/>
              <a:gdLst/>
              <a:ahLst/>
              <a:cxnLst/>
              <a:rect l="l" t="t" r="r" b="b"/>
              <a:pathLst>
                <a:path w="109219" h="72389">
                  <a:moveTo>
                    <a:pt x="108978" y="58280"/>
                  </a:moveTo>
                  <a:lnTo>
                    <a:pt x="0" y="58280"/>
                  </a:lnTo>
                  <a:lnTo>
                    <a:pt x="0" y="71780"/>
                  </a:lnTo>
                  <a:lnTo>
                    <a:pt x="108978" y="71780"/>
                  </a:lnTo>
                  <a:lnTo>
                    <a:pt x="108978" y="58280"/>
                  </a:lnTo>
                  <a:close/>
                </a:path>
                <a:path w="109219" h="72389">
                  <a:moveTo>
                    <a:pt x="108978" y="0"/>
                  </a:moveTo>
                  <a:lnTo>
                    <a:pt x="0" y="0"/>
                  </a:lnTo>
                  <a:lnTo>
                    <a:pt x="0" y="13487"/>
                  </a:lnTo>
                  <a:lnTo>
                    <a:pt x="108978" y="13487"/>
                  </a:lnTo>
                  <a:lnTo>
                    <a:pt x="10897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04290" y="1379989"/>
              <a:ext cx="122757" cy="156272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718234" y="1551597"/>
              <a:ext cx="48895" cy="48895"/>
            </a:xfrm>
            <a:custGeom>
              <a:avLst/>
              <a:gdLst/>
              <a:ahLst/>
              <a:cxnLst/>
              <a:rect l="l" t="t" r="r" b="b"/>
              <a:pathLst>
                <a:path w="48894" h="48894">
                  <a:moveTo>
                    <a:pt x="0" y="48455"/>
                  </a:moveTo>
                  <a:lnTo>
                    <a:pt x="48544" y="0"/>
                  </a:lnTo>
                </a:path>
              </a:pathLst>
            </a:custGeom>
            <a:ln w="135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2797671" y="1835248"/>
              <a:ext cx="292100" cy="161925"/>
            </a:xfrm>
            <a:custGeom>
              <a:avLst/>
              <a:gdLst/>
              <a:ahLst/>
              <a:cxnLst/>
              <a:rect l="l" t="t" r="r" b="b"/>
              <a:pathLst>
                <a:path w="292100" h="161925">
                  <a:moveTo>
                    <a:pt x="73875" y="0"/>
                  </a:moveTo>
                  <a:lnTo>
                    <a:pt x="35935" y="9421"/>
                  </a:lnTo>
                  <a:lnTo>
                    <a:pt x="9344" y="37033"/>
                  </a:lnTo>
                  <a:lnTo>
                    <a:pt x="0" y="79620"/>
                  </a:lnTo>
                  <a:lnTo>
                    <a:pt x="518" y="90623"/>
                  </a:lnTo>
                  <a:lnTo>
                    <a:pt x="12896" y="130683"/>
                  </a:lnTo>
                  <a:lnTo>
                    <a:pt x="50616" y="159012"/>
                  </a:lnTo>
                  <a:lnTo>
                    <a:pt x="73559" y="161578"/>
                  </a:lnTo>
                  <a:lnTo>
                    <a:pt x="85304" y="160743"/>
                  </a:lnTo>
                  <a:lnTo>
                    <a:pt x="96115" y="158237"/>
                  </a:lnTo>
                  <a:lnTo>
                    <a:pt x="105989" y="154056"/>
                  </a:lnTo>
                  <a:lnTo>
                    <a:pt x="114921" y="148200"/>
                  </a:lnTo>
                  <a:lnTo>
                    <a:pt x="119453" y="143883"/>
                  </a:lnTo>
                  <a:lnTo>
                    <a:pt x="71848" y="143883"/>
                  </a:lnTo>
                  <a:lnTo>
                    <a:pt x="64818" y="143423"/>
                  </a:lnTo>
                  <a:lnTo>
                    <a:pt x="30486" y="121280"/>
                  </a:lnTo>
                  <a:lnTo>
                    <a:pt x="21345" y="79507"/>
                  </a:lnTo>
                  <a:lnTo>
                    <a:pt x="21653" y="71839"/>
                  </a:lnTo>
                  <a:lnTo>
                    <a:pt x="37687" y="30995"/>
                  </a:lnTo>
                  <a:lnTo>
                    <a:pt x="73447" y="17673"/>
                  </a:lnTo>
                  <a:lnTo>
                    <a:pt x="119842" y="17673"/>
                  </a:lnTo>
                  <a:lnTo>
                    <a:pt x="113368" y="11917"/>
                  </a:lnTo>
                  <a:lnTo>
                    <a:pt x="104895" y="6706"/>
                  </a:lnTo>
                  <a:lnTo>
                    <a:pt x="95487" y="2982"/>
                  </a:lnTo>
                  <a:lnTo>
                    <a:pt x="85146" y="745"/>
                  </a:lnTo>
                  <a:lnTo>
                    <a:pt x="73875" y="0"/>
                  </a:lnTo>
                  <a:close/>
                </a:path>
                <a:path w="292100" h="161925">
                  <a:moveTo>
                    <a:pt x="117646" y="104129"/>
                  </a:moveTo>
                  <a:lnTo>
                    <a:pt x="94937" y="138257"/>
                  </a:lnTo>
                  <a:lnTo>
                    <a:pt x="71848" y="143883"/>
                  </a:lnTo>
                  <a:lnTo>
                    <a:pt x="119453" y="143883"/>
                  </a:lnTo>
                  <a:lnTo>
                    <a:pt x="122728" y="140763"/>
                  </a:lnTo>
                  <a:lnTo>
                    <a:pt x="129230" y="131808"/>
                  </a:lnTo>
                  <a:lnTo>
                    <a:pt x="134451" y="121280"/>
                  </a:lnTo>
                  <a:lnTo>
                    <a:pt x="138338" y="109345"/>
                  </a:lnTo>
                  <a:lnTo>
                    <a:pt x="117646" y="104129"/>
                  </a:lnTo>
                  <a:close/>
                </a:path>
                <a:path w="292100" h="161925">
                  <a:moveTo>
                    <a:pt x="119842" y="17673"/>
                  </a:moveTo>
                  <a:lnTo>
                    <a:pt x="73447" y="17673"/>
                  </a:lnTo>
                  <a:lnTo>
                    <a:pt x="80953" y="18162"/>
                  </a:lnTo>
                  <a:lnTo>
                    <a:pt x="87798" y="19626"/>
                  </a:lnTo>
                  <a:lnTo>
                    <a:pt x="115282" y="50299"/>
                  </a:lnTo>
                  <a:lnTo>
                    <a:pt x="135681" y="45510"/>
                  </a:lnTo>
                  <a:lnTo>
                    <a:pt x="131919" y="35290"/>
                  </a:lnTo>
                  <a:lnTo>
                    <a:pt x="126948" y="26285"/>
                  </a:lnTo>
                  <a:lnTo>
                    <a:pt x="120765" y="18494"/>
                  </a:lnTo>
                  <a:lnTo>
                    <a:pt x="119842" y="17673"/>
                  </a:lnTo>
                  <a:close/>
                </a:path>
                <a:path w="292100" h="161925">
                  <a:moveTo>
                    <a:pt x="189900" y="2653"/>
                  </a:moveTo>
                  <a:lnTo>
                    <a:pt x="169185" y="2653"/>
                  </a:lnTo>
                  <a:lnTo>
                    <a:pt x="169185" y="158925"/>
                  </a:lnTo>
                  <a:lnTo>
                    <a:pt x="189900" y="158925"/>
                  </a:lnTo>
                  <a:lnTo>
                    <a:pt x="189900" y="85264"/>
                  </a:lnTo>
                  <a:lnTo>
                    <a:pt x="291943" y="85264"/>
                  </a:lnTo>
                  <a:lnTo>
                    <a:pt x="291943" y="66826"/>
                  </a:lnTo>
                  <a:lnTo>
                    <a:pt x="189900" y="66826"/>
                  </a:lnTo>
                  <a:lnTo>
                    <a:pt x="189900" y="2653"/>
                  </a:lnTo>
                  <a:close/>
                </a:path>
                <a:path w="292100" h="161925">
                  <a:moveTo>
                    <a:pt x="291943" y="85264"/>
                  </a:moveTo>
                  <a:lnTo>
                    <a:pt x="271228" y="85264"/>
                  </a:lnTo>
                  <a:lnTo>
                    <a:pt x="271228" y="158925"/>
                  </a:lnTo>
                  <a:lnTo>
                    <a:pt x="291943" y="158925"/>
                  </a:lnTo>
                  <a:lnTo>
                    <a:pt x="291943" y="85264"/>
                  </a:lnTo>
                  <a:close/>
                </a:path>
                <a:path w="292100" h="161925">
                  <a:moveTo>
                    <a:pt x="291943" y="2653"/>
                  </a:moveTo>
                  <a:lnTo>
                    <a:pt x="271228" y="2653"/>
                  </a:lnTo>
                  <a:lnTo>
                    <a:pt x="271228" y="66826"/>
                  </a:lnTo>
                  <a:lnTo>
                    <a:pt x="291943" y="66826"/>
                  </a:lnTo>
                  <a:lnTo>
                    <a:pt x="291943" y="265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8885" y="1925122"/>
              <a:ext cx="76869" cy="119756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727466" y="1768310"/>
              <a:ext cx="63500" cy="62865"/>
            </a:xfrm>
            <a:custGeom>
              <a:avLst/>
              <a:gdLst/>
              <a:ahLst/>
              <a:cxnLst/>
              <a:rect l="l" t="t" r="r" b="b"/>
              <a:pathLst>
                <a:path w="63500" h="62864">
                  <a:moveTo>
                    <a:pt x="0" y="0"/>
                  </a:moveTo>
                  <a:lnTo>
                    <a:pt x="62977" y="62868"/>
                  </a:lnTo>
                </a:path>
              </a:pathLst>
            </a:custGeom>
            <a:ln w="135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4521" y="1379989"/>
              <a:ext cx="122757" cy="156272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916505" y="1467210"/>
              <a:ext cx="76869" cy="119756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014427" y="1377336"/>
              <a:ext cx="229794" cy="232164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021542" y="1837901"/>
              <a:ext cx="122735" cy="156272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2176813" y="1766960"/>
              <a:ext cx="50165" cy="50165"/>
            </a:xfrm>
            <a:custGeom>
              <a:avLst/>
              <a:gdLst/>
              <a:ahLst/>
              <a:cxnLst/>
              <a:rect l="l" t="t" r="r" b="b"/>
              <a:pathLst>
                <a:path w="50164" h="50164">
                  <a:moveTo>
                    <a:pt x="50075" y="0"/>
                  </a:moveTo>
                  <a:lnTo>
                    <a:pt x="0" y="50007"/>
                  </a:lnTo>
                </a:path>
              </a:pathLst>
            </a:custGeom>
            <a:ln w="135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8" name="object 18"/>
          <p:cNvGrpSpPr/>
          <p:nvPr/>
        </p:nvGrpSpPr>
        <p:grpSpPr>
          <a:xfrm>
            <a:off x="3791079" y="1377336"/>
            <a:ext cx="1325245" cy="617220"/>
            <a:chOff x="3791079" y="1377336"/>
            <a:chExt cx="1325245" cy="617220"/>
          </a:xfrm>
        </p:grpSpPr>
        <p:pic>
          <p:nvPicPr>
            <p:cNvPr id="19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270671" y="1606281"/>
              <a:ext cx="138248" cy="161601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594903" y="1606281"/>
              <a:ext cx="135546" cy="129324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4447197" y="1614538"/>
              <a:ext cx="109220" cy="72390"/>
            </a:xfrm>
            <a:custGeom>
              <a:avLst/>
              <a:gdLst/>
              <a:ahLst/>
              <a:cxnLst/>
              <a:rect l="l" t="t" r="r" b="b"/>
              <a:pathLst>
                <a:path w="109220" h="72389">
                  <a:moveTo>
                    <a:pt x="108978" y="58280"/>
                  </a:moveTo>
                  <a:lnTo>
                    <a:pt x="0" y="58280"/>
                  </a:lnTo>
                  <a:lnTo>
                    <a:pt x="0" y="71780"/>
                  </a:lnTo>
                  <a:lnTo>
                    <a:pt x="108978" y="71780"/>
                  </a:lnTo>
                  <a:lnTo>
                    <a:pt x="108978" y="58280"/>
                  </a:lnTo>
                  <a:close/>
                </a:path>
                <a:path w="109220" h="72389">
                  <a:moveTo>
                    <a:pt x="108978" y="0"/>
                  </a:moveTo>
                  <a:lnTo>
                    <a:pt x="0" y="0"/>
                  </a:lnTo>
                  <a:lnTo>
                    <a:pt x="0" y="13487"/>
                  </a:lnTo>
                  <a:lnTo>
                    <a:pt x="108978" y="13487"/>
                  </a:lnTo>
                  <a:lnTo>
                    <a:pt x="10897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4824116" y="1377336"/>
              <a:ext cx="292100" cy="161925"/>
            </a:xfrm>
            <a:custGeom>
              <a:avLst/>
              <a:gdLst/>
              <a:ahLst/>
              <a:cxnLst/>
              <a:rect l="l" t="t" r="r" b="b"/>
              <a:pathLst>
                <a:path w="292100" h="161925">
                  <a:moveTo>
                    <a:pt x="73852" y="0"/>
                  </a:moveTo>
                  <a:lnTo>
                    <a:pt x="36025" y="9421"/>
                  </a:lnTo>
                  <a:lnTo>
                    <a:pt x="9456" y="37033"/>
                  </a:lnTo>
                  <a:lnTo>
                    <a:pt x="0" y="79620"/>
                  </a:lnTo>
                  <a:lnTo>
                    <a:pt x="510" y="90636"/>
                  </a:lnTo>
                  <a:lnTo>
                    <a:pt x="12886" y="130693"/>
                  </a:lnTo>
                  <a:lnTo>
                    <a:pt x="50661" y="159024"/>
                  </a:lnTo>
                  <a:lnTo>
                    <a:pt x="73627" y="161601"/>
                  </a:lnTo>
                  <a:lnTo>
                    <a:pt x="85321" y="160763"/>
                  </a:lnTo>
                  <a:lnTo>
                    <a:pt x="96087" y="158251"/>
                  </a:lnTo>
                  <a:lnTo>
                    <a:pt x="105923" y="154069"/>
                  </a:lnTo>
                  <a:lnTo>
                    <a:pt x="114831" y="148222"/>
                  </a:lnTo>
                  <a:lnTo>
                    <a:pt x="119356" y="143905"/>
                  </a:lnTo>
                  <a:lnTo>
                    <a:pt x="71826" y="143905"/>
                  </a:lnTo>
                  <a:lnTo>
                    <a:pt x="64825" y="143446"/>
                  </a:lnTo>
                  <a:lnTo>
                    <a:pt x="30533" y="121283"/>
                  </a:lnTo>
                  <a:lnTo>
                    <a:pt x="21390" y="79507"/>
                  </a:lnTo>
                  <a:lnTo>
                    <a:pt x="21689" y="71839"/>
                  </a:lnTo>
                  <a:lnTo>
                    <a:pt x="37615" y="31014"/>
                  </a:lnTo>
                  <a:lnTo>
                    <a:pt x="73402" y="17695"/>
                  </a:lnTo>
                  <a:lnTo>
                    <a:pt x="119799" y="17695"/>
                  </a:lnTo>
                  <a:lnTo>
                    <a:pt x="113255" y="11939"/>
                  </a:lnTo>
                  <a:lnTo>
                    <a:pt x="104850" y="6716"/>
                  </a:lnTo>
                  <a:lnTo>
                    <a:pt x="95496" y="2984"/>
                  </a:lnTo>
                  <a:lnTo>
                    <a:pt x="85170" y="746"/>
                  </a:lnTo>
                  <a:lnTo>
                    <a:pt x="73852" y="0"/>
                  </a:lnTo>
                  <a:close/>
                </a:path>
                <a:path w="292100" h="161925">
                  <a:moveTo>
                    <a:pt x="117533" y="104129"/>
                  </a:moveTo>
                  <a:lnTo>
                    <a:pt x="94940" y="138261"/>
                  </a:lnTo>
                  <a:lnTo>
                    <a:pt x="71826" y="143905"/>
                  </a:lnTo>
                  <a:lnTo>
                    <a:pt x="119356" y="143905"/>
                  </a:lnTo>
                  <a:lnTo>
                    <a:pt x="122638" y="140773"/>
                  </a:lnTo>
                  <a:lnTo>
                    <a:pt x="129157" y="131814"/>
                  </a:lnTo>
                  <a:lnTo>
                    <a:pt x="134388" y="121283"/>
                  </a:lnTo>
                  <a:lnTo>
                    <a:pt x="138248" y="109368"/>
                  </a:lnTo>
                  <a:lnTo>
                    <a:pt x="117533" y="104129"/>
                  </a:lnTo>
                  <a:close/>
                </a:path>
                <a:path w="292100" h="161925">
                  <a:moveTo>
                    <a:pt x="119799" y="17695"/>
                  </a:moveTo>
                  <a:lnTo>
                    <a:pt x="73402" y="17695"/>
                  </a:lnTo>
                  <a:lnTo>
                    <a:pt x="80966" y="18181"/>
                  </a:lnTo>
                  <a:lnTo>
                    <a:pt x="87812" y="19638"/>
                  </a:lnTo>
                  <a:lnTo>
                    <a:pt x="115282" y="50299"/>
                  </a:lnTo>
                  <a:lnTo>
                    <a:pt x="135771" y="45510"/>
                  </a:lnTo>
                  <a:lnTo>
                    <a:pt x="131968" y="35303"/>
                  </a:lnTo>
                  <a:lnTo>
                    <a:pt x="126962" y="26304"/>
                  </a:lnTo>
                  <a:lnTo>
                    <a:pt x="120731" y="18516"/>
                  </a:lnTo>
                  <a:lnTo>
                    <a:pt x="119799" y="17695"/>
                  </a:lnTo>
                  <a:close/>
                </a:path>
                <a:path w="292100" h="161925">
                  <a:moveTo>
                    <a:pt x="189810" y="2653"/>
                  </a:moveTo>
                  <a:lnTo>
                    <a:pt x="169095" y="2653"/>
                  </a:lnTo>
                  <a:lnTo>
                    <a:pt x="169095" y="143036"/>
                  </a:lnTo>
                  <a:lnTo>
                    <a:pt x="189810" y="131489"/>
                  </a:lnTo>
                  <a:lnTo>
                    <a:pt x="189810" y="85264"/>
                  </a:lnTo>
                  <a:lnTo>
                    <a:pt x="272733" y="85264"/>
                  </a:lnTo>
                  <a:lnTo>
                    <a:pt x="292033" y="74505"/>
                  </a:lnTo>
                  <a:lnTo>
                    <a:pt x="292033" y="66826"/>
                  </a:lnTo>
                  <a:lnTo>
                    <a:pt x="189810" y="66826"/>
                  </a:lnTo>
                  <a:lnTo>
                    <a:pt x="189810" y="2653"/>
                  </a:lnTo>
                  <a:close/>
                </a:path>
                <a:path w="292100" h="161925">
                  <a:moveTo>
                    <a:pt x="272733" y="85264"/>
                  </a:moveTo>
                  <a:lnTo>
                    <a:pt x="271318" y="85264"/>
                  </a:lnTo>
                  <a:lnTo>
                    <a:pt x="271318" y="86052"/>
                  </a:lnTo>
                  <a:lnTo>
                    <a:pt x="272733" y="85264"/>
                  </a:lnTo>
                  <a:close/>
                </a:path>
                <a:path w="292100" h="161925">
                  <a:moveTo>
                    <a:pt x="292033" y="2653"/>
                  </a:moveTo>
                  <a:lnTo>
                    <a:pt x="271318" y="2653"/>
                  </a:lnTo>
                  <a:lnTo>
                    <a:pt x="271318" y="66826"/>
                  </a:lnTo>
                  <a:lnTo>
                    <a:pt x="292033" y="66826"/>
                  </a:lnTo>
                  <a:lnTo>
                    <a:pt x="292033" y="2653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4744635" y="1537476"/>
              <a:ext cx="62865" cy="62865"/>
            </a:xfrm>
            <a:custGeom>
              <a:avLst/>
              <a:gdLst/>
              <a:ahLst/>
              <a:cxnLst/>
              <a:rect l="l" t="t" r="r" b="b"/>
              <a:pathLst>
                <a:path w="62864" h="62865">
                  <a:moveTo>
                    <a:pt x="0" y="62576"/>
                  </a:moveTo>
                  <a:lnTo>
                    <a:pt x="62819" y="0"/>
                  </a:lnTo>
                </a:path>
              </a:pathLst>
            </a:custGeom>
            <a:ln w="135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4" name="object 2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791079" y="1379990"/>
              <a:ext cx="122712" cy="156272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943063" y="1467210"/>
              <a:ext cx="76779" cy="119756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040782" y="1377336"/>
              <a:ext cx="229884" cy="232164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047988" y="1837902"/>
              <a:ext cx="122712" cy="156272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4203348" y="1766961"/>
              <a:ext cx="50165" cy="50165"/>
            </a:xfrm>
            <a:custGeom>
              <a:avLst/>
              <a:gdLst/>
              <a:ahLst/>
              <a:cxnLst/>
              <a:rect l="l" t="t" r="r" b="b"/>
              <a:pathLst>
                <a:path w="50164" h="50164">
                  <a:moveTo>
                    <a:pt x="49985" y="0"/>
                  </a:moveTo>
                  <a:lnTo>
                    <a:pt x="0" y="50007"/>
                  </a:lnTo>
                </a:path>
              </a:pathLst>
            </a:custGeom>
            <a:ln w="135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29" name="object 29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519567" y="2468365"/>
            <a:ext cx="1515107" cy="159465"/>
          </a:xfrm>
          <a:prstGeom prst="rect">
            <a:avLst/>
          </a:prstGeom>
        </p:spPr>
      </p:pic>
      <p:sp>
        <p:nvSpPr>
          <p:cNvPr id="30" name="object 30"/>
          <p:cNvSpPr/>
          <p:nvPr/>
        </p:nvSpPr>
        <p:spPr>
          <a:xfrm>
            <a:off x="2075148" y="2803508"/>
            <a:ext cx="320040" cy="161925"/>
          </a:xfrm>
          <a:custGeom>
            <a:avLst/>
            <a:gdLst/>
            <a:ahLst/>
            <a:cxnLst/>
            <a:rect l="l" t="t" r="r" b="b"/>
            <a:pathLst>
              <a:path w="320039" h="161925">
                <a:moveTo>
                  <a:pt x="74916" y="0"/>
                </a:moveTo>
                <a:lnTo>
                  <a:pt x="32126" y="12388"/>
                </a:lnTo>
                <a:lnTo>
                  <a:pt x="5214" y="48256"/>
                </a:lnTo>
                <a:lnTo>
                  <a:pt x="0" y="83262"/>
                </a:lnTo>
                <a:lnTo>
                  <a:pt x="543" y="93100"/>
                </a:lnTo>
                <a:lnTo>
                  <a:pt x="13959" y="130686"/>
                </a:lnTo>
                <a:lnTo>
                  <a:pt x="44302" y="155718"/>
                </a:lnTo>
                <a:lnTo>
                  <a:pt x="74803" y="161713"/>
                </a:lnTo>
                <a:lnTo>
                  <a:pt x="84826" y="161110"/>
                </a:lnTo>
                <a:lnTo>
                  <a:pt x="121110" y="146675"/>
                </a:lnTo>
                <a:lnTo>
                  <a:pt x="124082" y="144017"/>
                </a:lnTo>
                <a:lnTo>
                  <a:pt x="74713" y="144017"/>
                </a:lnTo>
                <a:lnTo>
                  <a:pt x="63686" y="142993"/>
                </a:lnTo>
                <a:lnTo>
                  <a:pt x="29886" y="118882"/>
                </a:lnTo>
                <a:lnTo>
                  <a:pt x="21327" y="83262"/>
                </a:lnTo>
                <a:lnTo>
                  <a:pt x="22319" y="66884"/>
                </a:lnTo>
                <a:lnTo>
                  <a:pt x="45486" y="26298"/>
                </a:lnTo>
                <a:lnTo>
                  <a:pt x="75028" y="17808"/>
                </a:lnTo>
                <a:lnTo>
                  <a:pt x="124063" y="17808"/>
                </a:lnTo>
                <a:lnTo>
                  <a:pt x="122162" y="16027"/>
                </a:lnTo>
                <a:lnTo>
                  <a:pt x="113981" y="10343"/>
                </a:lnTo>
                <a:lnTo>
                  <a:pt x="105018" y="5824"/>
                </a:lnTo>
                <a:lnTo>
                  <a:pt x="95521" y="2591"/>
                </a:lnTo>
                <a:lnTo>
                  <a:pt x="85487" y="648"/>
                </a:lnTo>
                <a:lnTo>
                  <a:pt x="74916" y="0"/>
                </a:lnTo>
                <a:close/>
              </a:path>
              <a:path w="320039" h="161925">
                <a:moveTo>
                  <a:pt x="124063" y="17808"/>
                </a:moveTo>
                <a:lnTo>
                  <a:pt x="75028" y="17808"/>
                </a:lnTo>
                <a:lnTo>
                  <a:pt x="82572" y="18297"/>
                </a:lnTo>
                <a:lnTo>
                  <a:pt x="89737" y="19767"/>
                </a:lnTo>
                <a:lnTo>
                  <a:pt x="121817" y="47713"/>
                </a:lnTo>
                <a:lnTo>
                  <a:pt x="128271" y="81126"/>
                </a:lnTo>
                <a:lnTo>
                  <a:pt x="127336" y="95243"/>
                </a:lnTo>
                <a:lnTo>
                  <a:pt x="105106" y="134788"/>
                </a:lnTo>
                <a:lnTo>
                  <a:pt x="74713" y="144017"/>
                </a:lnTo>
                <a:lnTo>
                  <a:pt x="124082" y="144017"/>
                </a:lnTo>
                <a:lnTo>
                  <a:pt x="147226" y="103645"/>
                </a:lnTo>
                <a:lnTo>
                  <a:pt x="149618" y="81014"/>
                </a:lnTo>
                <a:lnTo>
                  <a:pt x="149054" y="69714"/>
                </a:lnTo>
                <a:lnTo>
                  <a:pt x="135426" y="30447"/>
                </a:lnTo>
                <a:lnTo>
                  <a:pt x="129312" y="22726"/>
                </a:lnTo>
                <a:lnTo>
                  <a:pt x="124063" y="17808"/>
                </a:lnTo>
                <a:close/>
              </a:path>
              <a:path w="320039" h="161925">
                <a:moveTo>
                  <a:pt x="251149" y="2788"/>
                </a:moveTo>
                <a:lnTo>
                  <a:pt x="181754" y="2788"/>
                </a:lnTo>
                <a:lnTo>
                  <a:pt x="181754" y="159038"/>
                </a:lnTo>
                <a:lnTo>
                  <a:pt x="202469" y="159038"/>
                </a:lnTo>
                <a:lnTo>
                  <a:pt x="202469" y="89648"/>
                </a:lnTo>
                <a:lnTo>
                  <a:pt x="266336" y="89648"/>
                </a:lnTo>
                <a:lnTo>
                  <a:pt x="262767" y="87939"/>
                </a:lnTo>
                <a:lnTo>
                  <a:pt x="273296" y="85882"/>
                </a:lnTo>
                <a:lnTo>
                  <a:pt x="282356" y="82782"/>
                </a:lnTo>
                <a:lnTo>
                  <a:pt x="289947" y="78640"/>
                </a:lnTo>
                <a:lnTo>
                  <a:pt x="296068" y="73459"/>
                </a:lnTo>
                <a:lnTo>
                  <a:pt x="297408" y="71750"/>
                </a:lnTo>
                <a:lnTo>
                  <a:pt x="202469" y="71750"/>
                </a:lnTo>
                <a:lnTo>
                  <a:pt x="202469" y="20056"/>
                </a:lnTo>
                <a:lnTo>
                  <a:pt x="299246" y="20056"/>
                </a:lnTo>
                <a:lnTo>
                  <a:pt x="296001" y="14750"/>
                </a:lnTo>
                <a:lnTo>
                  <a:pt x="290214" y="9803"/>
                </a:lnTo>
                <a:lnTo>
                  <a:pt x="282941" y="6992"/>
                </a:lnTo>
                <a:lnTo>
                  <a:pt x="276875" y="5150"/>
                </a:lnTo>
                <a:lnTo>
                  <a:pt x="269553" y="3836"/>
                </a:lnTo>
                <a:lnTo>
                  <a:pt x="260977" y="3049"/>
                </a:lnTo>
                <a:lnTo>
                  <a:pt x="251149" y="2788"/>
                </a:lnTo>
                <a:close/>
              </a:path>
              <a:path w="320039" h="161925">
                <a:moveTo>
                  <a:pt x="266336" y="89648"/>
                </a:moveTo>
                <a:lnTo>
                  <a:pt x="231830" y="89648"/>
                </a:lnTo>
                <a:lnTo>
                  <a:pt x="235658" y="89896"/>
                </a:lnTo>
                <a:lnTo>
                  <a:pt x="238022" y="90413"/>
                </a:lnTo>
                <a:lnTo>
                  <a:pt x="268581" y="119914"/>
                </a:lnTo>
                <a:lnTo>
                  <a:pt x="293614" y="159038"/>
                </a:lnTo>
                <a:lnTo>
                  <a:pt x="319665" y="159038"/>
                </a:lnTo>
                <a:lnTo>
                  <a:pt x="292443" y="116518"/>
                </a:lnTo>
                <a:lnTo>
                  <a:pt x="268261" y="90570"/>
                </a:lnTo>
                <a:lnTo>
                  <a:pt x="266336" y="89648"/>
                </a:lnTo>
                <a:close/>
              </a:path>
              <a:path w="320039" h="161925">
                <a:moveTo>
                  <a:pt x="299246" y="20056"/>
                </a:moveTo>
                <a:lnTo>
                  <a:pt x="252004" y="20056"/>
                </a:lnTo>
                <a:lnTo>
                  <a:pt x="260118" y="20503"/>
                </a:lnTo>
                <a:lnTo>
                  <a:pt x="267065" y="21841"/>
                </a:lnTo>
                <a:lnTo>
                  <a:pt x="272842" y="24069"/>
                </a:lnTo>
                <a:lnTo>
                  <a:pt x="277448" y="27184"/>
                </a:lnTo>
                <a:lnTo>
                  <a:pt x="282829" y="31951"/>
                </a:lnTo>
                <a:lnTo>
                  <a:pt x="285508" y="38022"/>
                </a:lnTo>
                <a:lnTo>
                  <a:pt x="285508" y="50456"/>
                </a:lnTo>
                <a:lnTo>
                  <a:pt x="284135" y="55133"/>
                </a:lnTo>
                <a:lnTo>
                  <a:pt x="281343" y="59428"/>
                </a:lnTo>
                <a:lnTo>
                  <a:pt x="278573" y="63745"/>
                </a:lnTo>
                <a:lnTo>
                  <a:pt x="274520" y="66871"/>
                </a:lnTo>
                <a:lnTo>
                  <a:pt x="263848" y="70761"/>
                </a:lnTo>
                <a:lnTo>
                  <a:pt x="256440" y="71750"/>
                </a:lnTo>
                <a:lnTo>
                  <a:pt x="297408" y="71750"/>
                </a:lnTo>
                <a:lnTo>
                  <a:pt x="300793" y="67430"/>
                </a:lnTo>
                <a:lnTo>
                  <a:pt x="304163" y="60746"/>
                </a:lnTo>
                <a:lnTo>
                  <a:pt x="306182" y="53409"/>
                </a:lnTo>
                <a:lnTo>
                  <a:pt x="306853" y="45420"/>
                </a:lnTo>
                <a:lnTo>
                  <a:pt x="306853" y="36830"/>
                </a:lnTo>
                <a:lnTo>
                  <a:pt x="304692" y="28961"/>
                </a:lnTo>
                <a:lnTo>
                  <a:pt x="299246" y="2005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31" name="object 31"/>
          <p:cNvGrpSpPr/>
          <p:nvPr/>
        </p:nvGrpSpPr>
        <p:grpSpPr>
          <a:xfrm>
            <a:off x="1604963" y="3174626"/>
            <a:ext cx="396240" cy="205104"/>
            <a:chOff x="1604963" y="3174626"/>
            <a:chExt cx="396240" cy="205104"/>
          </a:xfrm>
        </p:grpSpPr>
        <p:sp>
          <p:nvSpPr>
            <p:cNvPr id="32" name="object 32"/>
            <p:cNvSpPr/>
            <p:nvPr/>
          </p:nvSpPr>
          <p:spPr>
            <a:xfrm>
              <a:off x="1604963" y="3174626"/>
              <a:ext cx="52069" cy="205104"/>
            </a:xfrm>
            <a:custGeom>
              <a:avLst/>
              <a:gdLst/>
              <a:ahLst/>
              <a:cxnLst/>
              <a:rect l="l" t="t" r="r" b="b"/>
              <a:pathLst>
                <a:path w="52069" h="205104">
                  <a:moveTo>
                    <a:pt x="51660" y="0"/>
                  </a:moveTo>
                  <a:lnTo>
                    <a:pt x="20441" y="26808"/>
                  </a:lnTo>
                  <a:lnTo>
                    <a:pt x="4623" y="65471"/>
                  </a:lnTo>
                  <a:lnTo>
                    <a:pt x="0" y="102334"/>
                  </a:lnTo>
                  <a:lnTo>
                    <a:pt x="687" y="116605"/>
                  </a:lnTo>
                  <a:lnTo>
                    <a:pt x="10994" y="157976"/>
                  </a:lnTo>
                  <a:lnTo>
                    <a:pt x="30247" y="194431"/>
                  </a:lnTo>
                  <a:lnTo>
                    <a:pt x="51660" y="204876"/>
                  </a:lnTo>
                  <a:lnTo>
                    <a:pt x="37698" y="179287"/>
                  </a:lnTo>
                  <a:lnTo>
                    <a:pt x="27725" y="153685"/>
                  </a:lnTo>
                  <a:lnTo>
                    <a:pt x="21741" y="128069"/>
                  </a:lnTo>
                  <a:lnTo>
                    <a:pt x="19746" y="102440"/>
                  </a:lnTo>
                  <a:lnTo>
                    <a:pt x="20033" y="92383"/>
                  </a:lnTo>
                  <a:lnTo>
                    <a:pt x="26378" y="54438"/>
                  </a:lnTo>
                  <a:lnTo>
                    <a:pt x="37211" y="26127"/>
                  </a:lnTo>
                  <a:lnTo>
                    <a:pt x="5166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3" name="object 33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676977" y="3174626"/>
              <a:ext cx="323738" cy="158934"/>
            </a:xfrm>
            <a:prstGeom prst="rect">
              <a:avLst/>
            </a:prstGeom>
          </p:spPr>
        </p:pic>
      </p:grpSp>
      <p:sp>
        <p:nvSpPr>
          <p:cNvPr id="34" name="object 34"/>
          <p:cNvSpPr txBox="1"/>
          <p:nvPr/>
        </p:nvSpPr>
        <p:spPr>
          <a:xfrm>
            <a:off x="1196339" y="4561332"/>
            <a:ext cx="5896610" cy="1632585"/>
          </a:xfrm>
          <a:prstGeom prst="rect">
            <a:avLst/>
          </a:prstGeom>
          <a:ln w="9525">
            <a:solidFill>
              <a:srgbClr val="FF0000"/>
            </a:solidFill>
          </a:ln>
        </p:spPr>
        <p:txBody>
          <a:bodyPr vert="horz" wrap="square" lIns="0" tIns="31114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45"/>
              </a:spcBef>
            </a:pPr>
            <a:r>
              <a:rPr sz="2000" i="1" spc="-5" dirty="0">
                <a:latin typeface="Calibri" panose="020F0502020204030204"/>
                <a:cs typeface="Calibri" panose="020F0502020204030204"/>
              </a:rPr>
              <a:t>CURIOUS</a:t>
            </a:r>
            <a:r>
              <a:rPr sz="2000" i="1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i="1" spc="-40" dirty="0">
                <a:latin typeface="Calibri" panose="020F0502020204030204"/>
                <a:cs typeface="Calibri" panose="020F0502020204030204"/>
              </a:rPr>
              <a:t>FACT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950">
              <a:latin typeface="Calibri" panose="020F0502020204030204"/>
              <a:cs typeface="Calibri" panose="020F0502020204030204"/>
            </a:endParaRPr>
          </a:p>
          <a:p>
            <a:pPr marL="91440">
              <a:lnSpc>
                <a:spcPct val="100000"/>
              </a:lnSpc>
            </a:pPr>
            <a:r>
              <a:rPr sz="2000" i="1" dirty="0">
                <a:latin typeface="Calibri" panose="020F0502020204030204"/>
                <a:cs typeface="Calibri" panose="020F0502020204030204"/>
              </a:rPr>
              <a:t>E</a:t>
            </a:r>
            <a:r>
              <a:rPr sz="2000" i="1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comes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from</a:t>
            </a:r>
            <a:r>
              <a:rPr sz="2000" dirty="0">
                <a:latin typeface="Calibri" panose="020F0502020204030204"/>
                <a:cs typeface="Calibri" panose="020F0502020204030204"/>
              </a:rPr>
              <a:t> the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German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word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entgegen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=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opposite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950">
              <a:latin typeface="Calibri" panose="020F0502020204030204"/>
              <a:cs typeface="Calibri" panose="020F0502020204030204"/>
            </a:endParaRPr>
          </a:p>
          <a:p>
            <a:pPr marL="91440">
              <a:lnSpc>
                <a:spcPct val="100000"/>
              </a:lnSpc>
            </a:pPr>
            <a:r>
              <a:rPr sz="2000" i="1" dirty="0">
                <a:latin typeface="Calibri" panose="020F0502020204030204"/>
                <a:cs typeface="Calibri" panose="020F0502020204030204"/>
              </a:rPr>
              <a:t>Z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comes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from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the</a:t>
            </a:r>
            <a:r>
              <a:rPr sz="20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German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word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zusammen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=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together</a:t>
            </a:r>
            <a:endParaRPr sz="20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5" name="object 3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260341" y="258013"/>
            <a:ext cx="367347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0" dirty="0"/>
              <a:t>Alkene</a:t>
            </a:r>
            <a:r>
              <a:rPr spc="-70" dirty="0"/>
              <a:t> </a:t>
            </a:r>
            <a:r>
              <a:rPr spc="-5" dirty="0"/>
              <a:t>isomerism</a:t>
            </a:r>
            <a:endParaRPr spc="-5" dirty="0"/>
          </a:p>
        </p:txBody>
      </p:sp>
      <p:sp>
        <p:nvSpPr>
          <p:cNvPr id="3" name="object 3"/>
          <p:cNvSpPr txBox="1"/>
          <p:nvPr/>
        </p:nvSpPr>
        <p:spPr>
          <a:xfrm>
            <a:off x="6477127" y="1672209"/>
            <a:ext cx="4860290" cy="382587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41300" marR="5080" indent="-228600">
              <a:lnSpc>
                <a:spcPct val="80000"/>
              </a:lnSpc>
              <a:spcBef>
                <a:spcPts val="675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restricted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rotation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about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C=C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results </a:t>
            </a:r>
            <a:r>
              <a:rPr sz="2400" dirty="0">
                <a:latin typeface="Calibri" panose="020F0502020204030204"/>
                <a:cs typeface="Calibri" panose="020F0502020204030204"/>
              </a:rPr>
              <a:t>in a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form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of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diastereo-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isomerism,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often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called 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geometric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 isomerism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Font typeface="Arial MT"/>
              <a:buChar char="•"/>
            </a:pPr>
            <a:endParaRPr sz="3500">
              <a:latin typeface="Calibri" panose="020F0502020204030204"/>
              <a:cs typeface="Calibri" panose="020F0502020204030204"/>
            </a:endParaRPr>
          </a:p>
          <a:p>
            <a:pPr marL="241300" marR="118110" indent="-228600">
              <a:lnSpc>
                <a:spcPct val="8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spc="-10" dirty="0">
                <a:latin typeface="Calibri" panose="020F0502020204030204"/>
                <a:cs typeface="Calibri" panose="020F0502020204030204"/>
              </a:rPr>
              <a:t>1,2-disubstituted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alkene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isomers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are </a:t>
            </a:r>
            <a:r>
              <a:rPr sz="2400" spc="-5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often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denoted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by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cis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and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trans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Font typeface="Arial MT"/>
              <a:buChar char="•"/>
            </a:pPr>
            <a:endParaRPr sz="3500">
              <a:latin typeface="Calibri" panose="020F0502020204030204"/>
              <a:cs typeface="Calibri" panose="020F0502020204030204"/>
            </a:endParaRPr>
          </a:p>
          <a:p>
            <a:pPr marL="241300" marR="419735" indent="-228600">
              <a:lnSpc>
                <a:spcPts val="23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spc="-15" dirty="0">
                <a:latin typeface="Calibri" panose="020F0502020204030204"/>
                <a:cs typeface="Calibri" panose="020F0502020204030204"/>
              </a:rPr>
              <a:t>For </a:t>
            </a:r>
            <a:r>
              <a:rPr sz="2400" dirty="0">
                <a:latin typeface="Calibri" panose="020F0502020204030204"/>
                <a:cs typeface="Calibri" panose="020F0502020204030204"/>
              </a:rPr>
              <a:t>tri,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tetra-susbtituted, </a:t>
            </a:r>
            <a:r>
              <a:rPr sz="2400" dirty="0">
                <a:latin typeface="Calibri" panose="020F0502020204030204"/>
                <a:cs typeface="Calibri" panose="020F0502020204030204"/>
              </a:rPr>
              <a:t>and 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(nowadays)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for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di-substituted,</a:t>
            </a:r>
            <a:r>
              <a:rPr sz="2400" dirty="0">
                <a:latin typeface="Calibri" panose="020F0502020204030204"/>
                <a:cs typeface="Calibri" panose="020F0502020204030204"/>
              </a:rPr>
              <a:t> the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(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E</a:t>
            </a:r>
            <a:r>
              <a:rPr sz="2400" dirty="0">
                <a:latin typeface="Calibri" panose="020F0502020204030204"/>
                <a:cs typeface="Calibri" panose="020F0502020204030204"/>
              </a:rPr>
              <a:t>),(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Z</a:t>
            </a:r>
            <a:r>
              <a:rPr sz="2400" dirty="0">
                <a:latin typeface="Calibri" panose="020F0502020204030204"/>
                <a:cs typeface="Calibri" panose="020F0502020204030204"/>
              </a:rPr>
              <a:t>)</a:t>
            </a:r>
            <a:r>
              <a:rPr sz="2400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system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used</a:t>
            </a:r>
            <a:endParaRPr sz="24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764521" y="1377336"/>
            <a:ext cx="1431290" cy="668020"/>
            <a:chOff x="1764521" y="1377336"/>
            <a:chExt cx="1431290" cy="668020"/>
          </a:xfrm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244181" y="1606281"/>
              <a:ext cx="138338" cy="16160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568412" y="1606281"/>
              <a:ext cx="138430" cy="161925"/>
            </a:xfrm>
            <a:custGeom>
              <a:avLst/>
              <a:gdLst/>
              <a:ahLst/>
              <a:cxnLst/>
              <a:rect l="l" t="t" r="r" b="b"/>
              <a:pathLst>
                <a:path w="138430" h="161925">
                  <a:moveTo>
                    <a:pt x="73875" y="0"/>
                  </a:moveTo>
                  <a:lnTo>
                    <a:pt x="35913" y="9443"/>
                  </a:lnTo>
                  <a:lnTo>
                    <a:pt x="9344" y="37055"/>
                  </a:lnTo>
                  <a:lnTo>
                    <a:pt x="0" y="79620"/>
                  </a:lnTo>
                  <a:lnTo>
                    <a:pt x="518" y="90636"/>
                  </a:lnTo>
                  <a:lnTo>
                    <a:pt x="12873" y="130696"/>
                  </a:lnTo>
                  <a:lnTo>
                    <a:pt x="50604" y="159024"/>
                  </a:lnTo>
                  <a:lnTo>
                    <a:pt x="73537" y="161601"/>
                  </a:lnTo>
                  <a:lnTo>
                    <a:pt x="85291" y="160766"/>
                  </a:lnTo>
                  <a:lnTo>
                    <a:pt x="122709" y="140773"/>
                  </a:lnTo>
                  <a:lnTo>
                    <a:pt x="138338" y="109368"/>
                  </a:lnTo>
                  <a:lnTo>
                    <a:pt x="117623" y="104151"/>
                  </a:lnTo>
                  <a:lnTo>
                    <a:pt x="115006" y="113396"/>
                  </a:lnTo>
                  <a:lnTo>
                    <a:pt x="111412" y="121434"/>
                  </a:lnTo>
                  <a:lnTo>
                    <a:pt x="71826" y="143905"/>
                  </a:lnTo>
                  <a:lnTo>
                    <a:pt x="64806" y="143446"/>
                  </a:lnTo>
                  <a:lnTo>
                    <a:pt x="30486" y="121283"/>
                  </a:lnTo>
                  <a:lnTo>
                    <a:pt x="21345" y="79530"/>
                  </a:lnTo>
                  <a:lnTo>
                    <a:pt x="21653" y="71851"/>
                  </a:lnTo>
                  <a:lnTo>
                    <a:pt x="37677" y="31018"/>
                  </a:lnTo>
                  <a:lnTo>
                    <a:pt x="73447" y="17695"/>
                  </a:lnTo>
                  <a:lnTo>
                    <a:pt x="80952" y="18184"/>
                  </a:lnTo>
                  <a:lnTo>
                    <a:pt x="112255" y="42370"/>
                  </a:lnTo>
                  <a:lnTo>
                    <a:pt x="115282" y="50321"/>
                  </a:lnTo>
                  <a:lnTo>
                    <a:pt x="135659" y="45510"/>
                  </a:lnTo>
                  <a:lnTo>
                    <a:pt x="113368" y="11939"/>
                  </a:lnTo>
                  <a:lnTo>
                    <a:pt x="85143" y="746"/>
                  </a:lnTo>
                  <a:lnTo>
                    <a:pt x="7387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2420658" y="1614538"/>
              <a:ext cx="109220" cy="72390"/>
            </a:xfrm>
            <a:custGeom>
              <a:avLst/>
              <a:gdLst/>
              <a:ahLst/>
              <a:cxnLst/>
              <a:rect l="l" t="t" r="r" b="b"/>
              <a:pathLst>
                <a:path w="109219" h="72389">
                  <a:moveTo>
                    <a:pt x="108978" y="58280"/>
                  </a:moveTo>
                  <a:lnTo>
                    <a:pt x="0" y="58280"/>
                  </a:lnTo>
                  <a:lnTo>
                    <a:pt x="0" y="71780"/>
                  </a:lnTo>
                  <a:lnTo>
                    <a:pt x="108978" y="71780"/>
                  </a:lnTo>
                  <a:lnTo>
                    <a:pt x="108978" y="58280"/>
                  </a:lnTo>
                  <a:close/>
                </a:path>
                <a:path w="109219" h="72389">
                  <a:moveTo>
                    <a:pt x="108978" y="0"/>
                  </a:moveTo>
                  <a:lnTo>
                    <a:pt x="0" y="0"/>
                  </a:lnTo>
                  <a:lnTo>
                    <a:pt x="0" y="13487"/>
                  </a:lnTo>
                  <a:lnTo>
                    <a:pt x="108978" y="13487"/>
                  </a:lnTo>
                  <a:lnTo>
                    <a:pt x="10897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04290" y="1379989"/>
              <a:ext cx="122757" cy="156272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718774" y="1551597"/>
              <a:ext cx="48260" cy="48260"/>
            </a:xfrm>
            <a:custGeom>
              <a:avLst/>
              <a:gdLst/>
              <a:ahLst/>
              <a:cxnLst/>
              <a:rect l="l" t="t" r="r" b="b"/>
              <a:pathLst>
                <a:path w="48260" h="48259">
                  <a:moveTo>
                    <a:pt x="0" y="47938"/>
                  </a:moveTo>
                  <a:lnTo>
                    <a:pt x="48004" y="0"/>
                  </a:lnTo>
                </a:path>
              </a:pathLst>
            </a:custGeom>
            <a:ln w="135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2797671" y="1835248"/>
              <a:ext cx="292100" cy="161925"/>
            </a:xfrm>
            <a:custGeom>
              <a:avLst/>
              <a:gdLst/>
              <a:ahLst/>
              <a:cxnLst/>
              <a:rect l="l" t="t" r="r" b="b"/>
              <a:pathLst>
                <a:path w="292100" h="161925">
                  <a:moveTo>
                    <a:pt x="73875" y="0"/>
                  </a:moveTo>
                  <a:lnTo>
                    <a:pt x="35935" y="9421"/>
                  </a:lnTo>
                  <a:lnTo>
                    <a:pt x="9344" y="37033"/>
                  </a:lnTo>
                  <a:lnTo>
                    <a:pt x="0" y="79620"/>
                  </a:lnTo>
                  <a:lnTo>
                    <a:pt x="518" y="90623"/>
                  </a:lnTo>
                  <a:lnTo>
                    <a:pt x="12896" y="130683"/>
                  </a:lnTo>
                  <a:lnTo>
                    <a:pt x="50616" y="159012"/>
                  </a:lnTo>
                  <a:lnTo>
                    <a:pt x="73559" y="161578"/>
                  </a:lnTo>
                  <a:lnTo>
                    <a:pt x="85304" y="160743"/>
                  </a:lnTo>
                  <a:lnTo>
                    <a:pt x="96115" y="158237"/>
                  </a:lnTo>
                  <a:lnTo>
                    <a:pt x="105989" y="154056"/>
                  </a:lnTo>
                  <a:lnTo>
                    <a:pt x="114921" y="148200"/>
                  </a:lnTo>
                  <a:lnTo>
                    <a:pt x="119453" y="143883"/>
                  </a:lnTo>
                  <a:lnTo>
                    <a:pt x="71848" y="143883"/>
                  </a:lnTo>
                  <a:lnTo>
                    <a:pt x="64818" y="143423"/>
                  </a:lnTo>
                  <a:lnTo>
                    <a:pt x="30486" y="121280"/>
                  </a:lnTo>
                  <a:lnTo>
                    <a:pt x="21345" y="79507"/>
                  </a:lnTo>
                  <a:lnTo>
                    <a:pt x="21653" y="71839"/>
                  </a:lnTo>
                  <a:lnTo>
                    <a:pt x="37687" y="30995"/>
                  </a:lnTo>
                  <a:lnTo>
                    <a:pt x="73447" y="17673"/>
                  </a:lnTo>
                  <a:lnTo>
                    <a:pt x="119842" y="17673"/>
                  </a:lnTo>
                  <a:lnTo>
                    <a:pt x="113368" y="11917"/>
                  </a:lnTo>
                  <a:lnTo>
                    <a:pt x="104895" y="6706"/>
                  </a:lnTo>
                  <a:lnTo>
                    <a:pt x="95487" y="2982"/>
                  </a:lnTo>
                  <a:lnTo>
                    <a:pt x="85146" y="745"/>
                  </a:lnTo>
                  <a:lnTo>
                    <a:pt x="73875" y="0"/>
                  </a:lnTo>
                  <a:close/>
                </a:path>
                <a:path w="292100" h="161925">
                  <a:moveTo>
                    <a:pt x="117646" y="104129"/>
                  </a:moveTo>
                  <a:lnTo>
                    <a:pt x="94937" y="138257"/>
                  </a:lnTo>
                  <a:lnTo>
                    <a:pt x="71848" y="143883"/>
                  </a:lnTo>
                  <a:lnTo>
                    <a:pt x="119453" y="143883"/>
                  </a:lnTo>
                  <a:lnTo>
                    <a:pt x="122728" y="140763"/>
                  </a:lnTo>
                  <a:lnTo>
                    <a:pt x="129230" y="131808"/>
                  </a:lnTo>
                  <a:lnTo>
                    <a:pt x="134451" y="121280"/>
                  </a:lnTo>
                  <a:lnTo>
                    <a:pt x="138338" y="109345"/>
                  </a:lnTo>
                  <a:lnTo>
                    <a:pt x="117646" y="104129"/>
                  </a:lnTo>
                  <a:close/>
                </a:path>
                <a:path w="292100" h="161925">
                  <a:moveTo>
                    <a:pt x="119842" y="17673"/>
                  </a:moveTo>
                  <a:lnTo>
                    <a:pt x="73447" y="17673"/>
                  </a:lnTo>
                  <a:lnTo>
                    <a:pt x="80953" y="18162"/>
                  </a:lnTo>
                  <a:lnTo>
                    <a:pt x="87798" y="19626"/>
                  </a:lnTo>
                  <a:lnTo>
                    <a:pt x="115282" y="50299"/>
                  </a:lnTo>
                  <a:lnTo>
                    <a:pt x="135681" y="45510"/>
                  </a:lnTo>
                  <a:lnTo>
                    <a:pt x="131919" y="35290"/>
                  </a:lnTo>
                  <a:lnTo>
                    <a:pt x="126948" y="26285"/>
                  </a:lnTo>
                  <a:lnTo>
                    <a:pt x="120765" y="18494"/>
                  </a:lnTo>
                  <a:lnTo>
                    <a:pt x="119842" y="17673"/>
                  </a:lnTo>
                  <a:close/>
                </a:path>
                <a:path w="292100" h="161925">
                  <a:moveTo>
                    <a:pt x="189900" y="2653"/>
                  </a:moveTo>
                  <a:lnTo>
                    <a:pt x="169185" y="2653"/>
                  </a:lnTo>
                  <a:lnTo>
                    <a:pt x="169185" y="158925"/>
                  </a:lnTo>
                  <a:lnTo>
                    <a:pt x="189900" y="158925"/>
                  </a:lnTo>
                  <a:lnTo>
                    <a:pt x="189900" y="85264"/>
                  </a:lnTo>
                  <a:lnTo>
                    <a:pt x="291943" y="85264"/>
                  </a:lnTo>
                  <a:lnTo>
                    <a:pt x="291943" y="66826"/>
                  </a:lnTo>
                  <a:lnTo>
                    <a:pt x="189900" y="66826"/>
                  </a:lnTo>
                  <a:lnTo>
                    <a:pt x="189900" y="2653"/>
                  </a:lnTo>
                  <a:close/>
                </a:path>
                <a:path w="292100" h="161925">
                  <a:moveTo>
                    <a:pt x="291943" y="85264"/>
                  </a:moveTo>
                  <a:lnTo>
                    <a:pt x="271228" y="85264"/>
                  </a:lnTo>
                  <a:lnTo>
                    <a:pt x="271228" y="158925"/>
                  </a:lnTo>
                  <a:lnTo>
                    <a:pt x="291943" y="158925"/>
                  </a:lnTo>
                  <a:lnTo>
                    <a:pt x="291943" y="85264"/>
                  </a:lnTo>
                  <a:close/>
                </a:path>
                <a:path w="292100" h="161925">
                  <a:moveTo>
                    <a:pt x="291943" y="2653"/>
                  </a:moveTo>
                  <a:lnTo>
                    <a:pt x="271228" y="2653"/>
                  </a:lnTo>
                  <a:lnTo>
                    <a:pt x="271228" y="66826"/>
                  </a:lnTo>
                  <a:lnTo>
                    <a:pt x="291943" y="66826"/>
                  </a:lnTo>
                  <a:lnTo>
                    <a:pt x="291943" y="265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8885" y="1925122"/>
              <a:ext cx="76869" cy="119756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726948" y="1767770"/>
              <a:ext cx="63500" cy="63500"/>
            </a:xfrm>
            <a:custGeom>
              <a:avLst/>
              <a:gdLst/>
              <a:ahLst/>
              <a:cxnLst/>
              <a:rect l="l" t="t" r="r" b="b"/>
              <a:pathLst>
                <a:path w="63500" h="63500">
                  <a:moveTo>
                    <a:pt x="0" y="0"/>
                  </a:moveTo>
                  <a:lnTo>
                    <a:pt x="63495" y="63408"/>
                  </a:lnTo>
                </a:path>
              </a:pathLst>
            </a:custGeom>
            <a:ln w="135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4521" y="1379989"/>
              <a:ext cx="122757" cy="156272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916505" y="1467210"/>
              <a:ext cx="76869" cy="119756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014427" y="1377336"/>
              <a:ext cx="229253" cy="231647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021542" y="1837901"/>
              <a:ext cx="122735" cy="156272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2176813" y="1766421"/>
              <a:ext cx="50800" cy="50800"/>
            </a:xfrm>
            <a:custGeom>
              <a:avLst/>
              <a:gdLst/>
              <a:ahLst/>
              <a:cxnLst/>
              <a:rect l="l" t="t" r="r" b="b"/>
              <a:pathLst>
                <a:path w="50800" h="50800">
                  <a:moveTo>
                    <a:pt x="50593" y="0"/>
                  </a:moveTo>
                  <a:lnTo>
                    <a:pt x="0" y="50546"/>
                  </a:lnTo>
                </a:path>
              </a:pathLst>
            </a:custGeom>
            <a:ln w="135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8" name="object 18"/>
          <p:cNvGrpSpPr/>
          <p:nvPr/>
        </p:nvGrpSpPr>
        <p:grpSpPr>
          <a:xfrm>
            <a:off x="3791079" y="1377336"/>
            <a:ext cx="1325245" cy="617220"/>
            <a:chOff x="3791079" y="1377336"/>
            <a:chExt cx="1325245" cy="617220"/>
          </a:xfrm>
        </p:grpSpPr>
        <p:pic>
          <p:nvPicPr>
            <p:cNvPr id="19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270671" y="1606281"/>
              <a:ext cx="138248" cy="161601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594903" y="1606281"/>
              <a:ext cx="135546" cy="129324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4447197" y="1614538"/>
              <a:ext cx="109220" cy="72390"/>
            </a:xfrm>
            <a:custGeom>
              <a:avLst/>
              <a:gdLst/>
              <a:ahLst/>
              <a:cxnLst/>
              <a:rect l="l" t="t" r="r" b="b"/>
              <a:pathLst>
                <a:path w="109220" h="72389">
                  <a:moveTo>
                    <a:pt x="108978" y="58280"/>
                  </a:moveTo>
                  <a:lnTo>
                    <a:pt x="0" y="58280"/>
                  </a:lnTo>
                  <a:lnTo>
                    <a:pt x="0" y="71780"/>
                  </a:lnTo>
                  <a:lnTo>
                    <a:pt x="108978" y="71780"/>
                  </a:lnTo>
                  <a:lnTo>
                    <a:pt x="108978" y="58280"/>
                  </a:lnTo>
                  <a:close/>
                </a:path>
                <a:path w="109220" h="72389">
                  <a:moveTo>
                    <a:pt x="108978" y="0"/>
                  </a:moveTo>
                  <a:lnTo>
                    <a:pt x="0" y="0"/>
                  </a:lnTo>
                  <a:lnTo>
                    <a:pt x="0" y="13487"/>
                  </a:lnTo>
                  <a:lnTo>
                    <a:pt x="108978" y="13487"/>
                  </a:lnTo>
                  <a:lnTo>
                    <a:pt x="10897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4824116" y="1377336"/>
              <a:ext cx="292100" cy="161925"/>
            </a:xfrm>
            <a:custGeom>
              <a:avLst/>
              <a:gdLst/>
              <a:ahLst/>
              <a:cxnLst/>
              <a:rect l="l" t="t" r="r" b="b"/>
              <a:pathLst>
                <a:path w="292100" h="161925">
                  <a:moveTo>
                    <a:pt x="73852" y="0"/>
                  </a:moveTo>
                  <a:lnTo>
                    <a:pt x="36025" y="9421"/>
                  </a:lnTo>
                  <a:lnTo>
                    <a:pt x="9456" y="37033"/>
                  </a:lnTo>
                  <a:lnTo>
                    <a:pt x="0" y="79620"/>
                  </a:lnTo>
                  <a:lnTo>
                    <a:pt x="510" y="90636"/>
                  </a:lnTo>
                  <a:lnTo>
                    <a:pt x="12886" y="130693"/>
                  </a:lnTo>
                  <a:lnTo>
                    <a:pt x="50661" y="159024"/>
                  </a:lnTo>
                  <a:lnTo>
                    <a:pt x="73627" y="161601"/>
                  </a:lnTo>
                  <a:lnTo>
                    <a:pt x="85321" y="160763"/>
                  </a:lnTo>
                  <a:lnTo>
                    <a:pt x="96087" y="158251"/>
                  </a:lnTo>
                  <a:lnTo>
                    <a:pt x="105923" y="154069"/>
                  </a:lnTo>
                  <a:lnTo>
                    <a:pt x="114831" y="148222"/>
                  </a:lnTo>
                  <a:lnTo>
                    <a:pt x="119356" y="143905"/>
                  </a:lnTo>
                  <a:lnTo>
                    <a:pt x="71826" y="143905"/>
                  </a:lnTo>
                  <a:lnTo>
                    <a:pt x="64825" y="143446"/>
                  </a:lnTo>
                  <a:lnTo>
                    <a:pt x="30533" y="121283"/>
                  </a:lnTo>
                  <a:lnTo>
                    <a:pt x="21390" y="79507"/>
                  </a:lnTo>
                  <a:lnTo>
                    <a:pt x="21689" y="71839"/>
                  </a:lnTo>
                  <a:lnTo>
                    <a:pt x="37615" y="31014"/>
                  </a:lnTo>
                  <a:lnTo>
                    <a:pt x="73402" y="17695"/>
                  </a:lnTo>
                  <a:lnTo>
                    <a:pt x="119799" y="17695"/>
                  </a:lnTo>
                  <a:lnTo>
                    <a:pt x="113255" y="11939"/>
                  </a:lnTo>
                  <a:lnTo>
                    <a:pt x="104850" y="6716"/>
                  </a:lnTo>
                  <a:lnTo>
                    <a:pt x="95496" y="2984"/>
                  </a:lnTo>
                  <a:lnTo>
                    <a:pt x="85170" y="746"/>
                  </a:lnTo>
                  <a:lnTo>
                    <a:pt x="73852" y="0"/>
                  </a:lnTo>
                  <a:close/>
                </a:path>
                <a:path w="292100" h="161925">
                  <a:moveTo>
                    <a:pt x="117533" y="104129"/>
                  </a:moveTo>
                  <a:lnTo>
                    <a:pt x="94940" y="138261"/>
                  </a:lnTo>
                  <a:lnTo>
                    <a:pt x="71826" y="143905"/>
                  </a:lnTo>
                  <a:lnTo>
                    <a:pt x="119356" y="143905"/>
                  </a:lnTo>
                  <a:lnTo>
                    <a:pt x="122638" y="140773"/>
                  </a:lnTo>
                  <a:lnTo>
                    <a:pt x="129157" y="131814"/>
                  </a:lnTo>
                  <a:lnTo>
                    <a:pt x="134388" y="121283"/>
                  </a:lnTo>
                  <a:lnTo>
                    <a:pt x="138248" y="109368"/>
                  </a:lnTo>
                  <a:lnTo>
                    <a:pt x="117533" y="104129"/>
                  </a:lnTo>
                  <a:close/>
                </a:path>
                <a:path w="292100" h="161925">
                  <a:moveTo>
                    <a:pt x="119799" y="17695"/>
                  </a:moveTo>
                  <a:lnTo>
                    <a:pt x="73402" y="17695"/>
                  </a:lnTo>
                  <a:lnTo>
                    <a:pt x="80966" y="18181"/>
                  </a:lnTo>
                  <a:lnTo>
                    <a:pt x="87812" y="19638"/>
                  </a:lnTo>
                  <a:lnTo>
                    <a:pt x="115282" y="50299"/>
                  </a:lnTo>
                  <a:lnTo>
                    <a:pt x="135771" y="45510"/>
                  </a:lnTo>
                  <a:lnTo>
                    <a:pt x="131968" y="35303"/>
                  </a:lnTo>
                  <a:lnTo>
                    <a:pt x="126962" y="26304"/>
                  </a:lnTo>
                  <a:lnTo>
                    <a:pt x="120731" y="18516"/>
                  </a:lnTo>
                  <a:lnTo>
                    <a:pt x="119799" y="17695"/>
                  </a:lnTo>
                  <a:close/>
                </a:path>
                <a:path w="292100" h="161925">
                  <a:moveTo>
                    <a:pt x="189810" y="2653"/>
                  </a:moveTo>
                  <a:lnTo>
                    <a:pt x="169095" y="2653"/>
                  </a:lnTo>
                  <a:lnTo>
                    <a:pt x="169095" y="143036"/>
                  </a:lnTo>
                  <a:lnTo>
                    <a:pt x="189810" y="131489"/>
                  </a:lnTo>
                  <a:lnTo>
                    <a:pt x="189810" y="85264"/>
                  </a:lnTo>
                  <a:lnTo>
                    <a:pt x="272733" y="85264"/>
                  </a:lnTo>
                  <a:lnTo>
                    <a:pt x="292033" y="74505"/>
                  </a:lnTo>
                  <a:lnTo>
                    <a:pt x="292033" y="66826"/>
                  </a:lnTo>
                  <a:lnTo>
                    <a:pt x="189810" y="66826"/>
                  </a:lnTo>
                  <a:lnTo>
                    <a:pt x="189810" y="2653"/>
                  </a:lnTo>
                  <a:close/>
                </a:path>
                <a:path w="292100" h="161925">
                  <a:moveTo>
                    <a:pt x="272733" y="85264"/>
                  </a:moveTo>
                  <a:lnTo>
                    <a:pt x="271318" y="85264"/>
                  </a:lnTo>
                  <a:lnTo>
                    <a:pt x="271318" y="86052"/>
                  </a:lnTo>
                  <a:lnTo>
                    <a:pt x="272733" y="85264"/>
                  </a:lnTo>
                  <a:close/>
                </a:path>
                <a:path w="292100" h="161925">
                  <a:moveTo>
                    <a:pt x="292033" y="2653"/>
                  </a:moveTo>
                  <a:lnTo>
                    <a:pt x="271318" y="2653"/>
                  </a:lnTo>
                  <a:lnTo>
                    <a:pt x="271318" y="66826"/>
                  </a:lnTo>
                  <a:lnTo>
                    <a:pt x="292033" y="66826"/>
                  </a:lnTo>
                  <a:lnTo>
                    <a:pt x="292033" y="265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4745310" y="1537476"/>
              <a:ext cx="62230" cy="62230"/>
            </a:xfrm>
            <a:custGeom>
              <a:avLst/>
              <a:gdLst/>
              <a:ahLst/>
              <a:cxnLst/>
              <a:rect l="l" t="t" r="r" b="b"/>
              <a:pathLst>
                <a:path w="62229" h="62230">
                  <a:moveTo>
                    <a:pt x="0" y="62059"/>
                  </a:moveTo>
                  <a:lnTo>
                    <a:pt x="62144" y="0"/>
                  </a:lnTo>
                </a:path>
              </a:pathLst>
            </a:custGeom>
            <a:ln w="135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4" name="object 2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791079" y="1379990"/>
              <a:ext cx="122712" cy="156272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943063" y="1467210"/>
              <a:ext cx="76779" cy="119756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040782" y="1377336"/>
              <a:ext cx="229434" cy="231647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047988" y="1837902"/>
              <a:ext cx="122712" cy="156272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4203348" y="1766421"/>
              <a:ext cx="50800" cy="50800"/>
            </a:xfrm>
            <a:custGeom>
              <a:avLst/>
              <a:gdLst/>
              <a:ahLst/>
              <a:cxnLst/>
              <a:rect l="l" t="t" r="r" b="b"/>
              <a:pathLst>
                <a:path w="50800" h="50800">
                  <a:moveTo>
                    <a:pt x="50435" y="0"/>
                  </a:moveTo>
                  <a:lnTo>
                    <a:pt x="0" y="50546"/>
                  </a:lnTo>
                </a:path>
              </a:pathLst>
            </a:custGeom>
            <a:ln w="135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29" name="object 29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519567" y="2468365"/>
            <a:ext cx="1515107" cy="159465"/>
          </a:xfrm>
          <a:prstGeom prst="rect">
            <a:avLst/>
          </a:prstGeom>
        </p:spPr>
      </p:pic>
      <p:sp>
        <p:nvSpPr>
          <p:cNvPr id="30" name="object 30"/>
          <p:cNvSpPr/>
          <p:nvPr/>
        </p:nvSpPr>
        <p:spPr>
          <a:xfrm>
            <a:off x="2075148" y="2803508"/>
            <a:ext cx="320040" cy="161925"/>
          </a:xfrm>
          <a:custGeom>
            <a:avLst/>
            <a:gdLst/>
            <a:ahLst/>
            <a:cxnLst/>
            <a:rect l="l" t="t" r="r" b="b"/>
            <a:pathLst>
              <a:path w="320039" h="161925">
                <a:moveTo>
                  <a:pt x="74916" y="0"/>
                </a:moveTo>
                <a:lnTo>
                  <a:pt x="32126" y="12388"/>
                </a:lnTo>
                <a:lnTo>
                  <a:pt x="5214" y="48256"/>
                </a:lnTo>
                <a:lnTo>
                  <a:pt x="0" y="83262"/>
                </a:lnTo>
                <a:lnTo>
                  <a:pt x="543" y="93100"/>
                </a:lnTo>
                <a:lnTo>
                  <a:pt x="13959" y="130686"/>
                </a:lnTo>
                <a:lnTo>
                  <a:pt x="44302" y="155718"/>
                </a:lnTo>
                <a:lnTo>
                  <a:pt x="74803" y="161713"/>
                </a:lnTo>
                <a:lnTo>
                  <a:pt x="84826" y="161110"/>
                </a:lnTo>
                <a:lnTo>
                  <a:pt x="121110" y="146675"/>
                </a:lnTo>
                <a:lnTo>
                  <a:pt x="124082" y="144017"/>
                </a:lnTo>
                <a:lnTo>
                  <a:pt x="74713" y="144017"/>
                </a:lnTo>
                <a:lnTo>
                  <a:pt x="63686" y="142993"/>
                </a:lnTo>
                <a:lnTo>
                  <a:pt x="29886" y="118882"/>
                </a:lnTo>
                <a:lnTo>
                  <a:pt x="21327" y="83262"/>
                </a:lnTo>
                <a:lnTo>
                  <a:pt x="22319" y="66884"/>
                </a:lnTo>
                <a:lnTo>
                  <a:pt x="45486" y="26298"/>
                </a:lnTo>
                <a:lnTo>
                  <a:pt x="75028" y="17808"/>
                </a:lnTo>
                <a:lnTo>
                  <a:pt x="124063" y="17808"/>
                </a:lnTo>
                <a:lnTo>
                  <a:pt x="122162" y="16027"/>
                </a:lnTo>
                <a:lnTo>
                  <a:pt x="113981" y="10343"/>
                </a:lnTo>
                <a:lnTo>
                  <a:pt x="105018" y="5824"/>
                </a:lnTo>
                <a:lnTo>
                  <a:pt x="95521" y="2591"/>
                </a:lnTo>
                <a:lnTo>
                  <a:pt x="85487" y="648"/>
                </a:lnTo>
                <a:lnTo>
                  <a:pt x="74916" y="0"/>
                </a:lnTo>
                <a:close/>
              </a:path>
              <a:path w="320039" h="161925">
                <a:moveTo>
                  <a:pt x="124063" y="17808"/>
                </a:moveTo>
                <a:lnTo>
                  <a:pt x="75028" y="17808"/>
                </a:lnTo>
                <a:lnTo>
                  <a:pt x="82572" y="18297"/>
                </a:lnTo>
                <a:lnTo>
                  <a:pt x="89737" y="19767"/>
                </a:lnTo>
                <a:lnTo>
                  <a:pt x="121817" y="47713"/>
                </a:lnTo>
                <a:lnTo>
                  <a:pt x="128271" y="81126"/>
                </a:lnTo>
                <a:lnTo>
                  <a:pt x="127336" y="95243"/>
                </a:lnTo>
                <a:lnTo>
                  <a:pt x="105106" y="134788"/>
                </a:lnTo>
                <a:lnTo>
                  <a:pt x="74713" y="144017"/>
                </a:lnTo>
                <a:lnTo>
                  <a:pt x="124082" y="144017"/>
                </a:lnTo>
                <a:lnTo>
                  <a:pt x="147226" y="103645"/>
                </a:lnTo>
                <a:lnTo>
                  <a:pt x="149618" y="81014"/>
                </a:lnTo>
                <a:lnTo>
                  <a:pt x="149054" y="69714"/>
                </a:lnTo>
                <a:lnTo>
                  <a:pt x="135426" y="30447"/>
                </a:lnTo>
                <a:lnTo>
                  <a:pt x="129312" y="22726"/>
                </a:lnTo>
                <a:lnTo>
                  <a:pt x="124063" y="17808"/>
                </a:lnTo>
                <a:close/>
              </a:path>
              <a:path w="320039" h="161925">
                <a:moveTo>
                  <a:pt x="251149" y="2788"/>
                </a:moveTo>
                <a:lnTo>
                  <a:pt x="181754" y="2788"/>
                </a:lnTo>
                <a:lnTo>
                  <a:pt x="181754" y="159038"/>
                </a:lnTo>
                <a:lnTo>
                  <a:pt x="202469" y="159038"/>
                </a:lnTo>
                <a:lnTo>
                  <a:pt x="202469" y="89648"/>
                </a:lnTo>
                <a:lnTo>
                  <a:pt x="266336" y="89648"/>
                </a:lnTo>
                <a:lnTo>
                  <a:pt x="262767" y="87939"/>
                </a:lnTo>
                <a:lnTo>
                  <a:pt x="273296" y="85882"/>
                </a:lnTo>
                <a:lnTo>
                  <a:pt x="282356" y="82782"/>
                </a:lnTo>
                <a:lnTo>
                  <a:pt x="289947" y="78640"/>
                </a:lnTo>
                <a:lnTo>
                  <a:pt x="296068" y="73459"/>
                </a:lnTo>
                <a:lnTo>
                  <a:pt x="297408" y="71750"/>
                </a:lnTo>
                <a:lnTo>
                  <a:pt x="202469" y="71750"/>
                </a:lnTo>
                <a:lnTo>
                  <a:pt x="202469" y="20056"/>
                </a:lnTo>
                <a:lnTo>
                  <a:pt x="299246" y="20056"/>
                </a:lnTo>
                <a:lnTo>
                  <a:pt x="296001" y="14750"/>
                </a:lnTo>
                <a:lnTo>
                  <a:pt x="290214" y="9803"/>
                </a:lnTo>
                <a:lnTo>
                  <a:pt x="282941" y="6992"/>
                </a:lnTo>
                <a:lnTo>
                  <a:pt x="276875" y="5150"/>
                </a:lnTo>
                <a:lnTo>
                  <a:pt x="269553" y="3836"/>
                </a:lnTo>
                <a:lnTo>
                  <a:pt x="260977" y="3049"/>
                </a:lnTo>
                <a:lnTo>
                  <a:pt x="251149" y="2788"/>
                </a:lnTo>
                <a:close/>
              </a:path>
              <a:path w="320039" h="161925">
                <a:moveTo>
                  <a:pt x="266336" y="89648"/>
                </a:moveTo>
                <a:lnTo>
                  <a:pt x="231830" y="89648"/>
                </a:lnTo>
                <a:lnTo>
                  <a:pt x="235658" y="89896"/>
                </a:lnTo>
                <a:lnTo>
                  <a:pt x="238022" y="90413"/>
                </a:lnTo>
                <a:lnTo>
                  <a:pt x="268581" y="119914"/>
                </a:lnTo>
                <a:lnTo>
                  <a:pt x="293614" y="159038"/>
                </a:lnTo>
                <a:lnTo>
                  <a:pt x="319665" y="159038"/>
                </a:lnTo>
                <a:lnTo>
                  <a:pt x="292443" y="116518"/>
                </a:lnTo>
                <a:lnTo>
                  <a:pt x="268261" y="90570"/>
                </a:lnTo>
                <a:lnTo>
                  <a:pt x="266336" y="89648"/>
                </a:lnTo>
                <a:close/>
              </a:path>
              <a:path w="320039" h="161925">
                <a:moveTo>
                  <a:pt x="299246" y="20056"/>
                </a:moveTo>
                <a:lnTo>
                  <a:pt x="252004" y="20056"/>
                </a:lnTo>
                <a:lnTo>
                  <a:pt x="260118" y="20503"/>
                </a:lnTo>
                <a:lnTo>
                  <a:pt x="267065" y="21841"/>
                </a:lnTo>
                <a:lnTo>
                  <a:pt x="272842" y="24069"/>
                </a:lnTo>
                <a:lnTo>
                  <a:pt x="277448" y="27184"/>
                </a:lnTo>
                <a:lnTo>
                  <a:pt x="282829" y="31951"/>
                </a:lnTo>
                <a:lnTo>
                  <a:pt x="285508" y="38022"/>
                </a:lnTo>
                <a:lnTo>
                  <a:pt x="285508" y="50456"/>
                </a:lnTo>
                <a:lnTo>
                  <a:pt x="284135" y="55133"/>
                </a:lnTo>
                <a:lnTo>
                  <a:pt x="281343" y="59428"/>
                </a:lnTo>
                <a:lnTo>
                  <a:pt x="278573" y="63745"/>
                </a:lnTo>
                <a:lnTo>
                  <a:pt x="274520" y="66871"/>
                </a:lnTo>
                <a:lnTo>
                  <a:pt x="263848" y="70761"/>
                </a:lnTo>
                <a:lnTo>
                  <a:pt x="256440" y="71750"/>
                </a:lnTo>
                <a:lnTo>
                  <a:pt x="297408" y="71750"/>
                </a:lnTo>
                <a:lnTo>
                  <a:pt x="300793" y="67430"/>
                </a:lnTo>
                <a:lnTo>
                  <a:pt x="304163" y="60746"/>
                </a:lnTo>
                <a:lnTo>
                  <a:pt x="306182" y="53409"/>
                </a:lnTo>
                <a:lnTo>
                  <a:pt x="306853" y="45420"/>
                </a:lnTo>
                <a:lnTo>
                  <a:pt x="306853" y="36830"/>
                </a:lnTo>
                <a:lnTo>
                  <a:pt x="304692" y="28961"/>
                </a:lnTo>
                <a:lnTo>
                  <a:pt x="299246" y="2005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31" name="object 31"/>
          <p:cNvGrpSpPr/>
          <p:nvPr/>
        </p:nvGrpSpPr>
        <p:grpSpPr>
          <a:xfrm>
            <a:off x="1604963" y="3174626"/>
            <a:ext cx="396240" cy="205104"/>
            <a:chOff x="1604963" y="3174626"/>
            <a:chExt cx="396240" cy="205104"/>
          </a:xfrm>
        </p:grpSpPr>
        <p:sp>
          <p:nvSpPr>
            <p:cNvPr id="32" name="object 32"/>
            <p:cNvSpPr/>
            <p:nvPr/>
          </p:nvSpPr>
          <p:spPr>
            <a:xfrm>
              <a:off x="1604963" y="3174626"/>
              <a:ext cx="52069" cy="205104"/>
            </a:xfrm>
            <a:custGeom>
              <a:avLst/>
              <a:gdLst/>
              <a:ahLst/>
              <a:cxnLst/>
              <a:rect l="l" t="t" r="r" b="b"/>
              <a:pathLst>
                <a:path w="52069" h="205104">
                  <a:moveTo>
                    <a:pt x="51660" y="0"/>
                  </a:moveTo>
                  <a:lnTo>
                    <a:pt x="20441" y="26808"/>
                  </a:lnTo>
                  <a:lnTo>
                    <a:pt x="4623" y="65471"/>
                  </a:lnTo>
                  <a:lnTo>
                    <a:pt x="0" y="102334"/>
                  </a:lnTo>
                  <a:lnTo>
                    <a:pt x="687" y="116605"/>
                  </a:lnTo>
                  <a:lnTo>
                    <a:pt x="10994" y="157976"/>
                  </a:lnTo>
                  <a:lnTo>
                    <a:pt x="30247" y="194431"/>
                  </a:lnTo>
                  <a:lnTo>
                    <a:pt x="51660" y="204876"/>
                  </a:lnTo>
                  <a:lnTo>
                    <a:pt x="37698" y="179287"/>
                  </a:lnTo>
                  <a:lnTo>
                    <a:pt x="27725" y="153685"/>
                  </a:lnTo>
                  <a:lnTo>
                    <a:pt x="21741" y="128069"/>
                  </a:lnTo>
                  <a:lnTo>
                    <a:pt x="19746" y="102440"/>
                  </a:lnTo>
                  <a:lnTo>
                    <a:pt x="20033" y="92383"/>
                  </a:lnTo>
                  <a:lnTo>
                    <a:pt x="26378" y="54438"/>
                  </a:lnTo>
                  <a:lnTo>
                    <a:pt x="37211" y="26127"/>
                  </a:lnTo>
                  <a:lnTo>
                    <a:pt x="5166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3" name="object 33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676977" y="3174626"/>
              <a:ext cx="323738" cy="158934"/>
            </a:xfrm>
            <a:prstGeom prst="rect">
              <a:avLst/>
            </a:prstGeom>
          </p:spPr>
        </p:pic>
      </p:grpSp>
      <p:grpSp>
        <p:nvGrpSpPr>
          <p:cNvPr id="34" name="object 34"/>
          <p:cNvGrpSpPr/>
          <p:nvPr/>
        </p:nvGrpSpPr>
        <p:grpSpPr>
          <a:xfrm>
            <a:off x="1262477" y="3839735"/>
            <a:ext cx="1555115" cy="717550"/>
            <a:chOff x="1262477" y="3839735"/>
            <a:chExt cx="1555115" cy="717550"/>
          </a:xfrm>
        </p:grpSpPr>
        <p:sp>
          <p:nvSpPr>
            <p:cNvPr id="35" name="object 35"/>
            <p:cNvSpPr/>
            <p:nvPr/>
          </p:nvSpPr>
          <p:spPr>
            <a:xfrm>
              <a:off x="1783168" y="3839743"/>
              <a:ext cx="803275" cy="664210"/>
            </a:xfrm>
            <a:custGeom>
              <a:avLst/>
              <a:gdLst/>
              <a:ahLst/>
              <a:cxnLst/>
              <a:rect l="l" t="t" r="r" b="b"/>
              <a:pathLst>
                <a:path w="803275" h="664210">
                  <a:moveTo>
                    <a:pt x="151663" y="362839"/>
                  </a:moveTo>
                  <a:lnTo>
                    <a:pt x="128968" y="357187"/>
                  </a:lnTo>
                  <a:lnTo>
                    <a:pt x="126098" y="367169"/>
                  </a:lnTo>
                  <a:lnTo>
                    <a:pt x="122148" y="375843"/>
                  </a:lnTo>
                  <a:lnTo>
                    <a:pt x="87934" y="399402"/>
                  </a:lnTo>
                  <a:lnTo>
                    <a:pt x="78752" y="400075"/>
                  </a:lnTo>
                  <a:lnTo>
                    <a:pt x="71056" y="399580"/>
                  </a:lnTo>
                  <a:lnTo>
                    <a:pt x="33413" y="375678"/>
                  </a:lnTo>
                  <a:lnTo>
                    <a:pt x="23406" y="330657"/>
                  </a:lnTo>
                  <a:lnTo>
                    <a:pt x="23749" y="322376"/>
                  </a:lnTo>
                  <a:lnTo>
                    <a:pt x="36144" y="284200"/>
                  </a:lnTo>
                  <a:lnTo>
                    <a:pt x="71043" y="264566"/>
                  </a:lnTo>
                  <a:lnTo>
                    <a:pt x="80518" y="263982"/>
                  </a:lnTo>
                  <a:lnTo>
                    <a:pt x="88747" y="264502"/>
                  </a:lnTo>
                  <a:lnTo>
                    <a:pt x="123075" y="290588"/>
                  </a:lnTo>
                  <a:lnTo>
                    <a:pt x="126390" y="299148"/>
                  </a:lnTo>
                  <a:lnTo>
                    <a:pt x="148755" y="293979"/>
                  </a:lnTo>
                  <a:lnTo>
                    <a:pt x="124282" y="257771"/>
                  </a:lnTo>
                  <a:lnTo>
                    <a:pt x="80987" y="244906"/>
                  </a:lnTo>
                  <a:lnTo>
                    <a:pt x="69875" y="245541"/>
                  </a:lnTo>
                  <a:lnTo>
                    <a:pt x="30467" y="260756"/>
                  </a:lnTo>
                  <a:lnTo>
                    <a:pt x="5765" y="295059"/>
                  </a:lnTo>
                  <a:lnTo>
                    <a:pt x="0" y="330758"/>
                  </a:lnTo>
                  <a:lnTo>
                    <a:pt x="558" y="342633"/>
                  </a:lnTo>
                  <a:lnTo>
                    <a:pt x="14135" y="385826"/>
                  </a:lnTo>
                  <a:lnTo>
                    <a:pt x="44869" y="412902"/>
                  </a:lnTo>
                  <a:lnTo>
                    <a:pt x="80645" y="419150"/>
                  </a:lnTo>
                  <a:lnTo>
                    <a:pt x="93522" y="418249"/>
                  </a:lnTo>
                  <a:lnTo>
                    <a:pt x="134543" y="396697"/>
                  </a:lnTo>
                  <a:lnTo>
                    <a:pt x="151663" y="362839"/>
                  </a:lnTo>
                  <a:close/>
                </a:path>
                <a:path w="803275" h="664210">
                  <a:moveTo>
                    <a:pt x="317766" y="321881"/>
                  </a:moveTo>
                  <a:lnTo>
                    <a:pt x="314452" y="318630"/>
                  </a:lnTo>
                  <a:lnTo>
                    <a:pt x="197751" y="318630"/>
                  </a:lnTo>
                  <a:lnTo>
                    <a:pt x="193687" y="318630"/>
                  </a:lnTo>
                  <a:lnTo>
                    <a:pt x="190411" y="321881"/>
                  </a:lnTo>
                  <a:lnTo>
                    <a:pt x="190411" y="329844"/>
                  </a:lnTo>
                  <a:lnTo>
                    <a:pt x="193687" y="333057"/>
                  </a:lnTo>
                  <a:lnTo>
                    <a:pt x="314452" y="333057"/>
                  </a:lnTo>
                  <a:lnTo>
                    <a:pt x="317766" y="329844"/>
                  </a:lnTo>
                  <a:lnTo>
                    <a:pt x="317766" y="321881"/>
                  </a:lnTo>
                  <a:close/>
                </a:path>
                <a:path w="803275" h="664210">
                  <a:moveTo>
                    <a:pt x="317766" y="259537"/>
                  </a:moveTo>
                  <a:lnTo>
                    <a:pt x="314452" y="256286"/>
                  </a:lnTo>
                  <a:lnTo>
                    <a:pt x="197751" y="256286"/>
                  </a:lnTo>
                  <a:lnTo>
                    <a:pt x="193687" y="256286"/>
                  </a:lnTo>
                  <a:lnTo>
                    <a:pt x="190411" y="259537"/>
                  </a:lnTo>
                  <a:lnTo>
                    <a:pt x="190411" y="267487"/>
                  </a:lnTo>
                  <a:lnTo>
                    <a:pt x="193687" y="270713"/>
                  </a:lnTo>
                  <a:lnTo>
                    <a:pt x="314452" y="270713"/>
                  </a:lnTo>
                  <a:lnTo>
                    <a:pt x="317766" y="267487"/>
                  </a:lnTo>
                  <a:lnTo>
                    <a:pt x="317766" y="259537"/>
                  </a:lnTo>
                  <a:close/>
                </a:path>
                <a:path w="803275" h="664210">
                  <a:moveTo>
                    <a:pt x="504329" y="362839"/>
                  </a:moveTo>
                  <a:lnTo>
                    <a:pt x="481634" y="357187"/>
                  </a:lnTo>
                  <a:lnTo>
                    <a:pt x="478764" y="367169"/>
                  </a:lnTo>
                  <a:lnTo>
                    <a:pt x="474814" y="375843"/>
                  </a:lnTo>
                  <a:lnTo>
                    <a:pt x="440601" y="399402"/>
                  </a:lnTo>
                  <a:lnTo>
                    <a:pt x="431419" y="400075"/>
                  </a:lnTo>
                  <a:lnTo>
                    <a:pt x="423722" y="399580"/>
                  </a:lnTo>
                  <a:lnTo>
                    <a:pt x="386080" y="375678"/>
                  </a:lnTo>
                  <a:lnTo>
                    <a:pt x="376072" y="330657"/>
                  </a:lnTo>
                  <a:lnTo>
                    <a:pt x="376415" y="322376"/>
                  </a:lnTo>
                  <a:lnTo>
                    <a:pt x="388810" y="284200"/>
                  </a:lnTo>
                  <a:lnTo>
                    <a:pt x="423710" y="264566"/>
                  </a:lnTo>
                  <a:lnTo>
                    <a:pt x="433184" y="263982"/>
                  </a:lnTo>
                  <a:lnTo>
                    <a:pt x="441426" y="264502"/>
                  </a:lnTo>
                  <a:lnTo>
                    <a:pt x="475742" y="290588"/>
                  </a:lnTo>
                  <a:lnTo>
                    <a:pt x="479056" y="299148"/>
                  </a:lnTo>
                  <a:lnTo>
                    <a:pt x="501421" y="293979"/>
                  </a:lnTo>
                  <a:lnTo>
                    <a:pt x="476948" y="257771"/>
                  </a:lnTo>
                  <a:lnTo>
                    <a:pt x="433654" y="244906"/>
                  </a:lnTo>
                  <a:lnTo>
                    <a:pt x="422541" y="245541"/>
                  </a:lnTo>
                  <a:lnTo>
                    <a:pt x="383133" y="260756"/>
                  </a:lnTo>
                  <a:lnTo>
                    <a:pt x="358432" y="295059"/>
                  </a:lnTo>
                  <a:lnTo>
                    <a:pt x="352666" y="330758"/>
                  </a:lnTo>
                  <a:lnTo>
                    <a:pt x="353225" y="342633"/>
                  </a:lnTo>
                  <a:lnTo>
                    <a:pt x="366801" y="385826"/>
                  </a:lnTo>
                  <a:lnTo>
                    <a:pt x="397535" y="412902"/>
                  </a:lnTo>
                  <a:lnTo>
                    <a:pt x="433311" y="419150"/>
                  </a:lnTo>
                  <a:lnTo>
                    <a:pt x="446189" y="418249"/>
                  </a:lnTo>
                  <a:lnTo>
                    <a:pt x="487210" y="396697"/>
                  </a:lnTo>
                  <a:lnTo>
                    <a:pt x="504329" y="362839"/>
                  </a:lnTo>
                  <a:close/>
                </a:path>
                <a:path w="803275" h="664210">
                  <a:moveTo>
                    <a:pt x="592353" y="170853"/>
                  </a:moveTo>
                  <a:lnTo>
                    <a:pt x="586600" y="165214"/>
                  </a:lnTo>
                  <a:lnTo>
                    <a:pt x="581939" y="165214"/>
                  </a:lnTo>
                  <a:lnTo>
                    <a:pt x="514451" y="231533"/>
                  </a:lnTo>
                  <a:lnTo>
                    <a:pt x="511556" y="234353"/>
                  </a:lnTo>
                  <a:lnTo>
                    <a:pt x="511556" y="238912"/>
                  </a:lnTo>
                  <a:lnTo>
                    <a:pt x="517309" y="244551"/>
                  </a:lnTo>
                  <a:lnTo>
                    <a:pt x="521970" y="244551"/>
                  </a:lnTo>
                  <a:lnTo>
                    <a:pt x="592353" y="175412"/>
                  </a:lnTo>
                  <a:lnTo>
                    <a:pt x="592353" y="170853"/>
                  </a:lnTo>
                  <a:close/>
                </a:path>
                <a:path w="803275" h="664210">
                  <a:moveTo>
                    <a:pt x="753719" y="607745"/>
                  </a:moveTo>
                  <a:lnTo>
                    <a:pt x="731024" y="602119"/>
                  </a:lnTo>
                  <a:lnTo>
                    <a:pt x="728141" y="612089"/>
                  </a:lnTo>
                  <a:lnTo>
                    <a:pt x="724192" y="620763"/>
                  </a:lnTo>
                  <a:lnTo>
                    <a:pt x="689978" y="644309"/>
                  </a:lnTo>
                  <a:lnTo>
                    <a:pt x="680808" y="644982"/>
                  </a:lnTo>
                  <a:lnTo>
                    <a:pt x="673112" y="644486"/>
                  </a:lnTo>
                  <a:lnTo>
                    <a:pt x="635457" y="620598"/>
                  </a:lnTo>
                  <a:lnTo>
                    <a:pt x="625436" y="575564"/>
                  </a:lnTo>
                  <a:lnTo>
                    <a:pt x="625779" y="567296"/>
                  </a:lnTo>
                  <a:lnTo>
                    <a:pt x="638187" y="529120"/>
                  </a:lnTo>
                  <a:lnTo>
                    <a:pt x="673074" y="509473"/>
                  </a:lnTo>
                  <a:lnTo>
                    <a:pt x="682548" y="508889"/>
                  </a:lnTo>
                  <a:lnTo>
                    <a:pt x="690791" y="509422"/>
                  </a:lnTo>
                  <a:lnTo>
                    <a:pt x="725106" y="535508"/>
                  </a:lnTo>
                  <a:lnTo>
                    <a:pt x="728421" y="544068"/>
                  </a:lnTo>
                  <a:lnTo>
                    <a:pt x="750785" y="538899"/>
                  </a:lnTo>
                  <a:lnTo>
                    <a:pt x="726313" y="502678"/>
                  </a:lnTo>
                  <a:lnTo>
                    <a:pt x="683018" y="489813"/>
                  </a:lnTo>
                  <a:lnTo>
                    <a:pt x="671906" y="490448"/>
                  </a:lnTo>
                  <a:lnTo>
                    <a:pt x="632523" y="505663"/>
                  </a:lnTo>
                  <a:lnTo>
                    <a:pt x="607809" y="539978"/>
                  </a:lnTo>
                  <a:lnTo>
                    <a:pt x="602056" y="575678"/>
                  </a:lnTo>
                  <a:lnTo>
                    <a:pt x="602615" y="587552"/>
                  </a:lnTo>
                  <a:lnTo>
                    <a:pt x="616165" y="630745"/>
                  </a:lnTo>
                  <a:lnTo>
                    <a:pt x="646899" y="657821"/>
                  </a:lnTo>
                  <a:lnTo>
                    <a:pt x="682675" y="664070"/>
                  </a:lnTo>
                  <a:lnTo>
                    <a:pt x="695566" y="663168"/>
                  </a:lnTo>
                  <a:lnTo>
                    <a:pt x="736587" y="641616"/>
                  </a:lnTo>
                  <a:lnTo>
                    <a:pt x="753719" y="607745"/>
                  </a:lnTo>
                  <a:close/>
                </a:path>
                <a:path w="803275" h="664210">
                  <a:moveTo>
                    <a:pt x="753719" y="117906"/>
                  </a:moveTo>
                  <a:lnTo>
                    <a:pt x="731024" y="112280"/>
                  </a:lnTo>
                  <a:lnTo>
                    <a:pt x="728129" y="122262"/>
                  </a:lnTo>
                  <a:lnTo>
                    <a:pt x="724192" y="130937"/>
                  </a:lnTo>
                  <a:lnTo>
                    <a:pt x="689978" y="154482"/>
                  </a:lnTo>
                  <a:lnTo>
                    <a:pt x="680808" y="155168"/>
                  </a:lnTo>
                  <a:lnTo>
                    <a:pt x="673112" y="154673"/>
                  </a:lnTo>
                  <a:lnTo>
                    <a:pt x="635457" y="130771"/>
                  </a:lnTo>
                  <a:lnTo>
                    <a:pt x="625436" y="85725"/>
                  </a:lnTo>
                  <a:lnTo>
                    <a:pt x="625779" y="77457"/>
                  </a:lnTo>
                  <a:lnTo>
                    <a:pt x="638187" y="39281"/>
                  </a:lnTo>
                  <a:lnTo>
                    <a:pt x="673074" y="19659"/>
                  </a:lnTo>
                  <a:lnTo>
                    <a:pt x="682548" y="19075"/>
                  </a:lnTo>
                  <a:lnTo>
                    <a:pt x="690791" y="19596"/>
                  </a:lnTo>
                  <a:lnTo>
                    <a:pt x="725106" y="45669"/>
                  </a:lnTo>
                  <a:lnTo>
                    <a:pt x="728421" y="54241"/>
                  </a:lnTo>
                  <a:lnTo>
                    <a:pt x="750785" y="49072"/>
                  </a:lnTo>
                  <a:lnTo>
                    <a:pt x="726313" y="12865"/>
                  </a:lnTo>
                  <a:lnTo>
                    <a:pt x="683018" y="0"/>
                  </a:lnTo>
                  <a:lnTo>
                    <a:pt x="671906" y="635"/>
                  </a:lnTo>
                  <a:lnTo>
                    <a:pt x="632523" y="15824"/>
                  </a:lnTo>
                  <a:lnTo>
                    <a:pt x="607809" y="50139"/>
                  </a:lnTo>
                  <a:lnTo>
                    <a:pt x="602056" y="85839"/>
                  </a:lnTo>
                  <a:lnTo>
                    <a:pt x="602615" y="97713"/>
                  </a:lnTo>
                  <a:lnTo>
                    <a:pt x="616165" y="140906"/>
                  </a:lnTo>
                  <a:lnTo>
                    <a:pt x="646899" y="167995"/>
                  </a:lnTo>
                  <a:lnTo>
                    <a:pt x="682675" y="174244"/>
                  </a:lnTo>
                  <a:lnTo>
                    <a:pt x="695566" y="173342"/>
                  </a:lnTo>
                  <a:lnTo>
                    <a:pt x="736587" y="151777"/>
                  </a:lnTo>
                  <a:lnTo>
                    <a:pt x="753719" y="117906"/>
                  </a:lnTo>
                  <a:close/>
                </a:path>
                <a:path w="803275" h="664210">
                  <a:moveTo>
                    <a:pt x="802830" y="2857"/>
                  </a:moveTo>
                  <a:lnTo>
                    <a:pt x="781761" y="2857"/>
                  </a:lnTo>
                  <a:lnTo>
                    <a:pt x="781761" y="171348"/>
                  </a:lnTo>
                  <a:lnTo>
                    <a:pt x="802830" y="171348"/>
                  </a:lnTo>
                  <a:lnTo>
                    <a:pt x="802830" y="285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6" name="object 36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2568808" y="4332439"/>
              <a:ext cx="134576" cy="168492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2733460" y="4428348"/>
              <a:ext cx="83831" cy="128450"/>
            </a:xfrm>
            <a:prstGeom prst="rect">
              <a:avLst/>
            </a:prstGeom>
          </p:spPr>
        </p:pic>
        <p:sp>
          <p:nvSpPr>
            <p:cNvPr id="38" name="object 38"/>
            <p:cNvSpPr/>
            <p:nvPr/>
          </p:nvSpPr>
          <p:spPr>
            <a:xfrm>
              <a:off x="2303794" y="4255806"/>
              <a:ext cx="82550" cy="81280"/>
            </a:xfrm>
            <a:custGeom>
              <a:avLst/>
              <a:gdLst/>
              <a:ahLst/>
              <a:cxnLst/>
              <a:rect l="l" t="t" r="r" b="b"/>
              <a:pathLst>
                <a:path w="82550" h="81279">
                  <a:moveTo>
                    <a:pt x="10408" y="0"/>
                  </a:moveTo>
                  <a:lnTo>
                    <a:pt x="5755" y="0"/>
                  </a:lnTo>
                  <a:lnTo>
                    <a:pt x="0" y="5628"/>
                  </a:lnTo>
                  <a:lnTo>
                    <a:pt x="0" y="10198"/>
                  </a:lnTo>
                  <a:lnTo>
                    <a:pt x="71855" y="80770"/>
                  </a:lnTo>
                  <a:lnTo>
                    <a:pt x="76509" y="80770"/>
                  </a:lnTo>
                  <a:lnTo>
                    <a:pt x="82264" y="75117"/>
                  </a:lnTo>
                  <a:lnTo>
                    <a:pt x="82264" y="70547"/>
                  </a:lnTo>
                  <a:lnTo>
                    <a:pt x="13273" y="2814"/>
                  </a:lnTo>
                  <a:lnTo>
                    <a:pt x="104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9" name="object 39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262477" y="3842597"/>
              <a:ext cx="134583" cy="168492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1427136" y="3938521"/>
              <a:ext cx="83819" cy="128443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1533486" y="3839743"/>
              <a:ext cx="249554" cy="250825"/>
            </a:xfrm>
            <a:custGeom>
              <a:avLst/>
              <a:gdLst/>
              <a:ahLst/>
              <a:cxnLst/>
              <a:rect l="l" t="t" r="r" b="b"/>
              <a:pathLst>
                <a:path w="249555" h="250825">
                  <a:moveTo>
                    <a:pt x="151663" y="117906"/>
                  </a:moveTo>
                  <a:lnTo>
                    <a:pt x="128968" y="112280"/>
                  </a:lnTo>
                  <a:lnTo>
                    <a:pt x="126098" y="122262"/>
                  </a:lnTo>
                  <a:lnTo>
                    <a:pt x="122148" y="130937"/>
                  </a:lnTo>
                  <a:lnTo>
                    <a:pt x="87934" y="154482"/>
                  </a:lnTo>
                  <a:lnTo>
                    <a:pt x="78752" y="155168"/>
                  </a:lnTo>
                  <a:lnTo>
                    <a:pt x="71069" y="154673"/>
                  </a:lnTo>
                  <a:lnTo>
                    <a:pt x="33426" y="130771"/>
                  </a:lnTo>
                  <a:lnTo>
                    <a:pt x="23406" y="85725"/>
                  </a:lnTo>
                  <a:lnTo>
                    <a:pt x="23749" y="77457"/>
                  </a:lnTo>
                  <a:lnTo>
                    <a:pt x="36156" y="39281"/>
                  </a:lnTo>
                  <a:lnTo>
                    <a:pt x="71043" y="19659"/>
                  </a:lnTo>
                  <a:lnTo>
                    <a:pt x="80518" y="19075"/>
                  </a:lnTo>
                  <a:lnTo>
                    <a:pt x="88747" y="19596"/>
                  </a:lnTo>
                  <a:lnTo>
                    <a:pt x="123075" y="45669"/>
                  </a:lnTo>
                  <a:lnTo>
                    <a:pt x="126390" y="54241"/>
                  </a:lnTo>
                  <a:lnTo>
                    <a:pt x="148755" y="49072"/>
                  </a:lnTo>
                  <a:lnTo>
                    <a:pt x="124282" y="12865"/>
                  </a:lnTo>
                  <a:lnTo>
                    <a:pt x="80987" y="0"/>
                  </a:lnTo>
                  <a:lnTo>
                    <a:pt x="69875" y="635"/>
                  </a:lnTo>
                  <a:lnTo>
                    <a:pt x="30467" y="15824"/>
                  </a:lnTo>
                  <a:lnTo>
                    <a:pt x="5765" y="50139"/>
                  </a:lnTo>
                  <a:lnTo>
                    <a:pt x="0" y="85839"/>
                  </a:lnTo>
                  <a:lnTo>
                    <a:pt x="558" y="97713"/>
                  </a:lnTo>
                  <a:lnTo>
                    <a:pt x="14135" y="140906"/>
                  </a:lnTo>
                  <a:lnTo>
                    <a:pt x="44869" y="167995"/>
                  </a:lnTo>
                  <a:lnTo>
                    <a:pt x="80645" y="174244"/>
                  </a:lnTo>
                  <a:lnTo>
                    <a:pt x="93522" y="173342"/>
                  </a:lnTo>
                  <a:lnTo>
                    <a:pt x="134543" y="151777"/>
                  </a:lnTo>
                  <a:lnTo>
                    <a:pt x="151663" y="117906"/>
                  </a:lnTo>
                  <a:close/>
                </a:path>
                <a:path w="249555" h="250825">
                  <a:moveTo>
                    <a:pt x="249034" y="240258"/>
                  </a:moveTo>
                  <a:lnTo>
                    <a:pt x="176034" y="168567"/>
                  </a:lnTo>
                  <a:lnTo>
                    <a:pt x="171386" y="168567"/>
                  </a:lnTo>
                  <a:lnTo>
                    <a:pt x="165646" y="174193"/>
                  </a:lnTo>
                  <a:lnTo>
                    <a:pt x="165646" y="178765"/>
                  </a:lnTo>
                  <a:lnTo>
                    <a:pt x="235788" y="247650"/>
                  </a:lnTo>
                  <a:lnTo>
                    <a:pt x="238658" y="250469"/>
                  </a:lnTo>
                  <a:lnTo>
                    <a:pt x="243306" y="250469"/>
                  </a:lnTo>
                  <a:lnTo>
                    <a:pt x="249034" y="244830"/>
                  </a:lnTo>
                  <a:lnTo>
                    <a:pt x="249034" y="2402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2" name="object 42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1541054" y="4332439"/>
              <a:ext cx="134601" cy="168492"/>
            </a:xfrm>
            <a:prstGeom prst="rect">
              <a:avLst/>
            </a:prstGeom>
          </p:spPr>
        </p:pic>
        <p:sp>
          <p:nvSpPr>
            <p:cNvPr id="43" name="object 43"/>
            <p:cNvSpPr/>
            <p:nvPr/>
          </p:nvSpPr>
          <p:spPr>
            <a:xfrm>
              <a:off x="1704702" y="4249865"/>
              <a:ext cx="69215" cy="67945"/>
            </a:xfrm>
            <a:custGeom>
              <a:avLst/>
              <a:gdLst/>
              <a:ahLst/>
              <a:cxnLst/>
              <a:rect l="l" t="t" r="r" b="b"/>
              <a:pathLst>
                <a:path w="69214" h="67945">
                  <a:moveTo>
                    <a:pt x="63039" y="0"/>
                  </a:moveTo>
                  <a:lnTo>
                    <a:pt x="58385" y="0"/>
                  </a:lnTo>
                  <a:lnTo>
                    <a:pt x="0" y="57342"/>
                  </a:lnTo>
                  <a:lnTo>
                    <a:pt x="0" y="61912"/>
                  </a:lnTo>
                  <a:lnTo>
                    <a:pt x="5730" y="67541"/>
                  </a:lnTo>
                  <a:lnTo>
                    <a:pt x="10384" y="67541"/>
                  </a:lnTo>
                  <a:lnTo>
                    <a:pt x="65904" y="13036"/>
                  </a:lnTo>
                  <a:lnTo>
                    <a:pt x="68769" y="10222"/>
                  </a:lnTo>
                  <a:lnTo>
                    <a:pt x="68769" y="5652"/>
                  </a:lnTo>
                  <a:lnTo>
                    <a:pt x="6303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4" name="object 44"/>
          <p:cNvGrpSpPr/>
          <p:nvPr/>
        </p:nvGrpSpPr>
        <p:grpSpPr>
          <a:xfrm>
            <a:off x="4183067" y="3893854"/>
            <a:ext cx="1555115" cy="664210"/>
            <a:chOff x="4183067" y="3893854"/>
            <a:chExt cx="1555115" cy="664210"/>
          </a:xfrm>
        </p:grpSpPr>
        <p:sp>
          <p:nvSpPr>
            <p:cNvPr id="45" name="object 45"/>
            <p:cNvSpPr/>
            <p:nvPr/>
          </p:nvSpPr>
          <p:spPr>
            <a:xfrm>
              <a:off x="4703737" y="3893857"/>
              <a:ext cx="753745" cy="419734"/>
            </a:xfrm>
            <a:custGeom>
              <a:avLst/>
              <a:gdLst/>
              <a:ahLst/>
              <a:cxnLst/>
              <a:rect l="l" t="t" r="r" b="b"/>
              <a:pathLst>
                <a:path w="753745" h="419735">
                  <a:moveTo>
                    <a:pt x="151599" y="362839"/>
                  </a:moveTo>
                  <a:lnTo>
                    <a:pt x="128816" y="357187"/>
                  </a:lnTo>
                  <a:lnTo>
                    <a:pt x="126022" y="367182"/>
                  </a:lnTo>
                  <a:lnTo>
                    <a:pt x="122085" y="375856"/>
                  </a:lnTo>
                  <a:lnTo>
                    <a:pt x="87795" y="399402"/>
                  </a:lnTo>
                  <a:lnTo>
                    <a:pt x="78613" y="400075"/>
                  </a:lnTo>
                  <a:lnTo>
                    <a:pt x="70993" y="399580"/>
                  </a:lnTo>
                  <a:lnTo>
                    <a:pt x="33350" y="375691"/>
                  </a:lnTo>
                  <a:lnTo>
                    <a:pt x="23266" y="330657"/>
                  </a:lnTo>
                  <a:lnTo>
                    <a:pt x="23622" y="322389"/>
                  </a:lnTo>
                  <a:lnTo>
                    <a:pt x="36055" y="284200"/>
                  </a:lnTo>
                  <a:lnTo>
                    <a:pt x="71069" y="264566"/>
                  </a:lnTo>
                  <a:lnTo>
                    <a:pt x="80568" y="263982"/>
                  </a:lnTo>
                  <a:lnTo>
                    <a:pt x="88696" y="264515"/>
                  </a:lnTo>
                  <a:lnTo>
                    <a:pt x="123063" y="290588"/>
                  </a:lnTo>
                  <a:lnTo>
                    <a:pt x="126365" y="299148"/>
                  </a:lnTo>
                  <a:lnTo>
                    <a:pt x="148653" y="293979"/>
                  </a:lnTo>
                  <a:lnTo>
                    <a:pt x="124167" y="257784"/>
                  </a:lnTo>
                  <a:lnTo>
                    <a:pt x="81064" y="244906"/>
                  </a:lnTo>
                  <a:lnTo>
                    <a:pt x="69900" y="245541"/>
                  </a:lnTo>
                  <a:lnTo>
                    <a:pt x="30467" y="260756"/>
                  </a:lnTo>
                  <a:lnTo>
                    <a:pt x="5778" y="295071"/>
                  </a:lnTo>
                  <a:lnTo>
                    <a:pt x="0" y="330758"/>
                  </a:lnTo>
                  <a:lnTo>
                    <a:pt x="546" y="342633"/>
                  </a:lnTo>
                  <a:lnTo>
                    <a:pt x="14160" y="385826"/>
                  </a:lnTo>
                  <a:lnTo>
                    <a:pt x="44818" y="412915"/>
                  </a:lnTo>
                  <a:lnTo>
                    <a:pt x="80568" y="419150"/>
                  </a:lnTo>
                  <a:lnTo>
                    <a:pt x="93472" y="418249"/>
                  </a:lnTo>
                  <a:lnTo>
                    <a:pt x="134518" y="396697"/>
                  </a:lnTo>
                  <a:lnTo>
                    <a:pt x="151599" y="362839"/>
                  </a:lnTo>
                  <a:close/>
                </a:path>
                <a:path w="753745" h="419735">
                  <a:moveTo>
                    <a:pt x="317639" y="321881"/>
                  </a:moveTo>
                  <a:lnTo>
                    <a:pt x="314452" y="318630"/>
                  </a:lnTo>
                  <a:lnTo>
                    <a:pt x="194703" y="318630"/>
                  </a:lnTo>
                  <a:lnTo>
                    <a:pt x="190779" y="318630"/>
                  </a:lnTo>
                  <a:lnTo>
                    <a:pt x="187350" y="321881"/>
                  </a:lnTo>
                  <a:lnTo>
                    <a:pt x="187350" y="329844"/>
                  </a:lnTo>
                  <a:lnTo>
                    <a:pt x="190779" y="333070"/>
                  </a:lnTo>
                  <a:lnTo>
                    <a:pt x="314452" y="333070"/>
                  </a:lnTo>
                  <a:lnTo>
                    <a:pt x="317639" y="329844"/>
                  </a:lnTo>
                  <a:lnTo>
                    <a:pt x="317639" y="321881"/>
                  </a:lnTo>
                  <a:close/>
                </a:path>
                <a:path w="753745" h="419735">
                  <a:moveTo>
                    <a:pt x="317639" y="259537"/>
                  </a:moveTo>
                  <a:lnTo>
                    <a:pt x="314452" y="256286"/>
                  </a:lnTo>
                  <a:lnTo>
                    <a:pt x="194703" y="256286"/>
                  </a:lnTo>
                  <a:lnTo>
                    <a:pt x="190779" y="256286"/>
                  </a:lnTo>
                  <a:lnTo>
                    <a:pt x="187350" y="259537"/>
                  </a:lnTo>
                  <a:lnTo>
                    <a:pt x="187350" y="267500"/>
                  </a:lnTo>
                  <a:lnTo>
                    <a:pt x="190779" y="270725"/>
                  </a:lnTo>
                  <a:lnTo>
                    <a:pt x="314452" y="270725"/>
                  </a:lnTo>
                  <a:lnTo>
                    <a:pt x="317639" y="267500"/>
                  </a:lnTo>
                  <a:lnTo>
                    <a:pt x="317639" y="259537"/>
                  </a:lnTo>
                  <a:close/>
                </a:path>
                <a:path w="753745" h="419735">
                  <a:moveTo>
                    <a:pt x="504266" y="362839"/>
                  </a:moveTo>
                  <a:lnTo>
                    <a:pt x="481482" y="357187"/>
                  </a:lnTo>
                  <a:lnTo>
                    <a:pt x="478688" y="367182"/>
                  </a:lnTo>
                  <a:lnTo>
                    <a:pt x="474751" y="375856"/>
                  </a:lnTo>
                  <a:lnTo>
                    <a:pt x="440461" y="399402"/>
                  </a:lnTo>
                  <a:lnTo>
                    <a:pt x="431279" y="400075"/>
                  </a:lnTo>
                  <a:lnTo>
                    <a:pt x="423659" y="399580"/>
                  </a:lnTo>
                  <a:lnTo>
                    <a:pt x="386016" y="375691"/>
                  </a:lnTo>
                  <a:lnTo>
                    <a:pt x="375932" y="330657"/>
                  </a:lnTo>
                  <a:lnTo>
                    <a:pt x="376288" y="322389"/>
                  </a:lnTo>
                  <a:lnTo>
                    <a:pt x="388721" y="284200"/>
                  </a:lnTo>
                  <a:lnTo>
                    <a:pt x="423735" y="264566"/>
                  </a:lnTo>
                  <a:lnTo>
                    <a:pt x="433235" y="263982"/>
                  </a:lnTo>
                  <a:lnTo>
                    <a:pt x="441363" y="264515"/>
                  </a:lnTo>
                  <a:lnTo>
                    <a:pt x="475729" y="290588"/>
                  </a:lnTo>
                  <a:lnTo>
                    <a:pt x="479031" y="299148"/>
                  </a:lnTo>
                  <a:lnTo>
                    <a:pt x="501319" y="293979"/>
                  </a:lnTo>
                  <a:lnTo>
                    <a:pt x="476834" y="257784"/>
                  </a:lnTo>
                  <a:lnTo>
                    <a:pt x="433730" y="244906"/>
                  </a:lnTo>
                  <a:lnTo>
                    <a:pt x="422567" y="245541"/>
                  </a:lnTo>
                  <a:lnTo>
                    <a:pt x="383133" y="260756"/>
                  </a:lnTo>
                  <a:lnTo>
                    <a:pt x="358444" y="295071"/>
                  </a:lnTo>
                  <a:lnTo>
                    <a:pt x="352666" y="330758"/>
                  </a:lnTo>
                  <a:lnTo>
                    <a:pt x="353212" y="342633"/>
                  </a:lnTo>
                  <a:lnTo>
                    <a:pt x="366826" y="385826"/>
                  </a:lnTo>
                  <a:lnTo>
                    <a:pt x="397484" y="412915"/>
                  </a:lnTo>
                  <a:lnTo>
                    <a:pt x="433235" y="419150"/>
                  </a:lnTo>
                  <a:lnTo>
                    <a:pt x="446138" y="418249"/>
                  </a:lnTo>
                  <a:lnTo>
                    <a:pt x="487184" y="396697"/>
                  </a:lnTo>
                  <a:lnTo>
                    <a:pt x="504266" y="362839"/>
                  </a:lnTo>
                  <a:close/>
                </a:path>
                <a:path w="753745" h="419735">
                  <a:moveTo>
                    <a:pt x="753579" y="117906"/>
                  </a:moveTo>
                  <a:lnTo>
                    <a:pt x="731050" y="112280"/>
                  </a:lnTo>
                  <a:lnTo>
                    <a:pt x="728154" y="122262"/>
                  </a:lnTo>
                  <a:lnTo>
                    <a:pt x="724217" y="130937"/>
                  </a:lnTo>
                  <a:lnTo>
                    <a:pt x="690029" y="154495"/>
                  </a:lnTo>
                  <a:lnTo>
                    <a:pt x="680834" y="155168"/>
                  </a:lnTo>
                  <a:lnTo>
                    <a:pt x="673087" y="154673"/>
                  </a:lnTo>
                  <a:lnTo>
                    <a:pt x="635444" y="130784"/>
                  </a:lnTo>
                  <a:lnTo>
                    <a:pt x="625487" y="85725"/>
                  </a:lnTo>
                  <a:lnTo>
                    <a:pt x="625817" y="77457"/>
                  </a:lnTo>
                  <a:lnTo>
                    <a:pt x="638162" y="39281"/>
                  </a:lnTo>
                  <a:lnTo>
                    <a:pt x="673049" y="19659"/>
                  </a:lnTo>
                  <a:lnTo>
                    <a:pt x="682548" y="19075"/>
                  </a:lnTo>
                  <a:lnTo>
                    <a:pt x="690816" y="19596"/>
                  </a:lnTo>
                  <a:lnTo>
                    <a:pt x="725043" y="45669"/>
                  </a:lnTo>
                  <a:lnTo>
                    <a:pt x="728345" y="54241"/>
                  </a:lnTo>
                  <a:lnTo>
                    <a:pt x="750633" y="49072"/>
                  </a:lnTo>
                  <a:lnTo>
                    <a:pt x="726389" y="12877"/>
                  </a:lnTo>
                  <a:lnTo>
                    <a:pt x="683044" y="0"/>
                  </a:lnTo>
                  <a:lnTo>
                    <a:pt x="671893" y="635"/>
                  </a:lnTo>
                  <a:lnTo>
                    <a:pt x="632447" y="15836"/>
                  </a:lnTo>
                  <a:lnTo>
                    <a:pt x="607771" y="50152"/>
                  </a:lnTo>
                  <a:lnTo>
                    <a:pt x="601980" y="85852"/>
                  </a:lnTo>
                  <a:lnTo>
                    <a:pt x="602538" y="97726"/>
                  </a:lnTo>
                  <a:lnTo>
                    <a:pt x="616140" y="140919"/>
                  </a:lnTo>
                  <a:lnTo>
                    <a:pt x="646811" y="168008"/>
                  </a:lnTo>
                  <a:lnTo>
                    <a:pt x="682548" y="174244"/>
                  </a:lnTo>
                  <a:lnTo>
                    <a:pt x="695452" y="173342"/>
                  </a:lnTo>
                  <a:lnTo>
                    <a:pt x="736498" y="151777"/>
                  </a:lnTo>
                  <a:lnTo>
                    <a:pt x="753579" y="1179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6" name="object 46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5489403" y="3896717"/>
              <a:ext cx="134454" cy="168492"/>
            </a:xfrm>
            <a:prstGeom prst="rect">
              <a:avLst/>
            </a:prstGeom>
          </p:spPr>
        </p:pic>
        <p:pic>
          <p:nvPicPr>
            <p:cNvPr id="47" name="object 47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5653981" y="3992641"/>
              <a:ext cx="83758" cy="128443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5215344" y="4059084"/>
              <a:ext cx="291465" cy="499109"/>
            </a:xfrm>
            <a:custGeom>
              <a:avLst/>
              <a:gdLst/>
              <a:ahLst/>
              <a:cxnLst/>
              <a:rect l="l" t="t" r="r" b="b"/>
              <a:pathLst>
                <a:path w="291464" h="499110">
                  <a:moveTo>
                    <a:pt x="80581" y="5626"/>
                  </a:moveTo>
                  <a:lnTo>
                    <a:pt x="77876" y="2806"/>
                  </a:lnTo>
                  <a:lnTo>
                    <a:pt x="74942" y="0"/>
                  </a:lnTo>
                  <a:lnTo>
                    <a:pt x="70294" y="0"/>
                  </a:lnTo>
                  <a:lnTo>
                    <a:pt x="2692" y="66306"/>
                  </a:lnTo>
                  <a:lnTo>
                    <a:pt x="0" y="69126"/>
                  </a:lnTo>
                  <a:lnTo>
                    <a:pt x="0" y="73698"/>
                  </a:lnTo>
                  <a:lnTo>
                    <a:pt x="2692" y="76504"/>
                  </a:lnTo>
                  <a:lnTo>
                    <a:pt x="5638" y="79324"/>
                  </a:lnTo>
                  <a:lnTo>
                    <a:pt x="10287" y="79324"/>
                  </a:lnTo>
                  <a:lnTo>
                    <a:pt x="77876" y="13004"/>
                  </a:lnTo>
                  <a:lnTo>
                    <a:pt x="80581" y="10198"/>
                  </a:lnTo>
                  <a:lnTo>
                    <a:pt x="80581" y="5626"/>
                  </a:lnTo>
                  <a:close/>
                </a:path>
                <a:path w="291464" h="499110">
                  <a:moveTo>
                    <a:pt x="91109" y="321398"/>
                  </a:moveTo>
                  <a:lnTo>
                    <a:pt x="88417" y="318592"/>
                  </a:lnTo>
                  <a:lnTo>
                    <a:pt x="22288" y="253657"/>
                  </a:lnTo>
                  <a:lnTo>
                    <a:pt x="19354" y="250850"/>
                  </a:lnTo>
                  <a:lnTo>
                    <a:pt x="14693" y="250850"/>
                  </a:lnTo>
                  <a:lnTo>
                    <a:pt x="11760" y="253657"/>
                  </a:lnTo>
                  <a:lnTo>
                    <a:pt x="9067" y="256476"/>
                  </a:lnTo>
                  <a:lnTo>
                    <a:pt x="9067" y="261048"/>
                  </a:lnTo>
                  <a:lnTo>
                    <a:pt x="11760" y="263855"/>
                  </a:lnTo>
                  <a:lnTo>
                    <a:pt x="80822" y="331609"/>
                  </a:lnTo>
                  <a:lnTo>
                    <a:pt x="85471" y="331609"/>
                  </a:lnTo>
                  <a:lnTo>
                    <a:pt x="88417" y="328790"/>
                  </a:lnTo>
                  <a:lnTo>
                    <a:pt x="91109" y="325970"/>
                  </a:lnTo>
                  <a:lnTo>
                    <a:pt x="91109" y="321398"/>
                  </a:lnTo>
                  <a:close/>
                </a:path>
                <a:path w="291464" h="499110">
                  <a:moveTo>
                    <a:pt x="241973" y="442531"/>
                  </a:moveTo>
                  <a:lnTo>
                    <a:pt x="219443" y="436892"/>
                  </a:lnTo>
                  <a:lnTo>
                    <a:pt x="216547" y="446874"/>
                  </a:lnTo>
                  <a:lnTo>
                    <a:pt x="212610" y="455549"/>
                  </a:lnTo>
                  <a:lnTo>
                    <a:pt x="178422" y="479094"/>
                  </a:lnTo>
                  <a:lnTo>
                    <a:pt x="169227" y="479767"/>
                  </a:lnTo>
                  <a:lnTo>
                    <a:pt x="161480" y="479272"/>
                  </a:lnTo>
                  <a:lnTo>
                    <a:pt x="123837" y="455383"/>
                  </a:lnTo>
                  <a:lnTo>
                    <a:pt x="113880" y="410349"/>
                  </a:lnTo>
                  <a:lnTo>
                    <a:pt x="114211" y="402069"/>
                  </a:lnTo>
                  <a:lnTo>
                    <a:pt x="126555" y="363893"/>
                  </a:lnTo>
                  <a:lnTo>
                    <a:pt x="161442" y="344258"/>
                  </a:lnTo>
                  <a:lnTo>
                    <a:pt x="170942" y="343674"/>
                  </a:lnTo>
                  <a:lnTo>
                    <a:pt x="179209" y="344208"/>
                  </a:lnTo>
                  <a:lnTo>
                    <a:pt x="213436" y="370281"/>
                  </a:lnTo>
                  <a:lnTo>
                    <a:pt x="216750" y="378853"/>
                  </a:lnTo>
                  <a:lnTo>
                    <a:pt x="239026" y="373672"/>
                  </a:lnTo>
                  <a:lnTo>
                    <a:pt x="214782" y="337477"/>
                  </a:lnTo>
                  <a:lnTo>
                    <a:pt x="171437" y="324599"/>
                  </a:lnTo>
                  <a:lnTo>
                    <a:pt x="160286" y="325234"/>
                  </a:lnTo>
                  <a:lnTo>
                    <a:pt x="120840" y="340448"/>
                  </a:lnTo>
                  <a:lnTo>
                    <a:pt x="96164" y="374764"/>
                  </a:lnTo>
                  <a:lnTo>
                    <a:pt x="90373" y="410464"/>
                  </a:lnTo>
                  <a:lnTo>
                    <a:pt x="90932" y="422338"/>
                  </a:lnTo>
                  <a:lnTo>
                    <a:pt x="104533" y="465518"/>
                  </a:lnTo>
                  <a:lnTo>
                    <a:pt x="135204" y="492607"/>
                  </a:lnTo>
                  <a:lnTo>
                    <a:pt x="170942" y="498843"/>
                  </a:lnTo>
                  <a:lnTo>
                    <a:pt x="183845" y="497941"/>
                  </a:lnTo>
                  <a:lnTo>
                    <a:pt x="224891" y="476389"/>
                  </a:lnTo>
                  <a:lnTo>
                    <a:pt x="241973" y="442531"/>
                  </a:lnTo>
                  <a:close/>
                </a:path>
                <a:path w="291464" h="499110">
                  <a:moveTo>
                    <a:pt x="291198" y="327469"/>
                  </a:moveTo>
                  <a:lnTo>
                    <a:pt x="270129" y="327469"/>
                  </a:lnTo>
                  <a:lnTo>
                    <a:pt x="270129" y="495973"/>
                  </a:lnTo>
                  <a:lnTo>
                    <a:pt x="291198" y="495973"/>
                  </a:lnTo>
                  <a:lnTo>
                    <a:pt x="291198" y="3274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9" name="object 49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4183067" y="3896717"/>
              <a:ext cx="134454" cy="168492"/>
            </a:xfrm>
            <a:prstGeom prst="rect">
              <a:avLst/>
            </a:prstGeom>
          </p:spPr>
        </p:pic>
        <p:pic>
          <p:nvPicPr>
            <p:cNvPr id="50" name="object 50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4347644" y="3992641"/>
              <a:ext cx="83758" cy="128443"/>
            </a:xfrm>
            <a:prstGeom prst="rect">
              <a:avLst/>
            </a:prstGeom>
          </p:spPr>
        </p:pic>
        <p:sp>
          <p:nvSpPr>
            <p:cNvPr id="51" name="object 51"/>
            <p:cNvSpPr/>
            <p:nvPr/>
          </p:nvSpPr>
          <p:spPr>
            <a:xfrm>
              <a:off x="4453928" y="3893857"/>
              <a:ext cx="250825" cy="252095"/>
            </a:xfrm>
            <a:custGeom>
              <a:avLst/>
              <a:gdLst/>
              <a:ahLst/>
              <a:cxnLst/>
              <a:rect l="l" t="t" r="r" b="b"/>
              <a:pathLst>
                <a:path w="250825" h="252095">
                  <a:moveTo>
                    <a:pt x="151841" y="117906"/>
                  </a:moveTo>
                  <a:lnTo>
                    <a:pt x="129070" y="112280"/>
                  </a:lnTo>
                  <a:lnTo>
                    <a:pt x="126174" y="122262"/>
                  </a:lnTo>
                  <a:lnTo>
                    <a:pt x="122237" y="130937"/>
                  </a:lnTo>
                  <a:lnTo>
                    <a:pt x="88049" y="154495"/>
                  </a:lnTo>
                  <a:lnTo>
                    <a:pt x="78854" y="155168"/>
                  </a:lnTo>
                  <a:lnTo>
                    <a:pt x="71132" y="154673"/>
                  </a:lnTo>
                  <a:lnTo>
                    <a:pt x="33464" y="130784"/>
                  </a:lnTo>
                  <a:lnTo>
                    <a:pt x="23507" y="85725"/>
                  </a:lnTo>
                  <a:lnTo>
                    <a:pt x="23837" y="77457"/>
                  </a:lnTo>
                  <a:lnTo>
                    <a:pt x="36271" y="39281"/>
                  </a:lnTo>
                  <a:lnTo>
                    <a:pt x="71069" y="19659"/>
                  </a:lnTo>
                  <a:lnTo>
                    <a:pt x="80568" y="19075"/>
                  </a:lnTo>
                  <a:lnTo>
                    <a:pt x="88836" y="19596"/>
                  </a:lnTo>
                  <a:lnTo>
                    <a:pt x="123113" y="45669"/>
                  </a:lnTo>
                  <a:lnTo>
                    <a:pt x="126377" y="54241"/>
                  </a:lnTo>
                  <a:lnTo>
                    <a:pt x="148907" y="49072"/>
                  </a:lnTo>
                  <a:lnTo>
                    <a:pt x="124409" y="12877"/>
                  </a:lnTo>
                  <a:lnTo>
                    <a:pt x="81064" y="0"/>
                  </a:lnTo>
                  <a:lnTo>
                    <a:pt x="69938" y="635"/>
                  </a:lnTo>
                  <a:lnTo>
                    <a:pt x="30568" y="15836"/>
                  </a:lnTo>
                  <a:lnTo>
                    <a:pt x="5791" y="50152"/>
                  </a:lnTo>
                  <a:lnTo>
                    <a:pt x="0" y="85852"/>
                  </a:lnTo>
                  <a:lnTo>
                    <a:pt x="584" y="97726"/>
                  </a:lnTo>
                  <a:lnTo>
                    <a:pt x="14160" y="140919"/>
                  </a:lnTo>
                  <a:lnTo>
                    <a:pt x="44932" y="168008"/>
                  </a:lnTo>
                  <a:lnTo>
                    <a:pt x="80822" y="174244"/>
                  </a:lnTo>
                  <a:lnTo>
                    <a:pt x="93687" y="173342"/>
                  </a:lnTo>
                  <a:lnTo>
                    <a:pt x="134620" y="151777"/>
                  </a:lnTo>
                  <a:lnTo>
                    <a:pt x="151841" y="117906"/>
                  </a:lnTo>
                  <a:close/>
                </a:path>
                <a:path w="250825" h="252095">
                  <a:moveTo>
                    <a:pt x="250545" y="241719"/>
                  </a:moveTo>
                  <a:lnTo>
                    <a:pt x="247840" y="238899"/>
                  </a:lnTo>
                  <a:lnTo>
                    <a:pt x="176085" y="168567"/>
                  </a:lnTo>
                  <a:lnTo>
                    <a:pt x="171437" y="168567"/>
                  </a:lnTo>
                  <a:lnTo>
                    <a:pt x="168490" y="171386"/>
                  </a:lnTo>
                  <a:lnTo>
                    <a:pt x="165798" y="174193"/>
                  </a:lnTo>
                  <a:lnTo>
                    <a:pt x="165798" y="178765"/>
                  </a:lnTo>
                  <a:lnTo>
                    <a:pt x="168490" y="181584"/>
                  </a:lnTo>
                  <a:lnTo>
                    <a:pt x="237312" y="249097"/>
                  </a:lnTo>
                  <a:lnTo>
                    <a:pt x="240258" y="251917"/>
                  </a:lnTo>
                  <a:lnTo>
                    <a:pt x="244906" y="251917"/>
                  </a:lnTo>
                  <a:lnTo>
                    <a:pt x="247840" y="249097"/>
                  </a:lnTo>
                  <a:lnTo>
                    <a:pt x="250545" y="246278"/>
                  </a:lnTo>
                  <a:lnTo>
                    <a:pt x="250545" y="2417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2" name="object 52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4461526" y="4386551"/>
              <a:ext cx="134699" cy="168499"/>
            </a:xfrm>
            <a:prstGeom prst="rect">
              <a:avLst/>
            </a:prstGeom>
          </p:spPr>
        </p:pic>
        <p:sp>
          <p:nvSpPr>
            <p:cNvPr id="53" name="object 53"/>
            <p:cNvSpPr/>
            <p:nvPr/>
          </p:nvSpPr>
          <p:spPr>
            <a:xfrm>
              <a:off x="4622186" y="4303984"/>
              <a:ext cx="71755" cy="70485"/>
            </a:xfrm>
            <a:custGeom>
              <a:avLst/>
              <a:gdLst/>
              <a:ahLst/>
              <a:cxnLst/>
              <a:rect l="l" t="t" r="r" b="b"/>
              <a:pathLst>
                <a:path w="71754" h="70485">
                  <a:moveTo>
                    <a:pt x="66124" y="0"/>
                  </a:moveTo>
                  <a:lnTo>
                    <a:pt x="61471" y="0"/>
                  </a:lnTo>
                  <a:lnTo>
                    <a:pt x="0" y="60229"/>
                  </a:lnTo>
                  <a:lnTo>
                    <a:pt x="0" y="64799"/>
                  </a:lnTo>
                  <a:lnTo>
                    <a:pt x="5877" y="70437"/>
                  </a:lnTo>
                  <a:lnTo>
                    <a:pt x="10531" y="70437"/>
                  </a:lnTo>
                  <a:lnTo>
                    <a:pt x="69063" y="13036"/>
                  </a:lnTo>
                  <a:lnTo>
                    <a:pt x="71757" y="10222"/>
                  </a:lnTo>
                  <a:lnTo>
                    <a:pt x="71757" y="5652"/>
                  </a:lnTo>
                  <a:lnTo>
                    <a:pt x="69063" y="2814"/>
                  </a:lnTo>
                  <a:lnTo>
                    <a:pt x="6612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4" name="object 54"/>
          <p:cNvGrpSpPr/>
          <p:nvPr/>
        </p:nvGrpSpPr>
        <p:grpSpPr>
          <a:xfrm>
            <a:off x="1432535" y="4959080"/>
            <a:ext cx="1725930" cy="946785"/>
            <a:chOff x="1432535" y="4959080"/>
            <a:chExt cx="1725930" cy="946785"/>
          </a:xfrm>
        </p:grpSpPr>
        <p:pic>
          <p:nvPicPr>
            <p:cNvPr id="55" name="object 55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2080160" y="5359710"/>
              <a:ext cx="132300" cy="154049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2390240" y="5359710"/>
              <a:ext cx="132715" cy="154305"/>
            </a:xfrm>
            <a:custGeom>
              <a:avLst/>
              <a:gdLst/>
              <a:ahLst/>
              <a:cxnLst/>
              <a:rect l="l" t="t" r="r" b="b"/>
              <a:pathLst>
                <a:path w="132714" h="154304">
                  <a:moveTo>
                    <a:pt x="70629" y="0"/>
                  </a:moveTo>
                  <a:lnTo>
                    <a:pt x="26578" y="14022"/>
                  </a:lnTo>
                  <a:lnTo>
                    <a:pt x="2231" y="54135"/>
                  </a:lnTo>
                  <a:lnTo>
                    <a:pt x="0" y="75920"/>
                  </a:lnTo>
                  <a:lnTo>
                    <a:pt x="492" y="86410"/>
                  </a:lnTo>
                  <a:lnTo>
                    <a:pt x="12312" y="124598"/>
                  </a:lnTo>
                  <a:lnTo>
                    <a:pt x="48396" y="151603"/>
                  </a:lnTo>
                  <a:lnTo>
                    <a:pt x="70327" y="154049"/>
                  </a:lnTo>
                  <a:lnTo>
                    <a:pt x="81568" y="153253"/>
                  </a:lnTo>
                  <a:lnTo>
                    <a:pt x="117353" y="134206"/>
                  </a:lnTo>
                  <a:lnTo>
                    <a:pt x="132300" y="104257"/>
                  </a:lnTo>
                  <a:lnTo>
                    <a:pt x="112490" y="99284"/>
                  </a:lnTo>
                  <a:lnTo>
                    <a:pt x="109987" y="108110"/>
                  </a:lnTo>
                  <a:lnTo>
                    <a:pt x="106549" y="115778"/>
                  </a:lnTo>
                  <a:lnTo>
                    <a:pt x="68691" y="137180"/>
                  </a:lnTo>
                  <a:lnTo>
                    <a:pt x="61977" y="136742"/>
                  </a:lnTo>
                  <a:lnTo>
                    <a:pt x="29146" y="115634"/>
                  </a:lnTo>
                  <a:lnTo>
                    <a:pt x="20413" y="75813"/>
                  </a:lnTo>
                  <a:lnTo>
                    <a:pt x="20707" y="68503"/>
                  </a:lnTo>
                  <a:lnTo>
                    <a:pt x="36033" y="29568"/>
                  </a:lnTo>
                  <a:lnTo>
                    <a:pt x="70220" y="16868"/>
                  </a:lnTo>
                  <a:lnTo>
                    <a:pt x="77410" y="17334"/>
                  </a:lnTo>
                  <a:lnTo>
                    <a:pt x="110250" y="47970"/>
                  </a:lnTo>
                  <a:lnTo>
                    <a:pt x="129738" y="43404"/>
                  </a:lnTo>
                  <a:lnTo>
                    <a:pt x="108398" y="11381"/>
                  </a:lnTo>
                  <a:lnTo>
                    <a:pt x="81418" y="711"/>
                  </a:lnTo>
                  <a:lnTo>
                    <a:pt x="7062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2248939" y="5374028"/>
              <a:ext cx="104775" cy="55880"/>
            </a:xfrm>
            <a:custGeom>
              <a:avLst/>
              <a:gdLst/>
              <a:ahLst/>
              <a:cxnLst/>
              <a:rect l="l" t="t" r="r" b="b"/>
              <a:pathLst>
                <a:path w="104775" h="55879">
                  <a:moveTo>
                    <a:pt x="0" y="55558"/>
                  </a:moveTo>
                  <a:lnTo>
                    <a:pt x="104221" y="55558"/>
                  </a:lnTo>
                </a:path>
                <a:path w="104775" h="55879">
                  <a:moveTo>
                    <a:pt x="0" y="0"/>
                  </a:moveTo>
                  <a:lnTo>
                    <a:pt x="104221" y="0"/>
                  </a:lnTo>
                </a:path>
              </a:pathLst>
            </a:custGeom>
            <a:ln w="128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2609493" y="5141464"/>
              <a:ext cx="177165" cy="154305"/>
            </a:xfrm>
            <a:custGeom>
              <a:avLst/>
              <a:gdLst/>
              <a:ahLst/>
              <a:cxnLst/>
              <a:rect l="l" t="t" r="r" b="b"/>
              <a:pathLst>
                <a:path w="177164" h="154304">
                  <a:moveTo>
                    <a:pt x="70650" y="0"/>
                  </a:moveTo>
                  <a:lnTo>
                    <a:pt x="26581" y="14013"/>
                  </a:lnTo>
                  <a:lnTo>
                    <a:pt x="2228" y="54192"/>
                  </a:lnTo>
                  <a:lnTo>
                    <a:pt x="0" y="75899"/>
                  </a:lnTo>
                  <a:lnTo>
                    <a:pt x="496" y="86401"/>
                  </a:lnTo>
                  <a:lnTo>
                    <a:pt x="12333" y="124585"/>
                  </a:lnTo>
                  <a:lnTo>
                    <a:pt x="48406" y="151592"/>
                  </a:lnTo>
                  <a:lnTo>
                    <a:pt x="70349" y="154049"/>
                  </a:lnTo>
                  <a:lnTo>
                    <a:pt x="81581" y="153253"/>
                  </a:lnTo>
                  <a:lnTo>
                    <a:pt x="91920" y="150863"/>
                  </a:lnTo>
                  <a:lnTo>
                    <a:pt x="101363" y="146878"/>
                  </a:lnTo>
                  <a:lnTo>
                    <a:pt x="109906" y="141296"/>
                  </a:lnTo>
                  <a:lnTo>
                    <a:pt x="114227" y="137180"/>
                  </a:lnTo>
                  <a:lnTo>
                    <a:pt x="68712" y="137180"/>
                  </a:lnTo>
                  <a:lnTo>
                    <a:pt x="61989" y="136742"/>
                  </a:lnTo>
                  <a:lnTo>
                    <a:pt x="29155" y="115615"/>
                  </a:lnTo>
                  <a:lnTo>
                    <a:pt x="20413" y="75813"/>
                  </a:lnTo>
                  <a:lnTo>
                    <a:pt x="20707" y="68494"/>
                  </a:lnTo>
                  <a:lnTo>
                    <a:pt x="36042" y="29568"/>
                  </a:lnTo>
                  <a:lnTo>
                    <a:pt x="70241" y="16868"/>
                  </a:lnTo>
                  <a:lnTo>
                    <a:pt x="114611" y="16868"/>
                  </a:lnTo>
                  <a:lnTo>
                    <a:pt x="108420" y="11381"/>
                  </a:lnTo>
                  <a:lnTo>
                    <a:pt x="100317" y="6402"/>
                  </a:lnTo>
                  <a:lnTo>
                    <a:pt x="91320" y="2845"/>
                  </a:lnTo>
                  <a:lnTo>
                    <a:pt x="81430" y="711"/>
                  </a:lnTo>
                  <a:lnTo>
                    <a:pt x="70650" y="0"/>
                  </a:lnTo>
                  <a:close/>
                </a:path>
                <a:path w="177164" h="154304">
                  <a:moveTo>
                    <a:pt x="112490" y="99284"/>
                  </a:moveTo>
                  <a:lnTo>
                    <a:pt x="90793" y="131800"/>
                  </a:lnTo>
                  <a:lnTo>
                    <a:pt x="68712" y="137180"/>
                  </a:lnTo>
                  <a:lnTo>
                    <a:pt x="114227" y="137180"/>
                  </a:lnTo>
                  <a:lnTo>
                    <a:pt x="117363" y="134194"/>
                  </a:lnTo>
                  <a:lnTo>
                    <a:pt x="123582" y="125654"/>
                  </a:lnTo>
                  <a:lnTo>
                    <a:pt x="128581" y="115615"/>
                  </a:lnTo>
                  <a:lnTo>
                    <a:pt x="132300" y="104257"/>
                  </a:lnTo>
                  <a:lnTo>
                    <a:pt x="112490" y="99284"/>
                  </a:lnTo>
                  <a:close/>
                </a:path>
                <a:path w="177164" h="154304">
                  <a:moveTo>
                    <a:pt x="114611" y="16868"/>
                  </a:moveTo>
                  <a:lnTo>
                    <a:pt x="70241" y="16868"/>
                  </a:lnTo>
                  <a:lnTo>
                    <a:pt x="77420" y="17331"/>
                  </a:lnTo>
                  <a:lnTo>
                    <a:pt x="83966" y="18720"/>
                  </a:lnTo>
                  <a:lnTo>
                    <a:pt x="110250" y="47970"/>
                  </a:lnTo>
                  <a:lnTo>
                    <a:pt x="129759" y="43383"/>
                  </a:lnTo>
                  <a:lnTo>
                    <a:pt x="126162" y="33653"/>
                  </a:lnTo>
                  <a:lnTo>
                    <a:pt x="121407" y="25075"/>
                  </a:lnTo>
                  <a:lnTo>
                    <a:pt x="115494" y="17650"/>
                  </a:lnTo>
                  <a:lnTo>
                    <a:pt x="114611" y="16868"/>
                  </a:lnTo>
                  <a:close/>
                </a:path>
                <a:path w="177164" h="154304">
                  <a:moveTo>
                    <a:pt x="176810" y="2550"/>
                  </a:moveTo>
                  <a:lnTo>
                    <a:pt x="158442" y="2550"/>
                  </a:lnTo>
                  <a:lnTo>
                    <a:pt x="158442" y="151498"/>
                  </a:lnTo>
                  <a:lnTo>
                    <a:pt x="176810" y="151498"/>
                  </a:lnTo>
                  <a:lnTo>
                    <a:pt x="176810" y="255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2533523" y="5294120"/>
              <a:ext cx="60325" cy="59690"/>
            </a:xfrm>
            <a:custGeom>
              <a:avLst/>
              <a:gdLst/>
              <a:ahLst/>
              <a:cxnLst/>
              <a:rect l="l" t="t" r="r" b="b"/>
              <a:pathLst>
                <a:path w="60325" h="59689">
                  <a:moveTo>
                    <a:pt x="0" y="59652"/>
                  </a:moveTo>
                  <a:lnTo>
                    <a:pt x="59927" y="0"/>
                  </a:lnTo>
                </a:path>
              </a:pathLst>
            </a:custGeom>
            <a:ln w="128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0" name="object 60"/>
            <p:cNvSpPr/>
            <p:nvPr/>
          </p:nvSpPr>
          <p:spPr>
            <a:xfrm>
              <a:off x="2609493" y="5577977"/>
              <a:ext cx="279400" cy="154305"/>
            </a:xfrm>
            <a:custGeom>
              <a:avLst/>
              <a:gdLst/>
              <a:ahLst/>
              <a:cxnLst/>
              <a:rect l="l" t="t" r="r" b="b"/>
              <a:pathLst>
                <a:path w="279400" h="154304">
                  <a:moveTo>
                    <a:pt x="70650" y="0"/>
                  </a:moveTo>
                  <a:lnTo>
                    <a:pt x="26581" y="14001"/>
                  </a:lnTo>
                  <a:lnTo>
                    <a:pt x="2228" y="54183"/>
                  </a:lnTo>
                  <a:lnTo>
                    <a:pt x="0" y="75899"/>
                  </a:lnTo>
                  <a:lnTo>
                    <a:pt x="496" y="86401"/>
                  </a:lnTo>
                  <a:lnTo>
                    <a:pt x="12333" y="124576"/>
                  </a:lnTo>
                  <a:lnTo>
                    <a:pt x="48406" y="151592"/>
                  </a:lnTo>
                  <a:lnTo>
                    <a:pt x="70349" y="154049"/>
                  </a:lnTo>
                  <a:lnTo>
                    <a:pt x="81581" y="153250"/>
                  </a:lnTo>
                  <a:lnTo>
                    <a:pt x="91920" y="150855"/>
                  </a:lnTo>
                  <a:lnTo>
                    <a:pt x="101363" y="146869"/>
                  </a:lnTo>
                  <a:lnTo>
                    <a:pt x="109906" y="141296"/>
                  </a:lnTo>
                  <a:lnTo>
                    <a:pt x="114227" y="137180"/>
                  </a:lnTo>
                  <a:lnTo>
                    <a:pt x="68712" y="137180"/>
                  </a:lnTo>
                  <a:lnTo>
                    <a:pt x="61989" y="136742"/>
                  </a:lnTo>
                  <a:lnTo>
                    <a:pt x="29155" y="115612"/>
                  </a:lnTo>
                  <a:lnTo>
                    <a:pt x="20413" y="75792"/>
                  </a:lnTo>
                  <a:lnTo>
                    <a:pt x="20707" y="68482"/>
                  </a:lnTo>
                  <a:lnTo>
                    <a:pt x="36042" y="29565"/>
                  </a:lnTo>
                  <a:lnTo>
                    <a:pt x="70241" y="16868"/>
                  </a:lnTo>
                  <a:lnTo>
                    <a:pt x="114614" y="16868"/>
                  </a:lnTo>
                  <a:lnTo>
                    <a:pt x="108420" y="11381"/>
                  </a:lnTo>
                  <a:lnTo>
                    <a:pt x="100317" y="6402"/>
                  </a:lnTo>
                  <a:lnTo>
                    <a:pt x="91320" y="2845"/>
                  </a:lnTo>
                  <a:lnTo>
                    <a:pt x="81430" y="711"/>
                  </a:lnTo>
                  <a:lnTo>
                    <a:pt x="70650" y="0"/>
                  </a:lnTo>
                  <a:close/>
                </a:path>
                <a:path w="279400" h="154304">
                  <a:moveTo>
                    <a:pt x="112490" y="99263"/>
                  </a:moveTo>
                  <a:lnTo>
                    <a:pt x="90793" y="131800"/>
                  </a:lnTo>
                  <a:lnTo>
                    <a:pt x="68712" y="137180"/>
                  </a:lnTo>
                  <a:lnTo>
                    <a:pt x="114227" y="137180"/>
                  </a:lnTo>
                  <a:lnTo>
                    <a:pt x="117363" y="134194"/>
                  </a:lnTo>
                  <a:lnTo>
                    <a:pt x="123582" y="125654"/>
                  </a:lnTo>
                  <a:lnTo>
                    <a:pt x="128582" y="115612"/>
                  </a:lnTo>
                  <a:lnTo>
                    <a:pt x="132300" y="104257"/>
                  </a:lnTo>
                  <a:lnTo>
                    <a:pt x="112490" y="99263"/>
                  </a:lnTo>
                  <a:close/>
                </a:path>
                <a:path w="279400" h="154304">
                  <a:moveTo>
                    <a:pt x="114614" y="16868"/>
                  </a:moveTo>
                  <a:lnTo>
                    <a:pt x="70241" y="16868"/>
                  </a:lnTo>
                  <a:lnTo>
                    <a:pt x="77420" y="17331"/>
                  </a:lnTo>
                  <a:lnTo>
                    <a:pt x="83966" y="18720"/>
                  </a:lnTo>
                  <a:lnTo>
                    <a:pt x="110250" y="47948"/>
                  </a:lnTo>
                  <a:lnTo>
                    <a:pt x="129759" y="43383"/>
                  </a:lnTo>
                  <a:lnTo>
                    <a:pt x="126162" y="33644"/>
                  </a:lnTo>
                  <a:lnTo>
                    <a:pt x="121407" y="25067"/>
                  </a:lnTo>
                  <a:lnTo>
                    <a:pt x="115494" y="17647"/>
                  </a:lnTo>
                  <a:lnTo>
                    <a:pt x="114614" y="16868"/>
                  </a:lnTo>
                  <a:close/>
                </a:path>
                <a:path w="279400" h="154304">
                  <a:moveTo>
                    <a:pt x="181612" y="2529"/>
                  </a:moveTo>
                  <a:lnTo>
                    <a:pt x="161801" y="2529"/>
                  </a:lnTo>
                  <a:lnTo>
                    <a:pt x="161801" y="151498"/>
                  </a:lnTo>
                  <a:lnTo>
                    <a:pt x="181612" y="151498"/>
                  </a:lnTo>
                  <a:lnTo>
                    <a:pt x="181612" y="81279"/>
                  </a:lnTo>
                  <a:lnTo>
                    <a:pt x="279201" y="81279"/>
                  </a:lnTo>
                  <a:lnTo>
                    <a:pt x="279201" y="63703"/>
                  </a:lnTo>
                  <a:lnTo>
                    <a:pt x="181612" y="63703"/>
                  </a:lnTo>
                  <a:lnTo>
                    <a:pt x="181612" y="2529"/>
                  </a:lnTo>
                  <a:close/>
                </a:path>
                <a:path w="279400" h="154304">
                  <a:moveTo>
                    <a:pt x="279201" y="81279"/>
                  </a:moveTo>
                  <a:lnTo>
                    <a:pt x="259390" y="81279"/>
                  </a:lnTo>
                  <a:lnTo>
                    <a:pt x="259390" y="151498"/>
                  </a:lnTo>
                  <a:lnTo>
                    <a:pt x="279201" y="151498"/>
                  </a:lnTo>
                  <a:lnTo>
                    <a:pt x="279201" y="81279"/>
                  </a:lnTo>
                  <a:close/>
                </a:path>
                <a:path w="279400" h="154304">
                  <a:moveTo>
                    <a:pt x="279201" y="2529"/>
                  </a:moveTo>
                  <a:lnTo>
                    <a:pt x="259390" y="2529"/>
                  </a:lnTo>
                  <a:lnTo>
                    <a:pt x="259390" y="63703"/>
                  </a:lnTo>
                  <a:lnTo>
                    <a:pt x="279201" y="63703"/>
                  </a:lnTo>
                  <a:lnTo>
                    <a:pt x="279201" y="25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1" name="object 61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2916687" y="5663651"/>
              <a:ext cx="73493" cy="114160"/>
            </a:xfrm>
            <a:prstGeom prst="rect">
              <a:avLst/>
            </a:prstGeom>
          </p:spPr>
        </p:pic>
        <p:sp>
          <p:nvSpPr>
            <p:cNvPr id="62" name="object 62"/>
            <p:cNvSpPr/>
            <p:nvPr/>
          </p:nvSpPr>
          <p:spPr>
            <a:xfrm>
              <a:off x="2542352" y="5514167"/>
              <a:ext cx="60325" cy="60325"/>
            </a:xfrm>
            <a:custGeom>
              <a:avLst/>
              <a:gdLst/>
              <a:ahLst/>
              <a:cxnLst/>
              <a:rect l="l" t="t" r="r" b="b"/>
              <a:pathLst>
                <a:path w="60325" h="60325">
                  <a:moveTo>
                    <a:pt x="0" y="0"/>
                  </a:moveTo>
                  <a:lnTo>
                    <a:pt x="60228" y="59930"/>
                  </a:lnTo>
                </a:path>
              </a:pathLst>
            </a:custGeom>
            <a:ln w="128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3" name="object 63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1621436" y="5144014"/>
              <a:ext cx="117399" cy="148948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1766786" y="5227137"/>
              <a:ext cx="73514" cy="114181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1860434" y="5141464"/>
              <a:ext cx="219754" cy="221325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1867239" y="5580506"/>
              <a:ext cx="117378" cy="148969"/>
            </a:xfrm>
            <a:prstGeom prst="rect">
              <a:avLst/>
            </a:prstGeom>
          </p:spPr>
        </p:pic>
        <p:sp>
          <p:nvSpPr>
            <p:cNvPr id="67" name="object 67"/>
            <p:cNvSpPr/>
            <p:nvPr/>
          </p:nvSpPr>
          <p:spPr>
            <a:xfrm>
              <a:off x="2015733" y="5512880"/>
              <a:ext cx="48260" cy="48260"/>
            </a:xfrm>
            <a:custGeom>
              <a:avLst/>
              <a:gdLst/>
              <a:ahLst/>
              <a:cxnLst/>
              <a:rect l="l" t="t" r="r" b="b"/>
              <a:pathLst>
                <a:path w="48260" h="48260">
                  <a:moveTo>
                    <a:pt x="47890" y="0"/>
                  </a:moveTo>
                  <a:lnTo>
                    <a:pt x="0" y="47670"/>
                  </a:lnTo>
                </a:path>
              </a:pathLst>
            </a:custGeom>
            <a:ln w="128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8" name="object 68"/>
            <p:cNvSpPr/>
            <p:nvPr/>
          </p:nvSpPr>
          <p:spPr>
            <a:xfrm>
              <a:off x="1438984" y="4965529"/>
              <a:ext cx="1713230" cy="934085"/>
            </a:xfrm>
            <a:custGeom>
              <a:avLst/>
              <a:gdLst/>
              <a:ahLst/>
              <a:cxnLst/>
              <a:rect l="l" t="t" r="r" b="b"/>
              <a:pathLst>
                <a:path w="1713230" h="934085">
                  <a:moveTo>
                    <a:pt x="0" y="824155"/>
                  </a:moveTo>
                  <a:lnTo>
                    <a:pt x="0" y="707438"/>
                  </a:lnTo>
                  <a:lnTo>
                    <a:pt x="0" y="450660"/>
                  </a:lnTo>
                  <a:lnTo>
                    <a:pt x="0" y="193881"/>
                  </a:lnTo>
                  <a:lnTo>
                    <a:pt x="0" y="77164"/>
                  </a:lnTo>
                  <a:lnTo>
                    <a:pt x="6095" y="47130"/>
                  </a:lnTo>
                  <a:lnTo>
                    <a:pt x="22714" y="22602"/>
                  </a:lnTo>
                  <a:lnTo>
                    <a:pt x="47356" y="6064"/>
                  </a:lnTo>
                  <a:lnTo>
                    <a:pt x="77519" y="0"/>
                  </a:lnTo>
                  <a:lnTo>
                    <a:pt x="159447" y="0"/>
                  </a:lnTo>
                  <a:lnTo>
                    <a:pt x="339688" y="0"/>
                  </a:lnTo>
                  <a:lnTo>
                    <a:pt x="519928" y="0"/>
                  </a:lnTo>
                  <a:lnTo>
                    <a:pt x="601856" y="0"/>
                  </a:lnTo>
                  <a:lnTo>
                    <a:pt x="632019" y="6064"/>
                  </a:lnTo>
                  <a:lnTo>
                    <a:pt x="656661" y="22602"/>
                  </a:lnTo>
                  <a:lnTo>
                    <a:pt x="673280" y="47130"/>
                  </a:lnTo>
                  <a:lnTo>
                    <a:pt x="679376" y="77164"/>
                  </a:lnTo>
                  <a:lnTo>
                    <a:pt x="679376" y="193881"/>
                  </a:lnTo>
                  <a:lnTo>
                    <a:pt x="679376" y="450660"/>
                  </a:lnTo>
                  <a:lnTo>
                    <a:pt x="679376" y="707438"/>
                  </a:lnTo>
                  <a:lnTo>
                    <a:pt x="679376" y="824155"/>
                  </a:lnTo>
                  <a:lnTo>
                    <a:pt x="673280" y="854180"/>
                  </a:lnTo>
                  <a:lnTo>
                    <a:pt x="656661" y="878709"/>
                  </a:lnTo>
                  <a:lnTo>
                    <a:pt x="632019" y="895252"/>
                  </a:lnTo>
                  <a:lnTo>
                    <a:pt x="601856" y="901320"/>
                  </a:lnTo>
                  <a:lnTo>
                    <a:pt x="519928" y="901320"/>
                  </a:lnTo>
                  <a:lnTo>
                    <a:pt x="339688" y="901320"/>
                  </a:lnTo>
                  <a:lnTo>
                    <a:pt x="159447" y="901320"/>
                  </a:lnTo>
                  <a:lnTo>
                    <a:pt x="77519" y="901320"/>
                  </a:lnTo>
                  <a:lnTo>
                    <a:pt x="47356" y="895252"/>
                  </a:lnTo>
                  <a:lnTo>
                    <a:pt x="22714" y="878709"/>
                  </a:lnTo>
                  <a:lnTo>
                    <a:pt x="6095" y="854180"/>
                  </a:lnTo>
                  <a:lnTo>
                    <a:pt x="0" y="824155"/>
                  </a:lnTo>
                  <a:close/>
                </a:path>
                <a:path w="1713230" h="934085">
                  <a:moveTo>
                    <a:pt x="1098199" y="856307"/>
                  </a:moveTo>
                  <a:lnTo>
                    <a:pt x="1098199" y="742102"/>
                  </a:lnTo>
                  <a:lnTo>
                    <a:pt x="1098199" y="490849"/>
                  </a:lnTo>
                  <a:lnTo>
                    <a:pt x="1098199" y="239597"/>
                  </a:lnTo>
                  <a:lnTo>
                    <a:pt x="1098199" y="125391"/>
                  </a:lnTo>
                  <a:lnTo>
                    <a:pt x="1104295" y="95358"/>
                  </a:lnTo>
                  <a:lnTo>
                    <a:pt x="1120914" y="70830"/>
                  </a:lnTo>
                  <a:lnTo>
                    <a:pt x="1145556" y="54292"/>
                  </a:lnTo>
                  <a:lnTo>
                    <a:pt x="1175719" y="48227"/>
                  </a:lnTo>
                  <a:lnTo>
                    <a:pt x="1247553" y="48227"/>
                  </a:lnTo>
                  <a:lnTo>
                    <a:pt x="1405588" y="48227"/>
                  </a:lnTo>
                  <a:lnTo>
                    <a:pt x="1563622" y="48227"/>
                  </a:lnTo>
                  <a:lnTo>
                    <a:pt x="1635456" y="48227"/>
                  </a:lnTo>
                  <a:lnTo>
                    <a:pt x="1665619" y="54292"/>
                  </a:lnTo>
                  <a:lnTo>
                    <a:pt x="1690261" y="70830"/>
                  </a:lnTo>
                  <a:lnTo>
                    <a:pt x="1706880" y="95358"/>
                  </a:lnTo>
                  <a:lnTo>
                    <a:pt x="1712976" y="125391"/>
                  </a:lnTo>
                  <a:lnTo>
                    <a:pt x="1712976" y="239597"/>
                  </a:lnTo>
                  <a:lnTo>
                    <a:pt x="1712976" y="490849"/>
                  </a:lnTo>
                  <a:lnTo>
                    <a:pt x="1712976" y="742102"/>
                  </a:lnTo>
                  <a:lnTo>
                    <a:pt x="1712976" y="856307"/>
                  </a:lnTo>
                  <a:lnTo>
                    <a:pt x="1706880" y="886332"/>
                  </a:lnTo>
                  <a:lnTo>
                    <a:pt x="1690261" y="910861"/>
                  </a:lnTo>
                  <a:lnTo>
                    <a:pt x="1665619" y="927404"/>
                  </a:lnTo>
                  <a:lnTo>
                    <a:pt x="1635456" y="933471"/>
                  </a:lnTo>
                  <a:lnTo>
                    <a:pt x="1563622" y="933471"/>
                  </a:lnTo>
                  <a:lnTo>
                    <a:pt x="1405588" y="933471"/>
                  </a:lnTo>
                  <a:lnTo>
                    <a:pt x="1247553" y="933471"/>
                  </a:lnTo>
                  <a:lnTo>
                    <a:pt x="1175719" y="933471"/>
                  </a:lnTo>
                  <a:lnTo>
                    <a:pt x="1145556" y="927404"/>
                  </a:lnTo>
                  <a:lnTo>
                    <a:pt x="1120914" y="910861"/>
                  </a:lnTo>
                  <a:lnTo>
                    <a:pt x="1104295" y="886332"/>
                  </a:lnTo>
                  <a:lnTo>
                    <a:pt x="1098199" y="856307"/>
                  </a:lnTo>
                  <a:close/>
                </a:path>
              </a:pathLst>
            </a:custGeom>
            <a:ln w="128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69" name="object 69"/>
          <p:cNvGrpSpPr/>
          <p:nvPr/>
        </p:nvGrpSpPr>
        <p:grpSpPr>
          <a:xfrm>
            <a:off x="4016620" y="4991232"/>
            <a:ext cx="1677670" cy="930910"/>
            <a:chOff x="4016620" y="4991232"/>
            <a:chExt cx="1677670" cy="930910"/>
          </a:xfrm>
        </p:grpSpPr>
        <p:pic>
          <p:nvPicPr>
            <p:cNvPr id="70" name="object 70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4647967" y="5407937"/>
              <a:ext cx="132429" cy="154049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4958047" y="5407937"/>
              <a:ext cx="132429" cy="154049"/>
            </a:xfrm>
            <a:prstGeom prst="rect">
              <a:avLst/>
            </a:prstGeom>
          </p:spPr>
        </p:pic>
        <p:sp>
          <p:nvSpPr>
            <p:cNvPr id="72" name="object 72"/>
            <p:cNvSpPr/>
            <p:nvPr/>
          </p:nvSpPr>
          <p:spPr>
            <a:xfrm>
              <a:off x="4816788" y="5422256"/>
              <a:ext cx="104775" cy="55880"/>
            </a:xfrm>
            <a:custGeom>
              <a:avLst/>
              <a:gdLst/>
              <a:ahLst/>
              <a:cxnLst/>
              <a:rect l="l" t="t" r="r" b="b"/>
              <a:pathLst>
                <a:path w="104775" h="55879">
                  <a:moveTo>
                    <a:pt x="0" y="55558"/>
                  </a:moveTo>
                  <a:lnTo>
                    <a:pt x="104221" y="55558"/>
                  </a:lnTo>
                </a:path>
                <a:path w="104775" h="55879">
                  <a:moveTo>
                    <a:pt x="0" y="0"/>
                  </a:moveTo>
                  <a:lnTo>
                    <a:pt x="104221" y="0"/>
                  </a:lnTo>
                </a:path>
              </a:pathLst>
            </a:custGeom>
            <a:ln w="128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3" name="object 73"/>
            <p:cNvSpPr/>
            <p:nvPr/>
          </p:nvSpPr>
          <p:spPr>
            <a:xfrm>
              <a:off x="5177256" y="5189692"/>
              <a:ext cx="279400" cy="154305"/>
            </a:xfrm>
            <a:custGeom>
              <a:avLst/>
              <a:gdLst/>
              <a:ahLst/>
              <a:cxnLst/>
              <a:rect l="l" t="t" r="r" b="b"/>
              <a:pathLst>
                <a:path w="279400" h="154304">
                  <a:moveTo>
                    <a:pt x="70629" y="0"/>
                  </a:moveTo>
                  <a:lnTo>
                    <a:pt x="26697" y="14013"/>
                  </a:lnTo>
                  <a:lnTo>
                    <a:pt x="2249" y="54192"/>
                  </a:lnTo>
                  <a:lnTo>
                    <a:pt x="0" y="75899"/>
                  </a:lnTo>
                  <a:lnTo>
                    <a:pt x="518" y="86401"/>
                  </a:lnTo>
                  <a:lnTo>
                    <a:pt x="12415" y="124585"/>
                  </a:lnTo>
                  <a:lnTo>
                    <a:pt x="48449" y="151592"/>
                  </a:lnTo>
                  <a:lnTo>
                    <a:pt x="70413" y="154049"/>
                  </a:lnTo>
                  <a:lnTo>
                    <a:pt x="81631" y="153253"/>
                  </a:lnTo>
                  <a:lnTo>
                    <a:pt x="92001" y="150863"/>
                  </a:lnTo>
                  <a:lnTo>
                    <a:pt x="101482" y="146878"/>
                  </a:lnTo>
                  <a:lnTo>
                    <a:pt x="110035" y="141296"/>
                  </a:lnTo>
                  <a:lnTo>
                    <a:pt x="114361" y="137180"/>
                  </a:lnTo>
                  <a:lnTo>
                    <a:pt x="68691" y="137180"/>
                  </a:lnTo>
                  <a:lnTo>
                    <a:pt x="62026" y="136742"/>
                  </a:lnTo>
                  <a:lnTo>
                    <a:pt x="29201" y="115615"/>
                  </a:lnTo>
                  <a:lnTo>
                    <a:pt x="20456" y="75813"/>
                  </a:lnTo>
                  <a:lnTo>
                    <a:pt x="20772" y="68494"/>
                  </a:lnTo>
                  <a:lnTo>
                    <a:pt x="36186" y="29568"/>
                  </a:lnTo>
                  <a:lnTo>
                    <a:pt x="70413" y="16868"/>
                  </a:lnTo>
                  <a:lnTo>
                    <a:pt x="114676" y="16868"/>
                  </a:lnTo>
                  <a:lnTo>
                    <a:pt x="108527" y="11381"/>
                  </a:lnTo>
                  <a:lnTo>
                    <a:pt x="100365" y="6402"/>
                  </a:lnTo>
                  <a:lnTo>
                    <a:pt x="91355" y="2845"/>
                  </a:lnTo>
                  <a:lnTo>
                    <a:pt x="81456" y="711"/>
                  </a:lnTo>
                  <a:lnTo>
                    <a:pt x="70629" y="0"/>
                  </a:lnTo>
                  <a:close/>
                </a:path>
                <a:path w="279400" h="154304">
                  <a:moveTo>
                    <a:pt x="112619" y="99284"/>
                  </a:moveTo>
                  <a:lnTo>
                    <a:pt x="90887" y="131800"/>
                  </a:lnTo>
                  <a:lnTo>
                    <a:pt x="68691" y="137180"/>
                  </a:lnTo>
                  <a:lnTo>
                    <a:pt x="114361" y="137180"/>
                  </a:lnTo>
                  <a:lnTo>
                    <a:pt x="117501" y="134194"/>
                  </a:lnTo>
                  <a:lnTo>
                    <a:pt x="123735" y="125654"/>
                  </a:lnTo>
                  <a:lnTo>
                    <a:pt x="128738" y="115615"/>
                  </a:lnTo>
                  <a:lnTo>
                    <a:pt x="132429" y="104257"/>
                  </a:lnTo>
                  <a:lnTo>
                    <a:pt x="112619" y="99284"/>
                  </a:lnTo>
                  <a:close/>
                </a:path>
                <a:path w="279400" h="154304">
                  <a:moveTo>
                    <a:pt x="114676" y="16868"/>
                  </a:moveTo>
                  <a:lnTo>
                    <a:pt x="70413" y="16868"/>
                  </a:lnTo>
                  <a:lnTo>
                    <a:pt x="77553" y="17331"/>
                  </a:lnTo>
                  <a:lnTo>
                    <a:pt x="84087" y="18720"/>
                  </a:lnTo>
                  <a:lnTo>
                    <a:pt x="110250" y="47970"/>
                  </a:lnTo>
                  <a:lnTo>
                    <a:pt x="129845" y="43383"/>
                  </a:lnTo>
                  <a:lnTo>
                    <a:pt x="126212" y="33653"/>
                  </a:lnTo>
                  <a:lnTo>
                    <a:pt x="121447" y="25075"/>
                  </a:lnTo>
                  <a:lnTo>
                    <a:pt x="115553" y="17650"/>
                  </a:lnTo>
                  <a:lnTo>
                    <a:pt x="114676" y="16868"/>
                  </a:lnTo>
                  <a:close/>
                </a:path>
                <a:path w="279400" h="154304">
                  <a:moveTo>
                    <a:pt x="181741" y="2550"/>
                  </a:moveTo>
                  <a:lnTo>
                    <a:pt x="161930" y="2550"/>
                  </a:lnTo>
                  <a:lnTo>
                    <a:pt x="161930" y="151498"/>
                  </a:lnTo>
                  <a:lnTo>
                    <a:pt x="181741" y="151498"/>
                  </a:lnTo>
                  <a:lnTo>
                    <a:pt x="181741" y="81301"/>
                  </a:lnTo>
                  <a:lnTo>
                    <a:pt x="279287" y="81301"/>
                  </a:lnTo>
                  <a:lnTo>
                    <a:pt x="279287" y="63703"/>
                  </a:lnTo>
                  <a:lnTo>
                    <a:pt x="181741" y="63703"/>
                  </a:lnTo>
                  <a:lnTo>
                    <a:pt x="181741" y="2550"/>
                  </a:lnTo>
                  <a:close/>
                </a:path>
                <a:path w="279400" h="154304">
                  <a:moveTo>
                    <a:pt x="279287" y="81301"/>
                  </a:moveTo>
                  <a:lnTo>
                    <a:pt x="259476" y="81301"/>
                  </a:lnTo>
                  <a:lnTo>
                    <a:pt x="259476" y="151498"/>
                  </a:lnTo>
                  <a:lnTo>
                    <a:pt x="279287" y="151498"/>
                  </a:lnTo>
                  <a:lnTo>
                    <a:pt x="279287" y="81301"/>
                  </a:lnTo>
                  <a:close/>
                </a:path>
                <a:path w="279400" h="154304">
                  <a:moveTo>
                    <a:pt x="279287" y="2550"/>
                  </a:moveTo>
                  <a:lnTo>
                    <a:pt x="259476" y="2550"/>
                  </a:lnTo>
                  <a:lnTo>
                    <a:pt x="259476" y="63703"/>
                  </a:lnTo>
                  <a:lnTo>
                    <a:pt x="279287" y="63703"/>
                  </a:lnTo>
                  <a:lnTo>
                    <a:pt x="279287" y="25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4" name="object 74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5484537" y="5275365"/>
              <a:ext cx="73428" cy="114181"/>
            </a:xfrm>
            <a:prstGeom prst="rect">
              <a:avLst/>
            </a:prstGeom>
          </p:spPr>
        </p:pic>
        <p:sp>
          <p:nvSpPr>
            <p:cNvPr id="75" name="object 75"/>
            <p:cNvSpPr/>
            <p:nvPr/>
          </p:nvSpPr>
          <p:spPr>
            <a:xfrm>
              <a:off x="5101459" y="5342348"/>
              <a:ext cx="60325" cy="59690"/>
            </a:xfrm>
            <a:custGeom>
              <a:avLst/>
              <a:gdLst/>
              <a:ahLst/>
              <a:cxnLst/>
              <a:rect l="l" t="t" r="r" b="b"/>
              <a:pathLst>
                <a:path w="60325" h="59689">
                  <a:moveTo>
                    <a:pt x="0" y="59652"/>
                  </a:moveTo>
                  <a:lnTo>
                    <a:pt x="59862" y="0"/>
                  </a:lnTo>
                </a:path>
              </a:pathLst>
            </a:custGeom>
            <a:ln w="128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76" name="object 76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5103842" y="5555949"/>
              <a:ext cx="250202" cy="224305"/>
            </a:xfrm>
            <a:prstGeom prst="rect">
              <a:avLst/>
            </a:prstGeom>
          </p:spPr>
        </p:pic>
        <p:pic>
          <p:nvPicPr>
            <p:cNvPr id="77" name="object 77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4189307" y="5192242"/>
              <a:ext cx="117356" cy="148948"/>
            </a:xfrm>
            <a:prstGeom prst="rect">
              <a:avLst/>
            </a:prstGeom>
          </p:spPr>
        </p:pic>
        <p:pic>
          <p:nvPicPr>
            <p:cNvPr id="78" name="object 78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4334657" y="5275365"/>
              <a:ext cx="73428" cy="114181"/>
            </a:xfrm>
            <a:prstGeom prst="rect">
              <a:avLst/>
            </a:prstGeom>
          </p:spPr>
        </p:pic>
        <p:pic>
          <p:nvPicPr>
            <p:cNvPr id="79" name="object 79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4428327" y="5189691"/>
              <a:ext cx="219625" cy="221325"/>
            </a:xfrm>
            <a:prstGeom prst="rect">
              <a:avLst/>
            </a:prstGeom>
          </p:spPr>
        </p:pic>
        <p:pic>
          <p:nvPicPr>
            <p:cNvPr id="80" name="object 80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4435002" y="5628734"/>
              <a:ext cx="117571" cy="148969"/>
            </a:xfrm>
            <a:prstGeom prst="rect">
              <a:avLst/>
            </a:prstGeom>
          </p:spPr>
        </p:pic>
        <p:sp>
          <p:nvSpPr>
            <p:cNvPr id="81" name="object 81"/>
            <p:cNvSpPr/>
            <p:nvPr/>
          </p:nvSpPr>
          <p:spPr>
            <a:xfrm>
              <a:off x="4583582" y="5561108"/>
              <a:ext cx="48260" cy="48260"/>
            </a:xfrm>
            <a:custGeom>
              <a:avLst/>
              <a:gdLst/>
              <a:ahLst/>
              <a:cxnLst/>
              <a:rect l="l" t="t" r="r" b="b"/>
              <a:pathLst>
                <a:path w="48260" h="48260">
                  <a:moveTo>
                    <a:pt x="47803" y="0"/>
                  </a:moveTo>
                  <a:lnTo>
                    <a:pt x="0" y="47670"/>
                  </a:lnTo>
                </a:path>
              </a:pathLst>
            </a:custGeom>
            <a:ln w="128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2" name="object 82"/>
            <p:cNvSpPr/>
            <p:nvPr/>
          </p:nvSpPr>
          <p:spPr>
            <a:xfrm>
              <a:off x="4023070" y="4997681"/>
              <a:ext cx="1664970" cy="917575"/>
            </a:xfrm>
            <a:custGeom>
              <a:avLst/>
              <a:gdLst/>
              <a:ahLst/>
              <a:cxnLst/>
              <a:rect l="l" t="t" r="r" b="b"/>
              <a:pathLst>
                <a:path w="1664970" h="917575">
                  <a:moveTo>
                    <a:pt x="0" y="824155"/>
                  </a:moveTo>
                  <a:lnTo>
                    <a:pt x="0" y="707438"/>
                  </a:lnTo>
                  <a:lnTo>
                    <a:pt x="0" y="450660"/>
                  </a:lnTo>
                  <a:lnTo>
                    <a:pt x="0" y="193881"/>
                  </a:lnTo>
                  <a:lnTo>
                    <a:pt x="0" y="77164"/>
                  </a:lnTo>
                  <a:lnTo>
                    <a:pt x="6086" y="47130"/>
                  </a:lnTo>
                  <a:lnTo>
                    <a:pt x="22690" y="22602"/>
                  </a:lnTo>
                  <a:lnTo>
                    <a:pt x="47329" y="6064"/>
                  </a:lnTo>
                  <a:lnTo>
                    <a:pt x="77519" y="0"/>
                  </a:lnTo>
                  <a:lnTo>
                    <a:pt x="159447" y="0"/>
                  </a:lnTo>
                  <a:lnTo>
                    <a:pt x="339688" y="0"/>
                  </a:lnTo>
                  <a:lnTo>
                    <a:pt x="519928" y="0"/>
                  </a:lnTo>
                  <a:lnTo>
                    <a:pt x="601856" y="0"/>
                  </a:lnTo>
                  <a:lnTo>
                    <a:pt x="631956" y="6064"/>
                  </a:lnTo>
                  <a:lnTo>
                    <a:pt x="656605" y="22602"/>
                  </a:lnTo>
                  <a:lnTo>
                    <a:pt x="673259" y="47130"/>
                  </a:lnTo>
                  <a:lnTo>
                    <a:pt x="679376" y="77164"/>
                  </a:lnTo>
                  <a:lnTo>
                    <a:pt x="679376" y="193881"/>
                  </a:lnTo>
                  <a:lnTo>
                    <a:pt x="679376" y="450660"/>
                  </a:lnTo>
                  <a:lnTo>
                    <a:pt x="679376" y="707438"/>
                  </a:lnTo>
                  <a:lnTo>
                    <a:pt x="679376" y="824155"/>
                  </a:lnTo>
                  <a:lnTo>
                    <a:pt x="673259" y="854180"/>
                  </a:lnTo>
                  <a:lnTo>
                    <a:pt x="656605" y="878709"/>
                  </a:lnTo>
                  <a:lnTo>
                    <a:pt x="631956" y="895252"/>
                  </a:lnTo>
                  <a:lnTo>
                    <a:pt x="601856" y="901320"/>
                  </a:lnTo>
                  <a:lnTo>
                    <a:pt x="519928" y="901320"/>
                  </a:lnTo>
                  <a:lnTo>
                    <a:pt x="339688" y="901320"/>
                  </a:lnTo>
                  <a:lnTo>
                    <a:pt x="159447" y="901320"/>
                  </a:lnTo>
                  <a:lnTo>
                    <a:pt x="77519" y="901320"/>
                  </a:lnTo>
                  <a:lnTo>
                    <a:pt x="47329" y="895252"/>
                  </a:lnTo>
                  <a:lnTo>
                    <a:pt x="22690" y="878709"/>
                  </a:lnTo>
                  <a:lnTo>
                    <a:pt x="6086" y="854180"/>
                  </a:lnTo>
                  <a:lnTo>
                    <a:pt x="0" y="824155"/>
                  </a:lnTo>
                  <a:close/>
                </a:path>
                <a:path w="1664970" h="917575">
                  <a:moveTo>
                    <a:pt x="1049749" y="840231"/>
                  </a:moveTo>
                  <a:lnTo>
                    <a:pt x="1049749" y="726026"/>
                  </a:lnTo>
                  <a:lnTo>
                    <a:pt x="1049749" y="474773"/>
                  </a:lnTo>
                  <a:lnTo>
                    <a:pt x="1049749" y="223521"/>
                  </a:lnTo>
                  <a:lnTo>
                    <a:pt x="1049749" y="109315"/>
                  </a:lnTo>
                  <a:lnTo>
                    <a:pt x="1055836" y="79282"/>
                  </a:lnTo>
                  <a:lnTo>
                    <a:pt x="1072440" y="54754"/>
                  </a:lnTo>
                  <a:lnTo>
                    <a:pt x="1097079" y="38216"/>
                  </a:lnTo>
                  <a:lnTo>
                    <a:pt x="1127269" y="32151"/>
                  </a:lnTo>
                  <a:lnTo>
                    <a:pt x="1199103" y="32151"/>
                  </a:lnTo>
                  <a:lnTo>
                    <a:pt x="1357138" y="32151"/>
                  </a:lnTo>
                  <a:lnTo>
                    <a:pt x="1515172" y="32151"/>
                  </a:lnTo>
                  <a:lnTo>
                    <a:pt x="1587006" y="32151"/>
                  </a:lnTo>
                  <a:lnTo>
                    <a:pt x="1617105" y="38216"/>
                  </a:lnTo>
                  <a:lnTo>
                    <a:pt x="1641754" y="54754"/>
                  </a:lnTo>
                  <a:lnTo>
                    <a:pt x="1658409" y="79282"/>
                  </a:lnTo>
                  <a:lnTo>
                    <a:pt x="1664526" y="109315"/>
                  </a:lnTo>
                  <a:lnTo>
                    <a:pt x="1664526" y="223521"/>
                  </a:lnTo>
                  <a:lnTo>
                    <a:pt x="1664526" y="474773"/>
                  </a:lnTo>
                  <a:lnTo>
                    <a:pt x="1664526" y="726026"/>
                  </a:lnTo>
                  <a:lnTo>
                    <a:pt x="1664526" y="840231"/>
                  </a:lnTo>
                  <a:lnTo>
                    <a:pt x="1658409" y="870256"/>
                  </a:lnTo>
                  <a:lnTo>
                    <a:pt x="1641754" y="894785"/>
                  </a:lnTo>
                  <a:lnTo>
                    <a:pt x="1617105" y="911328"/>
                  </a:lnTo>
                  <a:lnTo>
                    <a:pt x="1587006" y="917395"/>
                  </a:lnTo>
                  <a:lnTo>
                    <a:pt x="1515172" y="917395"/>
                  </a:lnTo>
                  <a:lnTo>
                    <a:pt x="1357138" y="917395"/>
                  </a:lnTo>
                  <a:lnTo>
                    <a:pt x="1199103" y="917395"/>
                  </a:lnTo>
                  <a:lnTo>
                    <a:pt x="1127269" y="917395"/>
                  </a:lnTo>
                  <a:lnTo>
                    <a:pt x="1097079" y="911328"/>
                  </a:lnTo>
                  <a:lnTo>
                    <a:pt x="1072440" y="894785"/>
                  </a:lnTo>
                  <a:lnTo>
                    <a:pt x="1055836" y="870256"/>
                  </a:lnTo>
                  <a:lnTo>
                    <a:pt x="1049749" y="840231"/>
                  </a:lnTo>
                  <a:close/>
                </a:path>
              </a:pathLst>
            </a:custGeom>
            <a:ln w="128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3" name="object 83"/>
          <p:cNvSpPr/>
          <p:nvPr/>
        </p:nvSpPr>
        <p:spPr>
          <a:xfrm>
            <a:off x="1301296" y="5136598"/>
            <a:ext cx="55244" cy="149860"/>
          </a:xfrm>
          <a:custGeom>
            <a:avLst/>
            <a:gdLst/>
            <a:ahLst/>
            <a:cxnLst/>
            <a:rect l="l" t="t" r="r" b="b"/>
            <a:pathLst>
              <a:path w="55244" h="149860">
                <a:moveTo>
                  <a:pt x="55123" y="0"/>
                </a:moveTo>
                <a:lnTo>
                  <a:pt x="43281" y="0"/>
                </a:lnTo>
                <a:lnTo>
                  <a:pt x="40462" y="4859"/>
                </a:lnTo>
                <a:lnTo>
                  <a:pt x="36799" y="9795"/>
                </a:lnTo>
                <a:lnTo>
                  <a:pt x="0" y="37381"/>
                </a:lnTo>
                <a:lnTo>
                  <a:pt x="0" y="55065"/>
                </a:lnTo>
                <a:lnTo>
                  <a:pt x="36748" y="33009"/>
                </a:lnTo>
                <a:lnTo>
                  <a:pt x="36748" y="149569"/>
                </a:lnTo>
                <a:lnTo>
                  <a:pt x="55123" y="149569"/>
                </a:lnTo>
                <a:lnTo>
                  <a:pt x="5512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84" name="object 84"/>
          <p:cNvPicPr/>
          <p:nvPr/>
        </p:nvPicPr>
        <p:blipFill>
          <a:blip r:embed="rId39" cstate="print"/>
          <a:stretch>
            <a:fillRect/>
          </a:stretch>
        </p:blipFill>
        <p:spPr>
          <a:xfrm>
            <a:off x="1252424" y="5618874"/>
            <a:ext cx="99053" cy="149569"/>
          </a:xfrm>
          <a:prstGeom prst="rect">
            <a:avLst/>
          </a:prstGeom>
        </p:spPr>
      </p:pic>
      <p:sp>
        <p:nvSpPr>
          <p:cNvPr id="85" name="object 85"/>
          <p:cNvSpPr/>
          <p:nvPr/>
        </p:nvSpPr>
        <p:spPr>
          <a:xfrm>
            <a:off x="3255450" y="5168750"/>
            <a:ext cx="55244" cy="149860"/>
          </a:xfrm>
          <a:custGeom>
            <a:avLst/>
            <a:gdLst/>
            <a:ahLst/>
            <a:cxnLst/>
            <a:rect l="l" t="t" r="r" b="b"/>
            <a:pathLst>
              <a:path w="55245" h="149860">
                <a:moveTo>
                  <a:pt x="55125" y="0"/>
                </a:moveTo>
                <a:lnTo>
                  <a:pt x="43281" y="0"/>
                </a:lnTo>
                <a:lnTo>
                  <a:pt x="40455" y="4859"/>
                </a:lnTo>
                <a:lnTo>
                  <a:pt x="36789" y="9795"/>
                </a:lnTo>
                <a:lnTo>
                  <a:pt x="0" y="37381"/>
                </a:lnTo>
                <a:lnTo>
                  <a:pt x="0" y="55065"/>
                </a:lnTo>
                <a:lnTo>
                  <a:pt x="36735" y="33009"/>
                </a:lnTo>
                <a:lnTo>
                  <a:pt x="36735" y="149569"/>
                </a:lnTo>
                <a:lnTo>
                  <a:pt x="55125" y="149569"/>
                </a:lnTo>
                <a:lnTo>
                  <a:pt x="5512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86" name="object 86"/>
          <p:cNvPicPr/>
          <p:nvPr/>
        </p:nvPicPr>
        <p:blipFill>
          <a:blip r:embed="rId40" cstate="print"/>
          <a:stretch>
            <a:fillRect/>
          </a:stretch>
        </p:blipFill>
        <p:spPr>
          <a:xfrm>
            <a:off x="3238869" y="5634950"/>
            <a:ext cx="99053" cy="149569"/>
          </a:xfrm>
          <a:prstGeom prst="rect">
            <a:avLst/>
          </a:prstGeom>
        </p:spPr>
      </p:pic>
      <p:pic>
        <p:nvPicPr>
          <p:cNvPr id="87" name="object 87"/>
          <p:cNvPicPr/>
          <p:nvPr/>
        </p:nvPicPr>
        <p:blipFill>
          <a:blip r:embed="rId41" cstate="print"/>
          <a:stretch>
            <a:fillRect/>
          </a:stretch>
        </p:blipFill>
        <p:spPr>
          <a:xfrm>
            <a:off x="1339640" y="6227807"/>
            <a:ext cx="2021710" cy="195308"/>
          </a:xfrm>
          <a:prstGeom prst="rect">
            <a:avLst/>
          </a:prstGeom>
        </p:spPr>
      </p:pic>
      <p:pic>
        <p:nvPicPr>
          <p:cNvPr id="88" name="object 88"/>
          <p:cNvPicPr/>
          <p:nvPr/>
        </p:nvPicPr>
        <p:blipFill>
          <a:blip r:embed="rId42" cstate="print"/>
          <a:stretch>
            <a:fillRect/>
          </a:stretch>
        </p:blipFill>
        <p:spPr>
          <a:xfrm>
            <a:off x="3858986" y="6227807"/>
            <a:ext cx="2033823" cy="195308"/>
          </a:xfrm>
          <a:prstGeom prst="rect">
            <a:avLst/>
          </a:prstGeom>
        </p:spPr>
      </p:pic>
      <p:sp>
        <p:nvSpPr>
          <p:cNvPr id="89" name="object 89"/>
          <p:cNvSpPr/>
          <p:nvPr/>
        </p:nvSpPr>
        <p:spPr>
          <a:xfrm>
            <a:off x="3885256" y="5168750"/>
            <a:ext cx="55244" cy="149860"/>
          </a:xfrm>
          <a:custGeom>
            <a:avLst/>
            <a:gdLst/>
            <a:ahLst/>
            <a:cxnLst/>
            <a:rect l="l" t="t" r="r" b="b"/>
            <a:pathLst>
              <a:path w="55245" h="149860">
                <a:moveTo>
                  <a:pt x="55125" y="0"/>
                </a:moveTo>
                <a:lnTo>
                  <a:pt x="43281" y="0"/>
                </a:lnTo>
                <a:lnTo>
                  <a:pt x="40452" y="4859"/>
                </a:lnTo>
                <a:lnTo>
                  <a:pt x="36795" y="9795"/>
                </a:lnTo>
                <a:lnTo>
                  <a:pt x="0" y="37381"/>
                </a:lnTo>
                <a:lnTo>
                  <a:pt x="0" y="55065"/>
                </a:lnTo>
                <a:lnTo>
                  <a:pt x="36821" y="33009"/>
                </a:lnTo>
                <a:lnTo>
                  <a:pt x="36821" y="149569"/>
                </a:lnTo>
                <a:lnTo>
                  <a:pt x="55125" y="149569"/>
                </a:lnTo>
                <a:lnTo>
                  <a:pt x="55125" y="0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90" name="object 90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3836375" y="5651026"/>
            <a:ext cx="99053" cy="149569"/>
          </a:xfrm>
          <a:prstGeom prst="rect">
            <a:avLst/>
          </a:prstGeom>
        </p:spPr>
      </p:pic>
      <p:sp>
        <p:nvSpPr>
          <p:cNvPr id="91" name="object 91"/>
          <p:cNvSpPr/>
          <p:nvPr/>
        </p:nvSpPr>
        <p:spPr>
          <a:xfrm>
            <a:off x="5790956" y="5667102"/>
            <a:ext cx="55244" cy="149860"/>
          </a:xfrm>
          <a:custGeom>
            <a:avLst/>
            <a:gdLst/>
            <a:ahLst/>
            <a:cxnLst/>
            <a:rect l="l" t="t" r="r" b="b"/>
            <a:pathLst>
              <a:path w="55245" h="149860">
                <a:moveTo>
                  <a:pt x="55125" y="0"/>
                </a:moveTo>
                <a:lnTo>
                  <a:pt x="43281" y="0"/>
                </a:lnTo>
                <a:lnTo>
                  <a:pt x="40452" y="4859"/>
                </a:lnTo>
                <a:lnTo>
                  <a:pt x="36795" y="9795"/>
                </a:lnTo>
                <a:lnTo>
                  <a:pt x="0" y="37381"/>
                </a:lnTo>
                <a:lnTo>
                  <a:pt x="0" y="55065"/>
                </a:lnTo>
                <a:lnTo>
                  <a:pt x="36821" y="33009"/>
                </a:lnTo>
                <a:lnTo>
                  <a:pt x="36821" y="149569"/>
                </a:lnTo>
                <a:lnTo>
                  <a:pt x="55125" y="149569"/>
                </a:lnTo>
                <a:lnTo>
                  <a:pt x="55125" y="0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92" name="object 92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5822825" y="5200902"/>
            <a:ext cx="99053" cy="149569"/>
          </a:xfrm>
          <a:prstGeom prst="rect">
            <a:avLst/>
          </a:prstGeom>
        </p:spPr>
      </p:pic>
      <p:sp>
        <p:nvSpPr>
          <p:cNvPr id="93" name="object 9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016502" y="296113"/>
            <a:ext cx="416179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0" dirty="0"/>
              <a:t>Alkene </a:t>
            </a:r>
            <a:r>
              <a:rPr spc="-20" dirty="0"/>
              <a:t>preparations</a:t>
            </a:r>
            <a:endParaRPr spc="-20" dirty="0"/>
          </a:p>
        </p:txBody>
      </p:sp>
      <p:sp>
        <p:nvSpPr>
          <p:cNvPr id="3" name="object 3"/>
          <p:cNvSpPr txBox="1"/>
          <p:nvPr/>
        </p:nvSpPr>
        <p:spPr>
          <a:xfrm>
            <a:off x="7950834" y="1341246"/>
            <a:ext cx="3317875" cy="515874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41300" marR="5080" indent="-228600">
              <a:lnSpc>
                <a:spcPts val="2590"/>
              </a:lnSpc>
              <a:spcBef>
                <a:spcPts val="425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spc="-10" dirty="0">
                <a:latin typeface="Calibri" panose="020F0502020204030204"/>
                <a:cs typeface="Calibri" panose="020F0502020204030204"/>
              </a:rPr>
              <a:t>Alkenes can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be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prepared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by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elimination</a:t>
            </a:r>
            <a:r>
              <a:rPr sz="24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from </a:t>
            </a:r>
            <a:r>
              <a:rPr sz="2400" dirty="0">
                <a:latin typeface="Calibri" panose="020F0502020204030204"/>
                <a:cs typeface="Calibri" panose="020F0502020204030204"/>
              </a:rPr>
              <a:t>alkyl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halides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or alcohols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(see 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further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on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these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notes)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buFont typeface="Arial MT"/>
              <a:buChar char="•"/>
            </a:pPr>
            <a:r>
              <a:rPr lang="zh-CN" sz="2400">
                <a:latin typeface="Calibri" panose="020F0502020204030204"/>
                <a:cs typeface="Calibri" panose="020F0502020204030204"/>
              </a:rPr>
              <a:t>（</a:t>
            </a:r>
            <a:r>
              <a:rPr lang="en-US" altLang="zh-CN" sz="2400">
                <a:latin typeface="Calibri" panose="020F0502020204030204"/>
                <a:cs typeface="Calibri" panose="020F0502020204030204"/>
              </a:rPr>
              <a:t>A principle:The more substitution,the more stable .</a:t>
            </a:r>
            <a:r>
              <a:rPr lang="zh-CN" sz="2400">
                <a:latin typeface="Calibri" panose="020F0502020204030204"/>
                <a:cs typeface="Calibri" panose="020F0502020204030204"/>
              </a:rPr>
              <a:t>）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41300" marR="42545" indent="-228600">
              <a:lnSpc>
                <a:spcPct val="90000"/>
              </a:lnSpc>
              <a:spcBef>
                <a:spcPts val="1640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Or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from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aldehydes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or 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ketones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via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i="1" spc="-10" dirty="0">
                <a:latin typeface="Calibri" panose="020F0502020204030204"/>
                <a:cs typeface="Calibri" panose="020F0502020204030204"/>
              </a:rPr>
              <a:t>Wittig 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reaction</a:t>
            </a:r>
            <a:r>
              <a:rPr sz="24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(we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will</a:t>
            </a:r>
            <a:r>
              <a:rPr sz="24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not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see </a:t>
            </a:r>
            <a:r>
              <a:rPr sz="2400" spc="-5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this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reaction </a:t>
            </a:r>
            <a:r>
              <a:rPr sz="2400" dirty="0">
                <a:latin typeface="Calibri" panose="020F0502020204030204"/>
                <a:cs typeface="Calibri" panose="020F0502020204030204"/>
              </a:rPr>
              <a:t>in this 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course)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12700" marR="404495">
              <a:lnSpc>
                <a:spcPts val="2590"/>
              </a:lnSpc>
              <a:spcBef>
                <a:spcPts val="1035"/>
              </a:spcBef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Section</a:t>
            </a:r>
            <a:r>
              <a:rPr sz="24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18.12:</a:t>
            </a:r>
            <a:r>
              <a:rPr sz="24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“Organic </a:t>
            </a:r>
            <a:r>
              <a:rPr sz="2400" spc="-5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Chemistry”</a:t>
            </a:r>
            <a:endParaRPr sz="24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167058" y="974120"/>
            <a:ext cx="5543550" cy="2459990"/>
            <a:chOff x="1035613" y="1294160"/>
            <a:chExt cx="5543550" cy="2459990"/>
          </a:xfrm>
        </p:grpSpPr>
        <p:sp>
          <p:nvSpPr>
            <p:cNvPr id="5" name="object 5"/>
            <p:cNvSpPr/>
            <p:nvPr/>
          </p:nvSpPr>
          <p:spPr>
            <a:xfrm>
              <a:off x="1489747" y="2564648"/>
              <a:ext cx="768985" cy="147955"/>
            </a:xfrm>
            <a:custGeom>
              <a:avLst/>
              <a:gdLst/>
              <a:ahLst/>
              <a:cxnLst/>
              <a:rect l="l" t="t" r="r" b="b"/>
              <a:pathLst>
                <a:path w="768985" h="147955">
                  <a:moveTo>
                    <a:pt x="0" y="0"/>
                  </a:moveTo>
                  <a:lnTo>
                    <a:pt x="256273" y="147898"/>
                  </a:lnTo>
                </a:path>
                <a:path w="768985" h="147955">
                  <a:moveTo>
                    <a:pt x="256273" y="147898"/>
                  </a:moveTo>
                  <a:lnTo>
                    <a:pt x="512546" y="0"/>
                  </a:lnTo>
                </a:path>
                <a:path w="768985" h="147955">
                  <a:moveTo>
                    <a:pt x="512546" y="0"/>
                  </a:moveTo>
                  <a:lnTo>
                    <a:pt x="768819" y="147898"/>
                  </a:lnTo>
                </a:path>
              </a:pathLst>
            </a:custGeom>
            <a:ln w="123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948536" y="2205173"/>
              <a:ext cx="191624" cy="142763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002293" y="2381419"/>
              <a:ext cx="0" cy="183515"/>
            </a:xfrm>
            <a:custGeom>
              <a:avLst/>
              <a:gdLst/>
              <a:ahLst/>
              <a:cxnLst/>
              <a:rect l="l" t="t" r="r" b="b"/>
              <a:pathLst>
                <a:path h="183514">
                  <a:moveTo>
                    <a:pt x="0" y="183229"/>
                  </a:moveTo>
                  <a:lnTo>
                    <a:pt x="0" y="0"/>
                  </a:lnTo>
                </a:path>
              </a:pathLst>
            </a:custGeom>
            <a:ln w="1232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14587" y="2435237"/>
              <a:ext cx="235661" cy="145228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70428" y="2409150"/>
              <a:ext cx="70710" cy="70662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2445296" y="2432773"/>
              <a:ext cx="958215" cy="215265"/>
            </a:xfrm>
            <a:custGeom>
              <a:avLst/>
              <a:gdLst/>
              <a:ahLst/>
              <a:cxnLst/>
              <a:rect l="l" t="t" r="r" b="b"/>
              <a:pathLst>
                <a:path w="958214" h="215264">
                  <a:moveTo>
                    <a:pt x="653262" y="73952"/>
                  </a:moveTo>
                  <a:lnTo>
                    <a:pt x="644842" y="35750"/>
                  </a:lnTo>
                  <a:lnTo>
                    <a:pt x="633742" y="19989"/>
                  </a:lnTo>
                  <a:lnTo>
                    <a:pt x="633742" y="73952"/>
                  </a:lnTo>
                  <a:lnTo>
                    <a:pt x="632866" y="87020"/>
                  </a:lnTo>
                  <a:lnTo>
                    <a:pt x="612571" y="123177"/>
                  </a:lnTo>
                  <a:lnTo>
                    <a:pt x="584771" y="131673"/>
                  </a:lnTo>
                  <a:lnTo>
                    <a:pt x="574751" y="130746"/>
                  </a:lnTo>
                  <a:lnTo>
                    <a:pt x="539546" y="99123"/>
                  </a:lnTo>
                  <a:lnTo>
                    <a:pt x="536067" y="76009"/>
                  </a:lnTo>
                  <a:lnTo>
                    <a:pt x="536981" y="61112"/>
                  </a:lnTo>
                  <a:lnTo>
                    <a:pt x="558114" y="24028"/>
                  </a:lnTo>
                  <a:lnTo>
                    <a:pt x="585089" y="16230"/>
                  </a:lnTo>
                  <a:lnTo>
                    <a:pt x="591959" y="16687"/>
                  </a:lnTo>
                  <a:lnTo>
                    <a:pt x="624509" y="37426"/>
                  </a:lnTo>
                  <a:lnTo>
                    <a:pt x="633742" y="73952"/>
                  </a:lnTo>
                  <a:lnTo>
                    <a:pt x="633742" y="19989"/>
                  </a:lnTo>
                  <a:lnTo>
                    <a:pt x="594626" y="584"/>
                  </a:lnTo>
                  <a:lnTo>
                    <a:pt x="584974" y="0"/>
                  </a:lnTo>
                  <a:lnTo>
                    <a:pt x="570572" y="1270"/>
                  </a:lnTo>
                  <a:lnTo>
                    <a:pt x="535686" y="20142"/>
                  </a:lnTo>
                  <a:lnTo>
                    <a:pt x="517791" y="59016"/>
                  </a:lnTo>
                  <a:lnTo>
                    <a:pt x="516597" y="76009"/>
                  </a:lnTo>
                  <a:lnTo>
                    <a:pt x="517105" y="85077"/>
                  </a:lnTo>
                  <a:lnTo>
                    <a:pt x="534885" y="126466"/>
                  </a:lnTo>
                  <a:lnTo>
                    <a:pt x="575068" y="147091"/>
                  </a:lnTo>
                  <a:lnTo>
                    <a:pt x="584873" y="147701"/>
                  </a:lnTo>
                  <a:lnTo>
                    <a:pt x="594029" y="147154"/>
                  </a:lnTo>
                  <a:lnTo>
                    <a:pt x="629742" y="131673"/>
                  </a:lnTo>
                  <a:lnTo>
                    <a:pt x="633768" y="128079"/>
                  </a:lnTo>
                  <a:lnTo>
                    <a:pt x="652691" y="84670"/>
                  </a:lnTo>
                  <a:lnTo>
                    <a:pt x="653161" y="76009"/>
                  </a:lnTo>
                  <a:lnTo>
                    <a:pt x="653262" y="73952"/>
                  </a:lnTo>
                  <a:close/>
                </a:path>
                <a:path w="958214" h="215264">
                  <a:moveTo>
                    <a:pt x="789101" y="128384"/>
                  </a:moveTo>
                  <a:lnTo>
                    <a:pt x="701560" y="128384"/>
                  </a:lnTo>
                  <a:lnTo>
                    <a:pt x="701560" y="79908"/>
                  </a:lnTo>
                  <a:lnTo>
                    <a:pt x="780465" y="79908"/>
                  </a:lnTo>
                  <a:lnTo>
                    <a:pt x="780465" y="63068"/>
                  </a:lnTo>
                  <a:lnTo>
                    <a:pt x="701560" y="63068"/>
                  </a:lnTo>
                  <a:lnTo>
                    <a:pt x="701560" y="19316"/>
                  </a:lnTo>
                  <a:lnTo>
                    <a:pt x="785812" y="19316"/>
                  </a:lnTo>
                  <a:lnTo>
                    <a:pt x="785812" y="2476"/>
                  </a:lnTo>
                  <a:lnTo>
                    <a:pt x="682650" y="2476"/>
                  </a:lnTo>
                  <a:lnTo>
                    <a:pt x="682650" y="145237"/>
                  </a:lnTo>
                  <a:lnTo>
                    <a:pt x="789101" y="145237"/>
                  </a:lnTo>
                  <a:lnTo>
                    <a:pt x="789101" y="128384"/>
                  </a:lnTo>
                  <a:close/>
                </a:path>
                <a:path w="958214" h="215264">
                  <a:moveTo>
                    <a:pt x="857935" y="145034"/>
                  </a:moveTo>
                  <a:lnTo>
                    <a:pt x="855370" y="130238"/>
                  </a:lnTo>
                  <a:lnTo>
                    <a:pt x="855268" y="129616"/>
                  </a:lnTo>
                  <a:lnTo>
                    <a:pt x="852182" y="130035"/>
                  </a:lnTo>
                  <a:lnTo>
                    <a:pt x="849515" y="130238"/>
                  </a:lnTo>
                  <a:lnTo>
                    <a:pt x="844994" y="130238"/>
                  </a:lnTo>
                  <a:lnTo>
                    <a:pt x="842937" y="129832"/>
                  </a:lnTo>
                  <a:lnTo>
                    <a:pt x="841705" y="129006"/>
                  </a:lnTo>
                  <a:lnTo>
                    <a:pt x="840270" y="128181"/>
                  </a:lnTo>
                  <a:lnTo>
                    <a:pt x="839241" y="127152"/>
                  </a:lnTo>
                  <a:lnTo>
                    <a:pt x="838009" y="124282"/>
                  </a:lnTo>
                  <a:lnTo>
                    <a:pt x="837590" y="120992"/>
                  </a:lnTo>
                  <a:lnTo>
                    <a:pt x="837590" y="55473"/>
                  </a:lnTo>
                  <a:lnTo>
                    <a:pt x="855268" y="55473"/>
                  </a:lnTo>
                  <a:lnTo>
                    <a:pt x="855268" y="41910"/>
                  </a:lnTo>
                  <a:lnTo>
                    <a:pt x="837590" y="41910"/>
                  </a:lnTo>
                  <a:lnTo>
                    <a:pt x="837590" y="5753"/>
                  </a:lnTo>
                  <a:lnTo>
                    <a:pt x="820331" y="16230"/>
                  </a:lnTo>
                  <a:lnTo>
                    <a:pt x="820331" y="41910"/>
                  </a:lnTo>
                  <a:lnTo>
                    <a:pt x="807389" y="41910"/>
                  </a:lnTo>
                  <a:lnTo>
                    <a:pt x="807389" y="55473"/>
                  </a:lnTo>
                  <a:lnTo>
                    <a:pt x="820331" y="55473"/>
                  </a:lnTo>
                  <a:lnTo>
                    <a:pt x="820331" y="125514"/>
                  </a:lnTo>
                  <a:lnTo>
                    <a:pt x="820953" y="132499"/>
                  </a:lnTo>
                  <a:lnTo>
                    <a:pt x="823823" y="139065"/>
                  </a:lnTo>
                  <a:lnTo>
                    <a:pt x="826287" y="141744"/>
                  </a:lnTo>
                  <a:lnTo>
                    <a:pt x="829792" y="143586"/>
                  </a:lnTo>
                  <a:lnTo>
                    <a:pt x="833285" y="145643"/>
                  </a:lnTo>
                  <a:lnTo>
                    <a:pt x="838212" y="146672"/>
                  </a:lnTo>
                  <a:lnTo>
                    <a:pt x="848487" y="146672"/>
                  </a:lnTo>
                  <a:lnTo>
                    <a:pt x="852805" y="146265"/>
                  </a:lnTo>
                  <a:lnTo>
                    <a:pt x="857935" y="145034"/>
                  </a:lnTo>
                  <a:close/>
                </a:path>
                <a:path w="958214" h="215264">
                  <a:moveTo>
                    <a:pt x="906970" y="19037"/>
                  </a:moveTo>
                  <a:lnTo>
                    <a:pt x="866571" y="19037"/>
                  </a:lnTo>
                  <a:lnTo>
                    <a:pt x="866571" y="32258"/>
                  </a:lnTo>
                  <a:lnTo>
                    <a:pt x="906970" y="32258"/>
                  </a:lnTo>
                  <a:lnTo>
                    <a:pt x="906970" y="19037"/>
                  </a:lnTo>
                  <a:close/>
                </a:path>
                <a:path w="958214" h="215264">
                  <a:moveTo>
                    <a:pt x="958011" y="202755"/>
                  </a:moveTo>
                  <a:lnTo>
                    <a:pt x="0" y="202755"/>
                  </a:lnTo>
                  <a:lnTo>
                    <a:pt x="0" y="215074"/>
                  </a:lnTo>
                  <a:lnTo>
                    <a:pt x="958011" y="215074"/>
                  </a:lnTo>
                  <a:lnTo>
                    <a:pt x="958011" y="20275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384002" y="2606347"/>
              <a:ext cx="126173" cy="67992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773208" y="2756300"/>
              <a:ext cx="466725" cy="147955"/>
            </a:xfrm>
            <a:custGeom>
              <a:avLst/>
              <a:gdLst/>
              <a:ahLst/>
              <a:cxnLst/>
              <a:rect l="l" t="t" r="r" b="b"/>
              <a:pathLst>
                <a:path w="466725" h="147955">
                  <a:moveTo>
                    <a:pt x="103261" y="2464"/>
                  </a:moveTo>
                  <a:lnTo>
                    <a:pt x="0" y="2464"/>
                  </a:lnTo>
                  <a:lnTo>
                    <a:pt x="0" y="145228"/>
                  </a:lnTo>
                  <a:lnTo>
                    <a:pt x="106590" y="145228"/>
                  </a:lnTo>
                  <a:lnTo>
                    <a:pt x="106590" y="128384"/>
                  </a:lnTo>
                  <a:lnTo>
                    <a:pt x="18905" y="128384"/>
                  </a:lnTo>
                  <a:lnTo>
                    <a:pt x="18905" y="79906"/>
                  </a:lnTo>
                  <a:lnTo>
                    <a:pt x="97918" y="79906"/>
                  </a:lnTo>
                  <a:lnTo>
                    <a:pt x="97918" y="63062"/>
                  </a:lnTo>
                  <a:lnTo>
                    <a:pt x="18905" y="63062"/>
                  </a:lnTo>
                  <a:lnTo>
                    <a:pt x="18905" y="19308"/>
                  </a:lnTo>
                  <a:lnTo>
                    <a:pt x="103261" y="19308"/>
                  </a:lnTo>
                  <a:lnTo>
                    <a:pt x="103261" y="2464"/>
                  </a:lnTo>
                  <a:close/>
                </a:path>
                <a:path w="466725" h="147955">
                  <a:moveTo>
                    <a:pt x="155087" y="55461"/>
                  </a:moveTo>
                  <a:lnTo>
                    <a:pt x="137661" y="55461"/>
                  </a:lnTo>
                  <a:lnTo>
                    <a:pt x="137661" y="125508"/>
                  </a:lnTo>
                  <a:lnTo>
                    <a:pt x="138380" y="132492"/>
                  </a:lnTo>
                  <a:lnTo>
                    <a:pt x="141236" y="139065"/>
                  </a:lnTo>
                  <a:lnTo>
                    <a:pt x="143702" y="141735"/>
                  </a:lnTo>
                  <a:lnTo>
                    <a:pt x="147196" y="143584"/>
                  </a:lnTo>
                  <a:lnTo>
                    <a:pt x="150710" y="145638"/>
                  </a:lnTo>
                  <a:lnTo>
                    <a:pt x="155642" y="146665"/>
                  </a:lnTo>
                  <a:lnTo>
                    <a:pt x="165916" y="146665"/>
                  </a:lnTo>
                  <a:lnTo>
                    <a:pt x="170334" y="146255"/>
                  </a:lnTo>
                  <a:lnTo>
                    <a:pt x="175266" y="145022"/>
                  </a:lnTo>
                  <a:lnTo>
                    <a:pt x="172840" y="130232"/>
                  </a:lnTo>
                  <a:lnTo>
                    <a:pt x="162443" y="130232"/>
                  </a:lnTo>
                  <a:lnTo>
                    <a:pt x="160430" y="129821"/>
                  </a:lnTo>
                  <a:lnTo>
                    <a:pt x="157635" y="128178"/>
                  </a:lnTo>
                  <a:lnTo>
                    <a:pt x="156648" y="127151"/>
                  </a:lnTo>
                  <a:lnTo>
                    <a:pt x="155395" y="124275"/>
                  </a:lnTo>
                  <a:lnTo>
                    <a:pt x="155087" y="120989"/>
                  </a:lnTo>
                  <a:lnTo>
                    <a:pt x="155087" y="55461"/>
                  </a:lnTo>
                  <a:close/>
                </a:path>
                <a:path w="466725" h="147955">
                  <a:moveTo>
                    <a:pt x="172739" y="129616"/>
                  </a:moveTo>
                  <a:lnTo>
                    <a:pt x="169554" y="130027"/>
                  </a:lnTo>
                  <a:lnTo>
                    <a:pt x="166985" y="130232"/>
                  </a:lnTo>
                  <a:lnTo>
                    <a:pt x="172840" y="130232"/>
                  </a:lnTo>
                  <a:lnTo>
                    <a:pt x="172739" y="129616"/>
                  </a:lnTo>
                  <a:close/>
                </a:path>
                <a:path w="466725" h="147955">
                  <a:moveTo>
                    <a:pt x="172739" y="41904"/>
                  </a:moveTo>
                  <a:lnTo>
                    <a:pt x="124797" y="41904"/>
                  </a:lnTo>
                  <a:lnTo>
                    <a:pt x="124797" y="55461"/>
                  </a:lnTo>
                  <a:lnTo>
                    <a:pt x="172739" y="55461"/>
                  </a:lnTo>
                  <a:lnTo>
                    <a:pt x="172739" y="41904"/>
                  </a:lnTo>
                  <a:close/>
                </a:path>
                <a:path w="466725" h="147955">
                  <a:moveTo>
                    <a:pt x="155087" y="5751"/>
                  </a:moveTo>
                  <a:lnTo>
                    <a:pt x="137661" y="16227"/>
                  </a:lnTo>
                  <a:lnTo>
                    <a:pt x="137661" y="41904"/>
                  </a:lnTo>
                  <a:lnTo>
                    <a:pt x="155087" y="41904"/>
                  </a:lnTo>
                  <a:lnTo>
                    <a:pt x="155087" y="5751"/>
                  </a:lnTo>
                  <a:close/>
                </a:path>
                <a:path w="466725" h="147955">
                  <a:moveTo>
                    <a:pt x="256416" y="0"/>
                  </a:moveTo>
                  <a:lnTo>
                    <a:pt x="217355" y="11352"/>
                  </a:lnTo>
                  <a:lnTo>
                    <a:pt x="192803" y="44112"/>
                  </a:lnTo>
                  <a:lnTo>
                    <a:pt x="188039" y="76003"/>
                  </a:lnTo>
                  <a:lnTo>
                    <a:pt x="188540" y="85076"/>
                  </a:lnTo>
                  <a:lnTo>
                    <a:pt x="206312" y="126458"/>
                  </a:lnTo>
                  <a:lnTo>
                    <a:pt x="246500" y="147079"/>
                  </a:lnTo>
                  <a:lnTo>
                    <a:pt x="256314" y="147692"/>
                  </a:lnTo>
                  <a:lnTo>
                    <a:pt x="265474" y="147150"/>
                  </a:lnTo>
                  <a:lnTo>
                    <a:pt x="301217" y="131670"/>
                  </a:lnTo>
                  <a:lnTo>
                    <a:pt x="256211" y="131670"/>
                  </a:lnTo>
                  <a:lnTo>
                    <a:pt x="246185" y="130743"/>
                  </a:lnTo>
                  <a:lnTo>
                    <a:pt x="210976" y="99112"/>
                  </a:lnTo>
                  <a:lnTo>
                    <a:pt x="207509" y="76003"/>
                  </a:lnTo>
                  <a:lnTo>
                    <a:pt x="208414" y="61101"/>
                  </a:lnTo>
                  <a:lnTo>
                    <a:pt x="229554" y="24027"/>
                  </a:lnTo>
                  <a:lnTo>
                    <a:pt x="256499" y="16227"/>
                  </a:lnTo>
                  <a:lnTo>
                    <a:pt x="301145" y="16227"/>
                  </a:lnTo>
                  <a:lnTo>
                    <a:pt x="299500" y="14683"/>
                  </a:lnTo>
                  <a:lnTo>
                    <a:pt x="292070" y="9449"/>
                  </a:lnTo>
                  <a:lnTo>
                    <a:pt x="283843" y="5286"/>
                  </a:lnTo>
                  <a:lnTo>
                    <a:pt x="275176" y="2336"/>
                  </a:lnTo>
                  <a:lnTo>
                    <a:pt x="266042" y="580"/>
                  </a:lnTo>
                  <a:lnTo>
                    <a:pt x="256416" y="0"/>
                  </a:lnTo>
                  <a:close/>
                </a:path>
                <a:path w="466725" h="147955">
                  <a:moveTo>
                    <a:pt x="301145" y="16227"/>
                  </a:moveTo>
                  <a:lnTo>
                    <a:pt x="256499" y="16227"/>
                  </a:lnTo>
                  <a:lnTo>
                    <a:pt x="263393" y="16686"/>
                  </a:lnTo>
                  <a:lnTo>
                    <a:pt x="269935" y="18050"/>
                  </a:lnTo>
                  <a:lnTo>
                    <a:pt x="299262" y="43547"/>
                  </a:lnTo>
                  <a:lnTo>
                    <a:pt x="305016" y="73949"/>
                  </a:lnTo>
                  <a:lnTo>
                    <a:pt x="304165" y="87009"/>
                  </a:lnTo>
                  <a:lnTo>
                    <a:pt x="283958" y="123178"/>
                  </a:lnTo>
                  <a:lnTo>
                    <a:pt x="256211" y="131670"/>
                  </a:lnTo>
                  <a:lnTo>
                    <a:pt x="301217" y="131670"/>
                  </a:lnTo>
                  <a:lnTo>
                    <a:pt x="322380" y="94644"/>
                  </a:lnTo>
                  <a:lnTo>
                    <a:pt x="324528" y="73949"/>
                  </a:lnTo>
                  <a:lnTo>
                    <a:pt x="324034" y="63675"/>
                  </a:lnTo>
                  <a:lnTo>
                    <a:pt x="306043" y="20823"/>
                  </a:lnTo>
                  <a:lnTo>
                    <a:pt x="301145" y="16227"/>
                  </a:lnTo>
                  <a:close/>
                </a:path>
                <a:path w="466725" h="147955">
                  <a:moveTo>
                    <a:pt x="373035" y="2464"/>
                  </a:moveTo>
                  <a:lnTo>
                    <a:pt x="354129" y="2464"/>
                  </a:lnTo>
                  <a:lnTo>
                    <a:pt x="354129" y="145228"/>
                  </a:lnTo>
                  <a:lnTo>
                    <a:pt x="373035" y="145228"/>
                  </a:lnTo>
                  <a:lnTo>
                    <a:pt x="373035" y="78057"/>
                  </a:lnTo>
                  <a:lnTo>
                    <a:pt x="466330" y="78057"/>
                  </a:lnTo>
                  <a:lnTo>
                    <a:pt x="466330" y="61213"/>
                  </a:lnTo>
                  <a:lnTo>
                    <a:pt x="373035" y="61213"/>
                  </a:lnTo>
                  <a:lnTo>
                    <a:pt x="373035" y="2464"/>
                  </a:lnTo>
                  <a:close/>
                </a:path>
                <a:path w="466725" h="147955">
                  <a:moveTo>
                    <a:pt x="466330" y="78057"/>
                  </a:moveTo>
                  <a:lnTo>
                    <a:pt x="447424" y="78057"/>
                  </a:lnTo>
                  <a:lnTo>
                    <a:pt x="447424" y="145228"/>
                  </a:lnTo>
                  <a:lnTo>
                    <a:pt x="466330" y="145228"/>
                  </a:lnTo>
                  <a:lnTo>
                    <a:pt x="466330" y="78057"/>
                  </a:lnTo>
                  <a:close/>
                </a:path>
                <a:path w="466725" h="147955">
                  <a:moveTo>
                    <a:pt x="466330" y="2464"/>
                  </a:moveTo>
                  <a:lnTo>
                    <a:pt x="447424" y="2464"/>
                  </a:lnTo>
                  <a:lnTo>
                    <a:pt x="447424" y="61213"/>
                  </a:lnTo>
                  <a:lnTo>
                    <a:pt x="466330" y="61213"/>
                  </a:lnTo>
                  <a:lnTo>
                    <a:pt x="466330" y="24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3755331" y="2580055"/>
              <a:ext cx="2110105" cy="224790"/>
            </a:xfrm>
            <a:custGeom>
              <a:avLst/>
              <a:gdLst/>
              <a:ahLst/>
              <a:cxnLst/>
              <a:rect l="l" t="t" r="r" b="b"/>
              <a:pathLst>
                <a:path w="2110104" h="224789">
                  <a:moveTo>
                    <a:pt x="0" y="46218"/>
                  </a:moveTo>
                  <a:lnTo>
                    <a:pt x="256252" y="194116"/>
                  </a:lnTo>
                </a:path>
                <a:path w="2110104" h="224789">
                  <a:moveTo>
                    <a:pt x="256252" y="194116"/>
                  </a:moveTo>
                  <a:lnTo>
                    <a:pt x="512504" y="46218"/>
                  </a:lnTo>
                </a:path>
                <a:path w="2110104" h="224789">
                  <a:moveTo>
                    <a:pt x="256252" y="132492"/>
                  </a:moveTo>
                  <a:lnTo>
                    <a:pt x="485996" y="0"/>
                  </a:lnTo>
                </a:path>
                <a:path w="2110104" h="224789">
                  <a:moveTo>
                    <a:pt x="512504" y="46218"/>
                  </a:moveTo>
                  <a:lnTo>
                    <a:pt x="768757" y="194116"/>
                  </a:lnTo>
                </a:path>
                <a:path w="2110104" h="224789">
                  <a:moveTo>
                    <a:pt x="1340855" y="30812"/>
                  </a:moveTo>
                  <a:lnTo>
                    <a:pt x="1597108" y="178710"/>
                  </a:lnTo>
                </a:path>
                <a:path w="2110104" h="224789">
                  <a:moveTo>
                    <a:pt x="1597108" y="178710"/>
                  </a:moveTo>
                  <a:lnTo>
                    <a:pt x="1853360" y="30812"/>
                  </a:lnTo>
                </a:path>
                <a:path w="2110104" h="224789">
                  <a:moveTo>
                    <a:pt x="1853360" y="30812"/>
                  </a:moveTo>
                  <a:lnTo>
                    <a:pt x="2109613" y="178710"/>
                  </a:lnTo>
                </a:path>
                <a:path w="2110104" h="224789">
                  <a:moveTo>
                    <a:pt x="1853360" y="92231"/>
                  </a:moveTo>
                  <a:lnTo>
                    <a:pt x="2083104" y="224723"/>
                  </a:lnTo>
                </a:path>
              </a:pathLst>
            </a:custGeom>
            <a:ln w="123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3609213" y="3174326"/>
              <a:ext cx="2308860" cy="431165"/>
            </a:xfrm>
            <a:custGeom>
              <a:avLst/>
              <a:gdLst/>
              <a:ahLst/>
              <a:cxnLst/>
              <a:rect l="l" t="t" r="r" b="b"/>
              <a:pathLst>
                <a:path w="2308860" h="431164">
                  <a:moveTo>
                    <a:pt x="94119" y="329895"/>
                  </a:moveTo>
                  <a:lnTo>
                    <a:pt x="76123" y="304914"/>
                  </a:lnTo>
                  <a:lnTo>
                    <a:pt x="76123" y="347472"/>
                  </a:lnTo>
                  <a:lnTo>
                    <a:pt x="73571" y="354126"/>
                  </a:lnTo>
                  <a:lnTo>
                    <a:pt x="68021" y="359473"/>
                  </a:lnTo>
                  <a:lnTo>
                    <a:pt x="62687" y="364820"/>
                  </a:lnTo>
                  <a:lnTo>
                    <a:pt x="55689" y="367487"/>
                  </a:lnTo>
                  <a:lnTo>
                    <a:pt x="41922" y="367487"/>
                  </a:lnTo>
                  <a:lnTo>
                    <a:pt x="36791" y="366255"/>
                  </a:lnTo>
                  <a:lnTo>
                    <a:pt x="32270" y="363588"/>
                  </a:lnTo>
                  <a:lnTo>
                    <a:pt x="27546" y="361111"/>
                  </a:lnTo>
                  <a:lnTo>
                    <a:pt x="24053" y="357416"/>
                  </a:lnTo>
                  <a:lnTo>
                    <a:pt x="21577" y="352894"/>
                  </a:lnTo>
                  <a:lnTo>
                    <a:pt x="19316" y="348170"/>
                  </a:lnTo>
                  <a:lnTo>
                    <a:pt x="18084" y="343242"/>
                  </a:lnTo>
                  <a:lnTo>
                    <a:pt x="18173" y="329895"/>
                  </a:lnTo>
                  <a:lnTo>
                    <a:pt x="20764" y="323316"/>
                  </a:lnTo>
                  <a:lnTo>
                    <a:pt x="31648" y="312432"/>
                  </a:lnTo>
                  <a:lnTo>
                    <a:pt x="38430" y="309765"/>
                  </a:lnTo>
                  <a:lnTo>
                    <a:pt x="55079" y="309765"/>
                  </a:lnTo>
                  <a:lnTo>
                    <a:pt x="62268" y="312432"/>
                  </a:lnTo>
                  <a:lnTo>
                    <a:pt x="73367" y="323532"/>
                  </a:lnTo>
                  <a:lnTo>
                    <a:pt x="76073" y="330098"/>
                  </a:lnTo>
                  <a:lnTo>
                    <a:pt x="76123" y="347472"/>
                  </a:lnTo>
                  <a:lnTo>
                    <a:pt x="76123" y="304914"/>
                  </a:lnTo>
                  <a:lnTo>
                    <a:pt x="67208" y="302158"/>
                  </a:lnTo>
                  <a:lnTo>
                    <a:pt x="74396" y="299491"/>
                  </a:lnTo>
                  <a:lnTo>
                    <a:pt x="79527" y="295592"/>
                  </a:lnTo>
                  <a:lnTo>
                    <a:pt x="79679" y="295389"/>
                  </a:lnTo>
                  <a:lnTo>
                    <a:pt x="86525" y="285724"/>
                  </a:lnTo>
                  <a:lnTo>
                    <a:pt x="88366" y="279984"/>
                  </a:lnTo>
                  <a:lnTo>
                    <a:pt x="88265" y="272376"/>
                  </a:lnTo>
                  <a:lnTo>
                    <a:pt x="87642" y="265976"/>
                  </a:lnTo>
                  <a:lnTo>
                    <a:pt x="85471" y="259080"/>
                  </a:lnTo>
                  <a:lnTo>
                    <a:pt x="81864" y="252717"/>
                  </a:lnTo>
                  <a:lnTo>
                    <a:pt x="80048" y="250609"/>
                  </a:lnTo>
                  <a:lnTo>
                    <a:pt x="76860" y="246900"/>
                  </a:lnTo>
                  <a:lnTo>
                    <a:pt x="70700" y="242201"/>
                  </a:lnTo>
                  <a:lnTo>
                    <a:pt x="70205" y="241973"/>
                  </a:lnTo>
                  <a:lnTo>
                    <a:pt x="70205" y="279768"/>
                  </a:lnTo>
                  <a:lnTo>
                    <a:pt x="68224" y="284708"/>
                  </a:lnTo>
                  <a:lnTo>
                    <a:pt x="63919" y="289013"/>
                  </a:lnTo>
                  <a:lnTo>
                    <a:pt x="59397" y="293331"/>
                  </a:lnTo>
                  <a:lnTo>
                    <a:pt x="54051" y="295389"/>
                  </a:lnTo>
                  <a:lnTo>
                    <a:pt x="40284" y="295389"/>
                  </a:lnTo>
                  <a:lnTo>
                    <a:pt x="34531" y="293128"/>
                  </a:lnTo>
                  <a:lnTo>
                    <a:pt x="30213" y="289013"/>
                  </a:lnTo>
                  <a:lnTo>
                    <a:pt x="25895" y="284708"/>
                  </a:lnTo>
                  <a:lnTo>
                    <a:pt x="23634" y="279158"/>
                  </a:lnTo>
                  <a:lnTo>
                    <a:pt x="23634" y="266420"/>
                  </a:lnTo>
                  <a:lnTo>
                    <a:pt x="25895" y="261289"/>
                  </a:lnTo>
                  <a:lnTo>
                    <a:pt x="30416" y="256971"/>
                  </a:lnTo>
                  <a:lnTo>
                    <a:pt x="34734" y="252653"/>
                  </a:lnTo>
                  <a:lnTo>
                    <a:pt x="40284" y="250609"/>
                  </a:lnTo>
                  <a:lnTo>
                    <a:pt x="53644" y="250609"/>
                  </a:lnTo>
                  <a:lnTo>
                    <a:pt x="59182" y="252653"/>
                  </a:lnTo>
                  <a:lnTo>
                    <a:pt x="68021" y="261493"/>
                  </a:lnTo>
                  <a:lnTo>
                    <a:pt x="70116" y="266420"/>
                  </a:lnTo>
                  <a:lnTo>
                    <a:pt x="70205" y="279768"/>
                  </a:lnTo>
                  <a:lnTo>
                    <a:pt x="70205" y="241973"/>
                  </a:lnTo>
                  <a:lnTo>
                    <a:pt x="63627" y="238874"/>
                  </a:lnTo>
                  <a:lnTo>
                    <a:pt x="55638" y="236880"/>
                  </a:lnTo>
                  <a:lnTo>
                    <a:pt x="46863" y="236220"/>
                  </a:lnTo>
                  <a:lnTo>
                    <a:pt x="37947" y="236880"/>
                  </a:lnTo>
                  <a:lnTo>
                    <a:pt x="6451" y="265480"/>
                  </a:lnTo>
                  <a:lnTo>
                    <a:pt x="5816" y="272376"/>
                  </a:lnTo>
                  <a:lnTo>
                    <a:pt x="5829" y="279984"/>
                  </a:lnTo>
                  <a:lnTo>
                    <a:pt x="7607" y="285724"/>
                  </a:lnTo>
                  <a:lnTo>
                    <a:pt x="14592" y="295592"/>
                  </a:lnTo>
                  <a:lnTo>
                    <a:pt x="19939" y="299491"/>
                  </a:lnTo>
                  <a:lnTo>
                    <a:pt x="27127" y="302158"/>
                  </a:lnTo>
                  <a:lnTo>
                    <a:pt x="18503" y="304419"/>
                  </a:lnTo>
                  <a:lnTo>
                    <a:pt x="11925" y="308533"/>
                  </a:lnTo>
                  <a:lnTo>
                    <a:pt x="7200" y="314896"/>
                  </a:lnTo>
                  <a:lnTo>
                    <a:pt x="2476" y="321056"/>
                  </a:lnTo>
                  <a:lnTo>
                    <a:pt x="0" y="328866"/>
                  </a:lnTo>
                  <a:lnTo>
                    <a:pt x="63" y="338721"/>
                  </a:lnTo>
                  <a:lnTo>
                    <a:pt x="812" y="347116"/>
                  </a:lnTo>
                  <a:lnTo>
                    <a:pt x="28003" y="378752"/>
                  </a:lnTo>
                  <a:lnTo>
                    <a:pt x="47066" y="381863"/>
                  </a:lnTo>
                  <a:lnTo>
                    <a:pt x="57175" y="381088"/>
                  </a:lnTo>
                  <a:lnTo>
                    <a:pt x="66255" y="378752"/>
                  </a:lnTo>
                  <a:lnTo>
                    <a:pt x="74193" y="374929"/>
                  </a:lnTo>
                  <a:lnTo>
                    <a:pt x="81178" y="369544"/>
                  </a:lnTo>
                  <a:lnTo>
                    <a:pt x="82918" y="367487"/>
                  </a:lnTo>
                  <a:lnTo>
                    <a:pt x="86842" y="362877"/>
                  </a:lnTo>
                  <a:lnTo>
                    <a:pt x="90881" y="355523"/>
                  </a:lnTo>
                  <a:lnTo>
                    <a:pt x="93306" y="347472"/>
                  </a:lnTo>
                  <a:lnTo>
                    <a:pt x="94119" y="338721"/>
                  </a:lnTo>
                  <a:lnTo>
                    <a:pt x="94119" y="329895"/>
                  </a:lnTo>
                  <a:close/>
                </a:path>
                <a:path w="2308860" h="431164">
                  <a:moveTo>
                    <a:pt x="94640" y="81927"/>
                  </a:moveTo>
                  <a:lnTo>
                    <a:pt x="93713" y="75590"/>
                  </a:lnTo>
                  <a:lnTo>
                    <a:pt x="89598" y="62445"/>
                  </a:lnTo>
                  <a:lnTo>
                    <a:pt x="86728" y="56896"/>
                  </a:lnTo>
                  <a:lnTo>
                    <a:pt x="82867" y="51968"/>
                  </a:lnTo>
                  <a:lnTo>
                    <a:pt x="82384" y="51346"/>
                  </a:lnTo>
                  <a:lnTo>
                    <a:pt x="79324" y="47447"/>
                  </a:lnTo>
                  <a:lnTo>
                    <a:pt x="76860" y="45631"/>
                  </a:lnTo>
                  <a:lnTo>
                    <a:pt x="76860" y="91401"/>
                  </a:lnTo>
                  <a:lnTo>
                    <a:pt x="76327" y="100685"/>
                  </a:lnTo>
                  <a:lnTo>
                    <a:pt x="56311" y="131254"/>
                  </a:lnTo>
                  <a:lnTo>
                    <a:pt x="48501" y="131254"/>
                  </a:lnTo>
                  <a:lnTo>
                    <a:pt x="41795" y="130416"/>
                  </a:lnTo>
                  <a:lnTo>
                    <a:pt x="41376" y="130225"/>
                  </a:lnTo>
                  <a:lnTo>
                    <a:pt x="35839" y="127863"/>
                  </a:lnTo>
                  <a:lnTo>
                    <a:pt x="21196" y="91401"/>
                  </a:lnTo>
                  <a:lnTo>
                    <a:pt x="21221" y="89966"/>
                  </a:lnTo>
                  <a:lnTo>
                    <a:pt x="41719" y="51968"/>
                  </a:lnTo>
                  <a:lnTo>
                    <a:pt x="56921" y="51968"/>
                  </a:lnTo>
                  <a:lnTo>
                    <a:pt x="76860" y="91401"/>
                  </a:lnTo>
                  <a:lnTo>
                    <a:pt x="76860" y="45631"/>
                  </a:lnTo>
                  <a:lnTo>
                    <a:pt x="74599" y="43954"/>
                  </a:lnTo>
                  <a:lnTo>
                    <a:pt x="69049" y="41287"/>
                  </a:lnTo>
                  <a:lnTo>
                    <a:pt x="63296" y="38823"/>
                  </a:lnTo>
                  <a:lnTo>
                    <a:pt x="57340" y="37592"/>
                  </a:lnTo>
                  <a:lnTo>
                    <a:pt x="50965" y="37592"/>
                  </a:lnTo>
                  <a:lnTo>
                    <a:pt x="42722" y="38442"/>
                  </a:lnTo>
                  <a:lnTo>
                    <a:pt x="35242" y="41008"/>
                  </a:lnTo>
                  <a:lnTo>
                    <a:pt x="28549" y="45300"/>
                  </a:lnTo>
                  <a:lnTo>
                    <a:pt x="22606" y="51346"/>
                  </a:lnTo>
                  <a:lnTo>
                    <a:pt x="22606" y="406"/>
                  </a:lnTo>
                  <a:lnTo>
                    <a:pt x="4940" y="406"/>
                  </a:lnTo>
                  <a:lnTo>
                    <a:pt x="4940" y="143167"/>
                  </a:lnTo>
                  <a:lnTo>
                    <a:pt x="21374" y="143167"/>
                  </a:lnTo>
                  <a:lnTo>
                    <a:pt x="21374" y="130225"/>
                  </a:lnTo>
                  <a:lnTo>
                    <a:pt x="27000" y="136969"/>
                  </a:lnTo>
                  <a:lnTo>
                    <a:pt x="33655" y="141782"/>
                  </a:lnTo>
                  <a:lnTo>
                    <a:pt x="41313" y="144678"/>
                  </a:lnTo>
                  <a:lnTo>
                    <a:pt x="49936" y="145643"/>
                  </a:lnTo>
                  <a:lnTo>
                    <a:pt x="58839" y="144716"/>
                  </a:lnTo>
                  <a:lnTo>
                    <a:pt x="91478" y="113512"/>
                  </a:lnTo>
                  <a:lnTo>
                    <a:pt x="94640" y="91401"/>
                  </a:lnTo>
                  <a:lnTo>
                    <a:pt x="94640" y="81927"/>
                  </a:lnTo>
                  <a:close/>
                </a:path>
                <a:path w="2308860" h="431164">
                  <a:moveTo>
                    <a:pt x="180632" y="236220"/>
                  </a:moveTo>
                  <a:lnTo>
                    <a:pt x="169329" y="236220"/>
                  </a:lnTo>
                  <a:lnTo>
                    <a:pt x="166255" y="242392"/>
                  </a:lnTo>
                  <a:lnTo>
                    <a:pt x="161112" y="248754"/>
                  </a:lnTo>
                  <a:lnTo>
                    <a:pt x="128028" y="271970"/>
                  </a:lnTo>
                  <a:lnTo>
                    <a:pt x="128028" y="289013"/>
                  </a:lnTo>
                  <a:lnTo>
                    <a:pt x="133375" y="286956"/>
                  </a:lnTo>
                  <a:lnTo>
                    <a:pt x="139534" y="283883"/>
                  </a:lnTo>
                  <a:lnTo>
                    <a:pt x="146519" y="279768"/>
                  </a:lnTo>
                  <a:lnTo>
                    <a:pt x="153301" y="275869"/>
                  </a:lnTo>
                  <a:lnTo>
                    <a:pt x="158851" y="271767"/>
                  </a:lnTo>
                  <a:lnTo>
                    <a:pt x="162966" y="267855"/>
                  </a:lnTo>
                  <a:lnTo>
                    <a:pt x="162966" y="379399"/>
                  </a:lnTo>
                  <a:lnTo>
                    <a:pt x="180632" y="379399"/>
                  </a:lnTo>
                  <a:lnTo>
                    <a:pt x="180632" y="267855"/>
                  </a:lnTo>
                  <a:lnTo>
                    <a:pt x="180632" y="236220"/>
                  </a:lnTo>
                  <a:close/>
                </a:path>
                <a:path w="2308860" h="431164">
                  <a:moveTo>
                    <a:pt x="202831" y="39852"/>
                  </a:moveTo>
                  <a:lnTo>
                    <a:pt x="185356" y="39852"/>
                  </a:lnTo>
                  <a:lnTo>
                    <a:pt x="185356" y="104140"/>
                  </a:lnTo>
                  <a:lnTo>
                    <a:pt x="184340" y="110921"/>
                  </a:lnTo>
                  <a:lnTo>
                    <a:pt x="182410" y="115646"/>
                  </a:lnTo>
                  <a:lnTo>
                    <a:pt x="180632" y="120167"/>
                  </a:lnTo>
                  <a:lnTo>
                    <a:pt x="177342" y="123863"/>
                  </a:lnTo>
                  <a:lnTo>
                    <a:pt x="172618" y="126530"/>
                  </a:lnTo>
                  <a:lnTo>
                    <a:pt x="168097" y="129209"/>
                  </a:lnTo>
                  <a:lnTo>
                    <a:pt x="163169" y="130441"/>
                  </a:lnTo>
                  <a:lnTo>
                    <a:pt x="152692" y="130441"/>
                  </a:lnTo>
                  <a:lnTo>
                    <a:pt x="148170" y="129209"/>
                  </a:lnTo>
                  <a:lnTo>
                    <a:pt x="144678" y="126530"/>
                  </a:lnTo>
                  <a:lnTo>
                    <a:pt x="140970" y="123863"/>
                  </a:lnTo>
                  <a:lnTo>
                    <a:pt x="138709" y="120370"/>
                  </a:lnTo>
                  <a:lnTo>
                    <a:pt x="137629" y="115443"/>
                  </a:lnTo>
                  <a:lnTo>
                    <a:pt x="136867" y="112560"/>
                  </a:lnTo>
                  <a:lnTo>
                    <a:pt x="136448" y="106400"/>
                  </a:lnTo>
                  <a:lnTo>
                    <a:pt x="136448" y="39852"/>
                  </a:lnTo>
                  <a:lnTo>
                    <a:pt x="118986" y="39852"/>
                  </a:lnTo>
                  <a:lnTo>
                    <a:pt x="119075" y="112560"/>
                  </a:lnTo>
                  <a:lnTo>
                    <a:pt x="125564" y="133311"/>
                  </a:lnTo>
                  <a:lnTo>
                    <a:pt x="128028" y="136804"/>
                  </a:lnTo>
                  <a:lnTo>
                    <a:pt x="131927" y="139674"/>
                  </a:lnTo>
                  <a:lnTo>
                    <a:pt x="137274" y="142151"/>
                  </a:lnTo>
                  <a:lnTo>
                    <a:pt x="142621" y="144399"/>
                  </a:lnTo>
                  <a:lnTo>
                    <a:pt x="148170" y="145643"/>
                  </a:lnTo>
                  <a:lnTo>
                    <a:pt x="154330" y="145643"/>
                  </a:lnTo>
                  <a:lnTo>
                    <a:pt x="164147" y="144526"/>
                  </a:lnTo>
                  <a:lnTo>
                    <a:pt x="172935" y="141198"/>
                  </a:lnTo>
                  <a:lnTo>
                    <a:pt x="180632" y="135674"/>
                  </a:lnTo>
                  <a:lnTo>
                    <a:pt x="185102" y="130441"/>
                  </a:lnTo>
                  <a:lnTo>
                    <a:pt x="187210" y="127977"/>
                  </a:lnTo>
                  <a:lnTo>
                    <a:pt x="187210" y="143167"/>
                  </a:lnTo>
                  <a:lnTo>
                    <a:pt x="202831" y="143167"/>
                  </a:lnTo>
                  <a:lnTo>
                    <a:pt x="202831" y="127977"/>
                  </a:lnTo>
                  <a:lnTo>
                    <a:pt x="202831" y="39852"/>
                  </a:lnTo>
                  <a:close/>
                </a:path>
                <a:path w="2308860" h="431164">
                  <a:moveTo>
                    <a:pt x="274548" y="142963"/>
                  </a:moveTo>
                  <a:lnTo>
                    <a:pt x="271983" y="128181"/>
                  </a:lnTo>
                  <a:lnTo>
                    <a:pt x="271881" y="127558"/>
                  </a:lnTo>
                  <a:lnTo>
                    <a:pt x="268795" y="127977"/>
                  </a:lnTo>
                  <a:lnTo>
                    <a:pt x="266115" y="128181"/>
                  </a:lnTo>
                  <a:lnTo>
                    <a:pt x="261594" y="128181"/>
                  </a:lnTo>
                  <a:lnTo>
                    <a:pt x="254406" y="118935"/>
                  </a:lnTo>
                  <a:lnTo>
                    <a:pt x="254406" y="53403"/>
                  </a:lnTo>
                  <a:lnTo>
                    <a:pt x="271881" y="53403"/>
                  </a:lnTo>
                  <a:lnTo>
                    <a:pt x="271881" y="39852"/>
                  </a:lnTo>
                  <a:lnTo>
                    <a:pt x="254406" y="39852"/>
                  </a:lnTo>
                  <a:lnTo>
                    <a:pt x="254406" y="3695"/>
                  </a:lnTo>
                  <a:lnTo>
                    <a:pt x="236943" y="14173"/>
                  </a:lnTo>
                  <a:lnTo>
                    <a:pt x="236943" y="39852"/>
                  </a:lnTo>
                  <a:lnTo>
                    <a:pt x="223989" y="39852"/>
                  </a:lnTo>
                  <a:lnTo>
                    <a:pt x="223989" y="53403"/>
                  </a:lnTo>
                  <a:lnTo>
                    <a:pt x="236943" y="53403"/>
                  </a:lnTo>
                  <a:lnTo>
                    <a:pt x="236943" y="123456"/>
                  </a:lnTo>
                  <a:lnTo>
                    <a:pt x="237553" y="130441"/>
                  </a:lnTo>
                  <a:lnTo>
                    <a:pt x="240436" y="137007"/>
                  </a:lnTo>
                  <a:lnTo>
                    <a:pt x="242900" y="139674"/>
                  </a:lnTo>
                  <a:lnTo>
                    <a:pt x="246392" y="141528"/>
                  </a:lnTo>
                  <a:lnTo>
                    <a:pt x="249885" y="143586"/>
                  </a:lnTo>
                  <a:lnTo>
                    <a:pt x="254825" y="144614"/>
                  </a:lnTo>
                  <a:lnTo>
                    <a:pt x="265099" y="144614"/>
                  </a:lnTo>
                  <a:lnTo>
                    <a:pt x="269621" y="144195"/>
                  </a:lnTo>
                  <a:lnTo>
                    <a:pt x="274548" y="142963"/>
                  </a:lnTo>
                  <a:close/>
                </a:path>
                <a:path w="2308860" h="431164">
                  <a:moveTo>
                    <a:pt x="293243" y="272173"/>
                  </a:moveTo>
                  <a:lnTo>
                    <a:pt x="277837" y="237210"/>
                  </a:lnTo>
                  <a:lnTo>
                    <a:pt x="277837" y="262102"/>
                  </a:lnTo>
                  <a:lnTo>
                    <a:pt x="277749" y="281825"/>
                  </a:lnTo>
                  <a:lnTo>
                    <a:pt x="276390" y="288201"/>
                  </a:lnTo>
                  <a:lnTo>
                    <a:pt x="273519" y="292100"/>
                  </a:lnTo>
                  <a:lnTo>
                    <a:pt x="270637" y="295795"/>
                  </a:lnTo>
                  <a:lnTo>
                    <a:pt x="266941" y="297649"/>
                  </a:lnTo>
                  <a:lnTo>
                    <a:pt x="258318" y="297649"/>
                  </a:lnTo>
                  <a:lnTo>
                    <a:pt x="254609" y="295795"/>
                  </a:lnTo>
                  <a:lnTo>
                    <a:pt x="248856" y="288404"/>
                  </a:lnTo>
                  <a:lnTo>
                    <a:pt x="247421" y="281825"/>
                  </a:lnTo>
                  <a:lnTo>
                    <a:pt x="247548" y="262102"/>
                  </a:lnTo>
                  <a:lnTo>
                    <a:pt x="248856" y="255739"/>
                  </a:lnTo>
                  <a:lnTo>
                    <a:pt x="254609" y="248348"/>
                  </a:lnTo>
                  <a:lnTo>
                    <a:pt x="258318" y="246291"/>
                  </a:lnTo>
                  <a:lnTo>
                    <a:pt x="266941" y="246291"/>
                  </a:lnTo>
                  <a:lnTo>
                    <a:pt x="270637" y="248145"/>
                  </a:lnTo>
                  <a:lnTo>
                    <a:pt x="273519" y="252044"/>
                  </a:lnTo>
                  <a:lnTo>
                    <a:pt x="276390" y="255739"/>
                  </a:lnTo>
                  <a:lnTo>
                    <a:pt x="277837" y="262102"/>
                  </a:lnTo>
                  <a:lnTo>
                    <a:pt x="277837" y="237210"/>
                  </a:lnTo>
                  <a:lnTo>
                    <a:pt x="271056" y="234378"/>
                  </a:lnTo>
                  <a:lnTo>
                    <a:pt x="252349" y="234378"/>
                  </a:lnTo>
                  <a:lnTo>
                    <a:pt x="232003" y="270941"/>
                  </a:lnTo>
                  <a:lnTo>
                    <a:pt x="232549" y="280149"/>
                  </a:lnTo>
                  <a:lnTo>
                    <a:pt x="253580" y="309765"/>
                  </a:lnTo>
                  <a:lnTo>
                    <a:pt x="271056" y="309765"/>
                  </a:lnTo>
                  <a:lnTo>
                    <a:pt x="292671" y="280631"/>
                  </a:lnTo>
                  <a:lnTo>
                    <a:pt x="293243" y="272173"/>
                  </a:lnTo>
                  <a:close/>
                </a:path>
                <a:path w="2308860" h="431164">
                  <a:moveTo>
                    <a:pt x="337845" y="82778"/>
                  </a:moveTo>
                  <a:lnTo>
                    <a:pt x="283997" y="82778"/>
                  </a:lnTo>
                  <a:lnTo>
                    <a:pt x="283997" y="100444"/>
                  </a:lnTo>
                  <a:lnTo>
                    <a:pt x="337845" y="100444"/>
                  </a:lnTo>
                  <a:lnTo>
                    <a:pt x="337845" y="82778"/>
                  </a:lnTo>
                  <a:close/>
                </a:path>
                <a:path w="2308860" h="431164">
                  <a:moveTo>
                    <a:pt x="355104" y="234378"/>
                  </a:moveTo>
                  <a:lnTo>
                    <a:pt x="340715" y="234378"/>
                  </a:lnTo>
                  <a:lnTo>
                    <a:pt x="262623" y="384733"/>
                  </a:lnTo>
                  <a:lnTo>
                    <a:pt x="277215" y="384733"/>
                  </a:lnTo>
                  <a:lnTo>
                    <a:pt x="355104" y="234378"/>
                  </a:lnTo>
                  <a:close/>
                </a:path>
                <a:path w="2308860" h="431164">
                  <a:moveTo>
                    <a:pt x="385724" y="347154"/>
                  </a:moveTo>
                  <a:lnTo>
                    <a:pt x="385152" y="338328"/>
                  </a:lnTo>
                  <a:lnTo>
                    <a:pt x="383463" y="330669"/>
                  </a:lnTo>
                  <a:lnTo>
                    <a:pt x="380695" y="324154"/>
                  </a:lnTo>
                  <a:lnTo>
                    <a:pt x="378637" y="321271"/>
                  </a:lnTo>
                  <a:lnTo>
                    <a:pt x="376885" y="318808"/>
                  </a:lnTo>
                  <a:lnTo>
                    <a:pt x="370928" y="312432"/>
                  </a:lnTo>
                  <a:lnTo>
                    <a:pt x="370306" y="312178"/>
                  </a:lnTo>
                  <a:lnTo>
                    <a:pt x="370306" y="337083"/>
                  </a:lnTo>
                  <a:lnTo>
                    <a:pt x="370217" y="356806"/>
                  </a:lnTo>
                  <a:lnTo>
                    <a:pt x="368871" y="363169"/>
                  </a:lnTo>
                  <a:lnTo>
                    <a:pt x="365988" y="367068"/>
                  </a:lnTo>
                  <a:lnTo>
                    <a:pt x="363118" y="370776"/>
                  </a:lnTo>
                  <a:lnTo>
                    <a:pt x="359422" y="372618"/>
                  </a:lnTo>
                  <a:lnTo>
                    <a:pt x="350583" y="372618"/>
                  </a:lnTo>
                  <a:lnTo>
                    <a:pt x="347091" y="370776"/>
                  </a:lnTo>
                  <a:lnTo>
                    <a:pt x="344208" y="367068"/>
                  </a:lnTo>
                  <a:lnTo>
                    <a:pt x="341122" y="363169"/>
                  </a:lnTo>
                  <a:lnTo>
                    <a:pt x="339686" y="356806"/>
                  </a:lnTo>
                  <a:lnTo>
                    <a:pt x="339813" y="337083"/>
                  </a:lnTo>
                  <a:lnTo>
                    <a:pt x="341122" y="330720"/>
                  </a:lnTo>
                  <a:lnTo>
                    <a:pt x="346875" y="323316"/>
                  </a:lnTo>
                  <a:lnTo>
                    <a:pt x="350583" y="321271"/>
                  </a:lnTo>
                  <a:lnTo>
                    <a:pt x="359422" y="321271"/>
                  </a:lnTo>
                  <a:lnTo>
                    <a:pt x="363118" y="323316"/>
                  </a:lnTo>
                  <a:lnTo>
                    <a:pt x="368871" y="330720"/>
                  </a:lnTo>
                  <a:lnTo>
                    <a:pt x="370306" y="337083"/>
                  </a:lnTo>
                  <a:lnTo>
                    <a:pt x="370306" y="312178"/>
                  </a:lnTo>
                  <a:lnTo>
                    <a:pt x="363524" y="309346"/>
                  </a:lnTo>
                  <a:lnTo>
                    <a:pt x="344830" y="309346"/>
                  </a:lnTo>
                  <a:lnTo>
                    <a:pt x="324485" y="345922"/>
                  </a:lnTo>
                  <a:lnTo>
                    <a:pt x="325018" y="355003"/>
                  </a:lnTo>
                  <a:lnTo>
                    <a:pt x="346062" y="384733"/>
                  </a:lnTo>
                  <a:lnTo>
                    <a:pt x="363321" y="384733"/>
                  </a:lnTo>
                  <a:lnTo>
                    <a:pt x="370713" y="381457"/>
                  </a:lnTo>
                  <a:lnTo>
                    <a:pt x="376682" y="374878"/>
                  </a:lnTo>
                  <a:lnTo>
                    <a:pt x="378333" y="372618"/>
                  </a:lnTo>
                  <a:lnTo>
                    <a:pt x="380606" y="369531"/>
                  </a:lnTo>
                  <a:lnTo>
                    <a:pt x="383400" y="363169"/>
                  </a:lnTo>
                  <a:lnTo>
                    <a:pt x="383476" y="362889"/>
                  </a:lnTo>
                  <a:lnTo>
                    <a:pt x="385140" y="355612"/>
                  </a:lnTo>
                  <a:lnTo>
                    <a:pt x="385724" y="347154"/>
                  </a:lnTo>
                  <a:close/>
                </a:path>
                <a:path w="2308860" h="431164">
                  <a:moveTo>
                    <a:pt x="446341" y="126326"/>
                  </a:moveTo>
                  <a:lnTo>
                    <a:pt x="376478" y="126326"/>
                  </a:lnTo>
                  <a:lnTo>
                    <a:pt x="378320" y="123253"/>
                  </a:lnTo>
                  <a:lnTo>
                    <a:pt x="404012" y="99009"/>
                  </a:lnTo>
                  <a:lnTo>
                    <a:pt x="412750" y="91414"/>
                  </a:lnTo>
                  <a:lnTo>
                    <a:pt x="440385" y="61823"/>
                  </a:lnTo>
                  <a:lnTo>
                    <a:pt x="442645" y="56489"/>
                  </a:lnTo>
                  <a:lnTo>
                    <a:pt x="445109" y="50939"/>
                  </a:lnTo>
                  <a:lnTo>
                    <a:pt x="446024" y="45808"/>
                  </a:lnTo>
                  <a:lnTo>
                    <a:pt x="446138" y="39649"/>
                  </a:lnTo>
                  <a:lnTo>
                    <a:pt x="445401" y="31521"/>
                  </a:lnTo>
                  <a:lnTo>
                    <a:pt x="420065" y="2794"/>
                  </a:lnTo>
                  <a:lnTo>
                    <a:pt x="401751" y="0"/>
                  </a:lnTo>
                  <a:lnTo>
                    <a:pt x="392074" y="647"/>
                  </a:lnTo>
                  <a:lnTo>
                    <a:pt x="359752" y="23418"/>
                  </a:lnTo>
                  <a:lnTo>
                    <a:pt x="355307" y="41287"/>
                  </a:lnTo>
                  <a:lnTo>
                    <a:pt x="373392" y="43141"/>
                  </a:lnTo>
                  <a:lnTo>
                    <a:pt x="373392" y="34099"/>
                  </a:lnTo>
                  <a:lnTo>
                    <a:pt x="376059" y="27114"/>
                  </a:lnTo>
                  <a:lnTo>
                    <a:pt x="380987" y="21983"/>
                  </a:lnTo>
                  <a:lnTo>
                    <a:pt x="386130" y="17043"/>
                  </a:lnTo>
                  <a:lnTo>
                    <a:pt x="392912" y="14376"/>
                  </a:lnTo>
                  <a:lnTo>
                    <a:pt x="409346" y="14376"/>
                  </a:lnTo>
                  <a:lnTo>
                    <a:pt x="415721" y="16840"/>
                  </a:lnTo>
                  <a:lnTo>
                    <a:pt x="420649" y="21564"/>
                  </a:lnTo>
                  <a:lnTo>
                    <a:pt x="425792" y="26289"/>
                  </a:lnTo>
                  <a:lnTo>
                    <a:pt x="428256" y="32245"/>
                  </a:lnTo>
                  <a:lnTo>
                    <a:pt x="428256" y="45808"/>
                  </a:lnTo>
                  <a:lnTo>
                    <a:pt x="399237" y="81508"/>
                  </a:lnTo>
                  <a:lnTo>
                    <a:pt x="381508" y="96443"/>
                  </a:lnTo>
                  <a:lnTo>
                    <a:pt x="375310" y="101981"/>
                  </a:lnTo>
                  <a:lnTo>
                    <a:pt x="352640" y="134950"/>
                  </a:lnTo>
                  <a:lnTo>
                    <a:pt x="351815" y="139065"/>
                  </a:lnTo>
                  <a:lnTo>
                    <a:pt x="352018" y="143167"/>
                  </a:lnTo>
                  <a:lnTo>
                    <a:pt x="446341" y="143167"/>
                  </a:lnTo>
                  <a:lnTo>
                    <a:pt x="446341" y="126326"/>
                  </a:lnTo>
                  <a:close/>
                </a:path>
                <a:path w="2308860" h="431164">
                  <a:moveTo>
                    <a:pt x="520522" y="82778"/>
                  </a:moveTo>
                  <a:lnTo>
                    <a:pt x="466483" y="82778"/>
                  </a:lnTo>
                  <a:lnTo>
                    <a:pt x="466483" y="100444"/>
                  </a:lnTo>
                  <a:lnTo>
                    <a:pt x="520522" y="100444"/>
                  </a:lnTo>
                  <a:lnTo>
                    <a:pt x="520522" y="82778"/>
                  </a:lnTo>
                  <a:close/>
                </a:path>
                <a:path w="2308860" h="431164">
                  <a:moveTo>
                    <a:pt x="631291" y="91401"/>
                  </a:moveTo>
                  <a:lnTo>
                    <a:pt x="630618" y="81546"/>
                  </a:lnTo>
                  <a:lnTo>
                    <a:pt x="630478" y="79311"/>
                  </a:lnTo>
                  <a:lnTo>
                    <a:pt x="628027" y="68630"/>
                  </a:lnTo>
                  <a:lnTo>
                    <a:pt x="623912" y="59372"/>
                  </a:lnTo>
                  <a:lnTo>
                    <a:pt x="618439" y="51968"/>
                  </a:lnTo>
                  <a:lnTo>
                    <a:pt x="618134" y="51562"/>
                  </a:lnTo>
                  <a:lnTo>
                    <a:pt x="612787" y="46977"/>
                  </a:lnTo>
                  <a:lnTo>
                    <a:pt x="612787" y="81546"/>
                  </a:lnTo>
                  <a:lnTo>
                    <a:pt x="555053" y="81546"/>
                  </a:lnTo>
                  <a:lnTo>
                    <a:pt x="576414" y="51968"/>
                  </a:lnTo>
                  <a:lnTo>
                    <a:pt x="593267" y="51968"/>
                  </a:lnTo>
                  <a:lnTo>
                    <a:pt x="600671" y="55257"/>
                  </a:lnTo>
                  <a:lnTo>
                    <a:pt x="606221" y="62039"/>
                  </a:lnTo>
                  <a:lnTo>
                    <a:pt x="609917" y="66344"/>
                  </a:lnTo>
                  <a:lnTo>
                    <a:pt x="611974" y="72923"/>
                  </a:lnTo>
                  <a:lnTo>
                    <a:pt x="612787" y="81546"/>
                  </a:lnTo>
                  <a:lnTo>
                    <a:pt x="612787" y="46977"/>
                  </a:lnTo>
                  <a:lnTo>
                    <a:pt x="611047" y="45478"/>
                  </a:lnTo>
                  <a:lnTo>
                    <a:pt x="603034" y="41109"/>
                  </a:lnTo>
                  <a:lnTo>
                    <a:pt x="594093" y="38468"/>
                  </a:lnTo>
                  <a:lnTo>
                    <a:pt x="584225" y="37592"/>
                  </a:lnTo>
                  <a:lnTo>
                    <a:pt x="574065" y="38481"/>
                  </a:lnTo>
                  <a:lnTo>
                    <a:pt x="539305" y="69278"/>
                  </a:lnTo>
                  <a:lnTo>
                    <a:pt x="535940" y="92430"/>
                  </a:lnTo>
                  <a:lnTo>
                    <a:pt x="536778" y="104343"/>
                  </a:lnTo>
                  <a:lnTo>
                    <a:pt x="556501" y="137756"/>
                  </a:lnTo>
                  <a:lnTo>
                    <a:pt x="585254" y="145643"/>
                  </a:lnTo>
                  <a:lnTo>
                    <a:pt x="593813" y="145097"/>
                  </a:lnTo>
                  <a:lnTo>
                    <a:pt x="620801" y="131254"/>
                  </a:lnTo>
                  <a:lnTo>
                    <a:pt x="624611" y="126326"/>
                  </a:lnTo>
                  <a:lnTo>
                    <a:pt x="628078" y="119710"/>
                  </a:lnTo>
                  <a:lnTo>
                    <a:pt x="630669" y="112153"/>
                  </a:lnTo>
                  <a:lnTo>
                    <a:pt x="612584" y="109893"/>
                  </a:lnTo>
                  <a:lnTo>
                    <a:pt x="609917" y="117284"/>
                  </a:lnTo>
                  <a:lnTo>
                    <a:pt x="606425" y="122834"/>
                  </a:lnTo>
                  <a:lnTo>
                    <a:pt x="601700" y="126123"/>
                  </a:lnTo>
                  <a:lnTo>
                    <a:pt x="597179" y="129413"/>
                  </a:lnTo>
                  <a:lnTo>
                    <a:pt x="591832" y="131254"/>
                  </a:lnTo>
                  <a:lnTo>
                    <a:pt x="576630" y="131254"/>
                  </a:lnTo>
                  <a:lnTo>
                    <a:pt x="569429" y="128181"/>
                  </a:lnTo>
                  <a:lnTo>
                    <a:pt x="554024" y="96126"/>
                  </a:lnTo>
                  <a:lnTo>
                    <a:pt x="631291" y="96126"/>
                  </a:lnTo>
                  <a:lnTo>
                    <a:pt x="631291" y="91401"/>
                  </a:lnTo>
                  <a:close/>
                </a:path>
                <a:path w="2308860" h="431164">
                  <a:moveTo>
                    <a:pt x="740194" y="143167"/>
                  </a:moveTo>
                  <a:lnTo>
                    <a:pt x="740092" y="70065"/>
                  </a:lnTo>
                  <a:lnTo>
                    <a:pt x="735850" y="52793"/>
                  </a:lnTo>
                  <a:lnTo>
                    <a:pt x="733628" y="49707"/>
                  </a:lnTo>
                  <a:lnTo>
                    <a:pt x="731151" y="46012"/>
                  </a:lnTo>
                  <a:lnTo>
                    <a:pt x="727252" y="43141"/>
                  </a:lnTo>
                  <a:lnTo>
                    <a:pt x="721906" y="40881"/>
                  </a:lnTo>
                  <a:lnTo>
                    <a:pt x="716775" y="38620"/>
                  </a:lnTo>
                  <a:lnTo>
                    <a:pt x="711022" y="37592"/>
                  </a:lnTo>
                  <a:lnTo>
                    <a:pt x="704850" y="37592"/>
                  </a:lnTo>
                  <a:lnTo>
                    <a:pt x="694690" y="38633"/>
                  </a:lnTo>
                  <a:lnTo>
                    <a:pt x="685774" y="41795"/>
                  </a:lnTo>
                  <a:lnTo>
                    <a:pt x="678129" y="47117"/>
                  </a:lnTo>
                  <a:lnTo>
                    <a:pt x="671766" y="54635"/>
                  </a:lnTo>
                  <a:lnTo>
                    <a:pt x="671766" y="39852"/>
                  </a:lnTo>
                  <a:lnTo>
                    <a:pt x="656145" y="39852"/>
                  </a:lnTo>
                  <a:lnTo>
                    <a:pt x="656145" y="143167"/>
                  </a:lnTo>
                  <a:lnTo>
                    <a:pt x="673620" y="143167"/>
                  </a:lnTo>
                  <a:lnTo>
                    <a:pt x="673620" y="86677"/>
                  </a:lnTo>
                  <a:lnTo>
                    <a:pt x="674116" y="77597"/>
                  </a:lnTo>
                  <a:lnTo>
                    <a:pt x="693547" y="52793"/>
                  </a:lnTo>
                  <a:lnTo>
                    <a:pt x="705675" y="52793"/>
                  </a:lnTo>
                  <a:lnTo>
                    <a:pt x="709790" y="53822"/>
                  </a:lnTo>
                  <a:lnTo>
                    <a:pt x="716775" y="57924"/>
                  </a:lnTo>
                  <a:lnTo>
                    <a:pt x="719239" y="60807"/>
                  </a:lnTo>
                  <a:lnTo>
                    <a:pt x="720471" y="64287"/>
                  </a:lnTo>
                  <a:lnTo>
                    <a:pt x="721906" y="67779"/>
                  </a:lnTo>
                  <a:lnTo>
                    <a:pt x="722528" y="73126"/>
                  </a:lnTo>
                  <a:lnTo>
                    <a:pt x="722528" y="143167"/>
                  </a:lnTo>
                  <a:lnTo>
                    <a:pt x="740194" y="143167"/>
                  </a:lnTo>
                  <a:close/>
                </a:path>
                <a:path w="2308860" h="431164">
                  <a:moveTo>
                    <a:pt x="859802" y="91401"/>
                  </a:moveTo>
                  <a:lnTo>
                    <a:pt x="859129" y="81546"/>
                  </a:lnTo>
                  <a:lnTo>
                    <a:pt x="858989" y="79311"/>
                  </a:lnTo>
                  <a:lnTo>
                    <a:pt x="856538" y="68630"/>
                  </a:lnTo>
                  <a:lnTo>
                    <a:pt x="852424" y="59372"/>
                  </a:lnTo>
                  <a:lnTo>
                    <a:pt x="846950" y="51968"/>
                  </a:lnTo>
                  <a:lnTo>
                    <a:pt x="846645" y="51562"/>
                  </a:lnTo>
                  <a:lnTo>
                    <a:pt x="841298" y="46901"/>
                  </a:lnTo>
                  <a:lnTo>
                    <a:pt x="841298" y="81546"/>
                  </a:lnTo>
                  <a:lnTo>
                    <a:pt x="783564" y="81546"/>
                  </a:lnTo>
                  <a:lnTo>
                    <a:pt x="804926" y="51968"/>
                  </a:lnTo>
                  <a:lnTo>
                    <a:pt x="821982" y="51968"/>
                  </a:lnTo>
                  <a:lnTo>
                    <a:pt x="829183" y="55257"/>
                  </a:lnTo>
                  <a:lnTo>
                    <a:pt x="834732" y="62039"/>
                  </a:lnTo>
                  <a:lnTo>
                    <a:pt x="838428" y="66344"/>
                  </a:lnTo>
                  <a:lnTo>
                    <a:pt x="840486" y="72923"/>
                  </a:lnTo>
                  <a:lnTo>
                    <a:pt x="841298" y="81546"/>
                  </a:lnTo>
                  <a:lnTo>
                    <a:pt x="841298" y="46901"/>
                  </a:lnTo>
                  <a:lnTo>
                    <a:pt x="839673" y="45478"/>
                  </a:lnTo>
                  <a:lnTo>
                    <a:pt x="831697" y="41109"/>
                  </a:lnTo>
                  <a:lnTo>
                    <a:pt x="822718" y="38468"/>
                  </a:lnTo>
                  <a:lnTo>
                    <a:pt x="812736" y="37592"/>
                  </a:lnTo>
                  <a:lnTo>
                    <a:pt x="802576" y="38481"/>
                  </a:lnTo>
                  <a:lnTo>
                    <a:pt x="767842" y="69278"/>
                  </a:lnTo>
                  <a:lnTo>
                    <a:pt x="764451" y="92430"/>
                  </a:lnTo>
                  <a:lnTo>
                    <a:pt x="765289" y="104343"/>
                  </a:lnTo>
                  <a:lnTo>
                    <a:pt x="785012" y="137756"/>
                  </a:lnTo>
                  <a:lnTo>
                    <a:pt x="813765" y="145643"/>
                  </a:lnTo>
                  <a:lnTo>
                    <a:pt x="822439" y="145097"/>
                  </a:lnTo>
                  <a:lnTo>
                    <a:pt x="849350" y="131254"/>
                  </a:lnTo>
                  <a:lnTo>
                    <a:pt x="853198" y="126326"/>
                  </a:lnTo>
                  <a:lnTo>
                    <a:pt x="856678" y="119710"/>
                  </a:lnTo>
                  <a:lnTo>
                    <a:pt x="859180" y="112153"/>
                  </a:lnTo>
                  <a:lnTo>
                    <a:pt x="841095" y="109893"/>
                  </a:lnTo>
                  <a:lnTo>
                    <a:pt x="838428" y="117284"/>
                  </a:lnTo>
                  <a:lnTo>
                    <a:pt x="834936" y="122834"/>
                  </a:lnTo>
                  <a:lnTo>
                    <a:pt x="825893" y="129413"/>
                  </a:lnTo>
                  <a:lnTo>
                    <a:pt x="820343" y="131254"/>
                  </a:lnTo>
                  <a:lnTo>
                    <a:pt x="805129" y="131254"/>
                  </a:lnTo>
                  <a:lnTo>
                    <a:pt x="782535" y="96126"/>
                  </a:lnTo>
                  <a:lnTo>
                    <a:pt x="859802" y="96126"/>
                  </a:lnTo>
                  <a:lnTo>
                    <a:pt x="859802" y="91401"/>
                  </a:lnTo>
                  <a:close/>
                </a:path>
                <a:path w="2308860" h="431164">
                  <a:moveTo>
                    <a:pt x="1515122" y="282448"/>
                  </a:moveTo>
                  <a:lnTo>
                    <a:pt x="1503819" y="282448"/>
                  </a:lnTo>
                  <a:lnTo>
                    <a:pt x="1500733" y="288607"/>
                  </a:lnTo>
                  <a:lnTo>
                    <a:pt x="1495399" y="294970"/>
                  </a:lnTo>
                  <a:lnTo>
                    <a:pt x="1462519" y="318185"/>
                  </a:lnTo>
                  <a:lnTo>
                    <a:pt x="1462519" y="335229"/>
                  </a:lnTo>
                  <a:lnTo>
                    <a:pt x="1467853" y="333184"/>
                  </a:lnTo>
                  <a:lnTo>
                    <a:pt x="1474025" y="330098"/>
                  </a:lnTo>
                  <a:lnTo>
                    <a:pt x="1480807" y="325996"/>
                  </a:lnTo>
                  <a:lnTo>
                    <a:pt x="1487792" y="322084"/>
                  </a:lnTo>
                  <a:lnTo>
                    <a:pt x="1493342" y="317982"/>
                  </a:lnTo>
                  <a:lnTo>
                    <a:pt x="1497444" y="314071"/>
                  </a:lnTo>
                  <a:lnTo>
                    <a:pt x="1497444" y="425615"/>
                  </a:lnTo>
                  <a:lnTo>
                    <a:pt x="1515122" y="425615"/>
                  </a:lnTo>
                  <a:lnTo>
                    <a:pt x="1515122" y="314071"/>
                  </a:lnTo>
                  <a:lnTo>
                    <a:pt x="1515122" y="282448"/>
                  </a:lnTo>
                  <a:close/>
                </a:path>
                <a:path w="2308860" h="431164">
                  <a:moveTo>
                    <a:pt x="1543380" y="128155"/>
                  </a:moveTo>
                  <a:lnTo>
                    <a:pt x="1531124" y="97574"/>
                  </a:lnTo>
                  <a:lnTo>
                    <a:pt x="1528064" y="93662"/>
                  </a:lnTo>
                  <a:lnTo>
                    <a:pt x="1525600" y="91846"/>
                  </a:lnTo>
                  <a:lnTo>
                    <a:pt x="1525600" y="137629"/>
                  </a:lnTo>
                  <a:lnTo>
                    <a:pt x="1525066" y="146900"/>
                  </a:lnTo>
                  <a:lnTo>
                    <a:pt x="1505051" y="177482"/>
                  </a:lnTo>
                  <a:lnTo>
                    <a:pt x="1497241" y="177482"/>
                  </a:lnTo>
                  <a:lnTo>
                    <a:pt x="1470215" y="145630"/>
                  </a:lnTo>
                  <a:lnTo>
                    <a:pt x="1469936" y="137629"/>
                  </a:lnTo>
                  <a:lnTo>
                    <a:pt x="1469961" y="136182"/>
                  </a:lnTo>
                  <a:lnTo>
                    <a:pt x="1490459" y="98183"/>
                  </a:lnTo>
                  <a:lnTo>
                    <a:pt x="1505673" y="98183"/>
                  </a:lnTo>
                  <a:lnTo>
                    <a:pt x="1525600" y="137629"/>
                  </a:lnTo>
                  <a:lnTo>
                    <a:pt x="1525600" y="91846"/>
                  </a:lnTo>
                  <a:lnTo>
                    <a:pt x="1523339" y="90170"/>
                  </a:lnTo>
                  <a:lnTo>
                    <a:pt x="1517789" y="87503"/>
                  </a:lnTo>
                  <a:lnTo>
                    <a:pt x="1512036" y="85039"/>
                  </a:lnTo>
                  <a:lnTo>
                    <a:pt x="1506080" y="83807"/>
                  </a:lnTo>
                  <a:lnTo>
                    <a:pt x="1499704" y="83807"/>
                  </a:lnTo>
                  <a:lnTo>
                    <a:pt x="1491462" y="84658"/>
                  </a:lnTo>
                  <a:lnTo>
                    <a:pt x="1483995" y="87223"/>
                  </a:lnTo>
                  <a:lnTo>
                    <a:pt x="1477289" y="91516"/>
                  </a:lnTo>
                  <a:lnTo>
                    <a:pt x="1471345" y="97574"/>
                  </a:lnTo>
                  <a:lnTo>
                    <a:pt x="1471345" y="46621"/>
                  </a:lnTo>
                  <a:lnTo>
                    <a:pt x="1453680" y="46621"/>
                  </a:lnTo>
                  <a:lnTo>
                    <a:pt x="1453680" y="189395"/>
                  </a:lnTo>
                  <a:lnTo>
                    <a:pt x="1470113" y="189395"/>
                  </a:lnTo>
                  <a:lnTo>
                    <a:pt x="1470113" y="176453"/>
                  </a:lnTo>
                  <a:lnTo>
                    <a:pt x="1475740" y="183184"/>
                  </a:lnTo>
                  <a:lnTo>
                    <a:pt x="1482394" y="187998"/>
                  </a:lnTo>
                  <a:lnTo>
                    <a:pt x="1490052" y="190893"/>
                  </a:lnTo>
                  <a:lnTo>
                    <a:pt x="1498676" y="191858"/>
                  </a:lnTo>
                  <a:lnTo>
                    <a:pt x="1507591" y="190931"/>
                  </a:lnTo>
                  <a:lnTo>
                    <a:pt x="1540217" y="159727"/>
                  </a:lnTo>
                  <a:lnTo>
                    <a:pt x="1543380" y="137629"/>
                  </a:lnTo>
                  <a:lnTo>
                    <a:pt x="1543380" y="128155"/>
                  </a:lnTo>
                  <a:close/>
                </a:path>
                <a:path w="2308860" h="431164">
                  <a:moveTo>
                    <a:pt x="1651571" y="86067"/>
                  </a:moveTo>
                  <a:lnTo>
                    <a:pt x="1634109" y="86067"/>
                  </a:lnTo>
                  <a:lnTo>
                    <a:pt x="1634109" y="150368"/>
                  </a:lnTo>
                  <a:lnTo>
                    <a:pt x="1633080" y="157137"/>
                  </a:lnTo>
                  <a:lnTo>
                    <a:pt x="1631149" y="161861"/>
                  </a:lnTo>
                  <a:lnTo>
                    <a:pt x="1629371" y="166382"/>
                  </a:lnTo>
                  <a:lnTo>
                    <a:pt x="1626082" y="170078"/>
                  </a:lnTo>
                  <a:lnTo>
                    <a:pt x="1621358" y="172758"/>
                  </a:lnTo>
                  <a:lnTo>
                    <a:pt x="1616837" y="175425"/>
                  </a:lnTo>
                  <a:lnTo>
                    <a:pt x="1611909" y="176657"/>
                  </a:lnTo>
                  <a:lnTo>
                    <a:pt x="1601431" y="176657"/>
                  </a:lnTo>
                  <a:lnTo>
                    <a:pt x="1596910" y="175425"/>
                  </a:lnTo>
                  <a:lnTo>
                    <a:pt x="1593418" y="172758"/>
                  </a:lnTo>
                  <a:lnTo>
                    <a:pt x="1589709" y="170078"/>
                  </a:lnTo>
                  <a:lnTo>
                    <a:pt x="1587449" y="166585"/>
                  </a:lnTo>
                  <a:lnTo>
                    <a:pt x="1586369" y="161658"/>
                  </a:lnTo>
                  <a:lnTo>
                    <a:pt x="1585607" y="158788"/>
                  </a:lnTo>
                  <a:lnTo>
                    <a:pt x="1585201" y="152615"/>
                  </a:lnTo>
                  <a:lnTo>
                    <a:pt x="1585201" y="86067"/>
                  </a:lnTo>
                  <a:lnTo>
                    <a:pt x="1567726" y="86067"/>
                  </a:lnTo>
                  <a:lnTo>
                    <a:pt x="1567815" y="158788"/>
                  </a:lnTo>
                  <a:lnTo>
                    <a:pt x="1574304" y="179527"/>
                  </a:lnTo>
                  <a:lnTo>
                    <a:pt x="1576768" y="183019"/>
                  </a:lnTo>
                  <a:lnTo>
                    <a:pt x="1580680" y="185902"/>
                  </a:lnTo>
                  <a:lnTo>
                    <a:pt x="1586014" y="188366"/>
                  </a:lnTo>
                  <a:lnTo>
                    <a:pt x="1591360" y="190627"/>
                  </a:lnTo>
                  <a:lnTo>
                    <a:pt x="1596910" y="191858"/>
                  </a:lnTo>
                  <a:lnTo>
                    <a:pt x="1603070" y="191858"/>
                  </a:lnTo>
                  <a:lnTo>
                    <a:pt x="1612887" y="190741"/>
                  </a:lnTo>
                  <a:lnTo>
                    <a:pt x="1621675" y="187413"/>
                  </a:lnTo>
                  <a:lnTo>
                    <a:pt x="1629371" y="181889"/>
                  </a:lnTo>
                  <a:lnTo>
                    <a:pt x="1633842" y="176657"/>
                  </a:lnTo>
                  <a:lnTo>
                    <a:pt x="1635950" y="174193"/>
                  </a:lnTo>
                  <a:lnTo>
                    <a:pt x="1635950" y="189395"/>
                  </a:lnTo>
                  <a:lnTo>
                    <a:pt x="1651571" y="189395"/>
                  </a:lnTo>
                  <a:lnTo>
                    <a:pt x="1651571" y="174193"/>
                  </a:lnTo>
                  <a:lnTo>
                    <a:pt x="1651571" y="86067"/>
                  </a:lnTo>
                  <a:close/>
                </a:path>
                <a:path w="2308860" h="431164">
                  <a:moveTo>
                    <a:pt x="1657070" y="353314"/>
                  </a:moveTo>
                  <a:lnTo>
                    <a:pt x="1651165" y="311200"/>
                  </a:lnTo>
                  <a:lnTo>
                    <a:pt x="1641817" y="296824"/>
                  </a:lnTo>
                  <a:lnTo>
                    <a:pt x="1639074" y="293954"/>
                  </a:lnTo>
                  <a:lnTo>
                    <a:pt x="1637601" y="292836"/>
                  </a:lnTo>
                  <a:lnTo>
                    <a:pt x="1637601" y="319620"/>
                  </a:lnTo>
                  <a:lnTo>
                    <a:pt x="1637601" y="339750"/>
                  </a:lnTo>
                  <a:lnTo>
                    <a:pt x="1635125" y="347560"/>
                  </a:lnTo>
                  <a:lnTo>
                    <a:pt x="1629791" y="353314"/>
                  </a:lnTo>
                  <a:lnTo>
                    <a:pt x="1624647" y="359067"/>
                  </a:lnTo>
                  <a:lnTo>
                    <a:pt x="1617865" y="361734"/>
                  </a:lnTo>
                  <a:lnTo>
                    <a:pt x="1601838" y="361734"/>
                  </a:lnTo>
                  <a:lnTo>
                    <a:pt x="1595056" y="359067"/>
                  </a:lnTo>
                  <a:lnTo>
                    <a:pt x="1583956" y="347560"/>
                  </a:lnTo>
                  <a:lnTo>
                    <a:pt x="1581289" y="340169"/>
                  </a:lnTo>
                  <a:lnTo>
                    <a:pt x="1581404" y="329692"/>
                  </a:lnTo>
                  <a:lnTo>
                    <a:pt x="1602460" y="296824"/>
                  </a:lnTo>
                  <a:lnTo>
                    <a:pt x="1617865" y="296824"/>
                  </a:lnTo>
                  <a:lnTo>
                    <a:pt x="1624241" y="299897"/>
                  </a:lnTo>
                  <a:lnTo>
                    <a:pt x="1629587" y="305650"/>
                  </a:lnTo>
                  <a:lnTo>
                    <a:pt x="1634921" y="311607"/>
                  </a:lnTo>
                  <a:lnTo>
                    <a:pt x="1637601" y="319620"/>
                  </a:lnTo>
                  <a:lnTo>
                    <a:pt x="1637601" y="292836"/>
                  </a:lnTo>
                  <a:lnTo>
                    <a:pt x="1608213" y="282448"/>
                  </a:lnTo>
                  <a:lnTo>
                    <a:pt x="1598930" y="283260"/>
                  </a:lnTo>
                  <a:lnTo>
                    <a:pt x="1566443" y="310972"/>
                  </a:lnTo>
                  <a:lnTo>
                    <a:pt x="1563255" y="331127"/>
                  </a:lnTo>
                  <a:lnTo>
                    <a:pt x="1563979" y="340601"/>
                  </a:lnTo>
                  <a:lnTo>
                    <a:pt x="1589151" y="374103"/>
                  </a:lnTo>
                  <a:lnTo>
                    <a:pt x="1605534" y="377342"/>
                  </a:lnTo>
                  <a:lnTo>
                    <a:pt x="1612531" y="377342"/>
                  </a:lnTo>
                  <a:lnTo>
                    <a:pt x="1619097" y="375500"/>
                  </a:lnTo>
                  <a:lnTo>
                    <a:pt x="1625269" y="372008"/>
                  </a:lnTo>
                  <a:lnTo>
                    <a:pt x="1631429" y="368719"/>
                  </a:lnTo>
                  <a:lnTo>
                    <a:pt x="1636153" y="364197"/>
                  </a:lnTo>
                  <a:lnTo>
                    <a:pt x="1637652" y="361734"/>
                  </a:lnTo>
                  <a:lnTo>
                    <a:pt x="1639646" y="358444"/>
                  </a:lnTo>
                  <a:lnTo>
                    <a:pt x="1639570" y="370065"/>
                  </a:lnTo>
                  <a:lnTo>
                    <a:pt x="1624647" y="407543"/>
                  </a:lnTo>
                  <a:lnTo>
                    <a:pt x="1611706" y="413702"/>
                  </a:lnTo>
                  <a:lnTo>
                    <a:pt x="1600200" y="413702"/>
                  </a:lnTo>
                  <a:lnTo>
                    <a:pt x="1594853" y="411848"/>
                  </a:lnTo>
                  <a:lnTo>
                    <a:pt x="1590954" y="408368"/>
                  </a:lnTo>
                  <a:lnTo>
                    <a:pt x="1586839" y="404876"/>
                  </a:lnTo>
                  <a:lnTo>
                    <a:pt x="1584172" y="399122"/>
                  </a:lnTo>
                  <a:lnTo>
                    <a:pt x="1582724" y="391109"/>
                  </a:lnTo>
                  <a:lnTo>
                    <a:pt x="1565884" y="392747"/>
                  </a:lnTo>
                  <a:lnTo>
                    <a:pt x="1590814" y="425767"/>
                  </a:lnTo>
                  <a:lnTo>
                    <a:pt x="1605953" y="428078"/>
                  </a:lnTo>
                  <a:lnTo>
                    <a:pt x="1613662" y="427570"/>
                  </a:lnTo>
                  <a:lnTo>
                    <a:pt x="1640052" y="413702"/>
                  </a:lnTo>
                  <a:lnTo>
                    <a:pt x="1643786" y="409257"/>
                  </a:lnTo>
                  <a:lnTo>
                    <a:pt x="1656765" y="364451"/>
                  </a:lnTo>
                  <a:lnTo>
                    <a:pt x="1656930" y="358444"/>
                  </a:lnTo>
                  <a:lnTo>
                    <a:pt x="1657070" y="353314"/>
                  </a:lnTo>
                  <a:close/>
                </a:path>
                <a:path w="2308860" h="431164">
                  <a:moveTo>
                    <a:pt x="1723288" y="189179"/>
                  </a:moveTo>
                  <a:lnTo>
                    <a:pt x="1720723" y="174396"/>
                  </a:lnTo>
                  <a:lnTo>
                    <a:pt x="1720621" y="173774"/>
                  </a:lnTo>
                  <a:lnTo>
                    <a:pt x="1717535" y="174193"/>
                  </a:lnTo>
                  <a:lnTo>
                    <a:pt x="1714868" y="174396"/>
                  </a:lnTo>
                  <a:lnTo>
                    <a:pt x="1710347" y="174396"/>
                  </a:lnTo>
                  <a:lnTo>
                    <a:pt x="1703146" y="165150"/>
                  </a:lnTo>
                  <a:lnTo>
                    <a:pt x="1703146" y="99618"/>
                  </a:lnTo>
                  <a:lnTo>
                    <a:pt x="1720621" y="99618"/>
                  </a:lnTo>
                  <a:lnTo>
                    <a:pt x="1720621" y="86067"/>
                  </a:lnTo>
                  <a:lnTo>
                    <a:pt x="1703146" y="86067"/>
                  </a:lnTo>
                  <a:lnTo>
                    <a:pt x="1703146" y="49911"/>
                  </a:lnTo>
                  <a:lnTo>
                    <a:pt x="1685683" y="60388"/>
                  </a:lnTo>
                  <a:lnTo>
                    <a:pt x="1685683" y="86067"/>
                  </a:lnTo>
                  <a:lnTo>
                    <a:pt x="1672729" y="86067"/>
                  </a:lnTo>
                  <a:lnTo>
                    <a:pt x="1672729" y="99618"/>
                  </a:lnTo>
                  <a:lnTo>
                    <a:pt x="1685683" y="99618"/>
                  </a:lnTo>
                  <a:lnTo>
                    <a:pt x="1685683" y="169672"/>
                  </a:lnTo>
                  <a:lnTo>
                    <a:pt x="1686293" y="176657"/>
                  </a:lnTo>
                  <a:lnTo>
                    <a:pt x="1689176" y="183222"/>
                  </a:lnTo>
                  <a:lnTo>
                    <a:pt x="1691640" y="185902"/>
                  </a:lnTo>
                  <a:lnTo>
                    <a:pt x="1695132" y="187744"/>
                  </a:lnTo>
                  <a:lnTo>
                    <a:pt x="1698625" y="189801"/>
                  </a:lnTo>
                  <a:lnTo>
                    <a:pt x="1703565" y="190830"/>
                  </a:lnTo>
                  <a:lnTo>
                    <a:pt x="1713839" y="190830"/>
                  </a:lnTo>
                  <a:lnTo>
                    <a:pt x="1718360" y="190423"/>
                  </a:lnTo>
                  <a:lnTo>
                    <a:pt x="1723288" y="189179"/>
                  </a:lnTo>
                  <a:close/>
                </a:path>
                <a:path w="2308860" h="431164">
                  <a:moveTo>
                    <a:pt x="1741982" y="318389"/>
                  </a:moveTo>
                  <a:lnTo>
                    <a:pt x="1726577" y="283425"/>
                  </a:lnTo>
                  <a:lnTo>
                    <a:pt x="1726577" y="308330"/>
                  </a:lnTo>
                  <a:lnTo>
                    <a:pt x="1726488" y="328041"/>
                  </a:lnTo>
                  <a:lnTo>
                    <a:pt x="1725142" y="334416"/>
                  </a:lnTo>
                  <a:lnTo>
                    <a:pt x="1722259" y="338315"/>
                  </a:lnTo>
                  <a:lnTo>
                    <a:pt x="1719389" y="342011"/>
                  </a:lnTo>
                  <a:lnTo>
                    <a:pt x="1715681" y="343865"/>
                  </a:lnTo>
                  <a:lnTo>
                    <a:pt x="1707057" y="343865"/>
                  </a:lnTo>
                  <a:lnTo>
                    <a:pt x="1703349" y="342011"/>
                  </a:lnTo>
                  <a:lnTo>
                    <a:pt x="1697596" y="334619"/>
                  </a:lnTo>
                  <a:lnTo>
                    <a:pt x="1696161" y="328041"/>
                  </a:lnTo>
                  <a:lnTo>
                    <a:pt x="1696288" y="308330"/>
                  </a:lnTo>
                  <a:lnTo>
                    <a:pt x="1697596" y="301955"/>
                  </a:lnTo>
                  <a:lnTo>
                    <a:pt x="1703349" y="294563"/>
                  </a:lnTo>
                  <a:lnTo>
                    <a:pt x="1707057" y="292506"/>
                  </a:lnTo>
                  <a:lnTo>
                    <a:pt x="1715681" y="292506"/>
                  </a:lnTo>
                  <a:lnTo>
                    <a:pt x="1719389" y="294360"/>
                  </a:lnTo>
                  <a:lnTo>
                    <a:pt x="1722259" y="298259"/>
                  </a:lnTo>
                  <a:lnTo>
                    <a:pt x="1725142" y="301955"/>
                  </a:lnTo>
                  <a:lnTo>
                    <a:pt x="1726577" y="308330"/>
                  </a:lnTo>
                  <a:lnTo>
                    <a:pt x="1726577" y="283425"/>
                  </a:lnTo>
                  <a:lnTo>
                    <a:pt x="1719795" y="280593"/>
                  </a:lnTo>
                  <a:lnTo>
                    <a:pt x="1701088" y="280593"/>
                  </a:lnTo>
                  <a:lnTo>
                    <a:pt x="1680756" y="317157"/>
                  </a:lnTo>
                  <a:lnTo>
                    <a:pt x="1681289" y="326364"/>
                  </a:lnTo>
                  <a:lnTo>
                    <a:pt x="1702333" y="355981"/>
                  </a:lnTo>
                  <a:lnTo>
                    <a:pt x="1719795" y="355981"/>
                  </a:lnTo>
                  <a:lnTo>
                    <a:pt x="1726984" y="352691"/>
                  </a:lnTo>
                  <a:lnTo>
                    <a:pt x="1732940" y="346125"/>
                  </a:lnTo>
                  <a:lnTo>
                    <a:pt x="1734604" y="343865"/>
                  </a:lnTo>
                  <a:lnTo>
                    <a:pt x="1736877" y="340779"/>
                  </a:lnTo>
                  <a:lnTo>
                    <a:pt x="1739709" y="334289"/>
                  </a:lnTo>
                  <a:lnTo>
                    <a:pt x="1741411" y="326859"/>
                  </a:lnTo>
                  <a:lnTo>
                    <a:pt x="1741982" y="318389"/>
                  </a:lnTo>
                  <a:close/>
                </a:path>
                <a:path w="2308860" h="431164">
                  <a:moveTo>
                    <a:pt x="1786585" y="128993"/>
                  </a:moveTo>
                  <a:lnTo>
                    <a:pt x="1732737" y="128993"/>
                  </a:lnTo>
                  <a:lnTo>
                    <a:pt x="1732737" y="146659"/>
                  </a:lnTo>
                  <a:lnTo>
                    <a:pt x="1786585" y="146659"/>
                  </a:lnTo>
                  <a:lnTo>
                    <a:pt x="1786585" y="128993"/>
                  </a:lnTo>
                  <a:close/>
                </a:path>
                <a:path w="2308860" h="431164">
                  <a:moveTo>
                    <a:pt x="1803844" y="280593"/>
                  </a:moveTo>
                  <a:lnTo>
                    <a:pt x="1789455" y="280593"/>
                  </a:lnTo>
                  <a:lnTo>
                    <a:pt x="1711363" y="430961"/>
                  </a:lnTo>
                  <a:lnTo>
                    <a:pt x="1725955" y="430961"/>
                  </a:lnTo>
                  <a:lnTo>
                    <a:pt x="1803844" y="280593"/>
                  </a:lnTo>
                  <a:close/>
                </a:path>
                <a:path w="2308860" h="431164">
                  <a:moveTo>
                    <a:pt x="1834464" y="393369"/>
                  </a:moveTo>
                  <a:lnTo>
                    <a:pt x="1833892" y="384543"/>
                  </a:lnTo>
                  <a:lnTo>
                    <a:pt x="1832203" y="376885"/>
                  </a:lnTo>
                  <a:lnTo>
                    <a:pt x="1829435" y="370370"/>
                  </a:lnTo>
                  <a:lnTo>
                    <a:pt x="1827377" y="367487"/>
                  </a:lnTo>
                  <a:lnTo>
                    <a:pt x="1825625" y="365023"/>
                  </a:lnTo>
                  <a:lnTo>
                    <a:pt x="1819668" y="358648"/>
                  </a:lnTo>
                  <a:lnTo>
                    <a:pt x="1819046" y="358394"/>
                  </a:lnTo>
                  <a:lnTo>
                    <a:pt x="1819046" y="383298"/>
                  </a:lnTo>
                  <a:lnTo>
                    <a:pt x="1818957" y="403021"/>
                  </a:lnTo>
                  <a:lnTo>
                    <a:pt x="1817611" y="409384"/>
                  </a:lnTo>
                  <a:lnTo>
                    <a:pt x="1814728" y="413296"/>
                  </a:lnTo>
                  <a:lnTo>
                    <a:pt x="1811858" y="416991"/>
                  </a:lnTo>
                  <a:lnTo>
                    <a:pt x="1808162" y="418833"/>
                  </a:lnTo>
                  <a:lnTo>
                    <a:pt x="1799323" y="418833"/>
                  </a:lnTo>
                  <a:lnTo>
                    <a:pt x="1795830" y="416991"/>
                  </a:lnTo>
                  <a:lnTo>
                    <a:pt x="1792947" y="413296"/>
                  </a:lnTo>
                  <a:lnTo>
                    <a:pt x="1789874" y="409384"/>
                  </a:lnTo>
                  <a:lnTo>
                    <a:pt x="1788426" y="403021"/>
                  </a:lnTo>
                  <a:lnTo>
                    <a:pt x="1788553" y="383298"/>
                  </a:lnTo>
                  <a:lnTo>
                    <a:pt x="1789874" y="376936"/>
                  </a:lnTo>
                  <a:lnTo>
                    <a:pt x="1795627" y="369544"/>
                  </a:lnTo>
                  <a:lnTo>
                    <a:pt x="1799323" y="367487"/>
                  </a:lnTo>
                  <a:lnTo>
                    <a:pt x="1808162" y="367487"/>
                  </a:lnTo>
                  <a:lnTo>
                    <a:pt x="1811858" y="369544"/>
                  </a:lnTo>
                  <a:lnTo>
                    <a:pt x="1817611" y="376936"/>
                  </a:lnTo>
                  <a:lnTo>
                    <a:pt x="1819046" y="383298"/>
                  </a:lnTo>
                  <a:lnTo>
                    <a:pt x="1819046" y="358394"/>
                  </a:lnTo>
                  <a:lnTo>
                    <a:pt x="1812264" y="355574"/>
                  </a:lnTo>
                  <a:lnTo>
                    <a:pt x="1793570" y="355574"/>
                  </a:lnTo>
                  <a:lnTo>
                    <a:pt x="1773224" y="392137"/>
                  </a:lnTo>
                  <a:lnTo>
                    <a:pt x="1773758" y="401231"/>
                  </a:lnTo>
                  <a:lnTo>
                    <a:pt x="1794802" y="430961"/>
                  </a:lnTo>
                  <a:lnTo>
                    <a:pt x="1812061" y="430961"/>
                  </a:lnTo>
                  <a:lnTo>
                    <a:pt x="1833880" y="401828"/>
                  </a:lnTo>
                  <a:lnTo>
                    <a:pt x="1834464" y="393369"/>
                  </a:lnTo>
                  <a:close/>
                </a:path>
                <a:path w="2308860" h="431164">
                  <a:moveTo>
                    <a:pt x="1868982" y="46215"/>
                  </a:moveTo>
                  <a:lnTo>
                    <a:pt x="1857679" y="46215"/>
                  </a:lnTo>
                  <a:lnTo>
                    <a:pt x="1854593" y="52374"/>
                  </a:lnTo>
                  <a:lnTo>
                    <a:pt x="1849462" y="58750"/>
                  </a:lnTo>
                  <a:lnTo>
                    <a:pt x="1816379" y="81953"/>
                  </a:lnTo>
                  <a:lnTo>
                    <a:pt x="1816379" y="99009"/>
                  </a:lnTo>
                  <a:lnTo>
                    <a:pt x="1821929" y="96951"/>
                  </a:lnTo>
                  <a:lnTo>
                    <a:pt x="1828088" y="93878"/>
                  </a:lnTo>
                  <a:lnTo>
                    <a:pt x="1834870" y="89763"/>
                  </a:lnTo>
                  <a:lnTo>
                    <a:pt x="1841855" y="85864"/>
                  </a:lnTo>
                  <a:lnTo>
                    <a:pt x="1847202" y="81749"/>
                  </a:lnTo>
                  <a:lnTo>
                    <a:pt x="1851520" y="77851"/>
                  </a:lnTo>
                  <a:lnTo>
                    <a:pt x="1851520" y="189395"/>
                  </a:lnTo>
                  <a:lnTo>
                    <a:pt x="1868982" y="189395"/>
                  </a:lnTo>
                  <a:lnTo>
                    <a:pt x="1868982" y="77851"/>
                  </a:lnTo>
                  <a:lnTo>
                    <a:pt x="1868982" y="46215"/>
                  </a:lnTo>
                  <a:close/>
                </a:path>
                <a:path w="2308860" h="431164">
                  <a:moveTo>
                    <a:pt x="1969262" y="128993"/>
                  </a:moveTo>
                  <a:lnTo>
                    <a:pt x="1915223" y="128993"/>
                  </a:lnTo>
                  <a:lnTo>
                    <a:pt x="1915223" y="146659"/>
                  </a:lnTo>
                  <a:lnTo>
                    <a:pt x="1969262" y="146659"/>
                  </a:lnTo>
                  <a:lnTo>
                    <a:pt x="1969262" y="128993"/>
                  </a:lnTo>
                  <a:close/>
                </a:path>
                <a:path w="2308860" h="431164">
                  <a:moveTo>
                    <a:pt x="2080031" y="137629"/>
                  </a:moveTo>
                  <a:lnTo>
                    <a:pt x="2067179" y="98183"/>
                  </a:lnTo>
                  <a:lnTo>
                    <a:pt x="2061527" y="93192"/>
                  </a:lnTo>
                  <a:lnTo>
                    <a:pt x="2061527" y="127762"/>
                  </a:lnTo>
                  <a:lnTo>
                    <a:pt x="2003793" y="127762"/>
                  </a:lnTo>
                  <a:lnTo>
                    <a:pt x="2025154" y="98183"/>
                  </a:lnTo>
                  <a:lnTo>
                    <a:pt x="2042007" y="98183"/>
                  </a:lnTo>
                  <a:lnTo>
                    <a:pt x="2049411" y="101473"/>
                  </a:lnTo>
                  <a:lnTo>
                    <a:pt x="2054961" y="108254"/>
                  </a:lnTo>
                  <a:lnTo>
                    <a:pt x="2058657" y="112560"/>
                  </a:lnTo>
                  <a:lnTo>
                    <a:pt x="2060714" y="119138"/>
                  </a:lnTo>
                  <a:lnTo>
                    <a:pt x="2061527" y="127762"/>
                  </a:lnTo>
                  <a:lnTo>
                    <a:pt x="2061527" y="93192"/>
                  </a:lnTo>
                  <a:lnTo>
                    <a:pt x="2059787" y="91694"/>
                  </a:lnTo>
                  <a:lnTo>
                    <a:pt x="2051773" y="87325"/>
                  </a:lnTo>
                  <a:lnTo>
                    <a:pt x="2042833" y="84696"/>
                  </a:lnTo>
                  <a:lnTo>
                    <a:pt x="2032965" y="83807"/>
                  </a:lnTo>
                  <a:lnTo>
                    <a:pt x="2022805" y="84696"/>
                  </a:lnTo>
                  <a:lnTo>
                    <a:pt x="1988045" y="115493"/>
                  </a:lnTo>
                  <a:lnTo>
                    <a:pt x="1984679" y="138658"/>
                  </a:lnTo>
                  <a:lnTo>
                    <a:pt x="1985518" y="150558"/>
                  </a:lnTo>
                  <a:lnTo>
                    <a:pt x="2005241" y="183972"/>
                  </a:lnTo>
                  <a:lnTo>
                    <a:pt x="2033993" y="191858"/>
                  </a:lnTo>
                  <a:lnTo>
                    <a:pt x="2042553" y="191312"/>
                  </a:lnTo>
                  <a:lnTo>
                    <a:pt x="2076818" y="165925"/>
                  </a:lnTo>
                  <a:lnTo>
                    <a:pt x="2079409" y="158369"/>
                  </a:lnTo>
                  <a:lnTo>
                    <a:pt x="2061324" y="156108"/>
                  </a:lnTo>
                  <a:lnTo>
                    <a:pt x="2058657" y="163512"/>
                  </a:lnTo>
                  <a:lnTo>
                    <a:pt x="2055164" y="169049"/>
                  </a:lnTo>
                  <a:lnTo>
                    <a:pt x="2050440" y="172339"/>
                  </a:lnTo>
                  <a:lnTo>
                    <a:pt x="2045919" y="175628"/>
                  </a:lnTo>
                  <a:lnTo>
                    <a:pt x="2040572" y="177482"/>
                  </a:lnTo>
                  <a:lnTo>
                    <a:pt x="2025370" y="177482"/>
                  </a:lnTo>
                  <a:lnTo>
                    <a:pt x="2018169" y="174396"/>
                  </a:lnTo>
                  <a:lnTo>
                    <a:pt x="2002764" y="142354"/>
                  </a:lnTo>
                  <a:lnTo>
                    <a:pt x="2080031" y="142354"/>
                  </a:lnTo>
                  <a:lnTo>
                    <a:pt x="2080031" y="137629"/>
                  </a:lnTo>
                  <a:close/>
                </a:path>
                <a:path w="2308860" h="431164">
                  <a:moveTo>
                    <a:pt x="2188934" y="189395"/>
                  </a:moveTo>
                  <a:lnTo>
                    <a:pt x="2188832" y="116293"/>
                  </a:lnTo>
                  <a:lnTo>
                    <a:pt x="2184590" y="99009"/>
                  </a:lnTo>
                  <a:lnTo>
                    <a:pt x="2182368" y="95923"/>
                  </a:lnTo>
                  <a:lnTo>
                    <a:pt x="2179904" y="92227"/>
                  </a:lnTo>
                  <a:lnTo>
                    <a:pt x="2175992" y="89357"/>
                  </a:lnTo>
                  <a:lnTo>
                    <a:pt x="2170646" y="87096"/>
                  </a:lnTo>
                  <a:lnTo>
                    <a:pt x="2165515" y="84836"/>
                  </a:lnTo>
                  <a:lnTo>
                    <a:pt x="2159762" y="83807"/>
                  </a:lnTo>
                  <a:lnTo>
                    <a:pt x="2153589" y="83807"/>
                  </a:lnTo>
                  <a:lnTo>
                    <a:pt x="2143429" y="84848"/>
                  </a:lnTo>
                  <a:lnTo>
                    <a:pt x="2134514" y="88023"/>
                  </a:lnTo>
                  <a:lnTo>
                    <a:pt x="2126869" y="93345"/>
                  </a:lnTo>
                  <a:lnTo>
                    <a:pt x="2120506" y="100863"/>
                  </a:lnTo>
                  <a:lnTo>
                    <a:pt x="2120506" y="86067"/>
                  </a:lnTo>
                  <a:lnTo>
                    <a:pt x="2104898" y="86067"/>
                  </a:lnTo>
                  <a:lnTo>
                    <a:pt x="2104898" y="189395"/>
                  </a:lnTo>
                  <a:lnTo>
                    <a:pt x="2122360" y="189395"/>
                  </a:lnTo>
                  <a:lnTo>
                    <a:pt x="2122360" y="132905"/>
                  </a:lnTo>
                  <a:lnTo>
                    <a:pt x="2122855" y="123812"/>
                  </a:lnTo>
                  <a:lnTo>
                    <a:pt x="2137079" y="100863"/>
                  </a:lnTo>
                  <a:lnTo>
                    <a:pt x="2142286" y="99009"/>
                  </a:lnTo>
                  <a:lnTo>
                    <a:pt x="2154415" y="99009"/>
                  </a:lnTo>
                  <a:lnTo>
                    <a:pt x="2158530" y="100037"/>
                  </a:lnTo>
                  <a:lnTo>
                    <a:pt x="2165515" y="104140"/>
                  </a:lnTo>
                  <a:lnTo>
                    <a:pt x="2167979" y="107022"/>
                  </a:lnTo>
                  <a:lnTo>
                    <a:pt x="2169210" y="110515"/>
                  </a:lnTo>
                  <a:lnTo>
                    <a:pt x="2170646" y="114007"/>
                  </a:lnTo>
                  <a:lnTo>
                    <a:pt x="2171268" y="119341"/>
                  </a:lnTo>
                  <a:lnTo>
                    <a:pt x="2171268" y="189395"/>
                  </a:lnTo>
                  <a:lnTo>
                    <a:pt x="2188934" y="189395"/>
                  </a:lnTo>
                  <a:close/>
                </a:path>
                <a:path w="2308860" h="431164">
                  <a:moveTo>
                    <a:pt x="2308542" y="137629"/>
                  </a:moveTo>
                  <a:lnTo>
                    <a:pt x="2307869" y="127762"/>
                  </a:lnTo>
                  <a:lnTo>
                    <a:pt x="2307729" y="125539"/>
                  </a:lnTo>
                  <a:lnTo>
                    <a:pt x="2305278" y="114846"/>
                  </a:lnTo>
                  <a:lnTo>
                    <a:pt x="2301163" y="105587"/>
                  </a:lnTo>
                  <a:lnTo>
                    <a:pt x="2295690" y="98183"/>
                  </a:lnTo>
                  <a:lnTo>
                    <a:pt x="2295385" y="97777"/>
                  </a:lnTo>
                  <a:lnTo>
                    <a:pt x="2290038" y="93116"/>
                  </a:lnTo>
                  <a:lnTo>
                    <a:pt x="2290038" y="127762"/>
                  </a:lnTo>
                  <a:lnTo>
                    <a:pt x="2232304" y="127762"/>
                  </a:lnTo>
                  <a:lnTo>
                    <a:pt x="2253665" y="98183"/>
                  </a:lnTo>
                  <a:lnTo>
                    <a:pt x="2270722" y="98183"/>
                  </a:lnTo>
                  <a:lnTo>
                    <a:pt x="2277922" y="101473"/>
                  </a:lnTo>
                  <a:lnTo>
                    <a:pt x="2283472" y="108254"/>
                  </a:lnTo>
                  <a:lnTo>
                    <a:pt x="2287168" y="112560"/>
                  </a:lnTo>
                  <a:lnTo>
                    <a:pt x="2289225" y="119138"/>
                  </a:lnTo>
                  <a:lnTo>
                    <a:pt x="2290038" y="127762"/>
                  </a:lnTo>
                  <a:lnTo>
                    <a:pt x="2290038" y="93116"/>
                  </a:lnTo>
                  <a:lnTo>
                    <a:pt x="2288413" y="91694"/>
                  </a:lnTo>
                  <a:lnTo>
                    <a:pt x="2280437" y="87325"/>
                  </a:lnTo>
                  <a:lnTo>
                    <a:pt x="2271458" y="84696"/>
                  </a:lnTo>
                  <a:lnTo>
                    <a:pt x="2261476" y="83807"/>
                  </a:lnTo>
                  <a:lnTo>
                    <a:pt x="2251316" y="84696"/>
                  </a:lnTo>
                  <a:lnTo>
                    <a:pt x="2216581" y="115493"/>
                  </a:lnTo>
                  <a:lnTo>
                    <a:pt x="2213191" y="138658"/>
                  </a:lnTo>
                  <a:lnTo>
                    <a:pt x="2214029" y="150558"/>
                  </a:lnTo>
                  <a:lnTo>
                    <a:pt x="2233752" y="183972"/>
                  </a:lnTo>
                  <a:lnTo>
                    <a:pt x="2262505" y="191858"/>
                  </a:lnTo>
                  <a:lnTo>
                    <a:pt x="2271179" y="191312"/>
                  </a:lnTo>
                  <a:lnTo>
                    <a:pt x="2305418" y="165925"/>
                  </a:lnTo>
                  <a:lnTo>
                    <a:pt x="2307920" y="158369"/>
                  </a:lnTo>
                  <a:lnTo>
                    <a:pt x="2289835" y="156108"/>
                  </a:lnTo>
                  <a:lnTo>
                    <a:pt x="2287168" y="163512"/>
                  </a:lnTo>
                  <a:lnTo>
                    <a:pt x="2283676" y="169049"/>
                  </a:lnTo>
                  <a:lnTo>
                    <a:pt x="2274633" y="175628"/>
                  </a:lnTo>
                  <a:lnTo>
                    <a:pt x="2269083" y="177482"/>
                  </a:lnTo>
                  <a:lnTo>
                    <a:pt x="2253881" y="177482"/>
                  </a:lnTo>
                  <a:lnTo>
                    <a:pt x="2231275" y="142354"/>
                  </a:lnTo>
                  <a:lnTo>
                    <a:pt x="2308542" y="142354"/>
                  </a:lnTo>
                  <a:lnTo>
                    <a:pt x="2308542" y="1376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37393" y="2630176"/>
              <a:ext cx="94322" cy="94285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976175" y="1541685"/>
              <a:ext cx="1401045" cy="182408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3441534" y="1539430"/>
              <a:ext cx="2508885" cy="187325"/>
            </a:xfrm>
            <a:custGeom>
              <a:avLst/>
              <a:gdLst/>
              <a:ahLst/>
              <a:cxnLst/>
              <a:rect l="l" t="t" r="r" b="b"/>
              <a:pathLst>
                <a:path w="2508885" h="187325">
                  <a:moveTo>
                    <a:pt x="95758" y="84429"/>
                  </a:moveTo>
                  <a:lnTo>
                    <a:pt x="86258" y="52997"/>
                  </a:lnTo>
                  <a:lnTo>
                    <a:pt x="84658" y="50939"/>
                  </a:lnTo>
                  <a:lnTo>
                    <a:pt x="79324" y="46342"/>
                  </a:lnTo>
                  <a:lnTo>
                    <a:pt x="79324" y="71691"/>
                  </a:lnTo>
                  <a:lnTo>
                    <a:pt x="79324" y="81140"/>
                  </a:lnTo>
                  <a:lnTo>
                    <a:pt x="79171" y="82169"/>
                  </a:lnTo>
                  <a:lnTo>
                    <a:pt x="79121" y="84429"/>
                  </a:lnTo>
                  <a:lnTo>
                    <a:pt x="21170" y="84429"/>
                  </a:lnTo>
                  <a:lnTo>
                    <a:pt x="48082" y="52997"/>
                  </a:lnTo>
                  <a:lnTo>
                    <a:pt x="62471" y="52997"/>
                  </a:lnTo>
                  <a:lnTo>
                    <a:pt x="68224" y="55460"/>
                  </a:lnTo>
                  <a:lnTo>
                    <a:pt x="72542" y="60185"/>
                  </a:lnTo>
                  <a:lnTo>
                    <a:pt x="77063" y="64909"/>
                  </a:lnTo>
                  <a:lnTo>
                    <a:pt x="79324" y="71691"/>
                  </a:lnTo>
                  <a:lnTo>
                    <a:pt x="79324" y="46342"/>
                  </a:lnTo>
                  <a:lnTo>
                    <a:pt x="78765" y="45859"/>
                  </a:lnTo>
                  <a:lnTo>
                    <a:pt x="71894" y="42265"/>
                  </a:lnTo>
                  <a:lnTo>
                    <a:pt x="64058" y="40144"/>
                  </a:lnTo>
                  <a:lnTo>
                    <a:pt x="55283" y="39446"/>
                  </a:lnTo>
                  <a:lnTo>
                    <a:pt x="48056" y="39903"/>
                  </a:lnTo>
                  <a:lnTo>
                    <a:pt x="12090" y="63271"/>
                  </a:lnTo>
                  <a:lnTo>
                    <a:pt x="114" y="101676"/>
                  </a:lnTo>
                  <a:lnTo>
                    <a:pt x="0" y="112356"/>
                  </a:lnTo>
                  <a:lnTo>
                    <a:pt x="1638" y="119964"/>
                  </a:lnTo>
                  <a:lnTo>
                    <a:pt x="5130" y="126746"/>
                  </a:lnTo>
                  <a:lnTo>
                    <a:pt x="8420" y="133515"/>
                  </a:lnTo>
                  <a:lnTo>
                    <a:pt x="13360" y="138658"/>
                  </a:lnTo>
                  <a:lnTo>
                    <a:pt x="26098" y="145643"/>
                  </a:lnTo>
                  <a:lnTo>
                    <a:pt x="33083" y="147485"/>
                  </a:lnTo>
                  <a:lnTo>
                    <a:pt x="40690" y="147485"/>
                  </a:lnTo>
                  <a:lnTo>
                    <a:pt x="75514" y="133108"/>
                  </a:lnTo>
                  <a:lnTo>
                    <a:pt x="78549" y="130175"/>
                  </a:lnTo>
                  <a:lnTo>
                    <a:pt x="83350" y="124180"/>
                  </a:lnTo>
                  <a:lnTo>
                    <a:pt x="86956" y="118021"/>
                  </a:lnTo>
                  <a:lnTo>
                    <a:pt x="89395" y="111747"/>
                  </a:lnTo>
                  <a:lnTo>
                    <a:pt x="72339" y="109893"/>
                  </a:lnTo>
                  <a:lnTo>
                    <a:pt x="69049" y="117500"/>
                  </a:lnTo>
                  <a:lnTo>
                    <a:pt x="64528" y="123050"/>
                  </a:lnTo>
                  <a:lnTo>
                    <a:pt x="58775" y="127152"/>
                  </a:lnTo>
                  <a:lnTo>
                    <a:pt x="52806" y="131051"/>
                  </a:lnTo>
                  <a:lnTo>
                    <a:pt x="46850" y="133108"/>
                  </a:lnTo>
                  <a:lnTo>
                    <a:pt x="34518" y="133108"/>
                  </a:lnTo>
                  <a:lnTo>
                    <a:pt x="28968" y="130441"/>
                  </a:lnTo>
                  <a:lnTo>
                    <a:pt x="20142" y="120370"/>
                  </a:lnTo>
                  <a:lnTo>
                    <a:pt x="17881" y="112979"/>
                  </a:lnTo>
                  <a:lnTo>
                    <a:pt x="17881" y="101676"/>
                  </a:lnTo>
                  <a:lnTo>
                    <a:pt x="18288" y="97777"/>
                  </a:lnTo>
                  <a:lnTo>
                    <a:pt x="94526" y="97777"/>
                  </a:lnTo>
                  <a:lnTo>
                    <a:pt x="95351" y="92443"/>
                  </a:lnTo>
                  <a:lnTo>
                    <a:pt x="95758" y="87299"/>
                  </a:lnTo>
                  <a:lnTo>
                    <a:pt x="95758" y="84429"/>
                  </a:lnTo>
                  <a:close/>
                </a:path>
                <a:path w="2508885" h="187325">
                  <a:moveTo>
                    <a:pt x="156591" y="2260"/>
                  </a:moveTo>
                  <a:lnTo>
                    <a:pt x="139115" y="2260"/>
                  </a:lnTo>
                  <a:lnTo>
                    <a:pt x="109321" y="145021"/>
                  </a:lnTo>
                  <a:lnTo>
                    <a:pt x="126784" y="145021"/>
                  </a:lnTo>
                  <a:lnTo>
                    <a:pt x="156591" y="2260"/>
                  </a:lnTo>
                  <a:close/>
                </a:path>
                <a:path w="2508885" h="187325">
                  <a:moveTo>
                    <a:pt x="194805" y="41694"/>
                  </a:moveTo>
                  <a:lnTo>
                    <a:pt x="177342" y="41694"/>
                  </a:lnTo>
                  <a:lnTo>
                    <a:pt x="155562" y="145021"/>
                  </a:lnTo>
                  <a:lnTo>
                    <a:pt x="173228" y="145021"/>
                  </a:lnTo>
                  <a:lnTo>
                    <a:pt x="194805" y="41694"/>
                  </a:lnTo>
                  <a:close/>
                </a:path>
                <a:path w="2508885" h="187325">
                  <a:moveTo>
                    <a:pt x="203034" y="2260"/>
                  </a:moveTo>
                  <a:lnTo>
                    <a:pt x="185559" y="2260"/>
                  </a:lnTo>
                  <a:lnTo>
                    <a:pt x="181241" y="22390"/>
                  </a:lnTo>
                  <a:lnTo>
                    <a:pt x="198920" y="22390"/>
                  </a:lnTo>
                  <a:lnTo>
                    <a:pt x="203034" y="2260"/>
                  </a:lnTo>
                  <a:close/>
                </a:path>
                <a:path w="2508885" h="187325">
                  <a:moveTo>
                    <a:pt x="357555" y="55257"/>
                  </a:moveTo>
                  <a:lnTo>
                    <a:pt x="340093" y="39446"/>
                  </a:lnTo>
                  <a:lnTo>
                    <a:pt x="325094" y="39446"/>
                  </a:lnTo>
                  <a:lnTo>
                    <a:pt x="318922" y="40881"/>
                  </a:lnTo>
                  <a:lnTo>
                    <a:pt x="307416" y="47447"/>
                  </a:lnTo>
                  <a:lnTo>
                    <a:pt x="301866" y="52171"/>
                  </a:lnTo>
                  <a:lnTo>
                    <a:pt x="296532" y="58750"/>
                  </a:lnTo>
                  <a:lnTo>
                    <a:pt x="295541" y="53822"/>
                  </a:lnTo>
                  <a:lnTo>
                    <a:pt x="295300" y="52590"/>
                  </a:lnTo>
                  <a:lnTo>
                    <a:pt x="292417" y="47866"/>
                  </a:lnTo>
                  <a:lnTo>
                    <a:pt x="288099" y="44577"/>
                  </a:lnTo>
                  <a:lnTo>
                    <a:pt x="283794" y="41084"/>
                  </a:lnTo>
                  <a:lnTo>
                    <a:pt x="278447" y="39446"/>
                  </a:lnTo>
                  <a:lnTo>
                    <a:pt x="265912" y="39446"/>
                  </a:lnTo>
                  <a:lnTo>
                    <a:pt x="260362" y="40678"/>
                  </a:lnTo>
                  <a:lnTo>
                    <a:pt x="255219" y="43548"/>
                  </a:lnTo>
                  <a:lnTo>
                    <a:pt x="249885" y="46431"/>
                  </a:lnTo>
                  <a:lnTo>
                    <a:pt x="244132" y="51358"/>
                  </a:lnTo>
                  <a:lnTo>
                    <a:pt x="237553" y="58750"/>
                  </a:lnTo>
                  <a:lnTo>
                    <a:pt x="241046" y="41694"/>
                  </a:lnTo>
                  <a:lnTo>
                    <a:pt x="223583" y="41694"/>
                  </a:lnTo>
                  <a:lnTo>
                    <a:pt x="201790" y="145021"/>
                  </a:lnTo>
                  <a:lnTo>
                    <a:pt x="219468" y="145021"/>
                  </a:lnTo>
                  <a:lnTo>
                    <a:pt x="229743" y="96139"/>
                  </a:lnTo>
                  <a:lnTo>
                    <a:pt x="231546" y="88734"/>
                  </a:lnTo>
                  <a:lnTo>
                    <a:pt x="251193" y="58750"/>
                  </a:lnTo>
                  <a:lnTo>
                    <a:pt x="251523" y="58547"/>
                  </a:lnTo>
                  <a:lnTo>
                    <a:pt x="257073" y="55460"/>
                  </a:lnTo>
                  <a:lnTo>
                    <a:pt x="262420" y="53822"/>
                  </a:lnTo>
                  <a:lnTo>
                    <a:pt x="270637" y="53822"/>
                  </a:lnTo>
                  <a:lnTo>
                    <a:pt x="273507" y="54851"/>
                  </a:lnTo>
                  <a:lnTo>
                    <a:pt x="275564" y="56896"/>
                  </a:lnTo>
                  <a:lnTo>
                    <a:pt x="277622" y="59156"/>
                  </a:lnTo>
                  <a:lnTo>
                    <a:pt x="278650" y="61836"/>
                  </a:lnTo>
                  <a:lnTo>
                    <a:pt x="278650" y="67170"/>
                  </a:lnTo>
                  <a:lnTo>
                    <a:pt x="278244" y="70459"/>
                  </a:lnTo>
                  <a:lnTo>
                    <a:pt x="262623" y="145021"/>
                  </a:lnTo>
                  <a:lnTo>
                    <a:pt x="280289" y="145021"/>
                  </a:lnTo>
                  <a:lnTo>
                    <a:pt x="290779" y="94907"/>
                  </a:lnTo>
                  <a:lnTo>
                    <a:pt x="310984" y="58750"/>
                  </a:lnTo>
                  <a:lnTo>
                    <a:pt x="322211" y="53822"/>
                  </a:lnTo>
                  <a:lnTo>
                    <a:pt x="331254" y="53822"/>
                  </a:lnTo>
                  <a:lnTo>
                    <a:pt x="334340" y="54851"/>
                  </a:lnTo>
                  <a:lnTo>
                    <a:pt x="336600" y="56692"/>
                  </a:lnTo>
                  <a:lnTo>
                    <a:pt x="338658" y="58750"/>
                  </a:lnTo>
                  <a:lnTo>
                    <a:pt x="339686" y="61417"/>
                  </a:lnTo>
                  <a:lnTo>
                    <a:pt x="339686" y="67170"/>
                  </a:lnTo>
                  <a:lnTo>
                    <a:pt x="339064" y="71069"/>
                  </a:lnTo>
                  <a:lnTo>
                    <a:pt x="337832" y="76822"/>
                  </a:lnTo>
                  <a:lnTo>
                    <a:pt x="323659" y="145021"/>
                  </a:lnTo>
                  <a:lnTo>
                    <a:pt x="341325" y="145021"/>
                  </a:lnTo>
                  <a:lnTo>
                    <a:pt x="355295" y="78473"/>
                  </a:lnTo>
                  <a:lnTo>
                    <a:pt x="356743" y="71069"/>
                  </a:lnTo>
                  <a:lnTo>
                    <a:pt x="357492" y="66344"/>
                  </a:lnTo>
                  <a:lnTo>
                    <a:pt x="357555" y="55257"/>
                  </a:lnTo>
                  <a:close/>
                </a:path>
                <a:path w="2508885" h="187325">
                  <a:moveTo>
                    <a:pt x="411810" y="41694"/>
                  </a:moveTo>
                  <a:lnTo>
                    <a:pt x="394144" y="41694"/>
                  </a:lnTo>
                  <a:lnTo>
                    <a:pt x="372567" y="145021"/>
                  </a:lnTo>
                  <a:lnTo>
                    <a:pt x="390029" y="145021"/>
                  </a:lnTo>
                  <a:lnTo>
                    <a:pt x="411810" y="41694"/>
                  </a:lnTo>
                  <a:close/>
                </a:path>
                <a:path w="2508885" h="187325">
                  <a:moveTo>
                    <a:pt x="419823" y="2260"/>
                  </a:moveTo>
                  <a:lnTo>
                    <a:pt x="402361" y="2260"/>
                  </a:lnTo>
                  <a:lnTo>
                    <a:pt x="398246" y="22390"/>
                  </a:lnTo>
                  <a:lnTo>
                    <a:pt x="415721" y="22390"/>
                  </a:lnTo>
                  <a:lnTo>
                    <a:pt x="419823" y="2260"/>
                  </a:lnTo>
                  <a:close/>
                </a:path>
                <a:path w="2508885" h="187325">
                  <a:moveTo>
                    <a:pt x="517436" y="56692"/>
                  </a:moveTo>
                  <a:lnTo>
                    <a:pt x="516343" y="53822"/>
                  </a:lnTo>
                  <a:lnTo>
                    <a:pt x="515175" y="50736"/>
                  </a:lnTo>
                  <a:lnTo>
                    <a:pt x="510451" y="46215"/>
                  </a:lnTo>
                  <a:lnTo>
                    <a:pt x="505523" y="41694"/>
                  </a:lnTo>
                  <a:lnTo>
                    <a:pt x="498944" y="39446"/>
                  </a:lnTo>
                  <a:lnTo>
                    <a:pt x="484352" y="39446"/>
                  </a:lnTo>
                  <a:lnTo>
                    <a:pt x="452704" y="59778"/>
                  </a:lnTo>
                  <a:lnTo>
                    <a:pt x="456399" y="41694"/>
                  </a:lnTo>
                  <a:lnTo>
                    <a:pt x="440372" y="41694"/>
                  </a:lnTo>
                  <a:lnTo>
                    <a:pt x="418795" y="145021"/>
                  </a:lnTo>
                  <a:lnTo>
                    <a:pt x="436473" y="145021"/>
                  </a:lnTo>
                  <a:lnTo>
                    <a:pt x="446544" y="96951"/>
                  </a:lnTo>
                  <a:lnTo>
                    <a:pt x="449351" y="85979"/>
                  </a:lnTo>
                  <a:lnTo>
                    <a:pt x="452856" y="76771"/>
                  </a:lnTo>
                  <a:lnTo>
                    <a:pt x="457060" y="69342"/>
                  </a:lnTo>
                  <a:lnTo>
                    <a:pt x="461949" y="63677"/>
                  </a:lnTo>
                  <a:lnTo>
                    <a:pt x="466979" y="59778"/>
                  </a:lnTo>
                  <a:lnTo>
                    <a:pt x="467499" y="59359"/>
                  </a:lnTo>
                  <a:lnTo>
                    <a:pt x="473379" y="56286"/>
                  </a:lnTo>
                  <a:lnTo>
                    <a:pt x="479602" y="54432"/>
                  </a:lnTo>
                  <a:lnTo>
                    <a:pt x="486206" y="53822"/>
                  </a:lnTo>
                  <a:lnTo>
                    <a:pt x="490728" y="53822"/>
                  </a:lnTo>
                  <a:lnTo>
                    <a:pt x="494004" y="54851"/>
                  </a:lnTo>
                  <a:lnTo>
                    <a:pt x="498741" y="59156"/>
                  </a:lnTo>
                  <a:lnTo>
                    <a:pt x="499973" y="62039"/>
                  </a:lnTo>
                  <a:lnTo>
                    <a:pt x="499872" y="69342"/>
                  </a:lnTo>
                  <a:lnTo>
                    <a:pt x="499351" y="73126"/>
                  </a:lnTo>
                  <a:lnTo>
                    <a:pt x="497916" y="79502"/>
                  </a:lnTo>
                  <a:lnTo>
                    <a:pt x="484149" y="145021"/>
                  </a:lnTo>
                  <a:lnTo>
                    <a:pt x="501815" y="145021"/>
                  </a:lnTo>
                  <a:lnTo>
                    <a:pt x="514972" y="82575"/>
                  </a:lnTo>
                  <a:lnTo>
                    <a:pt x="516610" y="74155"/>
                  </a:lnTo>
                  <a:lnTo>
                    <a:pt x="517385" y="68605"/>
                  </a:lnTo>
                  <a:lnTo>
                    <a:pt x="517436" y="56692"/>
                  </a:lnTo>
                  <a:close/>
                </a:path>
                <a:path w="2508885" h="187325">
                  <a:moveTo>
                    <a:pt x="631482" y="58953"/>
                  </a:moveTo>
                  <a:lnTo>
                    <a:pt x="629005" y="53822"/>
                  </a:lnTo>
                  <a:lnTo>
                    <a:pt x="628611" y="52997"/>
                  </a:lnTo>
                  <a:lnTo>
                    <a:pt x="622858" y="48475"/>
                  </a:lnTo>
                  <a:lnTo>
                    <a:pt x="616800" y="44462"/>
                  </a:lnTo>
                  <a:lnTo>
                    <a:pt x="609727" y="41643"/>
                  </a:lnTo>
                  <a:lnTo>
                    <a:pt x="601611" y="39992"/>
                  </a:lnTo>
                  <a:lnTo>
                    <a:pt x="592442" y="39446"/>
                  </a:lnTo>
                  <a:lnTo>
                    <a:pt x="583882" y="39941"/>
                  </a:lnTo>
                  <a:lnTo>
                    <a:pt x="548538" y="63830"/>
                  </a:lnTo>
                  <a:lnTo>
                    <a:pt x="545388" y="71069"/>
                  </a:lnTo>
                  <a:lnTo>
                    <a:pt x="563257" y="72720"/>
                  </a:lnTo>
                  <a:lnTo>
                    <a:pt x="565315" y="66560"/>
                  </a:lnTo>
                  <a:lnTo>
                    <a:pt x="568807" y="62039"/>
                  </a:lnTo>
                  <a:lnTo>
                    <a:pt x="578269" y="55460"/>
                  </a:lnTo>
                  <a:lnTo>
                    <a:pt x="584225" y="53822"/>
                  </a:lnTo>
                  <a:lnTo>
                    <a:pt x="599427" y="53822"/>
                  </a:lnTo>
                  <a:lnTo>
                    <a:pt x="613981" y="71691"/>
                  </a:lnTo>
                  <a:lnTo>
                    <a:pt x="613397" y="75387"/>
                  </a:lnTo>
                  <a:lnTo>
                    <a:pt x="611962" y="80314"/>
                  </a:lnTo>
                  <a:lnTo>
                    <a:pt x="609295" y="81368"/>
                  </a:lnTo>
                  <a:lnTo>
                    <a:pt x="609295" y="92646"/>
                  </a:lnTo>
                  <a:lnTo>
                    <a:pt x="584022" y="132283"/>
                  </a:lnTo>
                  <a:lnTo>
                    <a:pt x="578269" y="133731"/>
                  </a:lnTo>
                  <a:lnTo>
                    <a:pt x="566140" y="133731"/>
                  </a:lnTo>
                  <a:lnTo>
                    <a:pt x="561213" y="132283"/>
                  </a:lnTo>
                  <a:lnTo>
                    <a:pt x="557923" y="129006"/>
                  </a:lnTo>
                  <a:lnTo>
                    <a:pt x="554431" y="125920"/>
                  </a:lnTo>
                  <a:lnTo>
                    <a:pt x="552780" y="121818"/>
                  </a:lnTo>
                  <a:lnTo>
                    <a:pt x="552780" y="113182"/>
                  </a:lnTo>
                  <a:lnTo>
                    <a:pt x="553808" y="109893"/>
                  </a:lnTo>
                  <a:lnTo>
                    <a:pt x="556069" y="106819"/>
                  </a:lnTo>
                  <a:lnTo>
                    <a:pt x="558126" y="103733"/>
                  </a:lnTo>
                  <a:lnTo>
                    <a:pt x="593877" y="96139"/>
                  </a:lnTo>
                  <a:lnTo>
                    <a:pt x="598601" y="95516"/>
                  </a:lnTo>
                  <a:lnTo>
                    <a:pt x="601484" y="94907"/>
                  </a:lnTo>
                  <a:lnTo>
                    <a:pt x="604354" y="94488"/>
                  </a:lnTo>
                  <a:lnTo>
                    <a:pt x="606831" y="93675"/>
                  </a:lnTo>
                  <a:lnTo>
                    <a:pt x="609295" y="92646"/>
                  </a:lnTo>
                  <a:lnTo>
                    <a:pt x="609295" y="81368"/>
                  </a:lnTo>
                  <a:lnTo>
                    <a:pt x="607237" y="82169"/>
                  </a:lnTo>
                  <a:lnTo>
                    <a:pt x="599224" y="83400"/>
                  </a:lnTo>
                  <a:lnTo>
                    <a:pt x="577024" y="84226"/>
                  </a:lnTo>
                  <a:lnTo>
                    <a:pt x="569633" y="84836"/>
                  </a:lnTo>
                  <a:lnTo>
                    <a:pt x="565721" y="85661"/>
                  </a:lnTo>
                  <a:lnTo>
                    <a:pt x="559358" y="86690"/>
                  </a:lnTo>
                  <a:lnTo>
                    <a:pt x="535317" y="111747"/>
                  </a:lnTo>
                  <a:lnTo>
                    <a:pt x="535317" y="126123"/>
                  </a:lnTo>
                  <a:lnTo>
                    <a:pt x="538187" y="133311"/>
                  </a:lnTo>
                  <a:lnTo>
                    <a:pt x="543941" y="139065"/>
                  </a:lnTo>
                  <a:lnTo>
                    <a:pt x="549910" y="144614"/>
                  </a:lnTo>
                  <a:lnTo>
                    <a:pt x="557504" y="147485"/>
                  </a:lnTo>
                  <a:lnTo>
                    <a:pt x="573532" y="147485"/>
                  </a:lnTo>
                  <a:lnTo>
                    <a:pt x="602919" y="132283"/>
                  </a:lnTo>
                  <a:lnTo>
                    <a:pt x="603338" y="137426"/>
                  </a:lnTo>
                  <a:lnTo>
                    <a:pt x="603948" y="141732"/>
                  </a:lnTo>
                  <a:lnTo>
                    <a:pt x="604977" y="145021"/>
                  </a:lnTo>
                  <a:lnTo>
                    <a:pt x="622655" y="145021"/>
                  </a:lnTo>
                  <a:lnTo>
                    <a:pt x="621207" y="139065"/>
                  </a:lnTo>
                  <a:lnTo>
                    <a:pt x="620598" y="134340"/>
                  </a:lnTo>
                  <a:lnTo>
                    <a:pt x="620598" y="132283"/>
                  </a:lnTo>
                  <a:lnTo>
                    <a:pt x="620598" y="125920"/>
                  </a:lnTo>
                  <a:lnTo>
                    <a:pt x="621411" y="119341"/>
                  </a:lnTo>
                  <a:lnTo>
                    <a:pt x="627392" y="92646"/>
                  </a:lnTo>
                  <a:lnTo>
                    <a:pt x="630669" y="78054"/>
                  </a:lnTo>
                  <a:lnTo>
                    <a:pt x="631482" y="71691"/>
                  </a:lnTo>
                  <a:lnTo>
                    <a:pt x="631482" y="58953"/>
                  </a:lnTo>
                  <a:close/>
                </a:path>
                <a:path w="2508885" h="187325">
                  <a:moveTo>
                    <a:pt x="704850" y="41694"/>
                  </a:moveTo>
                  <a:lnTo>
                    <a:pt x="687590" y="41694"/>
                  </a:lnTo>
                  <a:lnTo>
                    <a:pt x="695401" y="4114"/>
                  </a:lnTo>
                  <a:lnTo>
                    <a:pt x="675259" y="16230"/>
                  </a:lnTo>
                  <a:lnTo>
                    <a:pt x="669912" y="41694"/>
                  </a:lnTo>
                  <a:lnTo>
                    <a:pt x="655942" y="41694"/>
                  </a:lnTo>
                  <a:lnTo>
                    <a:pt x="653059" y="55257"/>
                  </a:lnTo>
                  <a:lnTo>
                    <a:pt x="667042" y="55257"/>
                  </a:lnTo>
                  <a:lnTo>
                    <a:pt x="654507" y="115443"/>
                  </a:lnTo>
                  <a:lnTo>
                    <a:pt x="652856" y="123659"/>
                  </a:lnTo>
                  <a:lnTo>
                    <a:pt x="652030" y="128790"/>
                  </a:lnTo>
                  <a:lnTo>
                    <a:pt x="652030" y="135572"/>
                  </a:lnTo>
                  <a:lnTo>
                    <a:pt x="653478" y="139065"/>
                  </a:lnTo>
                  <a:lnTo>
                    <a:pt x="656551" y="141732"/>
                  </a:lnTo>
                  <a:lnTo>
                    <a:pt x="660869" y="145224"/>
                  </a:lnTo>
                  <a:lnTo>
                    <a:pt x="666419" y="146875"/>
                  </a:lnTo>
                  <a:lnTo>
                    <a:pt x="677316" y="146875"/>
                  </a:lnTo>
                  <a:lnTo>
                    <a:pt x="681418" y="146253"/>
                  </a:lnTo>
                  <a:lnTo>
                    <a:pt x="685736" y="145224"/>
                  </a:lnTo>
                  <a:lnTo>
                    <a:pt x="688403" y="131876"/>
                  </a:lnTo>
                  <a:lnTo>
                    <a:pt x="688619" y="130848"/>
                  </a:lnTo>
                  <a:lnTo>
                    <a:pt x="685533" y="131673"/>
                  </a:lnTo>
                  <a:lnTo>
                    <a:pt x="682040" y="131876"/>
                  </a:lnTo>
                  <a:lnTo>
                    <a:pt x="675462" y="131876"/>
                  </a:lnTo>
                  <a:lnTo>
                    <a:pt x="673404" y="131470"/>
                  </a:lnTo>
                  <a:lnTo>
                    <a:pt x="671144" y="129209"/>
                  </a:lnTo>
                  <a:lnTo>
                    <a:pt x="670534" y="127558"/>
                  </a:lnTo>
                  <a:lnTo>
                    <a:pt x="670585" y="123659"/>
                  </a:lnTo>
                  <a:lnTo>
                    <a:pt x="671144" y="119761"/>
                  </a:lnTo>
                  <a:lnTo>
                    <a:pt x="672795" y="112572"/>
                  </a:lnTo>
                  <a:lnTo>
                    <a:pt x="684707" y="55257"/>
                  </a:lnTo>
                  <a:lnTo>
                    <a:pt x="701967" y="55257"/>
                  </a:lnTo>
                  <a:lnTo>
                    <a:pt x="704850" y="41694"/>
                  </a:lnTo>
                  <a:close/>
                </a:path>
                <a:path w="2508885" h="187325">
                  <a:moveTo>
                    <a:pt x="743064" y="41694"/>
                  </a:moveTo>
                  <a:lnTo>
                    <a:pt x="725398" y="41694"/>
                  </a:lnTo>
                  <a:lnTo>
                    <a:pt x="703821" y="145021"/>
                  </a:lnTo>
                  <a:lnTo>
                    <a:pt x="721487" y="145021"/>
                  </a:lnTo>
                  <a:lnTo>
                    <a:pt x="743064" y="41694"/>
                  </a:lnTo>
                  <a:close/>
                </a:path>
                <a:path w="2508885" h="187325">
                  <a:moveTo>
                    <a:pt x="751293" y="2260"/>
                  </a:moveTo>
                  <a:lnTo>
                    <a:pt x="733615" y="2260"/>
                  </a:lnTo>
                  <a:lnTo>
                    <a:pt x="729513" y="22390"/>
                  </a:lnTo>
                  <a:lnTo>
                    <a:pt x="746975" y="22390"/>
                  </a:lnTo>
                  <a:lnTo>
                    <a:pt x="751293" y="2260"/>
                  </a:lnTo>
                  <a:close/>
                </a:path>
                <a:path w="2508885" h="187325">
                  <a:moveTo>
                    <a:pt x="851369" y="82575"/>
                  </a:moveTo>
                  <a:lnTo>
                    <a:pt x="833894" y="46202"/>
                  </a:lnTo>
                  <a:lnTo>
                    <a:pt x="833894" y="73126"/>
                  </a:lnTo>
                  <a:lnTo>
                    <a:pt x="833894" y="88328"/>
                  </a:lnTo>
                  <a:lnTo>
                    <a:pt x="817257" y="124485"/>
                  </a:lnTo>
                  <a:lnTo>
                    <a:pt x="814171" y="127774"/>
                  </a:lnTo>
                  <a:lnTo>
                    <a:pt x="810679" y="130022"/>
                  </a:lnTo>
                  <a:lnTo>
                    <a:pt x="806983" y="131470"/>
                  </a:lnTo>
                  <a:lnTo>
                    <a:pt x="803275" y="133108"/>
                  </a:lnTo>
                  <a:lnTo>
                    <a:pt x="799579" y="133731"/>
                  </a:lnTo>
                  <a:lnTo>
                    <a:pt x="788479" y="133731"/>
                  </a:lnTo>
                  <a:lnTo>
                    <a:pt x="782523" y="131267"/>
                  </a:lnTo>
                  <a:lnTo>
                    <a:pt x="773277" y="121196"/>
                  </a:lnTo>
                  <a:lnTo>
                    <a:pt x="770877" y="114007"/>
                  </a:lnTo>
                  <a:lnTo>
                    <a:pt x="770813" y="98806"/>
                  </a:lnTo>
                  <a:lnTo>
                    <a:pt x="771842" y="92849"/>
                  </a:lnTo>
                  <a:lnTo>
                    <a:pt x="798347" y="54229"/>
                  </a:lnTo>
                  <a:lnTo>
                    <a:pt x="803490" y="52997"/>
                  </a:lnTo>
                  <a:lnTo>
                    <a:pt x="816229" y="52997"/>
                  </a:lnTo>
                  <a:lnTo>
                    <a:pt x="821982" y="55664"/>
                  </a:lnTo>
                  <a:lnTo>
                    <a:pt x="831430" y="65938"/>
                  </a:lnTo>
                  <a:lnTo>
                    <a:pt x="833894" y="73126"/>
                  </a:lnTo>
                  <a:lnTo>
                    <a:pt x="833894" y="46202"/>
                  </a:lnTo>
                  <a:lnTo>
                    <a:pt x="833691" y="46024"/>
                  </a:lnTo>
                  <a:lnTo>
                    <a:pt x="826604" y="42367"/>
                  </a:lnTo>
                  <a:lnTo>
                    <a:pt x="818591" y="40170"/>
                  </a:lnTo>
                  <a:lnTo>
                    <a:pt x="809650" y="39446"/>
                  </a:lnTo>
                  <a:lnTo>
                    <a:pt x="798322" y="40449"/>
                  </a:lnTo>
                  <a:lnTo>
                    <a:pt x="763308" y="66306"/>
                  </a:lnTo>
                  <a:lnTo>
                    <a:pt x="753465" y="104152"/>
                  </a:lnTo>
                  <a:lnTo>
                    <a:pt x="753338" y="114211"/>
                  </a:lnTo>
                  <a:lnTo>
                    <a:pt x="754989" y="121399"/>
                  </a:lnTo>
                  <a:lnTo>
                    <a:pt x="787450" y="147485"/>
                  </a:lnTo>
                  <a:lnTo>
                    <a:pt x="795477" y="147485"/>
                  </a:lnTo>
                  <a:lnTo>
                    <a:pt x="835342" y="129260"/>
                  </a:lnTo>
                  <a:lnTo>
                    <a:pt x="850900" y="91338"/>
                  </a:lnTo>
                  <a:lnTo>
                    <a:pt x="851369" y="82575"/>
                  </a:lnTo>
                  <a:close/>
                </a:path>
                <a:path w="2508885" h="187325">
                  <a:moveTo>
                    <a:pt x="963155" y="56692"/>
                  </a:moveTo>
                  <a:lnTo>
                    <a:pt x="961961" y="53822"/>
                  </a:lnTo>
                  <a:lnTo>
                    <a:pt x="960691" y="50736"/>
                  </a:lnTo>
                  <a:lnTo>
                    <a:pt x="951242" y="41694"/>
                  </a:lnTo>
                  <a:lnTo>
                    <a:pt x="944664" y="39446"/>
                  </a:lnTo>
                  <a:lnTo>
                    <a:pt x="929868" y="39446"/>
                  </a:lnTo>
                  <a:lnTo>
                    <a:pt x="898220" y="59778"/>
                  </a:lnTo>
                  <a:lnTo>
                    <a:pt x="902119" y="41694"/>
                  </a:lnTo>
                  <a:lnTo>
                    <a:pt x="886091" y="41694"/>
                  </a:lnTo>
                  <a:lnTo>
                    <a:pt x="864514" y="145021"/>
                  </a:lnTo>
                  <a:lnTo>
                    <a:pt x="881989" y="145021"/>
                  </a:lnTo>
                  <a:lnTo>
                    <a:pt x="892048" y="96951"/>
                  </a:lnTo>
                  <a:lnTo>
                    <a:pt x="894867" y="85979"/>
                  </a:lnTo>
                  <a:lnTo>
                    <a:pt x="898398" y="76771"/>
                  </a:lnTo>
                  <a:lnTo>
                    <a:pt x="902665" y="69342"/>
                  </a:lnTo>
                  <a:lnTo>
                    <a:pt x="907669" y="63677"/>
                  </a:lnTo>
                  <a:lnTo>
                    <a:pt x="912583" y="59778"/>
                  </a:lnTo>
                  <a:lnTo>
                    <a:pt x="913104" y="59359"/>
                  </a:lnTo>
                  <a:lnTo>
                    <a:pt x="918921" y="56286"/>
                  </a:lnTo>
                  <a:lnTo>
                    <a:pt x="925131" y="54432"/>
                  </a:lnTo>
                  <a:lnTo>
                    <a:pt x="931710" y="53822"/>
                  </a:lnTo>
                  <a:lnTo>
                    <a:pt x="936231" y="53822"/>
                  </a:lnTo>
                  <a:lnTo>
                    <a:pt x="939723" y="54851"/>
                  </a:lnTo>
                  <a:lnTo>
                    <a:pt x="941984" y="57111"/>
                  </a:lnTo>
                  <a:lnTo>
                    <a:pt x="944460" y="59156"/>
                  </a:lnTo>
                  <a:lnTo>
                    <a:pt x="945476" y="62039"/>
                  </a:lnTo>
                  <a:lnTo>
                    <a:pt x="945388" y="69342"/>
                  </a:lnTo>
                  <a:lnTo>
                    <a:pt x="944867" y="73126"/>
                  </a:lnTo>
                  <a:lnTo>
                    <a:pt x="943432" y="79502"/>
                  </a:lnTo>
                  <a:lnTo>
                    <a:pt x="929868" y="145021"/>
                  </a:lnTo>
                  <a:lnTo>
                    <a:pt x="947331" y="145021"/>
                  </a:lnTo>
                  <a:lnTo>
                    <a:pt x="960488" y="82575"/>
                  </a:lnTo>
                  <a:lnTo>
                    <a:pt x="962329" y="74155"/>
                  </a:lnTo>
                  <a:lnTo>
                    <a:pt x="963104" y="68605"/>
                  </a:lnTo>
                  <a:lnTo>
                    <a:pt x="963155" y="56692"/>
                  </a:lnTo>
                  <a:close/>
                </a:path>
                <a:path w="2508885" h="187325">
                  <a:moveTo>
                    <a:pt x="1111313" y="2667"/>
                  </a:moveTo>
                  <a:lnTo>
                    <a:pt x="1102893" y="825"/>
                  </a:lnTo>
                  <a:lnTo>
                    <a:pt x="1096314" y="0"/>
                  </a:lnTo>
                  <a:lnTo>
                    <a:pt x="1085430" y="0"/>
                  </a:lnTo>
                  <a:lnTo>
                    <a:pt x="1060767" y="41694"/>
                  </a:lnTo>
                  <a:lnTo>
                    <a:pt x="1044943" y="41694"/>
                  </a:lnTo>
                  <a:lnTo>
                    <a:pt x="1042060" y="55257"/>
                  </a:lnTo>
                  <a:lnTo>
                    <a:pt x="1057884" y="55257"/>
                  </a:lnTo>
                  <a:lnTo>
                    <a:pt x="1038987" y="145021"/>
                  </a:lnTo>
                  <a:lnTo>
                    <a:pt x="1056652" y="145021"/>
                  </a:lnTo>
                  <a:lnTo>
                    <a:pt x="1075563" y="55257"/>
                  </a:lnTo>
                  <a:lnTo>
                    <a:pt x="1095286" y="55257"/>
                  </a:lnTo>
                  <a:lnTo>
                    <a:pt x="1097965" y="41694"/>
                  </a:lnTo>
                  <a:lnTo>
                    <a:pt x="1078433" y="41694"/>
                  </a:lnTo>
                  <a:lnTo>
                    <a:pt x="1080693" y="30607"/>
                  </a:lnTo>
                  <a:lnTo>
                    <a:pt x="1089736" y="15824"/>
                  </a:lnTo>
                  <a:lnTo>
                    <a:pt x="1097140" y="15824"/>
                  </a:lnTo>
                  <a:lnTo>
                    <a:pt x="1102271" y="16637"/>
                  </a:lnTo>
                  <a:lnTo>
                    <a:pt x="1108240" y="18072"/>
                  </a:lnTo>
                  <a:lnTo>
                    <a:pt x="1108684" y="15824"/>
                  </a:lnTo>
                  <a:lnTo>
                    <a:pt x="1111313" y="2667"/>
                  </a:lnTo>
                  <a:close/>
                </a:path>
                <a:path w="2508885" h="187325">
                  <a:moveTo>
                    <a:pt x="1170711" y="43141"/>
                  </a:moveTo>
                  <a:lnTo>
                    <a:pt x="1165567" y="40678"/>
                  </a:lnTo>
                  <a:lnTo>
                    <a:pt x="1161249" y="39446"/>
                  </a:lnTo>
                  <a:lnTo>
                    <a:pt x="1152410" y="39446"/>
                  </a:lnTo>
                  <a:lnTo>
                    <a:pt x="1147279" y="41287"/>
                  </a:lnTo>
                  <a:lnTo>
                    <a:pt x="1142136" y="45186"/>
                  </a:lnTo>
                  <a:lnTo>
                    <a:pt x="1137005" y="48895"/>
                  </a:lnTo>
                  <a:lnTo>
                    <a:pt x="1131862" y="54851"/>
                  </a:lnTo>
                  <a:lnTo>
                    <a:pt x="1126528" y="62852"/>
                  </a:lnTo>
                  <a:lnTo>
                    <a:pt x="1131049" y="41694"/>
                  </a:lnTo>
                  <a:lnTo>
                    <a:pt x="1115428" y="41694"/>
                  </a:lnTo>
                  <a:lnTo>
                    <a:pt x="1093647" y="145021"/>
                  </a:lnTo>
                  <a:lnTo>
                    <a:pt x="1110500" y="145021"/>
                  </a:lnTo>
                  <a:lnTo>
                    <a:pt x="1119327" y="103530"/>
                  </a:lnTo>
                  <a:lnTo>
                    <a:pt x="1122337" y="91249"/>
                  </a:lnTo>
                  <a:lnTo>
                    <a:pt x="1147279" y="56286"/>
                  </a:lnTo>
                  <a:lnTo>
                    <a:pt x="1157147" y="56286"/>
                  </a:lnTo>
                  <a:lnTo>
                    <a:pt x="1160424" y="57315"/>
                  </a:lnTo>
                  <a:lnTo>
                    <a:pt x="1163510" y="59575"/>
                  </a:lnTo>
                  <a:lnTo>
                    <a:pt x="1164945" y="56286"/>
                  </a:lnTo>
                  <a:lnTo>
                    <a:pt x="1170711" y="43141"/>
                  </a:lnTo>
                  <a:close/>
                </a:path>
                <a:path w="2508885" h="187325">
                  <a:moveTo>
                    <a:pt x="1263002" y="86067"/>
                  </a:moveTo>
                  <a:lnTo>
                    <a:pt x="1253337" y="52997"/>
                  </a:lnTo>
                  <a:lnTo>
                    <a:pt x="1251877" y="51155"/>
                  </a:lnTo>
                  <a:lnTo>
                    <a:pt x="1245704" y="46088"/>
                  </a:lnTo>
                  <a:lnTo>
                    <a:pt x="1245704" y="73126"/>
                  </a:lnTo>
                  <a:lnTo>
                    <a:pt x="1245704" y="88328"/>
                  </a:lnTo>
                  <a:lnTo>
                    <a:pt x="1237183" y="114211"/>
                  </a:lnTo>
                  <a:lnTo>
                    <a:pt x="1235227" y="117906"/>
                  </a:lnTo>
                  <a:lnTo>
                    <a:pt x="1232357" y="121399"/>
                  </a:lnTo>
                  <a:lnTo>
                    <a:pt x="1225981" y="127774"/>
                  </a:lnTo>
                  <a:lnTo>
                    <a:pt x="1222692" y="130022"/>
                  </a:lnTo>
                  <a:lnTo>
                    <a:pt x="1218996" y="131470"/>
                  </a:lnTo>
                  <a:lnTo>
                    <a:pt x="1215301" y="133108"/>
                  </a:lnTo>
                  <a:lnTo>
                    <a:pt x="1211389" y="133731"/>
                  </a:lnTo>
                  <a:lnTo>
                    <a:pt x="1200505" y="133731"/>
                  </a:lnTo>
                  <a:lnTo>
                    <a:pt x="1182827" y="98806"/>
                  </a:lnTo>
                  <a:lnTo>
                    <a:pt x="1183652" y="92849"/>
                  </a:lnTo>
                  <a:lnTo>
                    <a:pt x="1185506" y="86067"/>
                  </a:lnTo>
                  <a:lnTo>
                    <a:pt x="1187145" y="79502"/>
                  </a:lnTo>
                  <a:lnTo>
                    <a:pt x="1215504" y="52997"/>
                  </a:lnTo>
                  <a:lnTo>
                    <a:pt x="1228039" y="52997"/>
                  </a:lnTo>
                  <a:lnTo>
                    <a:pt x="1233995" y="55664"/>
                  </a:lnTo>
                  <a:lnTo>
                    <a:pt x="1243444" y="65938"/>
                  </a:lnTo>
                  <a:lnTo>
                    <a:pt x="1245704" y="73126"/>
                  </a:lnTo>
                  <a:lnTo>
                    <a:pt x="1245704" y="46088"/>
                  </a:lnTo>
                  <a:lnTo>
                    <a:pt x="1238542" y="42367"/>
                  </a:lnTo>
                  <a:lnTo>
                    <a:pt x="1230579" y="40170"/>
                  </a:lnTo>
                  <a:lnTo>
                    <a:pt x="1221663" y="39446"/>
                  </a:lnTo>
                  <a:lnTo>
                    <a:pt x="1210259" y="40449"/>
                  </a:lnTo>
                  <a:lnTo>
                    <a:pt x="1175207" y="66306"/>
                  </a:lnTo>
                  <a:lnTo>
                    <a:pt x="1165174" y="105587"/>
                  </a:lnTo>
                  <a:lnTo>
                    <a:pt x="1165161" y="114211"/>
                  </a:lnTo>
                  <a:lnTo>
                    <a:pt x="1167003" y="121399"/>
                  </a:lnTo>
                  <a:lnTo>
                    <a:pt x="1199476" y="147485"/>
                  </a:lnTo>
                  <a:lnTo>
                    <a:pt x="1207490" y="147485"/>
                  </a:lnTo>
                  <a:lnTo>
                    <a:pt x="1247330" y="129260"/>
                  </a:lnTo>
                  <a:lnTo>
                    <a:pt x="1262748" y="91249"/>
                  </a:lnTo>
                  <a:lnTo>
                    <a:pt x="1263002" y="86067"/>
                  </a:lnTo>
                  <a:close/>
                </a:path>
                <a:path w="2508885" h="187325">
                  <a:moveTo>
                    <a:pt x="1431886" y="55257"/>
                  </a:moveTo>
                  <a:lnTo>
                    <a:pt x="1414627" y="39446"/>
                  </a:lnTo>
                  <a:lnTo>
                    <a:pt x="1399425" y="39446"/>
                  </a:lnTo>
                  <a:lnTo>
                    <a:pt x="1371066" y="58750"/>
                  </a:lnTo>
                  <a:lnTo>
                    <a:pt x="1369910" y="53822"/>
                  </a:lnTo>
                  <a:lnTo>
                    <a:pt x="1369618" y="52590"/>
                  </a:lnTo>
                  <a:lnTo>
                    <a:pt x="1366748" y="47866"/>
                  </a:lnTo>
                  <a:lnTo>
                    <a:pt x="1362430" y="44577"/>
                  </a:lnTo>
                  <a:lnTo>
                    <a:pt x="1358112" y="41084"/>
                  </a:lnTo>
                  <a:lnTo>
                    <a:pt x="1352778" y="39446"/>
                  </a:lnTo>
                  <a:lnTo>
                    <a:pt x="1340243" y="39446"/>
                  </a:lnTo>
                  <a:lnTo>
                    <a:pt x="1334693" y="40678"/>
                  </a:lnTo>
                  <a:lnTo>
                    <a:pt x="1324419" y="46431"/>
                  </a:lnTo>
                  <a:lnTo>
                    <a:pt x="1318450" y="51358"/>
                  </a:lnTo>
                  <a:lnTo>
                    <a:pt x="1311884" y="58750"/>
                  </a:lnTo>
                  <a:lnTo>
                    <a:pt x="1315580" y="41694"/>
                  </a:lnTo>
                  <a:lnTo>
                    <a:pt x="1297901" y="41694"/>
                  </a:lnTo>
                  <a:lnTo>
                    <a:pt x="1276324" y="145021"/>
                  </a:lnTo>
                  <a:lnTo>
                    <a:pt x="1294003" y="145021"/>
                  </a:lnTo>
                  <a:lnTo>
                    <a:pt x="1304074" y="96139"/>
                  </a:lnTo>
                  <a:lnTo>
                    <a:pt x="1305877" y="88734"/>
                  </a:lnTo>
                  <a:lnTo>
                    <a:pt x="1331607" y="55460"/>
                  </a:lnTo>
                  <a:lnTo>
                    <a:pt x="1336751" y="53822"/>
                  </a:lnTo>
                  <a:lnTo>
                    <a:pt x="1345171" y="53822"/>
                  </a:lnTo>
                  <a:lnTo>
                    <a:pt x="1347838" y="54851"/>
                  </a:lnTo>
                  <a:lnTo>
                    <a:pt x="1352156" y="59156"/>
                  </a:lnTo>
                  <a:lnTo>
                    <a:pt x="1353185" y="61836"/>
                  </a:lnTo>
                  <a:lnTo>
                    <a:pt x="1353185" y="67170"/>
                  </a:lnTo>
                  <a:lnTo>
                    <a:pt x="1352562" y="70459"/>
                  </a:lnTo>
                  <a:lnTo>
                    <a:pt x="1336954" y="145021"/>
                  </a:lnTo>
                  <a:lnTo>
                    <a:pt x="1354620" y="145021"/>
                  </a:lnTo>
                  <a:lnTo>
                    <a:pt x="1365097" y="94907"/>
                  </a:lnTo>
                  <a:lnTo>
                    <a:pt x="1367358" y="84226"/>
                  </a:lnTo>
                  <a:lnTo>
                    <a:pt x="1370037" y="76415"/>
                  </a:lnTo>
                  <a:lnTo>
                    <a:pt x="1373124" y="71069"/>
                  </a:lnTo>
                  <a:lnTo>
                    <a:pt x="1375994" y="65938"/>
                  </a:lnTo>
                  <a:lnTo>
                    <a:pt x="1380312" y="61836"/>
                  </a:lnTo>
                  <a:lnTo>
                    <a:pt x="1385506" y="58750"/>
                  </a:lnTo>
                  <a:lnTo>
                    <a:pt x="1391196" y="55460"/>
                  </a:lnTo>
                  <a:lnTo>
                    <a:pt x="1396542" y="53822"/>
                  </a:lnTo>
                  <a:lnTo>
                    <a:pt x="1405788" y="53822"/>
                  </a:lnTo>
                  <a:lnTo>
                    <a:pt x="1408874" y="54851"/>
                  </a:lnTo>
                  <a:lnTo>
                    <a:pt x="1410931" y="56692"/>
                  </a:lnTo>
                  <a:lnTo>
                    <a:pt x="1412989" y="58750"/>
                  </a:lnTo>
                  <a:lnTo>
                    <a:pt x="1414221" y="61417"/>
                  </a:lnTo>
                  <a:lnTo>
                    <a:pt x="1414221" y="67170"/>
                  </a:lnTo>
                  <a:lnTo>
                    <a:pt x="1413598" y="71069"/>
                  </a:lnTo>
                  <a:lnTo>
                    <a:pt x="1412367" y="76822"/>
                  </a:lnTo>
                  <a:lnTo>
                    <a:pt x="1397977" y="145021"/>
                  </a:lnTo>
                  <a:lnTo>
                    <a:pt x="1415656" y="145021"/>
                  </a:lnTo>
                  <a:lnTo>
                    <a:pt x="1429626" y="78473"/>
                  </a:lnTo>
                  <a:lnTo>
                    <a:pt x="1431061" y="71069"/>
                  </a:lnTo>
                  <a:lnTo>
                    <a:pt x="1431823" y="66344"/>
                  </a:lnTo>
                  <a:lnTo>
                    <a:pt x="1431886" y="55257"/>
                  </a:lnTo>
                  <a:close/>
                </a:path>
                <a:path w="2508885" h="187325">
                  <a:moveTo>
                    <a:pt x="1604505" y="58953"/>
                  </a:moveTo>
                  <a:lnTo>
                    <a:pt x="1565465" y="39446"/>
                  </a:lnTo>
                  <a:lnTo>
                    <a:pt x="1556791" y="39941"/>
                  </a:lnTo>
                  <a:lnTo>
                    <a:pt x="1521447" y="63830"/>
                  </a:lnTo>
                  <a:lnTo>
                    <a:pt x="1518399" y="71069"/>
                  </a:lnTo>
                  <a:lnTo>
                    <a:pt x="1536077" y="72720"/>
                  </a:lnTo>
                  <a:lnTo>
                    <a:pt x="1538338" y="66560"/>
                  </a:lnTo>
                  <a:lnTo>
                    <a:pt x="1541627" y="62039"/>
                  </a:lnTo>
                  <a:lnTo>
                    <a:pt x="1551076" y="55460"/>
                  </a:lnTo>
                  <a:lnTo>
                    <a:pt x="1557235" y="53822"/>
                  </a:lnTo>
                  <a:lnTo>
                    <a:pt x="1572450" y="53822"/>
                  </a:lnTo>
                  <a:lnTo>
                    <a:pt x="1586992" y="71691"/>
                  </a:lnTo>
                  <a:lnTo>
                    <a:pt x="1586217" y="75387"/>
                  </a:lnTo>
                  <a:lnTo>
                    <a:pt x="1584985" y="80314"/>
                  </a:lnTo>
                  <a:lnTo>
                    <a:pt x="1582318" y="81330"/>
                  </a:lnTo>
                  <a:lnTo>
                    <a:pt x="1582318" y="92646"/>
                  </a:lnTo>
                  <a:lnTo>
                    <a:pt x="1580464" y="102908"/>
                  </a:lnTo>
                  <a:lnTo>
                    <a:pt x="1578203" y="110718"/>
                  </a:lnTo>
                  <a:lnTo>
                    <a:pt x="1574914" y="116268"/>
                  </a:lnTo>
                  <a:lnTo>
                    <a:pt x="1571828" y="121818"/>
                  </a:lnTo>
                  <a:lnTo>
                    <a:pt x="1567726" y="126123"/>
                  </a:lnTo>
                  <a:lnTo>
                    <a:pt x="1562176" y="129209"/>
                  </a:lnTo>
                  <a:lnTo>
                    <a:pt x="1556829" y="132283"/>
                  </a:lnTo>
                  <a:lnTo>
                    <a:pt x="1551279" y="133731"/>
                  </a:lnTo>
                  <a:lnTo>
                    <a:pt x="1539163" y="133731"/>
                  </a:lnTo>
                  <a:lnTo>
                    <a:pt x="1534223" y="132283"/>
                  </a:lnTo>
                  <a:lnTo>
                    <a:pt x="1527441" y="125920"/>
                  </a:lnTo>
                  <a:lnTo>
                    <a:pt x="1525803" y="121818"/>
                  </a:lnTo>
                  <a:lnTo>
                    <a:pt x="1525803" y="113182"/>
                  </a:lnTo>
                  <a:lnTo>
                    <a:pt x="1538541" y="100037"/>
                  </a:lnTo>
                  <a:lnTo>
                    <a:pt x="1542656" y="98602"/>
                  </a:lnTo>
                  <a:lnTo>
                    <a:pt x="1549844" y="97574"/>
                  </a:lnTo>
                  <a:lnTo>
                    <a:pt x="1560118" y="96545"/>
                  </a:lnTo>
                  <a:lnTo>
                    <a:pt x="1566900" y="96139"/>
                  </a:lnTo>
                  <a:lnTo>
                    <a:pt x="1571625" y="95516"/>
                  </a:lnTo>
                  <a:lnTo>
                    <a:pt x="1574292" y="94907"/>
                  </a:lnTo>
                  <a:lnTo>
                    <a:pt x="1577174" y="94488"/>
                  </a:lnTo>
                  <a:lnTo>
                    <a:pt x="1579841" y="93675"/>
                  </a:lnTo>
                  <a:lnTo>
                    <a:pt x="1582318" y="92646"/>
                  </a:lnTo>
                  <a:lnTo>
                    <a:pt x="1582318" y="81330"/>
                  </a:lnTo>
                  <a:lnTo>
                    <a:pt x="1580057" y="82169"/>
                  </a:lnTo>
                  <a:lnTo>
                    <a:pt x="1572247" y="83400"/>
                  </a:lnTo>
                  <a:lnTo>
                    <a:pt x="1550047" y="84226"/>
                  </a:lnTo>
                  <a:lnTo>
                    <a:pt x="1542440" y="84836"/>
                  </a:lnTo>
                  <a:lnTo>
                    <a:pt x="1538541" y="85661"/>
                  </a:lnTo>
                  <a:lnTo>
                    <a:pt x="1532166" y="86690"/>
                  </a:lnTo>
                  <a:lnTo>
                    <a:pt x="1508125" y="111747"/>
                  </a:lnTo>
                  <a:lnTo>
                    <a:pt x="1508125" y="126123"/>
                  </a:lnTo>
                  <a:lnTo>
                    <a:pt x="1511007" y="133311"/>
                  </a:lnTo>
                  <a:lnTo>
                    <a:pt x="1522717" y="144614"/>
                  </a:lnTo>
                  <a:lnTo>
                    <a:pt x="1530527" y="147485"/>
                  </a:lnTo>
                  <a:lnTo>
                    <a:pt x="1546555" y="147485"/>
                  </a:lnTo>
                  <a:lnTo>
                    <a:pt x="1552511" y="146253"/>
                  </a:lnTo>
                  <a:lnTo>
                    <a:pt x="1558061" y="143789"/>
                  </a:lnTo>
                  <a:lnTo>
                    <a:pt x="1563814" y="141325"/>
                  </a:lnTo>
                  <a:lnTo>
                    <a:pt x="1569770" y="137426"/>
                  </a:lnTo>
                  <a:lnTo>
                    <a:pt x="1574063" y="133731"/>
                  </a:lnTo>
                  <a:lnTo>
                    <a:pt x="1575739" y="132283"/>
                  </a:lnTo>
                  <a:lnTo>
                    <a:pt x="1576146" y="137426"/>
                  </a:lnTo>
                  <a:lnTo>
                    <a:pt x="1576768" y="141732"/>
                  </a:lnTo>
                  <a:lnTo>
                    <a:pt x="1577797" y="145021"/>
                  </a:lnTo>
                  <a:lnTo>
                    <a:pt x="1595666" y="145021"/>
                  </a:lnTo>
                  <a:lnTo>
                    <a:pt x="1594231" y="139065"/>
                  </a:lnTo>
                  <a:lnTo>
                    <a:pt x="1593405" y="134340"/>
                  </a:lnTo>
                  <a:lnTo>
                    <a:pt x="1593405" y="132283"/>
                  </a:lnTo>
                  <a:lnTo>
                    <a:pt x="1593405" y="125920"/>
                  </a:lnTo>
                  <a:lnTo>
                    <a:pt x="1594434" y="119341"/>
                  </a:lnTo>
                  <a:lnTo>
                    <a:pt x="1600415" y="92646"/>
                  </a:lnTo>
                  <a:lnTo>
                    <a:pt x="1603679" y="78054"/>
                  </a:lnTo>
                  <a:lnTo>
                    <a:pt x="1604505" y="71691"/>
                  </a:lnTo>
                  <a:lnTo>
                    <a:pt x="1604505" y="58953"/>
                  </a:lnTo>
                  <a:close/>
                </a:path>
                <a:path w="2508885" h="187325">
                  <a:moveTo>
                    <a:pt x="1666354" y="2260"/>
                  </a:moveTo>
                  <a:lnTo>
                    <a:pt x="1648688" y="2260"/>
                  </a:lnTo>
                  <a:lnTo>
                    <a:pt x="1618894" y="145021"/>
                  </a:lnTo>
                  <a:lnTo>
                    <a:pt x="1636560" y="145021"/>
                  </a:lnTo>
                  <a:lnTo>
                    <a:pt x="1666354" y="2260"/>
                  </a:lnTo>
                  <a:close/>
                </a:path>
                <a:path w="2508885" h="187325">
                  <a:moveTo>
                    <a:pt x="1769935" y="41694"/>
                  </a:moveTo>
                  <a:lnTo>
                    <a:pt x="1746504" y="41694"/>
                  </a:lnTo>
                  <a:lnTo>
                    <a:pt x="1695132" y="90792"/>
                  </a:lnTo>
                  <a:lnTo>
                    <a:pt x="1713623" y="2260"/>
                  </a:lnTo>
                  <a:lnTo>
                    <a:pt x="1696161" y="2260"/>
                  </a:lnTo>
                  <a:lnTo>
                    <a:pt x="1666151" y="145021"/>
                  </a:lnTo>
                  <a:lnTo>
                    <a:pt x="1683829" y="145021"/>
                  </a:lnTo>
                  <a:lnTo>
                    <a:pt x="1691017" y="110515"/>
                  </a:lnTo>
                  <a:lnTo>
                    <a:pt x="1712391" y="92024"/>
                  </a:lnTo>
                  <a:lnTo>
                    <a:pt x="1733143" y="145021"/>
                  </a:lnTo>
                  <a:lnTo>
                    <a:pt x="1752460" y="145021"/>
                  </a:lnTo>
                  <a:lnTo>
                    <a:pt x="1730578" y="92024"/>
                  </a:lnTo>
                  <a:lnTo>
                    <a:pt x="1730070" y="90792"/>
                  </a:lnTo>
                  <a:lnTo>
                    <a:pt x="1725752" y="80314"/>
                  </a:lnTo>
                  <a:lnTo>
                    <a:pt x="1769935" y="41694"/>
                  </a:lnTo>
                  <a:close/>
                </a:path>
                <a:path w="2508885" h="187325">
                  <a:moveTo>
                    <a:pt x="1874113" y="41694"/>
                  </a:moveTo>
                  <a:lnTo>
                    <a:pt x="1855622" y="41694"/>
                  </a:lnTo>
                  <a:lnTo>
                    <a:pt x="1809381" y="124891"/>
                  </a:lnTo>
                  <a:lnTo>
                    <a:pt x="1808543" y="117195"/>
                  </a:lnTo>
                  <a:lnTo>
                    <a:pt x="1807591" y="109486"/>
                  </a:lnTo>
                  <a:lnTo>
                    <a:pt x="1806549" y="101790"/>
                  </a:lnTo>
                  <a:lnTo>
                    <a:pt x="1805482" y="94081"/>
                  </a:lnTo>
                  <a:lnTo>
                    <a:pt x="1797672" y="41694"/>
                  </a:lnTo>
                  <a:lnTo>
                    <a:pt x="1780209" y="41694"/>
                  </a:lnTo>
                  <a:lnTo>
                    <a:pt x="1797469" y="145440"/>
                  </a:lnTo>
                  <a:lnTo>
                    <a:pt x="1791919" y="155498"/>
                  </a:lnTo>
                  <a:lnTo>
                    <a:pt x="1788426" y="161455"/>
                  </a:lnTo>
                  <a:lnTo>
                    <a:pt x="1785340" y="165569"/>
                  </a:lnTo>
                  <a:lnTo>
                    <a:pt x="1782470" y="167614"/>
                  </a:lnTo>
                  <a:lnTo>
                    <a:pt x="1780209" y="169265"/>
                  </a:lnTo>
                  <a:lnTo>
                    <a:pt x="1777326" y="170078"/>
                  </a:lnTo>
                  <a:lnTo>
                    <a:pt x="1770341" y="170078"/>
                  </a:lnTo>
                  <a:lnTo>
                    <a:pt x="1766849" y="169468"/>
                  </a:lnTo>
                  <a:lnTo>
                    <a:pt x="1763153" y="168440"/>
                  </a:lnTo>
                  <a:lnTo>
                    <a:pt x="1762125" y="185077"/>
                  </a:lnTo>
                  <a:lnTo>
                    <a:pt x="1766023" y="186309"/>
                  </a:lnTo>
                  <a:lnTo>
                    <a:pt x="1769935" y="187134"/>
                  </a:lnTo>
                  <a:lnTo>
                    <a:pt x="1780616" y="187134"/>
                  </a:lnTo>
                  <a:lnTo>
                    <a:pt x="1808149" y="158788"/>
                  </a:lnTo>
                  <a:lnTo>
                    <a:pt x="1827250" y="124891"/>
                  </a:lnTo>
                  <a:lnTo>
                    <a:pt x="1874113" y="41694"/>
                  </a:lnTo>
                  <a:close/>
                </a:path>
                <a:path w="2508885" h="187325">
                  <a:moveTo>
                    <a:pt x="1917674" y="2260"/>
                  </a:moveTo>
                  <a:lnTo>
                    <a:pt x="1900008" y="2260"/>
                  </a:lnTo>
                  <a:lnTo>
                    <a:pt x="1870214" y="145021"/>
                  </a:lnTo>
                  <a:lnTo>
                    <a:pt x="1887880" y="145021"/>
                  </a:lnTo>
                  <a:lnTo>
                    <a:pt x="1917674" y="2260"/>
                  </a:lnTo>
                  <a:close/>
                </a:path>
                <a:path w="2508885" h="187325">
                  <a:moveTo>
                    <a:pt x="2073440" y="56692"/>
                  </a:moveTo>
                  <a:lnTo>
                    <a:pt x="2072360" y="53822"/>
                  </a:lnTo>
                  <a:lnTo>
                    <a:pt x="2071179" y="50736"/>
                  </a:lnTo>
                  <a:lnTo>
                    <a:pt x="2061730" y="41694"/>
                  </a:lnTo>
                  <a:lnTo>
                    <a:pt x="2054948" y="39446"/>
                  </a:lnTo>
                  <a:lnTo>
                    <a:pt x="2040572" y="39446"/>
                  </a:lnTo>
                  <a:lnTo>
                    <a:pt x="2034603" y="40678"/>
                  </a:lnTo>
                  <a:lnTo>
                    <a:pt x="2029053" y="43548"/>
                  </a:lnTo>
                  <a:lnTo>
                    <a:pt x="2023300" y="46215"/>
                  </a:lnTo>
                  <a:lnTo>
                    <a:pt x="2017344" y="50736"/>
                  </a:lnTo>
                  <a:lnTo>
                    <a:pt x="2010765" y="57111"/>
                  </a:lnTo>
                  <a:lnTo>
                    <a:pt x="2022068" y="2260"/>
                  </a:lnTo>
                  <a:lnTo>
                    <a:pt x="2004402" y="2260"/>
                  </a:lnTo>
                  <a:lnTo>
                    <a:pt x="1974608" y="145021"/>
                  </a:lnTo>
                  <a:lnTo>
                    <a:pt x="1992274" y="145021"/>
                  </a:lnTo>
                  <a:lnTo>
                    <a:pt x="2001520" y="100660"/>
                  </a:lnTo>
                  <a:lnTo>
                    <a:pt x="2003602" y="91643"/>
                  </a:lnTo>
                  <a:lnTo>
                    <a:pt x="2024126" y="58953"/>
                  </a:lnTo>
                  <a:lnTo>
                    <a:pt x="2027174" y="57111"/>
                  </a:lnTo>
                  <a:lnTo>
                    <a:pt x="2029879" y="55460"/>
                  </a:lnTo>
                  <a:lnTo>
                    <a:pt x="2036051" y="53822"/>
                  </a:lnTo>
                  <a:lnTo>
                    <a:pt x="2046732" y="53822"/>
                  </a:lnTo>
                  <a:lnTo>
                    <a:pt x="2050224" y="54851"/>
                  </a:lnTo>
                  <a:lnTo>
                    <a:pt x="2052485" y="57111"/>
                  </a:lnTo>
                  <a:lnTo>
                    <a:pt x="2054745" y="59156"/>
                  </a:lnTo>
                  <a:lnTo>
                    <a:pt x="2055977" y="62039"/>
                  </a:lnTo>
                  <a:lnTo>
                    <a:pt x="2055977" y="67792"/>
                  </a:lnTo>
                  <a:lnTo>
                    <a:pt x="2055152" y="73329"/>
                  </a:lnTo>
                  <a:lnTo>
                    <a:pt x="2053107" y="82575"/>
                  </a:lnTo>
                  <a:lnTo>
                    <a:pt x="2039950" y="145021"/>
                  </a:lnTo>
                  <a:lnTo>
                    <a:pt x="2057628" y="145021"/>
                  </a:lnTo>
                  <a:lnTo>
                    <a:pt x="2070366" y="83985"/>
                  </a:lnTo>
                  <a:lnTo>
                    <a:pt x="2072424" y="74358"/>
                  </a:lnTo>
                  <a:lnTo>
                    <a:pt x="2073414" y="67792"/>
                  </a:lnTo>
                  <a:lnTo>
                    <a:pt x="2073440" y="56692"/>
                  </a:lnTo>
                  <a:close/>
                </a:path>
                <a:path w="2508885" h="187325">
                  <a:moveTo>
                    <a:pt x="2187295" y="58953"/>
                  </a:moveTo>
                  <a:lnTo>
                    <a:pt x="2184806" y="53822"/>
                  </a:lnTo>
                  <a:lnTo>
                    <a:pt x="2184412" y="52997"/>
                  </a:lnTo>
                  <a:lnTo>
                    <a:pt x="2178659" y="48475"/>
                  </a:lnTo>
                  <a:lnTo>
                    <a:pt x="2172614" y="44462"/>
                  </a:lnTo>
                  <a:lnTo>
                    <a:pt x="2165553" y="41643"/>
                  </a:lnTo>
                  <a:lnTo>
                    <a:pt x="2157501" y="39992"/>
                  </a:lnTo>
                  <a:lnTo>
                    <a:pt x="2148446" y="39446"/>
                  </a:lnTo>
                  <a:lnTo>
                    <a:pt x="2139772" y="39941"/>
                  </a:lnTo>
                  <a:lnTo>
                    <a:pt x="2104351" y="63830"/>
                  </a:lnTo>
                  <a:lnTo>
                    <a:pt x="2101189" y="71069"/>
                  </a:lnTo>
                  <a:lnTo>
                    <a:pt x="2119071" y="72720"/>
                  </a:lnTo>
                  <a:lnTo>
                    <a:pt x="2121116" y="66560"/>
                  </a:lnTo>
                  <a:lnTo>
                    <a:pt x="2124608" y="62039"/>
                  </a:lnTo>
                  <a:lnTo>
                    <a:pt x="2134070" y="55460"/>
                  </a:lnTo>
                  <a:lnTo>
                    <a:pt x="2140026" y="53822"/>
                  </a:lnTo>
                  <a:lnTo>
                    <a:pt x="2155228" y="53822"/>
                  </a:lnTo>
                  <a:lnTo>
                    <a:pt x="2169795" y="71691"/>
                  </a:lnTo>
                  <a:lnTo>
                    <a:pt x="2169210" y="75387"/>
                  </a:lnTo>
                  <a:lnTo>
                    <a:pt x="2167763" y="80314"/>
                  </a:lnTo>
                  <a:lnTo>
                    <a:pt x="2165299" y="81292"/>
                  </a:lnTo>
                  <a:lnTo>
                    <a:pt x="2165299" y="92646"/>
                  </a:lnTo>
                  <a:lnTo>
                    <a:pt x="2139823" y="132283"/>
                  </a:lnTo>
                  <a:lnTo>
                    <a:pt x="2134070" y="133731"/>
                  </a:lnTo>
                  <a:lnTo>
                    <a:pt x="2121941" y="133731"/>
                  </a:lnTo>
                  <a:lnTo>
                    <a:pt x="2117217" y="132283"/>
                  </a:lnTo>
                  <a:lnTo>
                    <a:pt x="2113724" y="129006"/>
                  </a:lnTo>
                  <a:lnTo>
                    <a:pt x="2110232" y="125920"/>
                  </a:lnTo>
                  <a:lnTo>
                    <a:pt x="2108581" y="121818"/>
                  </a:lnTo>
                  <a:lnTo>
                    <a:pt x="2108581" y="113182"/>
                  </a:lnTo>
                  <a:lnTo>
                    <a:pt x="2109609" y="109893"/>
                  </a:lnTo>
                  <a:lnTo>
                    <a:pt x="2111870" y="106819"/>
                  </a:lnTo>
                  <a:lnTo>
                    <a:pt x="2113927" y="103733"/>
                  </a:lnTo>
                  <a:lnTo>
                    <a:pt x="2149678" y="96139"/>
                  </a:lnTo>
                  <a:lnTo>
                    <a:pt x="2154415" y="95516"/>
                  </a:lnTo>
                  <a:lnTo>
                    <a:pt x="2157285" y="94907"/>
                  </a:lnTo>
                  <a:lnTo>
                    <a:pt x="2160168" y="94488"/>
                  </a:lnTo>
                  <a:lnTo>
                    <a:pt x="2162835" y="93675"/>
                  </a:lnTo>
                  <a:lnTo>
                    <a:pt x="2165299" y="92646"/>
                  </a:lnTo>
                  <a:lnTo>
                    <a:pt x="2165299" y="81292"/>
                  </a:lnTo>
                  <a:lnTo>
                    <a:pt x="2163038" y="82169"/>
                  </a:lnTo>
                  <a:lnTo>
                    <a:pt x="2155025" y="83400"/>
                  </a:lnTo>
                  <a:lnTo>
                    <a:pt x="2133041" y="84226"/>
                  </a:lnTo>
                  <a:lnTo>
                    <a:pt x="2125434" y="84836"/>
                  </a:lnTo>
                  <a:lnTo>
                    <a:pt x="2121535" y="85661"/>
                  </a:lnTo>
                  <a:lnTo>
                    <a:pt x="2115159" y="86690"/>
                  </a:lnTo>
                  <a:lnTo>
                    <a:pt x="2091118" y="111747"/>
                  </a:lnTo>
                  <a:lnTo>
                    <a:pt x="2091118" y="126123"/>
                  </a:lnTo>
                  <a:lnTo>
                    <a:pt x="2094001" y="133311"/>
                  </a:lnTo>
                  <a:lnTo>
                    <a:pt x="2099754" y="139065"/>
                  </a:lnTo>
                  <a:lnTo>
                    <a:pt x="2105710" y="144614"/>
                  </a:lnTo>
                  <a:lnTo>
                    <a:pt x="2113305" y="147485"/>
                  </a:lnTo>
                  <a:lnTo>
                    <a:pt x="2129345" y="147485"/>
                  </a:lnTo>
                  <a:lnTo>
                    <a:pt x="2158720" y="132283"/>
                  </a:lnTo>
                  <a:lnTo>
                    <a:pt x="2159139" y="137426"/>
                  </a:lnTo>
                  <a:lnTo>
                    <a:pt x="2159749" y="141732"/>
                  </a:lnTo>
                  <a:lnTo>
                    <a:pt x="2160778" y="145021"/>
                  </a:lnTo>
                  <a:lnTo>
                    <a:pt x="2178456" y="145021"/>
                  </a:lnTo>
                  <a:lnTo>
                    <a:pt x="2177224" y="139065"/>
                  </a:lnTo>
                  <a:lnTo>
                    <a:pt x="2176399" y="134340"/>
                  </a:lnTo>
                  <a:lnTo>
                    <a:pt x="2176399" y="132283"/>
                  </a:lnTo>
                  <a:lnTo>
                    <a:pt x="2176399" y="125920"/>
                  </a:lnTo>
                  <a:lnTo>
                    <a:pt x="2177224" y="119341"/>
                  </a:lnTo>
                  <a:lnTo>
                    <a:pt x="2183206" y="92646"/>
                  </a:lnTo>
                  <a:lnTo>
                    <a:pt x="2186470" y="78054"/>
                  </a:lnTo>
                  <a:lnTo>
                    <a:pt x="2187295" y="71691"/>
                  </a:lnTo>
                  <a:lnTo>
                    <a:pt x="2187295" y="58953"/>
                  </a:lnTo>
                  <a:close/>
                </a:path>
                <a:path w="2508885" h="187325">
                  <a:moveTo>
                    <a:pt x="2249347" y="2260"/>
                  </a:moveTo>
                  <a:lnTo>
                    <a:pt x="2231682" y="2260"/>
                  </a:lnTo>
                  <a:lnTo>
                    <a:pt x="2201875" y="145021"/>
                  </a:lnTo>
                  <a:lnTo>
                    <a:pt x="2219553" y="145021"/>
                  </a:lnTo>
                  <a:lnTo>
                    <a:pt x="2249347" y="2260"/>
                  </a:lnTo>
                  <a:close/>
                </a:path>
                <a:path w="2508885" h="187325">
                  <a:moveTo>
                    <a:pt x="2287371" y="41694"/>
                  </a:moveTo>
                  <a:lnTo>
                    <a:pt x="2269896" y="41694"/>
                  </a:lnTo>
                  <a:lnTo>
                    <a:pt x="2248116" y="145021"/>
                  </a:lnTo>
                  <a:lnTo>
                    <a:pt x="2265794" y="145021"/>
                  </a:lnTo>
                  <a:lnTo>
                    <a:pt x="2287371" y="41694"/>
                  </a:lnTo>
                  <a:close/>
                </a:path>
                <a:path w="2508885" h="187325">
                  <a:moveTo>
                    <a:pt x="2295588" y="2260"/>
                  </a:moveTo>
                  <a:lnTo>
                    <a:pt x="2278113" y="2260"/>
                  </a:lnTo>
                  <a:lnTo>
                    <a:pt x="2274011" y="22390"/>
                  </a:lnTo>
                  <a:lnTo>
                    <a:pt x="2291473" y="22390"/>
                  </a:lnTo>
                  <a:lnTo>
                    <a:pt x="2295588" y="2260"/>
                  </a:lnTo>
                  <a:close/>
                </a:path>
                <a:path w="2508885" h="187325">
                  <a:moveTo>
                    <a:pt x="2407374" y="2260"/>
                  </a:moveTo>
                  <a:lnTo>
                    <a:pt x="2389708" y="2260"/>
                  </a:lnTo>
                  <a:lnTo>
                    <a:pt x="2377986" y="57924"/>
                  </a:lnTo>
                  <a:lnTo>
                    <a:pt x="2375192" y="53822"/>
                  </a:lnTo>
                  <a:lnTo>
                    <a:pt x="2372652" y="50101"/>
                  </a:lnTo>
                  <a:lnTo>
                    <a:pt x="2372652" y="71691"/>
                  </a:lnTo>
                  <a:lnTo>
                    <a:pt x="2372652" y="79908"/>
                  </a:lnTo>
                  <a:lnTo>
                    <a:pt x="2359495" y="120789"/>
                  </a:lnTo>
                  <a:lnTo>
                    <a:pt x="2345728" y="133311"/>
                  </a:lnTo>
                  <a:lnTo>
                    <a:pt x="2332990" y="133311"/>
                  </a:lnTo>
                  <a:lnTo>
                    <a:pt x="2318194" y="118732"/>
                  </a:lnTo>
                  <a:lnTo>
                    <a:pt x="2316746" y="114617"/>
                  </a:lnTo>
                  <a:lnTo>
                    <a:pt x="2315934" y="109080"/>
                  </a:lnTo>
                  <a:lnTo>
                    <a:pt x="2315934" y="96545"/>
                  </a:lnTo>
                  <a:lnTo>
                    <a:pt x="2335034" y="58547"/>
                  </a:lnTo>
                  <a:lnTo>
                    <a:pt x="2345728" y="53822"/>
                  </a:lnTo>
                  <a:lnTo>
                    <a:pt x="2356408" y="53822"/>
                  </a:lnTo>
                  <a:lnTo>
                    <a:pt x="2361958" y="56083"/>
                  </a:lnTo>
                  <a:lnTo>
                    <a:pt x="2370391" y="65328"/>
                  </a:lnTo>
                  <a:lnTo>
                    <a:pt x="2372652" y="71691"/>
                  </a:lnTo>
                  <a:lnTo>
                    <a:pt x="2372652" y="50101"/>
                  </a:lnTo>
                  <a:lnTo>
                    <a:pt x="2372474" y="49834"/>
                  </a:lnTo>
                  <a:lnTo>
                    <a:pt x="2365819" y="44069"/>
                  </a:lnTo>
                  <a:lnTo>
                    <a:pt x="2357996" y="40601"/>
                  </a:lnTo>
                  <a:lnTo>
                    <a:pt x="2349017" y="39446"/>
                  </a:lnTo>
                  <a:lnTo>
                    <a:pt x="2341207" y="39446"/>
                  </a:lnTo>
                  <a:lnTo>
                    <a:pt x="2310358" y="63309"/>
                  </a:lnTo>
                  <a:lnTo>
                    <a:pt x="2298458" y="105168"/>
                  </a:lnTo>
                  <a:lnTo>
                    <a:pt x="2299081" y="114884"/>
                  </a:lnTo>
                  <a:lnTo>
                    <a:pt x="2325700" y="146799"/>
                  </a:lnTo>
                  <a:lnTo>
                    <a:pt x="2332786" y="147485"/>
                  </a:lnTo>
                  <a:lnTo>
                    <a:pt x="2340902" y="146405"/>
                  </a:lnTo>
                  <a:lnTo>
                    <a:pt x="2348915" y="143154"/>
                  </a:lnTo>
                  <a:lnTo>
                    <a:pt x="2356764" y="137693"/>
                  </a:lnTo>
                  <a:lnTo>
                    <a:pt x="2361146" y="133311"/>
                  </a:lnTo>
                  <a:lnTo>
                    <a:pt x="2364422" y="130022"/>
                  </a:lnTo>
                  <a:lnTo>
                    <a:pt x="2361133" y="145021"/>
                  </a:lnTo>
                  <a:lnTo>
                    <a:pt x="2377579" y="145021"/>
                  </a:lnTo>
                  <a:lnTo>
                    <a:pt x="2380704" y="130022"/>
                  </a:lnTo>
                  <a:lnTo>
                    <a:pt x="2395753" y="57924"/>
                  </a:lnTo>
                  <a:lnTo>
                    <a:pt x="2407374" y="2260"/>
                  </a:lnTo>
                  <a:close/>
                </a:path>
                <a:path w="2508885" h="187325">
                  <a:moveTo>
                    <a:pt x="2508275" y="84429"/>
                  </a:moveTo>
                  <a:lnTo>
                    <a:pt x="2498775" y="52997"/>
                  </a:lnTo>
                  <a:lnTo>
                    <a:pt x="2497175" y="50939"/>
                  </a:lnTo>
                  <a:lnTo>
                    <a:pt x="2491829" y="46405"/>
                  </a:lnTo>
                  <a:lnTo>
                    <a:pt x="2491829" y="71691"/>
                  </a:lnTo>
                  <a:lnTo>
                    <a:pt x="2491829" y="81140"/>
                  </a:lnTo>
                  <a:lnTo>
                    <a:pt x="2491689" y="82169"/>
                  </a:lnTo>
                  <a:lnTo>
                    <a:pt x="2491625" y="84429"/>
                  </a:lnTo>
                  <a:lnTo>
                    <a:pt x="2433675" y="84429"/>
                  </a:lnTo>
                  <a:lnTo>
                    <a:pt x="2460599" y="52997"/>
                  </a:lnTo>
                  <a:lnTo>
                    <a:pt x="2474988" y="52997"/>
                  </a:lnTo>
                  <a:lnTo>
                    <a:pt x="2480741" y="55460"/>
                  </a:lnTo>
                  <a:lnTo>
                    <a:pt x="2485047" y="60185"/>
                  </a:lnTo>
                  <a:lnTo>
                    <a:pt x="2489568" y="64909"/>
                  </a:lnTo>
                  <a:lnTo>
                    <a:pt x="2491829" y="71691"/>
                  </a:lnTo>
                  <a:lnTo>
                    <a:pt x="2491829" y="46405"/>
                  </a:lnTo>
                  <a:lnTo>
                    <a:pt x="2491194" y="45859"/>
                  </a:lnTo>
                  <a:lnTo>
                    <a:pt x="2484310" y="42265"/>
                  </a:lnTo>
                  <a:lnTo>
                    <a:pt x="2476462" y="40144"/>
                  </a:lnTo>
                  <a:lnTo>
                    <a:pt x="2467584" y="39446"/>
                  </a:lnTo>
                  <a:lnTo>
                    <a:pt x="2460485" y="39903"/>
                  </a:lnTo>
                  <a:lnTo>
                    <a:pt x="2424595" y="63271"/>
                  </a:lnTo>
                  <a:lnTo>
                    <a:pt x="2412619" y="101676"/>
                  </a:lnTo>
                  <a:lnTo>
                    <a:pt x="2412517" y="112356"/>
                  </a:lnTo>
                  <a:lnTo>
                    <a:pt x="2414155" y="119964"/>
                  </a:lnTo>
                  <a:lnTo>
                    <a:pt x="2417648" y="126746"/>
                  </a:lnTo>
                  <a:lnTo>
                    <a:pt x="2420937" y="133515"/>
                  </a:lnTo>
                  <a:lnTo>
                    <a:pt x="2425865" y="138658"/>
                  </a:lnTo>
                  <a:lnTo>
                    <a:pt x="2438616" y="145643"/>
                  </a:lnTo>
                  <a:lnTo>
                    <a:pt x="2445601" y="147485"/>
                  </a:lnTo>
                  <a:lnTo>
                    <a:pt x="2453195" y="147485"/>
                  </a:lnTo>
                  <a:lnTo>
                    <a:pt x="2491067" y="130175"/>
                  </a:lnTo>
                  <a:lnTo>
                    <a:pt x="2501900" y="111747"/>
                  </a:lnTo>
                  <a:lnTo>
                    <a:pt x="2484844" y="109893"/>
                  </a:lnTo>
                  <a:lnTo>
                    <a:pt x="2481554" y="117500"/>
                  </a:lnTo>
                  <a:lnTo>
                    <a:pt x="2477033" y="123050"/>
                  </a:lnTo>
                  <a:lnTo>
                    <a:pt x="2471280" y="127152"/>
                  </a:lnTo>
                  <a:lnTo>
                    <a:pt x="2465324" y="131051"/>
                  </a:lnTo>
                  <a:lnTo>
                    <a:pt x="2459367" y="133108"/>
                  </a:lnTo>
                  <a:lnTo>
                    <a:pt x="2447036" y="133108"/>
                  </a:lnTo>
                  <a:lnTo>
                    <a:pt x="2441486" y="130441"/>
                  </a:lnTo>
                  <a:lnTo>
                    <a:pt x="2432647" y="120370"/>
                  </a:lnTo>
                  <a:lnTo>
                    <a:pt x="2430386" y="112979"/>
                  </a:lnTo>
                  <a:lnTo>
                    <a:pt x="2430386" y="101676"/>
                  </a:lnTo>
                  <a:lnTo>
                    <a:pt x="2430805" y="97777"/>
                  </a:lnTo>
                  <a:lnTo>
                    <a:pt x="2507043" y="97777"/>
                  </a:lnTo>
                  <a:lnTo>
                    <a:pt x="2507856" y="92443"/>
                  </a:lnTo>
                  <a:lnTo>
                    <a:pt x="2508275" y="87299"/>
                  </a:lnTo>
                  <a:lnTo>
                    <a:pt x="2508275" y="844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1091095" y="1349622"/>
              <a:ext cx="5488305" cy="2404745"/>
            </a:xfrm>
            <a:custGeom>
              <a:avLst/>
              <a:gdLst/>
              <a:ahLst/>
              <a:cxnLst/>
              <a:rect l="l" t="t" r="r" b="b"/>
              <a:pathLst>
                <a:path w="5488305" h="2404745">
                  <a:moveTo>
                    <a:pt x="0" y="2330426"/>
                  </a:moveTo>
                  <a:lnTo>
                    <a:pt x="5816" y="2359139"/>
                  </a:lnTo>
                  <a:lnTo>
                    <a:pt x="21676" y="2382653"/>
                  </a:lnTo>
                  <a:lnTo>
                    <a:pt x="45191" y="2398540"/>
                  </a:lnTo>
                  <a:lnTo>
                    <a:pt x="73976" y="2404376"/>
                  </a:lnTo>
                  <a:lnTo>
                    <a:pt x="5413761" y="2404376"/>
                  </a:lnTo>
                  <a:lnTo>
                    <a:pt x="5442572" y="2398540"/>
                  </a:lnTo>
                  <a:lnTo>
                    <a:pt x="5466085" y="2382653"/>
                  </a:lnTo>
                  <a:lnTo>
                    <a:pt x="5481931" y="2359139"/>
                  </a:lnTo>
                  <a:lnTo>
                    <a:pt x="5482753" y="2355076"/>
                  </a:lnTo>
                  <a:lnTo>
                    <a:pt x="24659" y="2355076"/>
                  </a:lnTo>
                  <a:lnTo>
                    <a:pt x="0" y="2330426"/>
                  </a:lnTo>
                  <a:close/>
                </a:path>
                <a:path w="5488305" h="2404745">
                  <a:moveTo>
                    <a:pt x="5413762" y="0"/>
                  </a:moveTo>
                  <a:lnTo>
                    <a:pt x="5438421" y="24649"/>
                  </a:lnTo>
                  <a:lnTo>
                    <a:pt x="5438421" y="2281127"/>
                  </a:lnTo>
                  <a:lnTo>
                    <a:pt x="5432612" y="2309840"/>
                  </a:lnTo>
                  <a:lnTo>
                    <a:pt x="5416767" y="2333353"/>
                  </a:lnTo>
                  <a:lnTo>
                    <a:pt x="5393253" y="2349241"/>
                  </a:lnTo>
                  <a:lnTo>
                    <a:pt x="5364442" y="2355076"/>
                  </a:lnTo>
                  <a:lnTo>
                    <a:pt x="5482753" y="2355076"/>
                  </a:lnTo>
                  <a:lnTo>
                    <a:pt x="5487739" y="2330426"/>
                  </a:lnTo>
                  <a:lnTo>
                    <a:pt x="5487739" y="73948"/>
                  </a:lnTo>
                  <a:lnTo>
                    <a:pt x="5481931" y="45149"/>
                  </a:lnTo>
                  <a:lnTo>
                    <a:pt x="5466085" y="21645"/>
                  </a:lnTo>
                  <a:lnTo>
                    <a:pt x="5442572" y="5806"/>
                  </a:lnTo>
                  <a:lnTo>
                    <a:pt x="5413762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1041776" y="1300322"/>
              <a:ext cx="5488305" cy="2404745"/>
            </a:xfrm>
            <a:custGeom>
              <a:avLst/>
              <a:gdLst/>
              <a:ahLst/>
              <a:cxnLst/>
              <a:rect l="l" t="t" r="r" b="b"/>
              <a:pathLst>
                <a:path w="5488305" h="2404745">
                  <a:moveTo>
                    <a:pt x="0" y="2330427"/>
                  </a:moveTo>
                  <a:lnTo>
                    <a:pt x="0" y="1977852"/>
                  </a:lnTo>
                  <a:lnTo>
                    <a:pt x="0" y="1202188"/>
                  </a:lnTo>
                  <a:lnTo>
                    <a:pt x="0" y="426523"/>
                  </a:lnTo>
                  <a:lnTo>
                    <a:pt x="0" y="73949"/>
                  </a:lnTo>
                  <a:lnTo>
                    <a:pt x="5816" y="45149"/>
                  </a:lnTo>
                  <a:lnTo>
                    <a:pt x="21676" y="21645"/>
                  </a:lnTo>
                  <a:lnTo>
                    <a:pt x="45192" y="5806"/>
                  </a:lnTo>
                  <a:lnTo>
                    <a:pt x="73978" y="0"/>
                  </a:lnTo>
                  <a:lnTo>
                    <a:pt x="908319" y="0"/>
                  </a:lnTo>
                  <a:lnTo>
                    <a:pt x="2743870" y="0"/>
                  </a:lnTo>
                  <a:lnTo>
                    <a:pt x="4579420" y="0"/>
                  </a:lnTo>
                  <a:lnTo>
                    <a:pt x="5413761" y="0"/>
                  </a:lnTo>
                  <a:lnTo>
                    <a:pt x="5442572" y="5806"/>
                  </a:lnTo>
                  <a:lnTo>
                    <a:pt x="5466086" y="21645"/>
                  </a:lnTo>
                  <a:lnTo>
                    <a:pt x="5481931" y="45149"/>
                  </a:lnTo>
                  <a:lnTo>
                    <a:pt x="5487740" y="73949"/>
                  </a:lnTo>
                  <a:lnTo>
                    <a:pt x="5487740" y="426523"/>
                  </a:lnTo>
                  <a:lnTo>
                    <a:pt x="5487740" y="1202188"/>
                  </a:lnTo>
                  <a:lnTo>
                    <a:pt x="5487740" y="1977852"/>
                  </a:lnTo>
                  <a:lnTo>
                    <a:pt x="5487740" y="2330427"/>
                  </a:lnTo>
                  <a:lnTo>
                    <a:pt x="5481931" y="2359140"/>
                  </a:lnTo>
                  <a:lnTo>
                    <a:pt x="5466086" y="2382653"/>
                  </a:lnTo>
                  <a:lnTo>
                    <a:pt x="5442572" y="2398541"/>
                  </a:lnTo>
                  <a:lnTo>
                    <a:pt x="5413761" y="2404376"/>
                  </a:lnTo>
                  <a:lnTo>
                    <a:pt x="4579420" y="2404376"/>
                  </a:lnTo>
                  <a:lnTo>
                    <a:pt x="2743870" y="2404376"/>
                  </a:lnTo>
                  <a:lnTo>
                    <a:pt x="908319" y="2404376"/>
                  </a:lnTo>
                  <a:lnTo>
                    <a:pt x="73978" y="2404376"/>
                  </a:lnTo>
                  <a:lnTo>
                    <a:pt x="45192" y="2398541"/>
                  </a:lnTo>
                  <a:lnTo>
                    <a:pt x="21676" y="2382653"/>
                  </a:lnTo>
                  <a:lnTo>
                    <a:pt x="5816" y="2359140"/>
                  </a:lnTo>
                  <a:lnTo>
                    <a:pt x="0" y="2330427"/>
                  </a:lnTo>
                  <a:close/>
                </a:path>
              </a:pathLst>
            </a:custGeom>
            <a:ln w="123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0" name="object 20"/>
          <p:cNvGrpSpPr/>
          <p:nvPr/>
        </p:nvGrpSpPr>
        <p:grpSpPr>
          <a:xfrm>
            <a:off x="890198" y="3657016"/>
            <a:ext cx="5959475" cy="2444750"/>
            <a:chOff x="1035613" y="4005631"/>
            <a:chExt cx="5959475" cy="2444750"/>
          </a:xfrm>
        </p:grpSpPr>
        <p:sp>
          <p:nvSpPr>
            <p:cNvPr id="21" name="object 21"/>
            <p:cNvSpPr/>
            <p:nvPr/>
          </p:nvSpPr>
          <p:spPr>
            <a:xfrm>
              <a:off x="1443511" y="5168174"/>
              <a:ext cx="513080" cy="147955"/>
            </a:xfrm>
            <a:custGeom>
              <a:avLst/>
              <a:gdLst/>
              <a:ahLst/>
              <a:cxnLst/>
              <a:rect l="l" t="t" r="r" b="b"/>
              <a:pathLst>
                <a:path w="513080" h="147954">
                  <a:moveTo>
                    <a:pt x="0" y="0"/>
                  </a:moveTo>
                  <a:lnTo>
                    <a:pt x="256273" y="147898"/>
                  </a:lnTo>
                </a:path>
                <a:path w="513080" h="147954">
                  <a:moveTo>
                    <a:pt x="256273" y="147898"/>
                  </a:moveTo>
                  <a:lnTo>
                    <a:pt x="512546" y="0"/>
                  </a:lnTo>
                </a:path>
              </a:pathLst>
            </a:custGeom>
            <a:ln w="123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1885547" y="4806357"/>
              <a:ext cx="278765" cy="147955"/>
            </a:xfrm>
            <a:custGeom>
              <a:avLst/>
              <a:gdLst/>
              <a:ahLst/>
              <a:cxnLst/>
              <a:rect l="l" t="t" r="r" b="b"/>
              <a:pathLst>
                <a:path w="278764" h="147954">
                  <a:moveTo>
                    <a:pt x="68372" y="0"/>
                  </a:moveTo>
                  <a:lnTo>
                    <a:pt x="29311" y="11317"/>
                  </a:lnTo>
                  <a:lnTo>
                    <a:pt x="4751" y="44084"/>
                  </a:lnTo>
                  <a:lnTo>
                    <a:pt x="0" y="76064"/>
                  </a:lnTo>
                  <a:lnTo>
                    <a:pt x="493" y="85052"/>
                  </a:lnTo>
                  <a:lnTo>
                    <a:pt x="18268" y="126478"/>
                  </a:lnTo>
                  <a:lnTo>
                    <a:pt x="58456" y="147125"/>
                  </a:lnTo>
                  <a:lnTo>
                    <a:pt x="68270" y="147734"/>
                  </a:lnTo>
                  <a:lnTo>
                    <a:pt x="77409" y="147183"/>
                  </a:lnTo>
                  <a:lnTo>
                    <a:pt x="113237" y="131567"/>
                  </a:lnTo>
                  <a:lnTo>
                    <a:pt x="68167" y="131567"/>
                  </a:lnTo>
                  <a:lnTo>
                    <a:pt x="58115" y="130631"/>
                  </a:lnTo>
                  <a:lnTo>
                    <a:pt x="22932" y="99125"/>
                  </a:lnTo>
                  <a:lnTo>
                    <a:pt x="19465" y="76064"/>
                  </a:lnTo>
                  <a:lnTo>
                    <a:pt x="20367" y="61102"/>
                  </a:lnTo>
                  <a:lnTo>
                    <a:pt x="41510" y="24024"/>
                  </a:lnTo>
                  <a:lnTo>
                    <a:pt x="68455" y="16268"/>
                  </a:lnTo>
                  <a:lnTo>
                    <a:pt x="113223" y="16268"/>
                  </a:lnTo>
                  <a:lnTo>
                    <a:pt x="111490" y="14641"/>
                  </a:lnTo>
                  <a:lnTo>
                    <a:pt x="104026" y="9449"/>
                  </a:lnTo>
                  <a:lnTo>
                    <a:pt x="95834" y="5320"/>
                  </a:lnTo>
                  <a:lnTo>
                    <a:pt x="87162" y="2367"/>
                  </a:lnTo>
                  <a:lnTo>
                    <a:pt x="78009" y="592"/>
                  </a:lnTo>
                  <a:lnTo>
                    <a:pt x="68372" y="0"/>
                  </a:lnTo>
                  <a:close/>
                </a:path>
                <a:path w="278764" h="147954">
                  <a:moveTo>
                    <a:pt x="113223" y="16268"/>
                  </a:moveTo>
                  <a:lnTo>
                    <a:pt x="68455" y="16268"/>
                  </a:lnTo>
                  <a:lnTo>
                    <a:pt x="75352" y="16715"/>
                  </a:lnTo>
                  <a:lnTo>
                    <a:pt x="81897" y="18058"/>
                  </a:lnTo>
                  <a:lnTo>
                    <a:pt x="111177" y="43588"/>
                  </a:lnTo>
                  <a:lnTo>
                    <a:pt x="117075" y="74010"/>
                  </a:lnTo>
                  <a:lnTo>
                    <a:pt x="116212" y="87010"/>
                  </a:lnTo>
                  <a:lnTo>
                    <a:pt x="95923" y="123136"/>
                  </a:lnTo>
                  <a:lnTo>
                    <a:pt x="68167" y="131567"/>
                  </a:lnTo>
                  <a:lnTo>
                    <a:pt x="113237" y="131567"/>
                  </a:lnTo>
                  <a:lnTo>
                    <a:pt x="134365" y="94685"/>
                  </a:lnTo>
                  <a:lnTo>
                    <a:pt x="136551" y="74010"/>
                  </a:lnTo>
                  <a:lnTo>
                    <a:pt x="136036" y="63687"/>
                  </a:lnTo>
                  <a:lnTo>
                    <a:pt x="118010" y="20762"/>
                  </a:lnTo>
                  <a:lnTo>
                    <a:pt x="113223" y="16268"/>
                  </a:lnTo>
                  <a:close/>
                </a:path>
                <a:path w="278764" h="147954">
                  <a:moveTo>
                    <a:pt x="185073" y="2547"/>
                  </a:moveTo>
                  <a:lnTo>
                    <a:pt x="166168" y="2547"/>
                  </a:lnTo>
                  <a:lnTo>
                    <a:pt x="166168" y="145289"/>
                  </a:lnTo>
                  <a:lnTo>
                    <a:pt x="185073" y="145289"/>
                  </a:lnTo>
                  <a:lnTo>
                    <a:pt x="185073" y="78016"/>
                  </a:lnTo>
                  <a:lnTo>
                    <a:pt x="278204" y="78016"/>
                  </a:lnTo>
                  <a:lnTo>
                    <a:pt x="278204" y="61172"/>
                  </a:lnTo>
                  <a:lnTo>
                    <a:pt x="185073" y="61172"/>
                  </a:lnTo>
                  <a:lnTo>
                    <a:pt x="185073" y="2547"/>
                  </a:lnTo>
                  <a:close/>
                </a:path>
                <a:path w="278764" h="147954">
                  <a:moveTo>
                    <a:pt x="278204" y="78016"/>
                  </a:moveTo>
                  <a:lnTo>
                    <a:pt x="259298" y="78016"/>
                  </a:lnTo>
                  <a:lnTo>
                    <a:pt x="259298" y="145289"/>
                  </a:lnTo>
                  <a:lnTo>
                    <a:pt x="278204" y="145289"/>
                  </a:lnTo>
                  <a:lnTo>
                    <a:pt x="278204" y="78016"/>
                  </a:lnTo>
                  <a:close/>
                </a:path>
                <a:path w="278764" h="147954">
                  <a:moveTo>
                    <a:pt x="278204" y="2547"/>
                  </a:moveTo>
                  <a:lnTo>
                    <a:pt x="259298" y="2547"/>
                  </a:lnTo>
                  <a:lnTo>
                    <a:pt x="259298" y="61172"/>
                  </a:lnTo>
                  <a:lnTo>
                    <a:pt x="278204" y="61172"/>
                  </a:lnTo>
                  <a:lnTo>
                    <a:pt x="278204" y="25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1956057" y="4987656"/>
              <a:ext cx="295910" cy="436880"/>
            </a:xfrm>
            <a:custGeom>
              <a:avLst/>
              <a:gdLst/>
              <a:ahLst/>
              <a:cxnLst/>
              <a:rect l="l" t="t" r="r" b="b"/>
              <a:pathLst>
                <a:path w="295910" h="436879">
                  <a:moveTo>
                    <a:pt x="0" y="180518"/>
                  </a:moveTo>
                  <a:lnTo>
                    <a:pt x="0" y="0"/>
                  </a:lnTo>
                </a:path>
                <a:path w="295910" h="436879">
                  <a:moveTo>
                    <a:pt x="0" y="180518"/>
                  </a:moveTo>
                  <a:lnTo>
                    <a:pt x="295913" y="180518"/>
                  </a:lnTo>
                </a:path>
                <a:path w="295910" h="436879">
                  <a:moveTo>
                    <a:pt x="0" y="180518"/>
                  </a:moveTo>
                  <a:lnTo>
                    <a:pt x="147956" y="436690"/>
                  </a:lnTo>
                </a:path>
              </a:pathLst>
            </a:custGeom>
            <a:ln w="123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861838" y="5038968"/>
              <a:ext cx="112035" cy="142742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000548" y="5118649"/>
              <a:ext cx="70073" cy="109403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3095281" y="5036421"/>
              <a:ext cx="267970" cy="147955"/>
            </a:xfrm>
            <a:custGeom>
              <a:avLst/>
              <a:gdLst/>
              <a:ahLst/>
              <a:cxnLst/>
              <a:rect l="l" t="t" r="r" b="b"/>
              <a:pathLst>
                <a:path w="267970" h="147954">
                  <a:moveTo>
                    <a:pt x="63498" y="2547"/>
                  </a:moveTo>
                  <a:lnTo>
                    <a:pt x="0" y="2547"/>
                  </a:lnTo>
                  <a:lnTo>
                    <a:pt x="0" y="145289"/>
                  </a:lnTo>
                  <a:lnTo>
                    <a:pt x="18905" y="145289"/>
                  </a:lnTo>
                  <a:lnTo>
                    <a:pt x="18905" y="87260"/>
                  </a:lnTo>
                  <a:lnTo>
                    <a:pt x="55689" y="87260"/>
                  </a:lnTo>
                  <a:lnTo>
                    <a:pt x="97610" y="74647"/>
                  </a:lnTo>
                  <a:lnTo>
                    <a:pt x="100794" y="70416"/>
                  </a:lnTo>
                  <a:lnTo>
                    <a:pt x="18905" y="70416"/>
                  </a:lnTo>
                  <a:lnTo>
                    <a:pt x="18905" y="19391"/>
                  </a:lnTo>
                  <a:lnTo>
                    <a:pt x="102385" y="19391"/>
                  </a:lnTo>
                  <a:lnTo>
                    <a:pt x="101925" y="18446"/>
                  </a:lnTo>
                  <a:lnTo>
                    <a:pt x="98021" y="13844"/>
                  </a:lnTo>
                  <a:lnTo>
                    <a:pt x="88568" y="7292"/>
                  </a:lnTo>
                  <a:lnTo>
                    <a:pt x="82609" y="5073"/>
                  </a:lnTo>
                  <a:lnTo>
                    <a:pt x="75622" y="3902"/>
                  </a:lnTo>
                  <a:lnTo>
                    <a:pt x="70690" y="2999"/>
                  </a:lnTo>
                  <a:lnTo>
                    <a:pt x="63498" y="2547"/>
                  </a:lnTo>
                  <a:close/>
                </a:path>
                <a:path w="267970" h="147954">
                  <a:moveTo>
                    <a:pt x="102385" y="19391"/>
                  </a:moveTo>
                  <a:lnTo>
                    <a:pt x="64114" y="19391"/>
                  </a:lnTo>
                  <a:lnTo>
                    <a:pt x="70073" y="19801"/>
                  </a:lnTo>
                  <a:lnTo>
                    <a:pt x="78088" y="22020"/>
                  </a:lnTo>
                  <a:lnTo>
                    <a:pt x="81992" y="24834"/>
                  </a:lnTo>
                  <a:lnTo>
                    <a:pt x="88157" y="33338"/>
                  </a:lnTo>
                  <a:lnTo>
                    <a:pt x="89595" y="38433"/>
                  </a:lnTo>
                  <a:lnTo>
                    <a:pt x="89595" y="52668"/>
                  </a:lnTo>
                  <a:lnTo>
                    <a:pt x="87129" y="59056"/>
                  </a:lnTo>
                  <a:lnTo>
                    <a:pt x="55894" y="70416"/>
                  </a:lnTo>
                  <a:lnTo>
                    <a:pt x="100794" y="70416"/>
                  </a:lnTo>
                  <a:lnTo>
                    <a:pt x="102615" y="67996"/>
                  </a:lnTo>
                  <a:lnTo>
                    <a:pt x="106215" y="60643"/>
                  </a:lnTo>
                  <a:lnTo>
                    <a:pt x="108389" y="52589"/>
                  </a:lnTo>
                  <a:lnTo>
                    <a:pt x="109117" y="43835"/>
                  </a:lnTo>
                  <a:lnTo>
                    <a:pt x="109117" y="36748"/>
                  </a:lnTo>
                  <a:lnTo>
                    <a:pt x="107679" y="30257"/>
                  </a:lnTo>
                  <a:lnTo>
                    <a:pt x="102385" y="19391"/>
                  </a:lnTo>
                  <a:close/>
                </a:path>
                <a:path w="267970" h="147954">
                  <a:moveTo>
                    <a:pt x="199741" y="0"/>
                  </a:moveTo>
                  <a:lnTo>
                    <a:pt x="160671" y="11317"/>
                  </a:lnTo>
                  <a:lnTo>
                    <a:pt x="136089" y="44084"/>
                  </a:lnTo>
                  <a:lnTo>
                    <a:pt x="131327" y="76064"/>
                  </a:lnTo>
                  <a:lnTo>
                    <a:pt x="131844" y="85052"/>
                  </a:lnTo>
                  <a:lnTo>
                    <a:pt x="149703" y="126478"/>
                  </a:lnTo>
                  <a:lnTo>
                    <a:pt x="189871" y="147125"/>
                  </a:lnTo>
                  <a:lnTo>
                    <a:pt x="199741" y="147734"/>
                  </a:lnTo>
                  <a:lnTo>
                    <a:pt x="208837" y="147183"/>
                  </a:lnTo>
                  <a:lnTo>
                    <a:pt x="244718" y="131567"/>
                  </a:lnTo>
                  <a:lnTo>
                    <a:pt x="199535" y="131567"/>
                  </a:lnTo>
                  <a:lnTo>
                    <a:pt x="189488" y="130631"/>
                  </a:lnTo>
                  <a:lnTo>
                    <a:pt x="154352" y="99125"/>
                  </a:lnTo>
                  <a:lnTo>
                    <a:pt x="150833" y="76064"/>
                  </a:lnTo>
                  <a:lnTo>
                    <a:pt x="151754" y="61102"/>
                  </a:lnTo>
                  <a:lnTo>
                    <a:pt x="173014" y="24024"/>
                  </a:lnTo>
                  <a:lnTo>
                    <a:pt x="199946" y="16268"/>
                  </a:lnTo>
                  <a:lnTo>
                    <a:pt x="244667" y="16268"/>
                  </a:lnTo>
                  <a:lnTo>
                    <a:pt x="242927" y="14641"/>
                  </a:lnTo>
                  <a:lnTo>
                    <a:pt x="235497" y="9449"/>
                  </a:lnTo>
                  <a:lnTo>
                    <a:pt x="227251" y="5320"/>
                  </a:lnTo>
                  <a:lnTo>
                    <a:pt x="218544" y="2367"/>
                  </a:lnTo>
                  <a:lnTo>
                    <a:pt x="209373" y="592"/>
                  </a:lnTo>
                  <a:lnTo>
                    <a:pt x="199741" y="0"/>
                  </a:lnTo>
                  <a:close/>
                </a:path>
                <a:path w="267970" h="147954">
                  <a:moveTo>
                    <a:pt x="244667" y="16268"/>
                  </a:moveTo>
                  <a:lnTo>
                    <a:pt x="199946" y="16268"/>
                  </a:lnTo>
                  <a:lnTo>
                    <a:pt x="206846" y="16715"/>
                  </a:lnTo>
                  <a:lnTo>
                    <a:pt x="213381" y="18058"/>
                  </a:lnTo>
                  <a:lnTo>
                    <a:pt x="242689" y="43588"/>
                  </a:lnTo>
                  <a:lnTo>
                    <a:pt x="248443" y="74010"/>
                  </a:lnTo>
                  <a:lnTo>
                    <a:pt x="247592" y="87010"/>
                  </a:lnTo>
                  <a:lnTo>
                    <a:pt x="227306" y="123136"/>
                  </a:lnTo>
                  <a:lnTo>
                    <a:pt x="199535" y="131567"/>
                  </a:lnTo>
                  <a:lnTo>
                    <a:pt x="244718" y="131567"/>
                  </a:lnTo>
                  <a:lnTo>
                    <a:pt x="265782" y="94685"/>
                  </a:lnTo>
                  <a:lnTo>
                    <a:pt x="267960" y="74010"/>
                  </a:lnTo>
                  <a:lnTo>
                    <a:pt x="267461" y="63687"/>
                  </a:lnTo>
                  <a:lnTo>
                    <a:pt x="249471" y="20762"/>
                  </a:lnTo>
                  <a:lnTo>
                    <a:pt x="244667" y="162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7" name="object 2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379275" y="5119080"/>
              <a:ext cx="73978" cy="107062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2568597" y="5285260"/>
              <a:ext cx="989330" cy="12700"/>
            </a:xfrm>
            <a:custGeom>
              <a:avLst/>
              <a:gdLst/>
              <a:ahLst/>
              <a:cxnLst/>
              <a:rect l="l" t="t" r="r" b="b"/>
              <a:pathLst>
                <a:path w="989329" h="12700">
                  <a:moveTo>
                    <a:pt x="988842" y="0"/>
                  </a:moveTo>
                  <a:lnTo>
                    <a:pt x="0" y="0"/>
                  </a:lnTo>
                  <a:lnTo>
                    <a:pt x="0" y="12325"/>
                  </a:lnTo>
                  <a:lnTo>
                    <a:pt x="988842" y="12325"/>
                  </a:lnTo>
                  <a:lnTo>
                    <a:pt x="98884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9" name="object 2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538123" y="5256297"/>
              <a:ext cx="126173" cy="67807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2885203" y="5408119"/>
              <a:ext cx="208844" cy="145885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167821" y="5391275"/>
              <a:ext cx="217002" cy="162626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3955689" y="4996653"/>
              <a:ext cx="1984375" cy="496570"/>
            </a:xfrm>
            <a:custGeom>
              <a:avLst/>
              <a:gdLst/>
              <a:ahLst/>
              <a:cxnLst/>
              <a:rect l="l" t="t" r="r" b="b"/>
              <a:pathLst>
                <a:path w="1984375" h="496570">
                  <a:moveTo>
                    <a:pt x="0" y="294769"/>
                  </a:moveTo>
                  <a:lnTo>
                    <a:pt x="256252" y="442668"/>
                  </a:lnTo>
                </a:path>
                <a:path w="1984375" h="496570">
                  <a:moveTo>
                    <a:pt x="256252" y="442668"/>
                  </a:moveTo>
                  <a:lnTo>
                    <a:pt x="512504" y="294769"/>
                  </a:lnTo>
                </a:path>
                <a:path w="1984375" h="496570">
                  <a:moveTo>
                    <a:pt x="256252" y="381187"/>
                  </a:moveTo>
                  <a:lnTo>
                    <a:pt x="459281" y="264039"/>
                  </a:lnTo>
                </a:path>
                <a:path w="1984375" h="496570">
                  <a:moveTo>
                    <a:pt x="512504" y="294769"/>
                  </a:moveTo>
                  <a:lnTo>
                    <a:pt x="768757" y="442668"/>
                  </a:lnTo>
                </a:path>
                <a:path w="1984375" h="496570">
                  <a:moveTo>
                    <a:pt x="512504" y="294769"/>
                  </a:moveTo>
                  <a:lnTo>
                    <a:pt x="512504" y="0"/>
                  </a:lnTo>
                </a:path>
                <a:path w="1984375" h="496570">
                  <a:moveTo>
                    <a:pt x="1202146" y="325581"/>
                  </a:moveTo>
                  <a:lnTo>
                    <a:pt x="1458399" y="473480"/>
                  </a:lnTo>
                </a:path>
                <a:path w="1984375" h="496570">
                  <a:moveTo>
                    <a:pt x="1458399" y="473480"/>
                  </a:moveTo>
                  <a:lnTo>
                    <a:pt x="1714651" y="325581"/>
                  </a:lnTo>
                </a:path>
                <a:path w="1984375" h="496570">
                  <a:moveTo>
                    <a:pt x="1714651" y="294851"/>
                  </a:moveTo>
                  <a:lnTo>
                    <a:pt x="1984261" y="450432"/>
                  </a:lnTo>
                </a:path>
                <a:path w="1984375" h="496570">
                  <a:moveTo>
                    <a:pt x="1688142" y="340967"/>
                  </a:moveTo>
                  <a:lnTo>
                    <a:pt x="1957546" y="496548"/>
                  </a:lnTo>
                </a:path>
                <a:path w="1984375" h="496570">
                  <a:moveTo>
                    <a:pt x="1714651" y="325581"/>
                  </a:moveTo>
                  <a:lnTo>
                    <a:pt x="1714651" y="30812"/>
                  </a:lnTo>
                </a:path>
              </a:pathLst>
            </a:custGeom>
            <a:ln w="123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3" name="object 33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860690" y="5264555"/>
              <a:ext cx="94322" cy="94367"/>
            </a:xfrm>
            <a:prstGeom prst="rect">
              <a:avLst/>
            </a:prstGeom>
          </p:spPr>
        </p:pic>
        <p:pic>
          <p:nvPicPr>
            <p:cNvPr id="34" name="object 34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067745" y="5870301"/>
              <a:ext cx="1649715" cy="384823"/>
            </a:xfrm>
            <a:prstGeom prst="rect">
              <a:avLst/>
            </a:prstGeom>
          </p:spPr>
        </p:pic>
        <p:pic>
          <p:nvPicPr>
            <p:cNvPr id="35" name="object 35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102147" y="5870301"/>
              <a:ext cx="1649715" cy="384823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2225502" y="4206937"/>
              <a:ext cx="1345500" cy="184873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3634498" y="4204690"/>
              <a:ext cx="2251075" cy="147955"/>
            </a:xfrm>
            <a:custGeom>
              <a:avLst/>
              <a:gdLst/>
              <a:ahLst/>
              <a:cxnLst/>
              <a:rect l="l" t="t" r="r" b="b"/>
              <a:pathLst>
                <a:path w="2251075" h="147954">
                  <a:moveTo>
                    <a:pt x="95758" y="84416"/>
                  </a:moveTo>
                  <a:lnTo>
                    <a:pt x="86258" y="52997"/>
                  </a:lnTo>
                  <a:lnTo>
                    <a:pt x="84658" y="50939"/>
                  </a:lnTo>
                  <a:lnTo>
                    <a:pt x="79311" y="46329"/>
                  </a:lnTo>
                  <a:lnTo>
                    <a:pt x="79311" y="71678"/>
                  </a:lnTo>
                  <a:lnTo>
                    <a:pt x="79311" y="81127"/>
                  </a:lnTo>
                  <a:lnTo>
                    <a:pt x="79171" y="82156"/>
                  </a:lnTo>
                  <a:lnTo>
                    <a:pt x="79108" y="84416"/>
                  </a:lnTo>
                  <a:lnTo>
                    <a:pt x="21158" y="84416"/>
                  </a:lnTo>
                  <a:lnTo>
                    <a:pt x="48082" y="52997"/>
                  </a:lnTo>
                  <a:lnTo>
                    <a:pt x="62471" y="52997"/>
                  </a:lnTo>
                  <a:lnTo>
                    <a:pt x="68224" y="55460"/>
                  </a:lnTo>
                  <a:lnTo>
                    <a:pt x="72529" y="60185"/>
                  </a:lnTo>
                  <a:lnTo>
                    <a:pt x="77050" y="64909"/>
                  </a:lnTo>
                  <a:lnTo>
                    <a:pt x="79311" y="71678"/>
                  </a:lnTo>
                  <a:lnTo>
                    <a:pt x="79311" y="46329"/>
                  </a:lnTo>
                  <a:lnTo>
                    <a:pt x="78765" y="45847"/>
                  </a:lnTo>
                  <a:lnTo>
                    <a:pt x="71894" y="42252"/>
                  </a:lnTo>
                  <a:lnTo>
                    <a:pt x="64058" y="40132"/>
                  </a:lnTo>
                  <a:lnTo>
                    <a:pt x="55270" y="39433"/>
                  </a:lnTo>
                  <a:lnTo>
                    <a:pt x="48056" y="39903"/>
                  </a:lnTo>
                  <a:lnTo>
                    <a:pt x="12077" y="63271"/>
                  </a:lnTo>
                  <a:lnTo>
                    <a:pt x="101" y="101676"/>
                  </a:lnTo>
                  <a:lnTo>
                    <a:pt x="0" y="112356"/>
                  </a:lnTo>
                  <a:lnTo>
                    <a:pt x="1638" y="119951"/>
                  </a:lnTo>
                  <a:lnTo>
                    <a:pt x="5130" y="126733"/>
                  </a:lnTo>
                  <a:lnTo>
                    <a:pt x="8420" y="133515"/>
                  </a:lnTo>
                  <a:lnTo>
                    <a:pt x="13347" y="138645"/>
                  </a:lnTo>
                  <a:lnTo>
                    <a:pt x="26098" y="145630"/>
                  </a:lnTo>
                  <a:lnTo>
                    <a:pt x="33083" y="147485"/>
                  </a:lnTo>
                  <a:lnTo>
                    <a:pt x="40678" y="147485"/>
                  </a:lnTo>
                  <a:lnTo>
                    <a:pt x="78549" y="130175"/>
                  </a:lnTo>
                  <a:lnTo>
                    <a:pt x="89382" y="111734"/>
                  </a:lnTo>
                  <a:lnTo>
                    <a:pt x="72326" y="109893"/>
                  </a:lnTo>
                  <a:lnTo>
                    <a:pt x="69037" y="117487"/>
                  </a:lnTo>
                  <a:lnTo>
                    <a:pt x="64516" y="123037"/>
                  </a:lnTo>
                  <a:lnTo>
                    <a:pt x="58762" y="127139"/>
                  </a:lnTo>
                  <a:lnTo>
                    <a:pt x="52806" y="131051"/>
                  </a:lnTo>
                  <a:lnTo>
                    <a:pt x="46850" y="133108"/>
                  </a:lnTo>
                  <a:lnTo>
                    <a:pt x="34518" y="133108"/>
                  </a:lnTo>
                  <a:lnTo>
                    <a:pt x="28968" y="130429"/>
                  </a:lnTo>
                  <a:lnTo>
                    <a:pt x="20129" y="120370"/>
                  </a:lnTo>
                  <a:lnTo>
                    <a:pt x="17868" y="112966"/>
                  </a:lnTo>
                  <a:lnTo>
                    <a:pt x="17868" y="101676"/>
                  </a:lnTo>
                  <a:lnTo>
                    <a:pt x="18288" y="97777"/>
                  </a:lnTo>
                  <a:lnTo>
                    <a:pt x="94526" y="97777"/>
                  </a:lnTo>
                  <a:lnTo>
                    <a:pt x="95351" y="92430"/>
                  </a:lnTo>
                  <a:lnTo>
                    <a:pt x="95758" y="87299"/>
                  </a:lnTo>
                  <a:lnTo>
                    <a:pt x="95758" y="84416"/>
                  </a:lnTo>
                  <a:close/>
                </a:path>
                <a:path w="2251075" h="147954">
                  <a:moveTo>
                    <a:pt x="156794" y="2247"/>
                  </a:moveTo>
                  <a:lnTo>
                    <a:pt x="139115" y="2247"/>
                  </a:lnTo>
                  <a:lnTo>
                    <a:pt x="109321" y="145021"/>
                  </a:lnTo>
                  <a:lnTo>
                    <a:pt x="126784" y="145021"/>
                  </a:lnTo>
                  <a:lnTo>
                    <a:pt x="156794" y="2247"/>
                  </a:lnTo>
                  <a:close/>
                </a:path>
                <a:path w="2251075" h="147954">
                  <a:moveTo>
                    <a:pt x="194805" y="41694"/>
                  </a:moveTo>
                  <a:lnTo>
                    <a:pt x="177342" y="41694"/>
                  </a:lnTo>
                  <a:lnTo>
                    <a:pt x="155549" y="145021"/>
                  </a:lnTo>
                  <a:lnTo>
                    <a:pt x="173228" y="145021"/>
                  </a:lnTo>
                  <a:lnTo>
                    <a:pt x="194805" y="41694"/>
                  </a:lnTo>
                  <a:close/>
                </a:path>
                <a:path w="2251075" h="147954">
                  <a:moveTo>
                    <a:pt x="203022" y="2247"/>
                  </a:moveTo>
                  <a:lnTo>
                    <a:pt x="185559" y="2247"/>
                  </a:lnTo>
                  <a:lnTo>
                    <a:pt x="181241" y="22390"/>
                  </a:lnTo>
                  <a:lnTo>
                    <a:pt x="198920" y="22390"/>
                  </a:lnTo>
                  <a:lnTo>
                    <a:pt x="203022" y="2247"/>
                  </a:lnTo>
                  <a:close/>
                </a:path>
                <a:path w="2251075" h="147954">
                  <a:moveTo>
                    <a:pt x="357555" y="55245"/>
                  </a:moveTo>
                  <a:lnTo>
                    <a:pt x="340093" y="39433"/>
                  </a:lnTo>
                  <a:lnTo>
                    <a:pt x="325094" y="39433"/>
                  </a:lnTo>
                  <a:lnTo>
                    <a:pt x="318922" y="40868"/>
                  </a:lnTo>
                  <a:lnTo>
                    <a:pt x="307416" y="47447"/>
                  </a:lnTo>
                  <a:lnTo>
                    <a:pt x="301866" y="52171"/>
                  </a:lnTo>
                  <a:lnTo>
                    <a:pt x="296519" y="58737"/>
                  </a:lnTo>
                  <a:lnTo>
                    <a:pt x="295541" y="53809"/>
                  </a:lnTo>
                  <a:lnTo>
                    <a:pt x="295287" y="52578"/>
                  </a:lnTo>
                  <a:lnTo>
                    <a:pt x="292417" y="47853"/>
                  </a:lnTo>
                  <a:lnTo>
                    <a:pt x="288099" y="44564"/>
                  </a:lnTo>
                  <a:lnTo>
                    <a:pt x="283781" y="41071"/>
                  </a:lnTo>
                  <a:lnTo>
                    <a:pt x="278447" y="39433"/>
                  </a:lnTo>
                  <a:lnTo>
                    <a:pt x="265912" y="39433"/>
                  </a:lnTo>
                  <a:lnTo>
                    <a:pt x="260362" y="40665"/>
                  </a:lnTo>
                  <a:lnTo>
                    <a:pt x="255219" y="43535"/>
                  </a:lnTo>
                  <a:lnTo>
                    <a:pt x="249872" y="46418"/>
                  </a:lnTo>
                  <a:lnTo>
                    <a:pt x="244119" y="51346"/>
                  </a:lnTo>
                  <a:lnTo>
                    <a:pt x="237553" y="58737"/>
                  </a:lnTo>
                  <a:lnTo>
                    <a:pt x="241249" y="41694"/>
                  </a:lnTo>
                  <a:lnTo>
                    <a:pt x="223570" y="41694"/>
                  </a:lnTo>
                  <a:lnTo>
                    <a:pt x="201790" y="145021"/>
                  </a:lnTo>
                  <a:lnTo>
                    <a:pt x="219468" y="145021"/>
                  </a:lnTo>
                  <a:lnTo>
                    <a:pt x="229743" y="96126"/>
                  </a:lnTo>
                  <a:lnTo>
                    <a:pt x="231546" y="88734"/>
                  </a:lnTo>
                  <a:lnTo>
                    <a:pt x="251193" y="58737"/>
                  </a:lnTo>
                  <a:lnTo>
                    <a:pt x="251523" y="58534"/>
                  </a:lnTo>
                  <a:lnTo>
                    <a:pt x="257073" y="55460"/>
                  </a:lnTo>
                  <a:lnTo>
                    <a:pt x="262407" y="53809"/>
                  </a:lnTo>
                  <a:lnTo>
                    <a:pt x="270637" y="53809"/>
                  </a:lnTo>
                  <a:lnTo>
                    <a:pt x="273507" y="54838"/>
                  </a:lnTo>
                  <a:lnTo>
                    <a:pt x="275564" y="56896"/>
                  </a:lnTo>
                  <a:lnTo>
                    <a:pt x="277622" y="59156"/>
                  </a:lnTo>
                  <a:lnTo>
                    <a:pt x="278853" y="61823"/>
                  </a:lnTo>
                  <a:lnTo>
                    <a:pt x="278853" y="67170"/>
                  </a:lnTo>
                  <a:lnTo>
                    <a:pt x="278231" y="70446"/>
                  </a:lnTo>
                  <a:lnTo>
                    <a:pt x="262623" y="145021"/>
                  </a:lnTo>
                  <a:lnTo>
                    <a:pt x="280289" y="145021"/>
                  </a:lnTo>
                  <a:lnTo>
                    <a:pt x="290766" y="94894"/>
                  </a:lnTo>
                  <a:lnTo>
                    <a:pt x="310984" y="58737"/>
                  </a:lnTo>
                  <a:lnTo>
                    <a:pt x="322211" y="53809"/>
                  </a:lnTo>
                  <a:lnTo>
                    <a:pt x="331254" y="53809"/>
                  </a:lnTo>
                  <a:lnTo>
                    <a:pt x="334340" y="54838"/>
                  </a:lnTo>
                  <a:lnTo>
                    <a:pt x="336600" y="56692"/>
                  </a:lnTo>
                  <a:lnTo>
                    <a:pt x="338645" y="58737"/>
                  </a:lnTo>
                  <a:lnTo>
                    <a:pt x="339674" y="61417"/>
                  </a:lnTo>
                  <a:lnTo>
                    <a:pt x="339674" y="67170"/>
                  </a:lnTo>
                  <a:lnTo>
                    <a:pt x="339064" y="71069"/>
                  </a:lnTo>
                  <a:lnTo>
                    <a:pt x="337832" y="76822"/>
                  </a:lnTo>
                  <a:lnTo>
                    <a:pt x="323646" y="145021"/>
                  </a:lnTo>
                  <a:lnTo>
                    <a:pt x="341325" y="145021"/>
                  </a:lnTo>
                  <a:lnTo>
                    <a:pt x="355295" y="78460"/>
                  </a:lnTo>
                  <a:lnTo>
                    <a:pt x="356730" y="71069"/>
                  </a:lnTo>
                  <a:lnTo>
                    <a:pt x="357492" y="66344"/>
                  </a:lnTo>
                  <a:lnTo>
                    <a:pt x="357555" y="55245"/>
                  </a:lnTo>
                  <a:close/>
                </a:path>
                <a:path w="2251075" h="147954">
                  <a:moveTo>
                    <a:pt x="411810" y="41694"/>
                  </a:moveTo>
                  <a:lnTo>
                    <a:pt x="394131" y="41694"/>
                  </a:lnTo>
                  <a:lnTo>
                    <a:pt x="372554" y="145021"/>
                  </a:lnTo>
                  <a:lnTo>
                    <a:pt x="390029" y="145021"/>
                  </a:lnTo>
                  <a:lnTo>
                    <a:pt x="411810" y="41694"/>
                  </a:lnTo>
                  <a:close/>
                </a:path>
                <a:path w="2251075" h="147954">
                  <a:moveTo>
                    <a:pt x="419823" y="2247"/>
                  </a:moveTo>
                  <a:lnTo>
                    <a:pt x="402361" y="2247"/>
                  </a:lnTo>
                  <a:lnTo>
                    <a:pt x="398246" y="22390"/>
                  </a:lnTo>
                  <a:lnTo>
                    <a:pt x="415709" y="22390"/>
                  </a:lnTo>
                  <a:lnTo>
                    <a:pt x="419823" y="2247"/>
                  </a:lnTo>
                  <a:close/>
                </a:path>
                <a:path w="2251075" h="147954">
                  <a:moveTo>
                    <a:pt x="517436" y="56692"/>
                  </a:moveTo>
                  <a:lnTo>
                    <a:pt x="498932" y="39433"/>
                  </a:lnTo>
                  <a:lnTo>
                    <a:pt x="484352" y="39433"/>
                  </a:lnTo>
                  <a:lnTo>
                    <a:pt x="452704" y="59766"/>
                  </a:lnTo>
                  <a:lnTo>
                    <a:pt x="456399" y="41694"/>
                  </a:lnTo>
                  <a:lnTo>
                    <a:pt x="440372" y="41694"/>
                  </a:lnTo>
                  <a:lnTo>
                    <a:pt x="418795" y="145021"/>
                  </a:lnTo>
                  <a:lnTo>
                    <a:pt x="436473" y="145021"/>
                  </a:lnTo>
                  <a:lnTo>
                    <a:pt x="446532" y="96951"/>
                  </a:lnTo>
                  <a:lnTo>
                    <a:pt x="449351" y="85966"/>
                  </a:lnTo>
                  <a:lnTo>
                    <a:pt x="473379" y="56273"/>
                  </a:lnTo>
                  <a:lnTo>
                    <a:pt x="486194" y="53809"/>
                  </a:lnTo>
                  <a:lnTo>
                    <a:pt x="490715" y="53809"/>
                  </a:lnTo>
                  <a:lnTo>
                    <a:pt x="494004" y="54838"/>
                  </a:lnTo>
                  <a:lnTo>
                    <a:pt x="498729" y="59156"/>
                  </a:lnTo>
                  <a:lnTo>
                    <a:pt x="499960" y="62026"/>
                  </a:lnTo>
                  <a:lnTo>
                    <a:pt x="499859" y="69329"/>
                  </a:lnTo>
                  <a:lnTo>
                    <a:pt x="499351" y="73126"/>
                  </a:lnTo>
                  <a:lnTo>
                    <a:pt x="497916" y="79489"/>
                  </a:lnTo>
                  <a:lnTo>
                    <a:pt x="484136" y="145021"/>
                  </a:lnTo>
                  <a:lnTo>
                    <a:pt x="501815" y="145021"/>
                  </a:lnTo>
                  <a:lnTo>
                    <a:pt x="514972" y="82575"/>
                  </a:lnTo>
                  <a:lnTo>
                    <a:pt x="516610" y="74142"/>
                  </a:lnTo>
                  <a:lnTo>
                    <a:pt x="517372" y="68605"/>
                  </a:lnTo>
                  <a:lnTo>
                    <a:pt x="517436" y="56692"/>
                  </a:lnTo>
                  <a:close/>
                </a:path>
                <a:path w="2251075" h="147954">
                  <a:moveTo>
                    <a:pt x="631482" y="58953"/>
                  </a:moveTo>
                  <a:lnTo>
                    <a:pt x="592442" y="39433"/>
                  </a:lnTo>
                  <a:lnTo>
                    <a:pt x="583882" y="39928"/>
                  </a:lnTo>
                  <a:lnTo>
                    <a:pt x="548538" y="63817"/>
                  </a:lnTo>
                  <a:lnTo>
                    <a:pt x="545376" y="71069"/>
                  </a:lnTo>
                  <a:lnTo>
                    <a:pt x="563257" y="72707"/>
                  </a:lnTo>
                  <a:lnTo>
                    <a:pt x="565315" y="66548"/>
                  </a:lnTo>
                  <a:lnTo>
                    <a:pt x="568807" y="62026"/>
                  </a:lnTo>
                  <a:lnTo>
                    <a:pt x="578256" y="55460"/>
                  </a:lnTo>
                  <a:lnTo>
                    <a:pt x="584212" y="53809"/>
                  </a:lnTo>
                  <a:lnTo>
                    <a:pt x="599427" y="53809"/>
                  </a:lnTo>
                  <a:lnTo>
                    <a:pt x="613981" y="71678"/>
                  </a:lnTo>
                  <a:lnTo>
                    <a:pt x="613397" y="75387"/>
                  </a:lnTo>
                  <a:lnTo>
                    <a:pt x="611962" y="80314"/>
                  </a:lnTo>
                  <a:lnTo>
                    <a:pt x="609282" y="81368"/>
                  </a:lnTo>
                  <a:lnTo>
                    <a:pt x="609282" y="92633"/>
                  </a:lnTo>
                  <a:lnTo>
                    <a:pt x="584009" y="132283"/>
                  </a:lnTo>
                  <a:lnTo>
                    <a:pt x="578256" y="133718"/>
                  </a:lnTo>
                  <a:lnTo>
                    <a:pt x="566140" y="133718"/>
                  </a:lnTo>
                  <a:lnTo>
                    <a:pt x="561403" y="132283"/>
                  </a:lnTo>
                  <a:lnTo>
                    <a:pt x="557911" y="128993"/>
                  </a:lnTo>
                  <a:lnTo>
                    <a:pt x="554418" y="125907"/>
                  </a:lnTo>
                  <a:lnTo>
                    <a:pt x="552780" y="121805"/>
                  </a:lnTo>
                  <a:lnTo>
                    <a:pt x="552780" y="113182"/>
                  </a:lnTo>
                  <a:lnTo>
                    <a:pt x="553808" y="109893"/>
                  </a:lnTo>
                  <a:lnTo>
                    <a:pt x="556069" y="106807"/>
                  </a:lnTo>
                  <a:lnTo>
                    <a:pt x="558114" y="103733"/>
                  </a:lnTo>
                  <a:lnTo>
                    <a:pt x="593877" y="96126"/>
                  </a:lnTo>
                  <a:lnTo>
                    <a:pt x="598601" y="95516"/>
                  </a:lnTo>
                  <a:lnTo>
                    <a:pt x="601484" y="94894"/>
                  </a:lnTo>
                  <a:lnTo>
                    <a:pt x="604354" y="94488"/>
                  </a:lnTo>
                  <a:lnTo>
                    <a:pt x="606818" y="93662"/>
                  </a:lnTo>
                  <a:lnTo>
                    <a:pt x="609282" y="92633"/>
                  </a:lnTo>
                  <a:lnTo>
                    <a:pt x="609282" y="81368"/>
                  </a:lnTo>
                  <a:lnTo>
                    <a:pt x="607237" y="82156"/>
                  </a:lnTo>
                  <a:lnTo>
                    <a:pt x="599224" y="83388"/>
                  </a:lnTo>
                  <a:lnTo>
                    <a:pt x="577024" y="84213"/>
                  </a:lnTo>
                  <a:lnTo>
                    <a:pt x="569633" y="84836"/>
                  </a:lnTo>
                  <a:lnTo>
                    <a:pt x="565721" y="85648"/>
                  </a:lnTo>
                  <a:lnTo>
                    <a:pt x="559358" y="86677"/>
                  </a:lnTo>
                  <a:lnTo>
                    <a:pt x="535305" y="111734"/>
                  </a:lnTo>
                  <a:lnTo>
                    <a:pt x="535305" y="126123"/>
                  </a:lnTo>
                  <a:lnTo>
                    <a:pt x="538187" y="133311"/>
                  </a:lnTo>
                  <a:lnTo>
                    <a:pt x="543941" y="139065"/>
                  </a:lnTo>
                  <a:lnTo>
                    <a:pt x="549897" y="144602"/>
                  </a:lnTo>
                  <a:lnTo>
                    <a:pt x="557504" y="147485"/>
                  </a:lnTo>
                  <a:lnTo>
                    <a:pt x="573532" y="147485"/>
                  </a:lnTo>
                  <a:lnTo>
                    <a:pt x="601192" y="133718"/>
                  </a:lnTo>
                  <a:lnTo>
                    <a:pt x="602919" y="132283"/>
                  </a:lnTo>
                  <a:lnTo>
                    <a:pt x="603326" y="137414"/>
                  </a:lnTo>
                  <a:lnTo>
                    <a:pt x="603948" y="141732"/>
                  </a:lnTo>
                  <a:lnTo>
                    <a:pt x="604977" y="145021"/>
                  </a:lnTo>
                  <a:lnTo>
                    <a:pt x="622642" y="145021"/>
                  </a:lnTo>
                  <a:lnTo>
                    <a:pt x="621207" y="139065"/>
                  </a:lnTo>
                  <a:lnTo>
                    <a:pt x="620585" y="134340"/>
                  </a:lnTo>
                  <a:lnTo>
                    <a:pt x="620585" y="132283"/>
                  </a:lnTo>
                  <a:lnTo>
                    <a:pt x="620585" y="125907"/>
                  </a:lnTo>
                  <a:lnTo>
                    <a:pt x="621411" y="119341"/>
                  </a:lnTo>
                  <a:lnTo>
                    <a:pt x="627392" y="92633"/>
                  </a:lnTo>
                  <a:lnTo>
                    <a:pt x="630656" y="78054"/>
                  </a:lnTo>
                  <a:lnTo>
                    <a:pt x="631482" y="71678"/>
                  </a:lnTo>
                  <a:lnTo>
                    <a:pt x="631482" y="58953"/>
                  </a:lnTo>
                  <a:close/>
                </a:path>
                <a:path w="2251075" h="147954">
                  <a:moveTo>
                    <a:pt x="704850" y="41694"/>
                  </a:moveTo>
                  <a:lnTo>
                    <a:pt x="687578" y="41694"/>
                  </a:lnTo>
                  <a:lnTo>
                    <a:pt x="695388" y="4102"/>
                  </a:lnTo>
                  <a:lnTo>
                    <a:pt x="675259" y="16217"/>
                  </a:lnTo>
                  <a:lnTo>
                    <a:pt x="669912" y="41694"/>
                  </a:lnTo>
                  <a:lnTo>
                    <a:pt x="655942" y="41694"/>
                  </a:lnTo>
                  <a:lnTo>
                    <a:pt x="653059" y="55245"/>
                  </a:lnTo>
                  <a:lnTo>
                    <a:pt x="667029" y="55245"/>
                  </a:lnTo>
                  <a:lnTo>
                    <a:pt x="654494" y="115443"/>
                  </a:lnTo>
                  <a:lnTo>
                    <a:pt x="652856" y="123647"/>
                  </a:lnTo>
                  <a:lnTo>
                    <a:pt x="652030" y="128790"/>
                  </a:lnTo>
                  <a:lnTo>
                    <a:pt x="652030" y="135572"/>
                  </a:lnTo>
                  <a:lnTo>
                    <a:pt x="653465" y="139065"/>
                  </a:lnTo>
                  <a:lnTo>
                    <a:pt x="656551" y="141732"/>
                  </a:lnTo>
                  <a:lnTo>
                    <a:pt x="660869" y="145224"/>
                  </a:lnTo>
                  <a:lnTo>
                    <a:pt x="666419" y="146862"/>
                  </a:lnTo>
                  <a:lnTo>
                    <a:pt x="677303" y="146862"/>
                  </a:lnTo>
                  <a:lnTo>
                    <a:pt x="681418" y="146253"/>
                  </a:lnTo>
                  <a:lnTo>
                    <a:pt x="685736" y="145224"/>
                  </a:lnTo>
                  <a:lnTo>
                    <a:pt x="688403" y="131864"/>
                  </a:lnTo>
                  <a:lnTo>
                    <a:pt x="688606" y="130848"/>
                  </a:lnTo>
                  <a:lnTo>
                    <a:pt x="685533" y="131660"/>
                  </a:lnTo>
                  <a:lnTo>
                    <a:pt x="682028" y="131864"/>
                  </a:lnTo>
                  <a:lnTo>
                    <a:pt x="675462" y="131864"/>
                  </a:lnTo>
                  <a:lnTo>
                    <a:pt x="673404" y="131457"/>
                  </a:lnTo>
                  <a:lnTo>
                    <a:pt x="671144" y="129197"/>
                  </a:lnTo>
                  <a:lnTo>
                    <a:pt x="670521" y="127558"/>
                  </a:lnTo>
                  <a:lnTo>
                    <a:pt x="670585" y="123647"/>
                  </a:lnTo>
                  <a:lnTo>
                    <a:pt x="671144" y="119748"/>
                  </a:lnTo>
                  <a:lnTo>
                    <a:pt x="672782" y="112560"/>
                  </a:lnTo>
                  <a:lnTo>
                    <a:pt x="684707" y="55245"/>
                  </a:lnTo>
                  <a:lnTo>
                    <a:pt x="701967" y="55245"/>
                  </a:lnTo>
                  <a:lnTo>
                    <a:pt x="704850" y="41694"/>
                  </a:lnTo>
                  <a:close/>
                </a:path>
                <a:path w="2251075" h="147954">
                  <a:moveTo>
                    <a:pt x="743064" y="41694"/>
                  </a:moveTo>
                  <a:lnTo>
                    <a:pt x="725398" y="41694"/>
                  </a:lnTo>
                  <a:lnTo>
                    <a:pt x="703821" y="145021"/>
                  </a:lnTo>
                  <a:lnTo>
                    <a:pt x="721487" y="145021"/>
                  </a:lnTo>
                  <a:lnTo>
                    <a:pt x="743064" y="41694"/>
                  </a:lnTo>
                  <a:close/>
                </a:path>
                <a:path w="2251075" h="147954">
                  <a:moveTo>
                    <a:pt x="751281" y="2247"/>
                  </a:moveTo>
                  <a:lnTo>
                    <a:pt x="733615" y="2247"/>
                  </a:lnTo>
                  <a:lnTo>
                    <a:pt x="729500" y="22390"/>
                  </a:lnTo>
                  <a:lnTo>
                    <a:pt x="746975" y="22390"/>
                  </a:lnTo>
                  <a:lnTo>
                    <a:pt x="751281" y="2247"/>
                  </a:lnTo>
                  <a:close/>
                </a:path>
                <a:path w="2251075" h="147954">
                  <a:moveTo>
                    <a:pt x="851357" y="82575"/>
                  </a:moveTo>
                  <a:lnTo>
                    <a:pt x="833894" y="46202"/>
                  </a:lnTo>
                  <a:lnTo>
                    <a:pt x="833894" y="73126"/>
                  </a:lnTo>
                  <a:lnTo>
                    <a:pt x="833894" y="88315"/>
                  </a:lnTo>
                  <a:lnTo>
                    <a:pt x="817245" y="124472"/>
                  </a:lnTo>
                  <a:lnTo>
                    <a:pt x="814171" y="127762"/>
                  </a:lnTo>
                  <a:lnTo>
                    <a:pt x="810679" y="130022"/>
                  </a:lnTo>
                  <a:lnTo>
                    <a:pt x="806970" y="131457"/>
                  </a:lnTo>
                  <a:lnTo>
                    <a:pt x="803275" y="133108"/>
                  </a:lnTo>
                  <a:lnTo>
                    <a:pt x="799579" y="133718"/>
                  </a:lnTo>
                  <a:lnTo>
                    <a:pt x="788479" y="133718"/>
                  </a:lnTo>
                  <a:lnTo>
                    <a:pt x="782523" y="131254"/>
                  </a:lnTo>
                  <a:lnTo>
                    <a:pt x="773277" y="121183"/>
                  </a:lnTo>
                  <a:lnTo>
                    <a:pt x="770877" y="113995"/>
                  </a:lnTo>
                  <a:lnTo>
                    <a:pt x="770813" y="98793"/>
                  </a:lnTo>
                  <a:lnTo>
                    <a:pt x="771829" y="92837"/>
                  </a:lnTo>
                  <a:lnTo>
                    <a:pt x="798347" y="54229"/>
                  </a:lnTo>
                  <a:lnTo>
                    <a:pt x="803478" y="52997"/>
                  </a:lnTo>
                  <a:lnTo>
                    <a:pt x="816216" y="52997"/>
                  </a:lnTo>
                  <a:lnTo>
                    <a:pt x="821982" y="55664"/>
                  </a:lnTo>
                  <a:lnTo>
                    <a:pt x="831430" y="65925"/>
                  </a:lnTo>
                  <a:lnTo>
                    <a:pt x="833894" y="73126"/>
                  </a:lnTo>
                  <a:lnTo>
                    <a:pt x="833894" y="46202"/>
                  </a:lnTo>
                  <a:lnTo>
                    <a:pt x="833691" y="46024"/>
                  </a:lnTo>
                  <a:lnTo>
                    <a:pt x="826604" y="42354"/>
                  </a:lnTo>
                  <a:lnTo>
                    <a:pt x="818591" y="40170"/>
                  </a:lnTo>
                  <a:lnTo>
                    <a:pt x="809650" y="39433"/>
                  </a:lnTo>
                  <a:lnTo>
                    <a:pt x="798322" y="40436"/>
                  </a:lnTo>
                  <a:lnTo>
                    <a:pt x="763308" y="66294"/>
                  </a:lnTo>
                  <a:lnTo>
                    <a:pt x="753465" y="104140"/>
                  </a:lnTo>
                  <a:lnTo>
                    <a:pt x="753338" y="114198"/>
                  </a:lnTo>
                  <a:lnTo>
                    <a:pt x="754989" y="121399"/>
                  </a:lnTo>
                  <a:lnTo>
                    <a:pt x="787450" y="147485"/>
                  </a:lnTo>
                  <a:lnTo>
                    <a:pt x="795464" y="147485"/>
                  </a:lnTo>
                  <a:lnTo>
                    <a:pt x="835329" y="129247"/>
                  </a:lnTo>
                  <a:lnTo>
                    <a:pt x="850900" y="91338"/>
                  </a:lnTo>
                  <a:lnTo>
                    <a:pt x="851357" y="82575"/>
                  </a:lnTo>
                  <a:close/>
                </a:path>
                <a:path w="2251075" h="147954">
                  <a:moveTo>
                    <a:pt x="963155" y="56692"/>
                  </a:moveTo>
                  <a:lnTo>
                    <a:pt x="961961" y="53809"/>
                  </a:lnTo>
                  <a:lnTo>
                    <a:pt x="960691" y="50736"/>
                  </a:lnTo>
                  <a:lnTo>
                    <a:pt x="951230" y="41694"/>
                  </a:lnTo>
                  <a:lnTo>
                    <a:pt x="944651" y="39433"/>
                  </a:lnTo>
                  <a:lnTo>
                    <a:pt x="929855" y="39433"/>
                  </a:lnTo>
                  <a:lnTo>
                    <a:pt x="898220" y="59766"/>
                  </a:lnTo>
                  <a:lnTo>
                    <a:pt x="902119" y="41694"/>
                  </a:lnTo>
                  <a:lnTo>
                    <a:pt x="886091" y="41694"/>
                  </a:lnTo>
                  <a:lnTo>
                    <a:pt x="864514" y="145021"/>
                  </a:lnTo>
                  <a:lnTo>
                    <a:pt x="881976" y="145021"/>
                  </a:lnTo>
                  <a:lnTo>
                    <a:pt x="892048" y="96951"/>
                  </a:lnTo>
                  <a:lnTo>
                    <a:pt x="894867" y="85966"/>
                  </a:lnTo>
                  <a:lnTo>
                    <a:pt x="918921" y="56273"/>
                  </a:lnTo>
                  <a:lnTo>
                    <a:pt x="931710" y="53809"/>
                  </a:lnTo>
                  <a:lnTo>
                    <a:pt x="936231" y="53809"/>
                  </a:lnTo>
                  <a:lnTo>
                    <a:pt x="939723" y="54838"/>
                  </a:lnTo>
                  <a:lnTo>
                    <a:pt x="941984" y="57099"/>
                  </a:lnTo>
                  <a:lnTo>
                    <a:pt x="944448" y="59156"/>
                  </a:lnTo>
                  <a:lnTo>
                    <a:pt x="945476" y="62026"/>
                  </a:lnTo>
                  <a:lnTo>
                    <a:pt x="945375" y="69329"/>
                  </a:lnTo>
                  <a:lnTo>
                    <a:pt x="944867" y="73126"/>
                  </a:lnTo>
                  <a:lnTo>
                    <a:pt x="943419" y="79489"/>
                  </a:lnTo>
                  <a:lnTo>
                    <a:pt x="929855" y="145021"/>
                  </a:lnTo>
                  <a:lnTo>
                    <a:pt x="947331" y="145021"/>
                  </a:lnTo>
                  <a:lnTo>
                    <a:pt x="960475" y="82575"/>
                  </a:lnTo>
                  <a:lnTo>
                    <a:pt x="962329" y="74142"/>
                  </a:lnTo>
                  <a:lnTo>
                    <a:pt x="963091" y="68605"/>
                  </a:lnTo>
                  <a:lnTo>
                    <a:pt x="963155" y="56692"/>
                  </a:lnTo>
                  <a:close/>
                </a:path>
                <a:path w="2251075" h="147954">
                  <a:moveTo>
                    <a:pt x="1111313" y="2667"/>
                  </a:moveTo>
                  <a:lnTo>
                    <a:pt x="1102893" y="812"/>
                  </a:lnTo>
                  <a:lnTo>
                    <a:pt x="1096314" y="0"/>
                  </a:lnTo>
                  <a:lnTo>
                    <a:pt x="1085418" y="0"/>
                  </a:lnTo>
                  <a:lnTo>
                    <a:pt x="1060767" y="41694"/>
                  </a:lnTo>
                  <a:lnTo>
                    <a:pt x="1044943" y="41694"/>
                  </a:lnTo>
                  <a:lnTo>
                    <a:pt x="1042060" y="55245"/>
                  </a:lnTo>
                  <a:lnTo>
                    <a:pt x="1057884" y="55245"/>
                  </a:lnTo>
                  <a:lnTo>
                    <a:pt x="1039190" y="145021"/>
                  </a:lnTo>
                  <a:lnTo>
                    <a:pt x="1056652" y="145021"/>
                  </a:lnTo>
                  <a:lnTo>
                    <a:pt x="1075563" y="55245"/>
                  </a:lnTo>
                  <a:lnTo>
                    <a:pt x="1095286" y="55245"/>
                  </a:lnTo>
                  <a:lnTo>
                    <a:pt x="1097953" y="41694"/>
                  </a:lnTo>
                  <a:lnTo>
                    <a:pt x="1078433" y="41694"/>
                  </a:lnTo>
                  <a:lnTo>
                    <a:pt x="1080693" y="30594"/>
                  </a:lnTo>
                  <a:lnTo>
                    <a:pt x="1089736" y="15811"/>
                  </a:lnTo>
                  <a:lnTo>
                    <a:pt x="1097140" y="15811"/>
                  </a:lnTo>
                  <a:lnTo>
                    <a:pt x="1102271" y="16637"/>
                  </a:lnTo>
                  <a:lnTo>
                    <a:pt x="1108227" y="18072"/>
                  </a:lnTo>
                  <a:lnTo>
                    <a:pt x="1108684" y="15811"/>
                  </a:lnTo>
                  <a:lnTo>
                    <a:pt x="1111313" y="2667"/>
                  </a:lnTo>
                  <a:close/>
                </a:path>
                <a:path w="2251075" h="147954">
                  <a:moveTo>
                    <a:pt x="1170698" y="43129"/>
                  </a:moveTo>
                  <a:lnTo>
                    <a:pt x="1165567" y="40665"/>
                  </a:lnTo>
                  <a:lnTo>
                    <a:pt x="1161249" y="39433"/>
                  </a:lnTo>
                  <a:lnTo>
                    <a:pt x="1152410" y="39433"/>
                  </a:lnTo>
                  <a:lnTo>
                    <a:pt x="1147279" y="41287"/>
                  </a:lnTo>
                  <a:lnTo>
                    <a:pt x="1142136" y="45186"/>
                  </a:lnTo>
                  <a:lnTo>
                    <a:pt x="1137005" y="48882"/>
                  </a:lnTo>
                  <a:lnTo>
                    <a:pt x="1131862" y="54838"/>
                  </a:lnTo>
                  <a:lnTo>
                    <a:pt x="1126515" y="62852"/>
                  </a:lnTo>
                  <a:lnTo>
                    <a:pt x="1131036" y="41694"/>
                  </a:lnTo>
                  <a:lnTo>
                    <a:pt x="1115428" y="41694"/>
                  </a:lnTo>
                  <a:lnTo>
                    <a:pt x="1093635" y="145021"/>
                  </a:lnTo>
                  <a:lnTo>
                    <a:pt x="1110488" y="145021"/>
                  </a:lnTo>
                  <a:lnTo>
                    <a:pt x="1119327" y="103517"/>
                  </a:lnTo>
                  <a:lnTo>
                    <a:pt x="1122337" y="91249"/>
                  </a:lnTo>
                  <a:lnTo>
                    <a:pt x="1125855" y="80949"/>
                  </a:lnTo>
                  <a:lnTo>
                    <a:pt x="1129906" y="72694"/>
                  </a:lnTo>
                  <a:lnTo>
                    <a:pt x="1134529" y="66548"/>
                  </a:lnTo>
                  <a:lnTo>
                    <a:pt x="1138021" y="62852"/>
                  </a:lnTo>
                  <a:lnTo>
                    <a:pt x="1141107" y="59563"/>
                  </a:lnTo>
                  <a:lnTo>
                    <a:pt x="1147279" y="56273"/>
                  </a:lnTo>
                  <a:lnTo>
                    <a:pt x="1157135" y="56273"/>
                  </a:lnTo>
                  <a:lnTo>
                    <a:pt x="1160424" y="57302"/>
                  </a:lnTo>
                  <a:lnTo>
                    <a:pt x="1163510" y="59563"/>
                  </a:lnTo>
                  <a:lnTo>
                    <a:pt x="1164945" y="56273"/>
                  </a:lnTo>
                  <a:lnTo>
                    <a:pt x="1170698" y="43129"/>
                  </a:lnTo>
                  <a:close/>
                </a:path>
                <a:path w="2251075" h="147954">
                  <a:moveTo>
                    <a:pt x="1263002" y="86067"/>
                  </a:moveTo>
                  <a:lnTo>
                    <a:pt x="1253337" y="52997"/>
                  </a:lnTo>
                  <a:lnTo>
                    <a:pt x="1251877" y="51142"/>
                  </a:lnTo>
                  <a:lnTo>
                    <a:pt x="1245704" y="46101"/>
                  </a:lnTo>
                  <a:lnTo>
                    <a:pt x="1245704" y="73126"/>
                  </a:lnTo>
                  <a:lnTo>
                    <a:pt x="1245704" y="88315"/>
                  </a:lnTo>
                  <a:lnTo>
                    <a:pt x="1237170" y="114198"/>
                  </a:lnTo>
                  <a:lnTo>
                    <a:pt x="1235227" y="117906"/>
                  </a:lnTo>
                  <a:lnTo>
                    <a:pt x="1232344" y="121399"/>
                  </a:lnTo>
                  <a:lnTo>
                    <a:pt x="1225981" y="127762"/>
                  </a:lnTo>
                  <a:lnTo>
                    <a:pt x="1222692" y="130022"/>
                  </a:lnTo>
                  <a:lnTo>
                    <a:pt x="1218996" y="131457"/>
                  </a:lnTo>
                  <a:lnTo>
                    <a:pt x="1215288" y="133108"/>
                  </a:lnTo>
                  <a:lnTo>
                    <a:pt x="1211389" y="133718"/>
                  </a:lnTo>
                  <a:lnTo>
                    <a:pt x="1200492" y="133718"/>
                  </a:lnTo>
                  <a:lnTo>
                    <a:pt x="1182827" y="98793"/>
                  </a:lnTo>
                  <a:lnTo>
                    <a:pt x="1183652" y="92837"/>
                  </a:lnTo>
                  <a:lnTo>
                    <a:pt x="1185494" y="86067"/>
                  </a:lnTo>
                  <a:lnTo>
                    <a:pt x="1187145" y="79489"/>
                  </a:lnTo>
                  <a:lnTo>
                    <a:pt x="1215504" y="52997"/>
                  </a:lnTo>
                  <a:lnTo>
                    <a:pt x="1228039" y="52997"/>
                  </a:lnTo>
                  <a:lnTo>
                    <a:pt x="1233995" y="55664"/>
                  </a:lnTo>
                  <a:lnTo>
                    <a:pt x="1243444" y="65925"/>
                  </a:lnTo>
                  <a:lnTo>
                    <a:pt x="1245704" y="73126"/>
                  </a:lnTo>
                  <a:lnTo>
                    <a:pt x="1245704" y="46101"/>
                  </a:lnTo>
                  <a:lnTo>
                    <a:pt x="1238542" y="42354"/>
                  </a:lnTo>
                  <a:lnTo>
                    <a:pt x="1230579" y="40170"/>
                  </a:lnTo>
                  <a:lnTo>
                    <a:pt x="1221663" y="39433"/>
                  </a:lnTo>
                  <a:lnTo>
                    <a:pt x="1210259" y="40436"/>
                  </a:lnTo>
                  <a:lnTo>
                    <a:pt x="1175207" y="66294"/>
                  </a:lnTo>
                  <a:lnTo>
                    <a:pt x="1165174" y="105575"/>
                  </a:lnTo>
                  <a:lnTo>
                    <a:pt x="1165148" y="114198"/>
                  </a:lnTo>
                  <a:lnTo>
                    <a:pt x="1167003" y="121399"/>
                  </a:lnTo>
                  <a:lnTo>
                    <a:pt x="1199476" y="147485"/>
                  </a:lnTo>
                  <a:lnTo>
                    <a:pt x="1207490" y="147485"/>
                  </a:lnTo>
                  <a:lnTo>
                    <a:pt x="1242771" y="133718"/>
                  </a:lnTo>
                  <a:lnTo>
                    <a:pt x="1247330" y="129247"/>
                  </a:lnTo>
                  <a:lnTo>
                    <a:pt x="1262748" y="91249"/>
                  </a:lnTo>
                  <a:lnTo>
                    <a:pt x="1263002" y="86067"/>
                  </a:lnTo>
                  <a:close/>
                </a:path>
                <a:path w="2251075" h="147954">
                  <a:moveTo>
                    <a:pt x="1431886" y="55245"/>
                  </a:moveTo>
                  <a:lnTo>
                    <a:pt x="1431315" y="53809"/>
                  </a:lnTo>
                  <a:lnTo>
                    <a:pt x="1429626" y="49504"/>
                  </a:lnTo>
                  <a:lnTo>
                    <a:pt x="1425308" y="45389"/>
                  </a:lnTo>
                  <a:lnTo>
                    <a:pt x="1420990" y="41490"/>
                  </a:lnTo>
                  <a:lnTo>
                    <a:pt x="1414627" y="39433"/>
                  </a:lnTo>
                  <a:lnTo>
                    <a:pt x="1399628" y="39433"/>
                  </a:lnTo>
                  <a:lnTo>
                    <a:pt x="1371053" y="58737"/>
                  </a:lnTo>
                  <a:lnTo>
                    <a:pt x="1369910" y="53809"/>
                  </a:lnTo>
                  <a:lnTo>
                    <a:pt x="1369618" y="52578"/>
                  </a:lnTo>
                  <a:lnTo>
                    <a:pt x="1366748" y="47853"/>
                  </a:lnTo>
                  <a:lnTo>
                    <a:pt x="1362430" y="44564"/>
                  </a:lnTo>
                  <a:lnTo>
                    <a:pt x="1358112" y="41071"/>
                  </a:lnTo>
                  <a:lnTo>
                    <a:pt x="1352765" y="39433"/>
                  </a:lnTo>
                  <a:lnTo>
                    <a:pt x="1340231" y="39433"/>
                  </a:lnTo>
                  <a:lnTo>
                    <a:pt x="1334681" y="40665"/>
                  </a:lnTo>
                  <a:lnTo>
                    <a:pt x="1324406" y="46418"/>
                  </a:lnTo>
                  <a:lnTo>
                    <a:pt x="1318450" y="51346"/>
                  </a:lnTo>
                  <a:lnTo>
                    <a:pt x="1311871" y="58737"/>
                  </a:lnTo>
                  <a:lnTo>
                    <a:pt x="1315580" y="41694"/>
                  </a:lnTo>
                  <a:lnTo>
                    <a:pt x="1297901" y="41694"/>
                  </a:lnTo>
                  <a:lnTo>
                    <a:pt x="1276324" y="145021"/>
                  </a:lnTo>
                  <a:lnTo>
                    <a:pt x="1294003" y="145021"/>
                  </a:lnTo>
                  <a:lnTo>
                    <a:pt x="1304074" y="96126"/>
                  </a:lnTo>
                  <a:lnTo>
                    <a:pt x="1305877" y="88734"/>
                  </a:lnTo>
                  <a:lnTo>
                    <a:pt x="1331607" y="55460"/>
                  </a:lnTo>
                  <a:lnTo>
                    <a:pt x="1336738" y="53809"/>
                  </a:lnTo>
                  <a:lnTo>
                    <a:pt x="1345171" y="53809"/>
                  </a:lnTo>
                  <a:lnTo>
                    <a:pt x="1347838" y="54838"/>
                  </a:lnTo>
                  <a:lnTo>
                    <a:pt x="1352156" y="59156"/>
                  </a:lnTo>
                  <a:lnTo>
                    <a:pt x="1353185" y="61823"/>
                  </a:lnTo>
                  <a:lnTo>
                    <a:pt x="1353185" y="67170"/>
                  </a:lnTo>
                  <a:lnTo>
                    <a:pt x="1352562" y="70446"/>
                  </a:lnTo>
                  <a:lnTo>
                    <a:pt x="1336941" y="145021"/>
                  </a:lnTo>
                  <a:lnTo>
                    <a:pt x="1354620" y="145021"/>
                  </a:lnTo>
                  <a:lnTo>
                    <a:pt x="1365097" y="94894"/>
                  </a:lnTo>
                  <a:lnTo>
                    <a:pt x="1385506" y="58737"/>
                  </a:lnTo>
                  <a:lnTo>
                    <a:pt x="1396542" y="53809"/>
                  </a:lnTo>
                  <a:lnTo>
                    <a:pt x="1405788" y="53809"/>
                  </a:lnTo>
                  <a:lnTo>
                    <a:pt x="1408874" y="54838"/>
                  </a:lnTo>
                  <a:lnTo>
                    <a:pt x="1410919" y="56692"/>
                  </a:lnTo>
                  <a:lnTo>
                    <a:pt x="1412976" y="58737"/>
                  </a:lnTo>
                  <a:lnTo>
                    <a:pt x="1414208" y="61417"/>
                  </a:lnTo>
                  <a:lnTo>
                    <a:pt x="1414208" y="67170"/>
                  </a:lnTo>
                  <a:lnTo>
                    <a:pt x="1413598" y="71069"/>
                  </a:lnTo>
                  <a:lnTo>
                    <a:pt x="1412367" y="76822"/>
                  </a:lnTo>
                  <a:lnTo>
                    <a:pt x="1397977" y="145021"/>
                  </a:lnTo>
                  <a:lnTo>
                    <a:pt x="1415656" y="145021"/>
                  </a:lnTo>
                  <a:lnTo>
                    <a:pt x="1429626" y="78460"/>
                  </a:lnTo>
                  <a:lnTo>
                    <a:pt x="1431061" y="71069"/>
                  </a:lnTo>
                  <a:lnTo>
                    <a:pt x="1431823" y="66344"/>
                  </a:lnTo>
                  <a:lnTo>
                    <a:pt x="1431886" y="55245"/>
                  </a:lnTo>
                  <a:close/>
                </a:path>
                <a:path w="2251075" h="147954">
                  <a:moveTo>
                    <a:pt x="1604505" y="58953"/>
                  </a:moveTo>
                  <a:lnTo>
                    <a:pt x="1565452" y="39433"/>
                  </a:lnTo>
                  <a:lnTo>
                    <a:pt x="1556867" y="39928"/>
                  </a:lnTo>
                  <a:lnTo>
                    <a:pt x="1521447" y="63817"/>
                  </a:lnTo>
                  <a:lnTo>
                    <a:pt x="1518399" y="71069"/>
                  </a:lnTo>
                  <a:lnTo>
                    <a:pt x="1536077" y="72707"/>
                  </a:lnTo>
                  <a:lnTo>
                    <a:pt x="1538338" y="66548"/>
                  </a:lnTo>
                  <a:lnTo>
                    <a:pt x="1541614" y="62026"/>
                  </a:lnTo>
                  <a:lnTo>
                    <a:pt x="1551076" y="55460"/>
                  </a:lnTo>
                  <a:lnTo>
                    <a:pt x="1557235" y="53809"/>
                  </a:lnTo>
                  <a:lnTo>
                    <a:pt x="1572450" y="53809"/>
                  </a:lnTo>
                  <a:lnTo>
                    <a:pt x="1586992" y="71678"/>
                  </a:lnTo>
                  <a:lnTo>
                    <a:pt x="1586217" y="75387"/>
                  </a:lnTo>
                  <a:lnTo>
                    <a:pt x="1584985" y="80314"/>
                  </a:lnTo>
                  <a:lnTo>
                    <a:pt x="1582305" y="81318"/>
                  </a:lnTo>
                  <a:lnTo>
                    <a:pt x="1582305" y="92633"/>
                  </a:lnTo>
                  <a:lnTo>
                    <a:pt x="1580464" y="102908"/>
                  </a:lnTo>
                  <a:lnTo>
                    <a:pt x="1578203" y="110718"/>
                  </a:lnTo>
                  <a:lnTo>
                    <a:pt x="1574914" y="116255"/>
                  </a:lnTo>
                  <a:lnTo>
                    <a:pt x="1571828" y="121805"/>
                  </a:lnTo>
                  <a:lnTo>
                    <a:pt x="1567713" y="126123"/>
                  </a:lnTo>
                  <a:lnTo>
                    <a:pt x="1562163" y="129197"/>
                  </a:lnTo>
                  <a:lnTo>
                    <a:pt x="1556829" y="132283"/>
                  </a:lnTo>
                  <a:lnTo>
                    <a:pt x="1551279" y="133718"/>
                  </a:lnTo>
                  <a:lnTo>
                    <a:pt x="1539151" y="133718"/>
                  </a:lnTo>
                  <a:lnTo>
                    <a:pt x="1534223" y="132283"/>
                  </a:lnTo>
                  <a:lnTo>
                    <a:pt x="1527441" y="125907"/>
                  </a:lnTo>
                  <a:lnTo>
                    <a:pt x="1525803" y="121805"/>
                  </a:lnTo>
                  <a:lnTo>
                    <a:pt x="1525803" y="113182"/>
                  </a:lnTo>
                  <a:lnTo>
                    <a:pt x="1538541" y="100025"/>
                  </a:lnTo>
                  <a:lnTo>
                    <a:pt x="1542643" y="98590"/>
                  </a:lnTo>
                  <a:lnTo>
                    <a:pt x="1549844" y="97561"/>
                  </a:lnTo>
                  <a:lnTo>
                    <a:pt x="1560118" y="96532"/>
                  </a:lnTo>
                  <a:lnTo>
                    <a:pt x="1566900" y="96126"/>
                  </a:lnTo>
                  <a:lnTo>
                    <a:pt x="1571625" y="95516"/>
                  </a:lnTo>
                  <a:lnTo>
                    <a:pt x="1574292" y="94894"/>
                  </a:lnTo>
                  <a:lnTo>
                    <a:pt x="1577174" y="94488"/>
                  </a:lnTo>
                  <a:lnTo>
                    <a:pt x="1579841" y="93662"/>
                  </a:lnTo>
                  <a:lnTo>
                    <a:pt x="1582305" y="92633"/>
                  </a:lnTo>
                  <a:lnTo>
                    <a:pt x="1582305" y="81318"/>
                  </a:lnTo>
                  <a:lnTo>
                    <a:pt x="1580045" y="82156"/>
                  </a:lnTo>
                  <a:lnTo>
                    <a:pt x="1572234" y="83388"/>
                  </a:lnTo>
                  <a:lnTo>
                    <a:pt x="1550047" y="84213"/>
                  </a:lnTo>
                  <a:lnTo>
                    <a:pt x="1542440" y="84836"/>
                  </a:lnTo>
                  <a:lnTo>
                    <a:pt x="1538541" y="85648"/>
                  </a:lnTo>
                  <a:lnTo>
                    <a:pt x="1532166" y="86677"/>
                  </a:lnTo>
                  <a:lnTo>
                    <a:pt x="1508125" y="111734"/>
                  </a:lnTo>
                  <a:lnTo>
                    <a:pt x="1508125" y="126123"/>
                  </a:lnTo>
                  <a:lnTo>
                    <a:pt x="1510995" y="133311"/>
                  </a:lnTo>
                  <a:lnTo>
                    <a:pt x="1522717" y="144602"/>
                  </a:lnTo>
                  <a:lnTo>
                    <a:pt x="1530527" y="147485"/>
                  </a:lnTo>
                  <a:lnTo>
                    <a:pt x="1546555" y="147485"/>
                  </a:lnTo>
                  <a:lnTo>
                    <a:pt x="1552511" y="146253"/>
                  </a:lnTo>
                  <a:lnTo>
                    <a:pt x="1558061" y="143789"/>
                  </a:lnTo>
                  <a:lnTo>
                    <a:pt x="1563814" y="141312"/>
                  </a:lnTo>
                  <a:lnTo>
                    <a:pt x="1569770" y="137414"/>
                  </a:lnTo>
                  <a:lnTo>
                    <a:pt x="1574063" y="133718"/>
                  </a:lnTo>
                  <a:lnTo>
                    <a:pt x="1575727" y="132283"/>
                  </a:lnTo>
                  <a:lnTo>
                    <a:pt x="1576146" y="137414"/>
                  </a:lnTo>
                  <a:lnTo>
                    <a:pt x="1576755" y="141732"/>
                  </a:lnTo>
                  <a:lnTo>
                    <a:pt x="1577784" y="145021"/>
                  </a:lnTo>
                  <a:lnTo>
                    <a:pt x="1595666" y="145021"/>
                  </a:lnTo>
                  <a:lnTo>
                    <a:pt x="1594231" y="139065"/>
                  </a:lnTo>
                  <a:lnTo>
                    <a:pt x="1593608" y="134340"/>
                  </a:lnTo>
                  <a:lnTo>
                    <a:pt x="1593608" y="132283"/>
                  </a:lnTo>
                  <a:lnTo>
                    <a:pt x="1593608" y="125907"/>
                  </a:lnTo>
                  <a:lnTo>
                    <a:pt x="1594434" y="119341"/>
                  </a:lnTo>
                  <a:lnTo>
                    <a:pt x="1600415" y="92633"/>
                  </a:lnTo>
                  <a:lnTo>
                    <a:pt x="1603679" y="78054"/>
                  </a:lnTo>
                  <a:lnTo>
                    <a:pt x="1604505" y="71678"/>
                  </a:lnTo>
                  <a:lnTo>
                    <a:pt x="1604505" y="58953"/>
                  </a:lnTo>
                  <a:close/>
                </a:path>
                <a:path w="2251075" h="147954">
                  <a:moveTo>
                    <a:pt x="1666354" y="2247"/>
                  </a:moveTo>
                  <a:lnTo>
                    <a:pt x="1648688" y="2247"/>
                  </a:lnTo>
                  <a:lnTo>
                    <a:pt x="1618881" y="145021"/>
                  </a:lnTo>
                  <a:lnTo>
                    <a:pt x="1636560" y="145021"/>
                  </a:lnTo>
                  <a:lnTo>
                    <a:pt x="1666354" y="2247"/>
                  </a:lnTo>
                  <a:close/>
                </a:path>
                <a:path w="2251075" h="147954">
                  <a:moveTo>
                    <a:pt x="1761299" y="73533"/>
                  </a:moveTo>
                  <a:lnTo>
                    <a:pt x="1740052" y="41744"/>
                  </a:lnTo>
                  <a:lnTo>
                    <a:pt x="1725129" y="39433"/>
                  </a:lnTo>
                  <a:lnTo>
                    <a:pt x="1717306" y="39941"/>
                  </a:lnTo>
                  <a:lnTo>
                    <a:pt x="1680959" y="65112"/>
                  </a:lnTo>
                  <a:lnTo>
                    <a:pt x="1670469" y="105981"/>
                  </a:lnTo>
                  <a:lnTo>
                    <a:pt x="1671116" y="115277"/>
                  </a:lnTo>
                  <a:lnTo>
                    <a:pt x="1700301" y="146786"/>
                  </a:lnTo>
                  <a:lnTo>
                    <a:pt x="1708277" y="147485"/>
                  </a:lnTo>
                  <a:lnTo>
                    <a:pt x="1715909" y="146900"/>
                  </a:lnTo>
                  <a:lnTo>
                    <a:pt x="1751393" y="118364"/>
                  </a:lnTo>
                  <a:lnTo>
                    <a:pt x="1734375" y="116255"/>
                  </a:lnTo>
                  <a:lnTo>
                    <a:pt x="1730260" y="123037"/>
                  </a:lnTo>
                  <a:lnTo>
                    <a:pt x="1725129" y="127355"/>
                  </a:lnTo>
                  <a:lnTo>
                    <a:pt x="1719783" y="131660"/>
                  </a:lnTo>
                  <a:lnTo>
                    <a:pt x="1714436" y="133718"/>
                  </a:lnTo>
                  <a:lnTo>
                    <a:pt x="1702930" y="133718"/>
                  </a:lnTo>
                  <a:lnTo>
                    <a:pt x="1698205" y="131660"/>
                  </a:lnTo>
                  <a:lnTo>
                    <a:pt x="1694307" y="127139"/>
                  </a:lnTo>
                  <a:lnTo>
                    <a:pt x="1690395" y="122834"/>
                  </a:lnTo>
                  <a:lnTo>
                    <a:pt x="1688401" y="116255"/>
                  </a:lnTo>
                  <a:lnTo>
                    <a:pt x="1688401" y="105981"/>
                  </a:lnTo>
                  <a:lnTo>
                    <a:pt x="1699856" y="65112"/>
                  </a:lnTo>
                  <a:lnTo>
                    <a:pt x="1716290" y="53809"/>
                  </a:lnTo>
                  <a:lnTo>
                    <a:pt x="1729651" y="53809"/>
                  </a:lnTo>
                  <a:lnTo>
                    <a:pt x="1734578" y="55664"/>
                  </a:lnTo>
                  <a:lnTo>
                    <a:pt x="1741982" y="63055"/>
                  </a:lnTo>
                  <a:lnTo>
                    <a:pt x="1743824" y="68186"/>
                  </a:lnTo>
                  <a:lnTo>
                    <a:pt x="1743824" y="74764"/>
                  </a:lnTo>
                  <a:lnTo>
                    <a:pt x="1761299" y="73533"/>
                  </a:lnTo>
                  <a:close/>
                </a:path>
                <a:path w="2251075" h="147954">
                  <a:moveTo>
                    <a:pt x="1869795" y="82575"/>
                  </a:moveTo>
                  <a:lnTo>
                    <a:pt x="1852536" y="46202"/>
                  </a:lnTo>
                  <a:lnTo>
                    <a:pt x="1852536" y="73126"/>
                  </a:lnTo>
                  <a:lnTo>
                    <a:pt x="1852536" y="88315"/>
                  </a:lnTo>
                  <a:lnTo>
                    <a:pt x="1832597" y="127762"/>
                  </a:lnTo>
                  <a:lnTo>
                    <a:pt x="1825612" y="131457"/>
                  </a:lnTo>
                  <a:lnTo>
                    <a:pt x="1821916" y="133108"/>
                  </a:lnTo>
                  <a:lnTo>
                    <a:pt x="1818220" y="133718"/>
                  </a:lnTo>
                  <a:lnTo>
                    <a:pt x="1807121" y="133718"/>
                  </a:lnTo>
                  <a:lnTo>
                    <a:pt x="1789442" y="98793"/>
                  </a:lnTo>
                  <a:lnTo>
                    <a:pt x="1790471" y="92837"/>
                  </a:lnTo>
                  <a:lnTo>
                    <a:pt x="1816989" y="54229"/>
                  </a:lnTo>
                  <a:lnTo>
                    <a:pt x="1822119" y="52997"/>
                  </a:lnTo>
                  <a:lnTo>
                    <a:pt x="1834654" y="52997"/>
                  </a:lnTo>
                  <a:lnTo>
                    <a:pt x="1840611" y="55664"/>
                  </a:lnTo>
                  <a:lnTo>
                    <a:pt x="1850072" y="65925"/>
                  </a:lnTo>
                  <a:lnTo>
                    <a:pt x="1852536" y="73126"/>
                  </a:lnTo>
                  <a:lnTo>
                    <a:pt x="1852536" y="46202"/>
                  </a:lnTo>
                  <a:lnTo>
                    <a:pt x="1852333" y="46024"/>
                  </a:lnTo>
                  <a:lnTo>
                    <a:pt x="1845233" y="42354"/>
                  </a:lnTo>
                  <a:lnTo>
                    <a:pt x="1837220" y="40170"/>
                  </a:lnTo>
                  <a:lnTo>
                    <a:pt x="1828292" y="39433"/>
                  </a:lnTo>
                  <a:lnTo>
                    <a:pt x="1816963" y="40436"/>
                  </a:lnTo>
                  <a:lnTo>
                    <a:pt x="1781860" y="66294"/>
                  </a:lnTo>
                  <a:lnTo>
                    <a:pt x="1772107" y="104140"/>
                  </a:lnTo>
                  <a:lnTo>
                    <a:pt x="1771980" y="114198"/>
                  </a:lnTo>
                  <a:lnTo>
                    <a:pt x="1773618" y="121399"/>
                  </a:lnTo>
                  <a:lnTo>
                    <a:pt x="1806092" y="147485"/>
                  </a:lnTo>
                  <a:lnTo>
                    <a:pt x="1814106" y="147485"/>
                  </a:lnTo>
                  <a:lnTo>
                    <a:pt x="1853971" y="129247"/>
                  </a:lnTo>
                  <a:lnTo>
                    <a:pt x="1869363" y="91338"/>
                  </a:lnTo>
                  <a:lnTo>
                    <a:pt x="1869795" y="82575"/>
                  </a:lnTo>
                  <a:close/>
                </a:path>
                <a:path w="2251075" h="147954">
                  <a:moveTo>
                    <a:pt x="1982000" y="56692"/>
                  </a:moveTo>
                  <a:lnTo>
                    <a:pt x="1980806" y="53809"/>
                  </a:lnTo>
                  <a:lnTo>
                    <a:pt x="1979536" y="50736"/>
                  </a:lnTo>
                  <a:lnTo>
                    <a:pt x="1970074" y="41694"/>
                  </a:lnTo>
                  <a:lnTo>
                    <a:pt x="1963496" y="39433"/>
                  </a:lnTo>
                  <a:lnTo>
                    <a:pt x="1948916" y="39433"/>
                  </a:lnTo>
                  <a:lnTo>
                    <a:pt x="1942947" y="40665"/>
                  </a:lnTo>
                  <a:lnTo>
                    <a:pt x="1937397" y="43535"/>
                  </a:lnTo>
                  <a:lnTo>
                    <a:pt x="1931644" y="46215"/>
                  </a:lnTo>
                  <a:lnTo>
                    <a:pt x="1925688" y="50736"/>
                  </a:lnTo>
                  <a:lnTo>
                    <a:pt x="1919109" y="57099"/>
                  </a:lnTo>
                  <a:lnTo>
                    <a:pt x="1930412" y="2247"/>
                  </a:lnTo>
                  <a:lnTo>
                    <a:pt x="1912747" y="2247"/>
                  </a:lnTo>
                  <a:lnTo>
                    <a:pt x="1882952" y="145021"/>
                  </a:lnTo>
                  <a:lnTo>
                    <a:pt x="1900618" y="145021"/>
                  </a:lnTo>
                  <a:lnTo>
                    <a:pt x="1909864" y="100647"/>
                  </a:lnTo>
                  <a:lnTo>
                    <a:pt x="1912035" y="91630"/>
                  </a:lnTo>
                  <a:lnTo>
                    <a:pt x="1932470" y="58953"/>
                  </a:lnTo>
                  <a:lnTo>
                    <a:pt x="1935518" y="57099"/>
                  </a:lnTo>
                  <a:lnTo>
                    <a:pt x="1938223" y="55460"/>
                  </a:lnTo>
                  <a:lnTo>
                    <a:pt x="1944395" y="53809"/>
                  </a:lnTo>
                  <a:lnTo>
                    <a:pt x="1955076" y="53809"/>
                  </a:lnTo>
                  <a:lnTo>
                    <a:pt x="1958568" y="54838"/>
                  </a:lnTo>
                  <a:lnTo>
                    <a:pt x="1960829" y="57099"/>
                  </a:lnTo>
                  <a:lnTo>
                    <a:pt x="1963293" y="59156"/>
                  </a:lnTo>
                  <a:lnTo>
                    <a:pt x="1964321" y="62026"/>
                  </a:lnTo>
                  <a:lnTo>
                    <a:pt x="1964321" y="67779"/>
                  </a:lnTo>
                  <a:lnTo>
                    <a:pt x="1963496" y="73329"/>
                  </a:lnTo>
                  <a:lnTo>
                    <a:pt x="1961349" y="84010"/>
                  </a:lnTo>
                  <a:lnTo>
                    <a:pt x="1948497" y="145021"/>
                  </a:lnTo>
                  <a:lnTo>
                    <a:pt x="1965972" y="145021"/>
                  </a:lnTo>
                  <a:lnTo>
                    <a:pt x="1978710" y="83985"/>
                  </a:lnTo>
                  <a:lnTo>
                    <a:pt x="1980971" y="74358"/>
                  </a:lnTo>
                  <a:lnTo>
                    <a:pt x="1981962" y="67779"/>
                  </a:lnTo>
                  <a:lnTo>
                    <a:pt x="1982000" y="56692"/>
                  </a:lnTo>
                  <a:close/>
                </a:path>
                <a:path w="2251075" h="147954">
                  <a:moveTo>
                    <a:pt x="2098509" y="82575"/>
                  </a:moveTo>
                  <a:lnTo>
                    <a:pt x="2097773" y="73126"/>
                  </a:lnTo>
                  <a:lnTo>
                    <a:pt x="2095614" y="64782"/>
                  </a:lnTo>
                  <a:lnTo>
                    <a:pt x="2092007" y="57416"/>
                  </a:lnTo>
                  <a:lnTo>
                    <a:pt x="2088476" y="52997"/>
                  </a:lnTo>
                  <a:lnTo>
                    <a:pt x="2087003" y="51142"/>
                  </a:lnTo>
                  <a:lnTo>
                    <a:pt x="2081047" y="46202"/>
                  </a:lnTo>
                  <a:lnTo>
                    <a:pt x="2081047" y="73126"/>
                  </a:lnTo>
                  <a:lnTo>
                    <a:pt x="2081047" y="88315"/>
                  </a:lnTo>
                  <a:lnTo>
                    <a:pt x="2064397" y="124472"/>
                  </a:lnTo>
                  <a:lnTo>
                    <a:pt x="2061311" y="127762"/>
                  </a:lnTo>
                  <a:lnTo>
                    <a:pt x="2057819" y="130022"/>
                  </a:lnTo>
                  <a:lnTo>
                    <a:pt x="2054123" y="131457"/>
                  </a:lnTo>
                  <a:lnTo>
                    <a:pt x="2050427" y="133108"/>
                  </a:lnTo>
                  <a:lnTo>
                    <a:pt x="2046732" y="133718"/>
                  </a:lnTo>
                  <a:lnTo>
                    <a:pt x="2035632" y="133718"/>
                  </a:lnTo>
                  <a:lnTo>
                    <a:pt x="2029675" y="131254"/>
                  </a:lnTo>
                  <a:lnTo>
                    <a:pt x="2020430" y="121183"/>
                  </a:lnTo>
                  <a:lnTo>
                    <a:pt x="2018030" y="113995"/>
                  </a:lnTo>
                  <a:lnTo>
                    <a:pt x="2017953" y="98793"/>
                  </a:lnTo>
                  <a:lnTo>
                    <a:pt x="2018982" y="92837"/>
                  </a:lnTo>
                  <a:lnTo>
                    <a:pt x="2045500" y="54229"/>
                  </a:lnTo>
                  <a:lnTo>
                    <a:pt x="2050630" y="52997"/>
                  </a:lnTo>
                  <a:lnTo>
                    <a:pt x="2063369" y="52997"/>
                  </a:lnTo>
                  <a:lnTo>
                    <a:pt x="2069122" y="55664"/>
                  </a:lnTo>
                  <a:lnTo>
                    <a:pt x="2078583" y="65925"/>
                  </a:lnTo>
                  <a:lnTo>
                    <a:pt x="2081047" y="73126"/>
                  </a:lnTo>
                  <a:lnTo>
                    <a:pt x="2081047" y="46202"/>
                  </a:lnTo>
                  <a:lnTo>
                    <a:pt x="2080844" y="46024"/>
                  </a:lnTo>
                  <a:lnTo>
                    <a:pt x="2073744" y="42354"/>
                  </a:lnTo>
                  <a:lnTo>
                    <a:pt x="2065731" y="40170"/>
                  </a:lnTo>
                  <a:lnTo>
                    <a:pt x="2056790" y="39433"/>
                  </a:lnTo>
                  <a:lnTo>
                    <a:pt x="2045474" y="40436"/>
                  </a:lnTo>
                  <a:lnTo>
                    <a:pt x="2010460" y="66294"/>
                  </a:lnTo>
                  <a:lnTo>
                    <a:pt x="2000618" y="104140"/>
                  </a:lnTo>
                  <a:lnTo>
                    <a:pt x="2000491" y="114198"/>
                  </a:lnTo>
                  <a:lnTo>
                    <a:pt x="2002129" y="121399"/>
                  </a:lnTo>
                  <a:lnTo>
                    <a:pt x="2034603" y="147485"/>
                  </a:lnTo>
                  <a:lnTo>
                    <a:pt x="2042617" y="147485"/>
                  </a:lnTo>
                  <a:lnTo>
                    <a:pt x="2082482" y="129247"/>
                  </a:lnTo>
                  <a:lnTo>
                    <a:pt x="2098052" y="91338"/>
                  </a:lnTo>
                  <a:lnTo>
                    <a:pt x="2098509" y="82575"/>
                  </a:lnTo>
                  <a:close/>
                </a:path>
                <a:path w="2251075" h="147954">
                  <a:moveTo>
                    <a:pt x="2157692" y="2247"/>
                  </a:moveTo>
                  <a:lnTo>
                    <a:pt x="2140026" y="2247"/>
                  </a:lnTo>
                  <a:lnTo>
                    <a:pt x="2110219" y="145021"/>
                  </a:lnTo>
                  <a:lnTo>
                    <a:pt x="2127897" y="145021"/>
                  </a:lnTo>
                  <a:lnTo>
                    <a:pt x="2157692" y="2247"/>
                  </a:lnTo>
                  <a:close/>
                </a:path>
                <a:path w="2251075" h="147954">
                  <a:moveTo>
                    <a:pt x="2250783" y="72097"/>
                  </a:moveTo>
                  <a:lnTo>
                    <a:pt x="2249894" y="65074"/>
                  </a:lnTo>
                  <a:lnTo>
                    <a:pt x="2247823" y="58788"/>
                  </a:lnTo>
                  <a:lnTo>
                    <a:pt x="2244572" y="53200"/>
                  </a:lnTo>
                  <a:lnTo>
                    <a:pt x="2244382" y="52997"/>
                  </a:lnTo>
                  <a:lnTo>
                    <a:pt x="2240102" y="48260"/>
                  </a:lnTo>
                  <a:lnTo>
                    <a:pt x="2234438" y="44373"/>
                  </a:lnTo>
                  <a:lnTo>
                    <a:pt x="2227618" y="41617"/>
                  </a:lnTo>
                  <a:lnTo>
                    <a:pt x="2219579" y="39966"/>
                  </a:lnTo>
                  <a:lnTo>
                    <a:pt x="2210511" y="39433"/>
                  </a:lnTo>
                  <a:lnTo>
                    <a:pt x="2202205" y="39979"/>
                  </a:lnTo>
                  <a:lnTo>
                    <a:pt x="2173516" y="60998"/>
                  </a:lnTo>
                  <a:lnTo>
                    <a:pt x="2173516" y="73736"/>
                  </a:lnTo>
                  <a:lnTo>
                    <a:pt x="2174544" y="78054"/>
                  </a:lnTo>
                  <a:lnTo>
                    <a:pt x="2176805" y="81546"/>
                  </a:lnTo>
                  <a:lnTo>
                    <a:pt x="2178862" y="85242"/>
                  </a:lnTo>
                  <a:lnTo>
                    <a:pt x="2182152" y="88315"/>
                  </a:lnTo>
                  <a:lnTo>
                    <a:pt x="2186673" y="90995"/>
                  </a:lnTo>
                  <a:lnTo>
                    <a:pt x="2189137" y="92633"/>
                  </a:lnTo>
                  <a:lnTo>
                    <a:pt x="2195093" y="95300"/>
                  </a:lnTo>
                  <a:lnTo>
                    <a:pt x="2204542" y="99415"/>
                  </a:lnTo>
                  <a:lnTo>
                    <a:pt x="2213800" y="103314"/>
                  </a:lnTo>
                  <a:lnTo>
                    <a:pt x="2219553" y="106807"/>
                  </a:lnTo>
                  <a:lnTo>
                    <a:pt x="2224481" y="112153"/>
                  </a:lnTo>
                  <a:lnTo>
                    <a:pt x="2225510" y="115023"/>
                  </a:lnTo>
                  <a:lnTo>
                    <a:pt x="2225510" y="122415"/>
                  </a:lnTo>
                  <a:lnTo>
                    <a:pt x="2223655" y="126123"/>
                  </a:lnTo>
                  <a:lnTo>
                    <a:pt x="2215845" y="132283"/>
                  </a:lnTo>
                  <a:lnTo>
                    <a:pt x="2209889" y="133718"/>
                  </a:lnTo>
                  <a:lnTo>
                    <a:pt x="2196528" y="133718"/>
                  </a:lnTo>
                  <a:lnTo>
                    <a:pt x="2176602" y="113792"/>
                  </a:lnTo>
                  <a:lnTo>
                    <a:pt x="2176602" y="108661"/>
                  </a:lnTo>
                  <a:lnTo>
                    <a:pt x="2158923" y="109689"/>
                  </a:lnTo>
                  <a:lnTo>
                    <a:pt x="2184743" y="145224"/>
                  </a:lnTo>
                  <a:lnTo>
                    <a:pt x="2201265" y="147485"/>
                  </a:lnTo>
                  <a:lnTo>
                    <a:pt x="2210092" y="147485"/>
                  </a:lnTo>
                  <a:lnTo>
                    <a:pt x="2217699" y="146037"/>
                  </a:lnTo>
                  <a:lnTo>
                    <a:pt x="2224074" y="142963"/>
                  </a:lnTo>
                  <a:lnTo>
                    <a:pt x="2230640" y="140081"/>
                  </a:lnTo>
                  <a:lnTo>
                    <a:pt x="2235377" y="136182"/>
                  </a:lnTo>
                  <a:lnTo>
                    <a:pt x="2236914" y="133718"/>
                  </a:lnTo>
                  <a:lnTo>
                    <a:pt x="2238451" y="131254"/>
                  </a:lnTo>
                  <a:lnTo>
                    <a:pt x="2241740" y="126326"/>
                  </a:lnTo>
                  <a:lnTo>
                    <a:pt x="2243061" y="121602"/>
                  </a:lnTo>
                  <a:lnTo>
                    <a:pt x="2243175" y="108458"/>
                  </a:lnTo>
                  <a:lnTo>
                    <a:pt x="2240508" y="101879"/>
                  </a:lnTo>
                  <a:lnTo>
                    <a:pt x="2201265" y="79082"/>
                  </a:lnTo>
                  <a:lnTo>
                    <a:pt x="2196325" y="76403"/>
                  </a:lnTo>
                  <a:lnTo>
                    <a:pt x="2194268" y="74764"/>
                  </a:lnTo>
                  <a:lnTo>
                    <a:pt x="2191397" y="72301"/>
                  </a:lnTo>
                  <a:lnTo>
                    <a:pt x="2189962" y="69418"/>
                  </a:lnTo>
                  <a:lnTo>
                    <a:pt x="2189962" y="63055"/>
                  </a:lnTo>
                  <a:lnTo>
                    <a:pt x="2191601" y="59969"/>
                  </a:lnTo>
                  <a:lnTo>
                    <a:pt x="2194890" y="57099"/>
                  </a:lnTo>
                  <a:lnTo>
                    <a:pt x="2198382" y="54432"/>
                  </a:lnTo>
                  <a:lnTo>
                    <a:pt x="2203107" y="52997"/>
                  </a:lnTo>
                  <a:lnTo>
                    <a:pt x="2216874" y="52997"/>
                  </a:lnTo>
                  <a:lnTo>
                    <a:pt x="2222627" y="54838"/>
                  </a:lnTo>
                  <a:lnTo>
                    <a:pt x="2226741" y="58534"/>
                  </a:lnTo>
                  <a:lnTo>
                    <a:pt x="2231059" y="62026"/>
                  </a:lnTo>
                  <a:lnTo>
                    <a:pt x="2233117" y="66954"/>
                  </a:lnTo>
                  <a:lnTo>
                    <a:pt x="2233523" y="73329"/>
                  </a:lnTo>
                  <a:lnTo>
                    <a:pt x="2250783" y="720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1115754" y="4061093"/>
              <a:ext cx="5879465" cy="2388870"/>
            </a:xfrm>
            <a:custGeom>
              <a:avLst/>
              <a:gdLst/>
              <a:ahLst/>
              <a:cxnLst/>
              <a:rect l="l" t="t" r="r" b="b"/>
              <a:pathLst>
                <a:path w="5879465" h="2388870">
                  <a:moveTo>
                    <a:pt x="5805230" y="0"/>
                  </a:moveTo>
                  <a:lnTo>
                    <a:pt x="5829889" y="24649"/>
                  </a:lnTo>
                  <a:lnTo>
                    <a:pt x="5829889" y="2265626"/>
                  </a:lnTo>
                  <a:lnTo>
                    <a:pt x="5824080" y="2294401"/>
                  </a:lnTo>
                  <a:lnTo>
                    <a:pt x="5808235" y="2317908"/>
                  </a:lnTo>
                  <a:lnTo>
                    <a:pt x="5784722" y="2333761"/>
                  </a:lnTo>
                  <a:lnTo>
                    <a:pt x="5755911" y="2339576"/>
                  </a:lnTo>
                  <a:lnTo>
                    <a:pt x="0" y="2339576"/>
                  </a:lnTo>
                  <a:lnTo>
                    <a:pt x="49316" y="2388873"/>
                  </a:lnTo>
                  <a:lnTo>
                    <a:pt x="5805229" y="2388873"/>
                  </a:lnTo>
                  <a:lnTo>
                    <a:pt x="5834041" y="2383059"/>
                  </a:lnTo>
                  <a:lnTo>
                    <a:pt x="5857554" y="2367205"/>
                  </a:lnTo>
                  <a:lnTo>
                    <a:pt x="5873399" y="2343699"/>
                  </a:lnTo>
                  <a:lnTo>
                    <a:pt x="5879208" y="2314926"/>
                  </a:lnTo>
                  <a:lnTo>
                    <a:pt x="5879208" y="73949"/>
                  </a:lnTo>
                  <a:lnTo>
                    <a:pt x="5873399" y="45149"/>
                  </a:lnTo>
                  <a:lnTo>
                    <a:pt x="5857554" y="21645"/>
                  </a:lnTo>
                  <a:lnTo>
                    <a:pt x="5834041" y="5806"/>
                  </a:lnTo>
                  <a:lnTo>
                    <a:pt x="5805230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1041776" y="4011793"/>
              <a:ext cx="5904230" cy="2388870"/>
            </a:xfrm>
            <a:custGeom>
              <a:avLst/>
              <a:gdLst/>
              <a:ahLst/>
              <a:cxnLst/>
              <a:rect l="l" t="t" r="r" b="b"/>
              <a:pathLst>
                <a:path w="5904230" h="2388870">
                  <a:moveTo>
                    <a:pt x="0" y="2314926"/>
                  </a:moveTo>
                  <a:lnTo>
                    <a:pt x="0" y="1964773"/>
                  </a:lnTo>
                  <a:lnTo>
                    <a:pt x="0" y="1194437"/>
                  </a:lnTo>
                  <a:lnTo>
                    <a:pt x="0" y="424101"/>
                  </a:lnTo>
                  <a:lnTo>
                    <a:pt x="0" y="73949"/>
                  </a:lnTo>
                  <a:lnTo>
                    <a:pt x="21676" y="21645"/>
                  </a:lnTo>
                  <a:lnTo>
                    <a:pt x="73978" y="0"/>
                  </a:lnTo>
                  <a:lnTo>
                    <a:pt x="973339" y="0"/>
                  </a:lnTo>
                  <a:lnTo>
                    <a:pt x="2951933" y="0"/>
                  </a:lnTo>
                  <a:lnTo>
                    <a:pt x="4930528" y="0"/>
                  </a:lnTo>
                  <a:lnTo>
                    <a:pt x="5829889" y="0"/>
                  </a:lnTo>
                  <a:lnTo>
                    <a:pt x="5858700" y="5806"/>
                  </a:lnTo>
                  <a:lnTo>
                    <a:pt x="5882213" y="21645"/>
                  </a:lnTo>
                  <a:lnTo>
                    <a:pt x="5898059" y="45149"/>
                  </a:lnTo>
                  <a:lnTo>
                    <a:pt x="5903867" y="73949"/>
                  </a:lnTo>
                  <a:lnTo>
                    <a:pt x="5903867" y="424101"/>
                  </a:lnTo>
                  <a:lnTo>
                    <a:pt x="5903867" y="1194437"/>
                  </a:lnTo>
                  <a:lnTo>
                    <a:pt x="5903867" y="1964773"/>
                  </a:lnTo>
                  <a:lnTo>
                    <a:pt x="5903867" y="2314926"/>
                  </a:lnTo>
                  <a:lnTo>
                    <a:pt x="5898059" y="2343701"/>
                  </a:lnTo>
                  <a:lnTo>
                    <a:pt x="5882213" y="2367207"/>
                  </a:lnTo>
                  <a:lnTo>
                    <a:pt x="5858700" y="2383061"/>
                  </a:lnTo>
                  <a:lnTo>
                    <a:pt x="5829889" y="2388875"/>
                  </a:lnTo>
                  <a:lnTo>
                    <a:pt x="4930528" y="2388875"/>
                  </a:lnTo>
                  <a:lnTo>
                    <a:pt x="2951933" y="2388875"/>
                  </a:lnTo>
                  <a:lnTo>
                    <a:pt x="973339" y="2388875"/>
                  </a:lnTo>
                  <a:lnTo>
                    <a:pt x="73978" y="2388875"/>
                  </a:lnTo>
                  <a:lnTo>
                    <a:pt x="45192" y="2383061"/>
                  </a:lnTo>
                  <a:lnTo>
                    <a:pt x="21676" y="2367207"/>
                  </a:lnTo>
                  <a:lnTo>
                    <a:pt x="5816" y="2343701"/>
                  </a:lnTo>
                  <a:lnTo>
                    <a:pt x="0" y="2314926"/>
                  </a:lnTo>
                  <a:close/>
                </a:path>
              </a:pathLst>
            </a:custGeom>
            <a:ln w="123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0" name="object 4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  <p:sp>
        <p:nvSpPr>
          <p:cNvPr id="42" name="文本框 41"/>
          <p:cNvSpPr txBox="1"/>
          <p:nvPr/>
        </p:nvSpPr>
        <p:spPr>
          <a:xfrm>
            <a:off x="2072005" y="62515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Strong acid.Not HCl,HBr</a:t>
            </a:r>
            <a:endParaRPr lang="en-US" alt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81602" y="572769"/>
            <a:ext cx="390588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" dirty="0"/>
              <a:t>Addition</a:t>
            </a:r>
            <a:r>
              <a:rPr spc="-65" dirty="0"/>
              <a:t> </a:t>
            </a:r>
            <a:r>
              <a:rPr spc="-10" dirty="0"/>
              <a:t>Reactions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1155903" y="2120595"/>
            <a:ext cx="9961245" cy="29514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marR="5080" indent="-28702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299720" algn="l"/>
              </a:tabLst>
            </a:pPr>
            <a:r>
              <a:rPr sz="3200" spc="-10" dirty="0">
                <a:latin typeface="Calibri" panose="020F0502020204030204"/>
                <a:cs typeface="Calibri" panose="020F0502020204030204"/>
              </a:rPr>
              <a:t>Electrophilic</a:t>
            </a:r>
            <a:r>
              <a:rPr lang="en-US" sz="3200" spc="-10" dirty="0">
                <a:latin typeface="Calibri" panose="020F0502020204030204"/>
                <a:cs typeface="Calibri" panose="020F0502020204030204"/>
              </a:rPr>
              <a:t>(</a:t>
            </a:r>
            <a:r>
              <a:rPr lang="zh-CN" altLang="en-US" sz="3200" spc="-10" dirty="0">
                <a:latin typeface="Calibri" panose="020F0502020204030204"/>
                <a:cs typeface="Calibri" panose="020F0502020204030204"/>
              </a:rPr>
              <a:t>亲电子的</a:t>
            </a:r>
            <a:r>
              <a:rPr lang="en-US" sz="3200" spc="-10" dirty="0">
                <a:latin typeface="Calibri" panose="020F0502020204030204"/>
                <a:cs typeface="Calibri" panose="020F0502020204030204"/>
              </a:rPr>
              <a:t>)</a:t>
            </a:r>
            <a:r>
              <a:rPr sz="3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reactions.</a:t>
            </a:r>
            <a:r>
              <a:rPr sz="32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Addition</a:t>
            </a:r>
            <a:r>
              <a:rPr sz="3200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reactions</a:t>
            </a:r>
            <a:r>
              <a:rPr sz="32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10" dirty="0">
                <a:latin typeface="Calibri" panose="020F0502020204030204"/>
                <a:cs typeface="Calibri" panose="020F0502020204030204"/>
              </a:rPr>
              <a:t>that</a:t>
            </a:r>
            <a:r>
              <a:rPr sz="3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10" dirty="0">
                <a:latin typeface="Calibri" panose="020F0502020204030204"/>
                <a:cs typeface="Calibri" panose="020F0502020204030204"/>
              </a:rPr>
              <a:t>proceed</a:t>
            </a:r>
            <a:r>
              <a:rPr sz="32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dirty="0">
                <a:latin typeface="Calibri" panose="020F0502020204030204"/>
                <a:cs typeface="Calibri" panose="020F0502020204030204"/>
              </a:rPr>
              <a:t>via </a:t>
            </a:r>
            <a:r>
              <a:rPr sz="3200" spc="-70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10" dirty="0">
                <a:latin typeface="Calibri" panose="020F0502020204030204"/>
                <a:cs typeface="Calibri" panose="020F0502020204030204"/>
              </a:rPr>
              <a:t>carbocations</a:t>
            </a:r>
            <a:r>
              <a:rPr lang="zh-CN" sz="3200" spc="-10" dirty="0">
                <a:latin typeface="Calibri" panose="020F0502020204030204"/>
                <a:cs typeface="Calibri" panose="020F0502020204030204"/>
              </a:rPr>
              <a:t>（</a:t>
            </a:r>
            <a:r>
              <a:rPr lang="zh-CN" sz="3200" spc="-10" dirty="0">
                <a:latin typeface="Calibri" panose="020F0502020204030204"/>
                <a:cs typeface="Calibri" panose="020F0502020204030204"/>
              </a:rPr>
              <a:t>碳正离子）</a:t>
            </a:r>
            <a:r>
              <a:rPr sz="3200" spc="-10" dirty="0">
                <a:latin typeface="Calibri" panose="020F0502020204030204"/>
                <a:cs typeface="Calibri" panose="020F0502020204030204"/>
              </a:rPr>
              <a:t>.</a:t>
            </a:r>
            <a:endParaRPr sz="32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55"/>
              </a:spcBef>
              <a:buFont typeface="Arial MT"/>
              <a:buChar char="•"/>
            </a:pPr>
            <a:endParaRPr sz="3100">
              <a:latin typeface="Calibri" panose="020F0502020204030204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99720" algn="l"/>
              </a:tabLst>
            </a:pPr>
            <a:r>
              <a:rPr sz="3200" spc="-15" dirty="0">
                <a:latin typeface="Calibri" panose="020F0502020204030204"/>
                <a:cs typeface="Calibri" panose="020F0502020204030204"/>
              </a:rPr>
              <a:t>Hydrogenation</a:t>
            </a:r>
            <a:r>
              <a:rPr sz="32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reactions.</a:t>
            </a:r>
            <a:r>
              <a:rPr sz="32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Addition</a:t>
            </a:r>
            <a:r>
              <a:rPr sz="32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dirty="0">
                <a:latin typeface="Calibri" panose="020F0502020204030204"/>
                <a:cs typeface="Calibri" panose="020F0502020204030204"/>
              </a:rPr>
              <a:t>of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15" dirty="0">
                <a:latin typeface="Calibri" panose="020F0502020204030204"/>
                <a:cs typeface="Calibri" panose="020F0502020204030204"/>
              </a:rPr>
              <a:t>Hydrogen.</a:t>
            </a:r>
            <a:endParaRPr sz="32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55"/>
              </a:spcBef>
              <a:buFont typeface="Arial MT"/>
              <a:buChar char="•"/>
            </a:pPr>
            <a:endParaRPr sz="3100">
              <a:latin typeface="Calibri" panose="020F0502020204030204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Arial MT"/>
              <a:buChar char="•"/>
              <a:tabLst>
                <a:tab pos="299720" algn="l"/>
              </a:tabLst>
            </a:pPr>
            <a:r>
              <a:rPr sz="3200" spc="-10" dirty="0">
                <a:latin typeface="Calibri" panose="020F0502020204030204"/>
                <a:cs typeface="Calibri" panose="020F0502020204030204"/>
              </a:rPr>
              <a:t>Oxidation</a:t>
            </a:r>
            <a:r>
              <a:rPr sz="3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reactions.</a:t>
            </a:r>
            <a:r>
              <a:rPr sz="32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Addition</a:t>
            </a:r>
            <a:r>
              <a:rPr sz="3200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32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15" dirty="0">
                <a:latin typeface="Calibri" panose="020F0502020204030204"/>
                <a:cs typeface="Calibri" panose="020F0502020204030204"/>
              </a:rPr>
              <a:t>Oxygen.</a:t>
            </a:r>
            <a:endParaRPr sz="3200">
              <a:latin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25498" y="278129"/>
            <a:ext cx="8025765" cy="1242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Reactions:</a:t>
            </a:r>
            <a:r>
              <a:rPr spc="-25" dirty="0"/>
              <a:t> </a:t>
            </a:r>
            <a:r>
              <a:rPr spc="-10" dirty="0"/>
              <a:t>electrophilic</a:t>
            </a:r>
            <a:r>
              <a:rPr spc="-35" dirty="0"/>
              <a:t> </a:t>
            </a:r>
            <a:r>
              <a:rPr spc="-5" dirty="0"/>
              <a:t>addition</a:t>
            </a:r>
            <a:r>
              <a:rPr lang="zh-CN" spc="-5" dirty="0"/>
              <a:t>（</a:t>
            </a:r>
            <a:r>
              <a:rPr lang="zh-CN" spc="-5" dirty="0"/>
              <a:t>亲电加成）</a:t>
            </a:r>
            <a:r>
              <a:rPr spc="-10" dirty="0"/>
              <a:t> </a:t>
            </a:r>
            <a:r>
              <a:rPr spc="-5" dirty="0"/>
              <a:t>of</a:t>
            </a:r>
            <a:r>
              <a:rPr spc="-10" dirty="0"/>
              <a:t> </a:t>
            </a:r>
            <a:r>
              <a:rPr spc="-5" dirty="0"/>
              <a:t>H-X</a:t>
            </a:r>
            <a:endParaRPr spc="-5" dirty="0"/>
          </a:p>
        </p:txBody>
      </p:sp>
      <p:sp>
        <p:nvSpPr>
          <p:cNvPr id="3" name="object 3"/>
          <p:cNvSpPr txBox="1"/>
          <p:nvPr/>
        </p:nvSpPr>
        <p:spPr>
          <a:xfrm>
            <a:off x="7114285" y="1456436"/>
            <a:ext cx="3745229" cy="262699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66700" marR="209550" indent="-229235">
              <a:lnSpc>
                <a:spcPts val="3020"/>
              </a:lnSpc>
              <a:spcBef>
                <a:spcPts val="480"/>
              </a:spcBef>
              <a:buFont typeface="Arial MT"/>
              <a:buChar char="•"/>
              <a:tabLst>
                <a:tab pos="267335" algn="l"/>
              </a:tabLst>
            </a:pPr>
            <a:r>
              <a:rPr sz="2800" spc="-10" dirty="0">
                <a:latin typeface="Calibri" panose="020F0502020204030204"/>
                <a:cs typeface="Calibri" panose="020F0502020204030204"/>
              </a:rPr>
              <a:t>The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general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reaction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is </a:t>
            </a:r>
            <a:r>
              <a:rPr sz="2800" spc="-6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with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b="1" spc="-5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E</a:t>
            </a:r>
            <a:r>
              <a:rPr sz="2775" spc="-7" baseline="26000" dirty="0">
                <a:solidFill>
                  <a:srgbClr val="FF0000"/>
                </a:solidFill>
                <a:latin typeface="Symbol" panose="05050102010706020507"/>
                <a:cs typeface="Symbol" panose="05050102010706020507"/>
              </a:rPr>
              <a:t></a:t>
            </a:r>
            <a:r>
              <a:rPr sz="2775" b="1" spc="-7" baseline="26000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+</a:t>
            </a:r>
            <a:r>
              <a:rPr sz="2800" b="1" spc="-5" dirty="0">
                <a:latin typeface="Calibri" panose="020F0502020204030204"/>
                <a:cs typeface="Calibri" panose="020F0502020204030204"/>
              </a:rPr>
              <a:t>-</a:t>
            </a:r>
            <a:r>
              <a:rPr sz="2800" b="1" spc="-5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X</a:t>
            </a:r>
            <a:r>
              <a:rPr sz="2775" spc="-7" baseline="26000" dirty="0">
                <a:solidFill>
                  <a:srgbClr val="006FC0"/>
                </a:solidFill>
                <a:latin typeface="Symbol" panose="05050102010706020507"/>
                <a:cs typeface="Symbol" panose="05050102010706020507"/>
              </a:rPr>
              <a:t></a:t>
            </a:r>
            <a:r>
              <a:rPr sz="2775" b="1" spc="-7" baseline="26000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-</a:t>
            </a:r>
            <a:endParaRPr sz="2775" baseline="26000">
              <a:latin typeface="Calibri" panose="020F0502020204030204"/>
              <a:cs typeface="Calibri" panose="020F0502020204030204"/>
            </a:endParaRPr>
          </a:p>
          <a:p>
            <a:pPr marL="266700" indent="-229235">
              <a:lnSpc>
                <a:spcPct val="100000"/>
              </a:lnSpc>
              <a:spcBef>
                <a:spcPts val="630"/>
              </a:spcBef>
              <a:buFont typeface="Arial MT"/>
              <a:buChar char="•"/>
              <a:tabLst>
                <a:tab pos="267335" algn="l"/>
              </a:tabLst>
            </a:pPr>
            <a:r>
              <a:rPr sz="2800" spc="-15" dirty="0">
                <a:latin typeface="Calibri" panose="020F0502020204030204"/>
                <a:cs typeface="Calibri" panose="020F0502020204030204"/>
              </a:rPr>
              <a:t>Most</a:t>
            </a:r>
            <a:r>
              <a:rPr sz="2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common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is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b="1" spc="-5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H</a:t>
            </a:r>
            <a:r>
              <a:rPr sz="2775" spc="-7" baseline="26000" dirty="0">
                <a:solidFill>
                  <a:srgbClr val="FF0000"/>
                </a:solidFill>
                <a:latin typeface="Symbol" panose="05050102010706020507"/>
                <a:cs typeface="Symbol" panose="05050102010706020507"/>
              </a:rPr>
              <a:t></a:t>
            </a:r>
            <a:r>
              <a:rPr sz="2775" b="1" spc="-7" baseline="26000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+</a:t>
            </a:r>
            <a:r>
              <a:rPr sz="2800" b="1" spc="-5" dirty="0">
                <a:latin typeface="Calibri" panose="020F0502020204030204"/>
                <a:cs typeface="Calibri" panose="020F0502020204030204"/>
              </a:rPr>
              <a:t>-</a:t>
            </a:r>
            <a:r>
              <a:rPr sz="2800" b="1" spc="-5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X</a:t>
            </a:r>
            <a:r>
              <a:rPr sz="2775" spc="-7" baseline="26000" dirty="0">
                <a:solidFill>
                  <a:srgbClr val="006FC0"/>
                </a:solidFill>
                <a:latin typeface="Symbol" panose="05050102010706020507"/>
                <a:cs typeface="Symbol" panose="05050102010706020507"/>
              </a:rPr>
              <a:t></a:t>
            </a:r>
            <a:r>
              <a:rPr sz="2775" b="1" spc="-7" baseline="26000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-</a:t>
            </a:r>
            <a:endParaRPr sz="2775" baseline="26000">
              <a:latin typeface="Calibri" panose="020F0502020204030204"/>
              <a:cs typeface="Calibri" panose="020F0502020204030204"/>
            </a:endParaRPr>
          </a:p>
          <a:p>
            <a:pPr marL="266700" marR="40005" indent="-229235">
              <a:lnSpc>
                <a:spcPts val="3020"/>
              </a:lnSpc>
              <a:spcBef>
                <a:spcPts val="1045"/>
              </a:spcBef>
              <a:buFont typeface="Arial MT"/>
              <a:buChar char="•"/>
              <a:tabLst>
                <a:tab pos="267335" algn="l"/>
              </a:tabLst>
            </a:pPr>
            <a:r>
              <a:rPr sz="2800" spc="-5" dirty="0">
                <a:latin typeface="Calibri" panose="020F0502020204030204"/>
                <a:cs typeface="Calibri" panose="020F0502020204030204"/>
              </a:rPr>
              <a:t>‘</a:t>
            </a:r>
            <a:r>
              <a:rPr sz="2800" b="1" spc="-5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X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’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can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be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many groups, </a:t>
            </a:r>
            <a:r>
              <a:rPr sz="2800" spc="-6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but</a:t>
            </a:r>
            <a:r>
              <a:rPr sz="2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simplest</a:t>
            </a:r>
            <a:r>
              <a:rPr sz="2800" spc="3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is 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halogen</a:t>
            </a:r>
            <a:endParaRPr sz="2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065248" y="5015381"/>
            <a:ext cx="831850" cy="881380"/>
            <a:chOff x="2065248" y="5015381"/>
            <a:chExt cx="831850" cy="881380"/>
          </a:xfrm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065248" y="5317524"/>
              <a:ext cx="183337" cy="21321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369109" y="5015381"/>
              <a:ext cx="387350" cy="213360"/>
            </a:xfrm>
            <a:custGeom>
              <a:avLst/>
              <a:gdLst/>
              <a:ahLst/>
              <a:cxnLst/>
              <a:rect l="l" t="t" r="r" b="b"/>
              <a:pathLst>
                <a:path w="387350" h="213360">
                  <a:moveTo>
                    <a:pt x="97875" y="0"/>
                  </a:moveTo>
                  <a:lnTo>
                    <a:pt x="59299" y="7009"/>
                  </a:lnTo>
                  <a:lnTo>
                    <a:pt x="27355" y="27798"/>
                  </a:lnTo>
                  <a:lnTo>
                    <a:pt x="6948" y="61405"/>
                  </a:lnTo>
                  <a:lnTo>
                    <a:pt x="0" y="105095"/>
                  </a:lnTo>
                  <a:lnTo>
                    <a:pt x="683" y="119616"/>
                  </a:lnTo>
                  <a:lnTo>
                    <a:pt x="10951" y="160373"/>
                  </a:lnTo>
                  <a:lnTo>
                    <a:pt x="33040" y="192138"/>
                  </a:lnTo>
                  <a:lnTo>
                    <a:pt x="67061" y="209861"/>
                  </a:lnTo>
                  <a:lnTo>
                    <a:pt x="97457" y="213247"/>
                  </a:lnTo>
                  <a:lnTo>
                    <a:pt x="113034" y="212145"/>
                  </a:lnTo>
                  <a:lnTo>
                    <a:pt x="127360" y="208837"/>
                  </a:lnTo>
                  <a:lnTo>
                    <a:pt x="140439" y="203321"/>
                  </a:lnTo>
                  <a:lnTo>
                    <a:pt x="152273" y="195593"/>
                  </a:lnTo>
                  <a:lnTo>
                    <a:pt x="158281" y="189896"/>
                  </a:lnTo>
                  <a:lnTo>
                    <a:pt x="95189" y="189896"/>
                  </a:lnTo>
                  <a:lnTo>
                    <a:pt x="85873" y="189289"/>
                  </a:lnTo>
                  <a:lnTo>
                    <a:pt x="45834" y="168017"/>
                  </a:lnTo>
                  <a:lnTo>
                    <a:pt x="30213" y="129582"/>
                  </a:lnTo>
                  <a:lnTo>
                    <a:pt x="28288" y="104947"/>
                  </a:lnTo>
                  <a:lnTo>
                    <a:pt x="28692" y="94827"/>
                  </a:lnTo>
                  <a:lnTo>
                    <a:pt x="38637" y="56229"/>
                  </a:lnTo>
                  <a:lnTo>
                    <a:pt x="75372" y="26199"/>
                  </a:lnTo>
                  <a:lnTo>
                    <a:pt x="97308" y="23351"/>
                  </a:lnTo>
                  <a:lnTo>
                    <a:pt x="158794" y="23351"/>
                  </a:lnTo>
                  <a:lnTo>
                    <a:pt x="150214" y="15755"/>
                  </a:lnTo>
                  <a:lnTo>
                    <a:pt x="138985" y="8862"/>
                  </a:lnTo>
                  <a:lnTo>
                    <a:pt x="126517" y="3938"/>
                  </a:lnTo>
                  <a:lnTo>
                    <a:pt x="112813" y="984"/>
                  </a:lnTo>
                  <a:lnTo>
                    <a:pt x="97875" y="0"/>
                  </a:lnTo>
                  <a:close/>
                </a:path>
                <a:path w="387350" h="213360">
                  <a:moveTo>
                    <a:pt x="155884" y="137437"/>
                  </a:moveTo>
                  <a:lnTo>
                    <a:pt x="134220" y="176692"/>
                  </a:lnTo>
                  <a:lnTo>
                    <a:pt x="95189" y="189896"/>
                  </a:lnTo>
                  <a:lnTo>
                    <a:pt x="158281" y="189896"/>
                  </a:lnTo>
                  <a:lnTo>
                    <a:pt x="162623" y="185779"/>
                  </a:lnTo>
                  <a:lnTo>
                    <a:pt x="171248" y="173962"/>
                  </a:lnTo>
                  <a:lnTo>
                    <a:pt x="178167" y="160069"/>
                  </a:lnTo>
                  <a:lnTo>
                    <a:pt x="183307" y="144321"/>
                  </a:lnTo>
                  <a:lnTo>
                    <a:pt x="155884" y="137437"/>
                  </a:lnTo>
                  <a:close/>
                </a:path>
                <a:path w="387350" h="213360">
                  <a:moveTo>
                    <a:pt x="158794" y="23351"/>
                  </a:moveTo>
                  <a:lnTo>
                    <a:pt x="97308" y="23351"/>
                  </a:lnTo>
                  <a:lnTo>
                    <a:pt x="107268" y="23995"/>
                  </a:lnTo>
                  <a:lnTo>
                    <a:pt x="116338" y="25925"/>
                  </a:lnTo>
                  <a:lnTo>
                    <a:pt x="148739" y="55911"/>
                  </a:lnTo>
                  <a:lnTo>
                    <a:pt x="152751" y="66404"/>
                  </a:lnTo>
                  <a:lnTo>
                    <a:pt x="179786" y="60084"/>
                  </a:lnTo>
                  <a:lnTo>
                    <a:pt x="174800" y="46598"/>
                  </a:lnTo>
                  <a:lnTo>
                    <a:pt x="168211" y="34715"/>
                  </a:lnTo>
                  <a:lnTo>
                    <a:pt x="160017" y="24434"/>
                  </a:lnTo>
                  <a:lnTo>
                    <a:pt x="158794" y="23351"/>
                  </a:lnTo>
                  <a:close/>
                </a:path>
                <a:path w="387350" h="213360">
                  <a:moveTo>
                    <a:pt x="251640" y="3530"/>
                  </a:moveTo>
                  <a:lnTo>
                    <a:pt x="224188" y="3530"/>
                  </a:lnTo>
                  <a:lnTo>
                    <a:pt x="224188" y="209746"/>
                  </a:lnTo>
                  <a:lnTo>
                    <a:pt x="251640" y="209746"/>
                  </a:lnTo>
                  <a:lnTo>
                    <a:pt x="251640" y="112543"/>
                  </a:lnTo>
                  <a:lnTo>
                    <a:pt x="386875" y="112543"/>
                  </a:lnTo>
                  <a:lnTo>
                    <a:pt x="386875" y="88212"/>
                  </a:lnTo>
                  <a:lnTo>
                    <a:pt x="251640" y="88212"/>
                  </a:lnTo>
                  <a:lnTo>
                    <a:pt x="251640" y="3530"/>
                  </a:lnTo>
                  <a:close/>
                </a:path>
                <a:path w="387350" h="213360">
                  <a:moveTo>
                    <a:pt x="386875" y="112543"/>
                  </a:moveTo>
                  <a:lnTo>
                    <a:pt x="359422" y="112543"/>
                  </a:lnTo>
                  <a:lnTo>
                    <a:pt x="359422" y="209746"/>
                  </a:lnTo>
                  <a:lnTo>
                    <a:pt x="386875" y="209746"/>
                  </a:lnTo>
                  <a:lnTo>
                    <a:pt x="386875" y="112543"/>
                  </a:lnTo>
                  <a:close/>
                </a:path>
                <a:path w="387350" h="213360">
                  <a:moveTo>
                    <a:pt x="386875" y="3530"/>
                  </a:moveTo>
                  <a:lnTo>
                    <a:pt x="359422" y="3530"/>
                  </a:lnTo>
                  <a:lnTo>
                    <a:pt x="359422" y="88212"/>
                  </a:lnTo>
                  <a:lnTo>
                    <a:pt x="386875" y="88212"/>
                  </a:lnTo>
                  <a:lnTo>
                    <a:pt x="386875" y="353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94806" y="5134007"/>
              <a:ext cx="101843" cy="15802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264519" y="5226730"/>
              <a:ext cx="82550" cy="81915"/>
            </a:xfrm>
            <a:custGeom>
              <a:avLst/>
              <a:gdLst/>
              <a:ahLst/>
              <a:cxnLst/>
              <a:rect l="l" t="t" r="r" b="b"/>
              <a:pathLst>
                <a:path w="82550" h="81914">
                  <a:moveTo>
                    <a:pt x="0" y="81863"/>
                  </a:moveTo>
                  <a:lnTo>
                    <a:pt x="82358" y="0"/>
                  </a:lnTo>
                </a:path>
              </a:pathLst>
            </a:custGeom>
            <a:ln w="1785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2369109" y="5619638"/>
              <a:ext cx="387350" cy="213360"/>
            </a:xfrm>
            <a:custGeom>
              <a:avLst/>
              <a:gdLst/>
              <a:ahLst/>
              <a:cxnLst/>
              <a:rect l="l" t="t" r="r" b="b"/>
              <a:pathLst>
                <a:path w="387350" h="213360">
                  <a:moveTo>
                    <a:pt x="97875" y="0"/>
                  </a:moveTo>
                  <a:lnTo>
                    <a:pt x="59299" y="7009"/>
                  </a:lnTo>
                  <a:lnTo>
                    <a:pt x="27355" y="27783"/>
                  </a:lnTo>
                  <a:lnTo>
                    <a:pt x="6948" y="61379"/>
                  </a:lnTo>
                  <a:lnTo>
                    <a:pt x="0" y="105066"/>
                  </a:lnTo>
                  <a:lnTo>
                    <a:pt x="683" y="119603"/>
                  </a:lnTo>
                  <a:lnTo>
                    <a:pt x="10951" y="160343"/>
                  </a:lnTo>
                  <a:lnTo>
                    <a:pt x="33040" y="192113"/>
                  </a:lnTo>
                  <a:lnTo>
                    <a:pt x="67061" y="209846"/>
                  </a:lnTo>
                  <a:lnTo>
                    <a:pt x="97457" y="213247"/>
                  </a:lnTo>
                  <a:lnTo>
                    <a:pt x="113034" y="212145"/>
                  </a:lnTo>
                  <a:lnTo>
                    <a:pt x="127360" y="208837"/>
                  </a:lnTo>
                  <a:lnTo>
                    <a:pt x="140439" y="203321"/>
                  </a:lnTo>
                  <a:lnTo>
                    <a:pt x="152273" y="195593"/>
                  </a:lnTo>
                  <a:lnTo>
                    <a:pt x="158271" y="189896"/>
                  </a:lnTo>
                  <a:lnTo>
                    <a:pt x="95189" y="189896"/>
                  </a:lnTo>
                  <a:lnTo>
                    <a:pt x="85873" y="189289"/>
                  </a:lnTo>
                  <a:lnTo>
                    <a:pt x="45834" y="168002"/>
                  </a:lnTo>
                  <a:lnTo>
                    <a:pt x="30213" y="129567"/>
                  </a:lnTo>
                  <a:lnTo>
                    <a:pt x="28288" y="104947"/>
                  </a:lnTo>
                  <a:lnTo>
                    <a:pt x="28692" y="94810"/>
                  </a:lnTo>
                  <a:lnTo>
                    <a:pt x="38637" y="56229"/>
                  </a:lnTo>
                  <a:lnTo>
                    <a:pt x="75372" y="26199"/>
                  </a:lnTo>
                  <a:lnTo>
                    <a:pt x="97308" y="23351"/>
                  </a:lnTo>
                  <a:lnTo>
                    <a:pt x="158794" y="23351"/>
                  </a:lnTo>
                  <a:lnTo>
                    <a:pt x="150214" y="15755"/>
                  </a:lnTo>
                  <a:lnTo>
                    <a:pt x="138985" y="8862"/>
                  </a:lnTo>
                  <a:lnTo>
                    <a:pt x="126517" y="3938"/>
                  </a:lnTo>
                  <a:lnTo>
                    <a:pt x="112813" y="984"/>
                  </a:lnTo>
                  <a:lnTo>
                    <a:pt x="97875" y="0"/>
                  </a:lnTo>
                  <a:close/>
                </a:path>
                <a:path w="387350" h="213360">
                  <a:moveTo>
                    <a:pt x="155884" y="137437"/>
                  </a:moveTo>
                  <a:lnTo>
                    <a:pt x="134220" y="176662"/>
                  </a:lnTo>
                  <a:lnTo>
                    <a:pt x="95189" y="189896"/>
                  </a:lnTo>
                  <a:lnTo>
                    <a:pt x="158271" y="189896"/>
                  </a:lnTo>
                  <a:lnTo>
                    <a:pt x="162623" y="185762"/>
                  </a:lnTo>
                  <a:lnTo>
                    <a:pt x="171248" y="173940"/>
                  </a:lnTo>
                  <a:lnTo>
                    <a:pt x="178170" y="160044"/>
                  </a:lnTo>
                  <a:lnTo>
                    <a:pt x="183307" y="144321"/>
                  </a:lnTo>
                  <a:lnTo>
                    <a:pt x="155884" y="137437"/>
                  </a:lnTo>
                  <a:close/>
                </a:path>
                <a:path w="387350" h="213360">
                  <a:moveTo>
                    <a:pt x="158794" y="23351"/>
                  </a:moveTo>
                  <a:lnTo>
                    <a:pt x="97308" y="23351"/>
                  </a:lnTo>
                  <a:lnTo>
                    <a:pt x="107268" y="23991"/>
                  </a:lnTo>
                  <a:lnTo>
                    <a:pt x="116338" y="25914"/>
                  </a:lnTo>
                  <a:lnTo>
                    <a:pt x="148739" y="55911"/>
                  </a:lnTo>
                  <a:lnTo>
                    <a:pt x="152751" y="66404"/>
                  </a:lnTo>
                  <a:lnTo>
                    <a:pt x="179786" y="60054"/>
                  </a:lnTo>
                  <a:lnTo>
                    <a:pt x="174800" y="46586"/>
                  </a:lnTo>
                  <a:lnTo>
                    <a:pt x="168211" y="34711"/>
                  </a:lnTo>
                  <a:lnTo>
                    <a:pt x="160017" y="24433"/>
                  </a:lnTo>
                  <a:lnTo>
                    <a:pt x="158794" y="23351"/>
                  </a:lnTo>
                  <a:close/>
                </a:path>
                <a:path w="387350" h="213360">
                  <a:moveTo>
                    <a:pt x="251640" y="3530"/>
                  </a:moveTo>
                  <a:lnTo>
                    <a:pt x="224188" y="3530"/>
                  </a:lnTo>
                  <a:lnTo>
                    <a:pt x="224188" y="209716"/>
                  </a:lnTo>
                  <a:lnTo>
                    <a:pt x="251640" y="209716"/>
                  </a:lnTo>
                  <a:lnTo>
                    <a:pt x="251640" y="112543"/>
                  </a:lnTo>
                  <a:lnTo>
                    <a:pt x="386875" y="112543"/>
                  </a:lnTo>
                  <a:lnTo>
                    <a:pt x="386875" y="88183"/>
                  </a:lnTo>
                  <a:lnTo>
                    <a:pt x="251640" y="88183"/>
                  </a:lnTo>
                  <a:lnTo>
                    <a:pt x="251640" y="3530"/>
                  </a:lnTo>
                  <a:close/>
                </a:path>
                <a:path w="387350" h="213360">
                  <a:moveTo>
                    <a:pt x="386875" y="112543"/>
                  </a:moveTo>
                  <a:lnTo>
                    <a:pt x="359422" y="112543"/>
                  </a:lnTo>
                  <a:lnTo>
                    <a:pt x="359422" y="209716"/>
                  </a:lnTo>
                  <a:lnTo>
                    <a:pt x="386875" y="209716"/>
                  </a:lnTo>
                  <a:lnTo>
                    <a:pt x="386875" y="112543"/>
                  </a:lnTo>
                  <a:close/>
                </a:path>
                <a:path w="387350" h="213360">
                  <a:moveTo>
                    <a:pt x="386875" y="3530"/>
                  </a:moveTo>
                  <a:lnTo>
                    <a:pt x="359422" y="3530"/>
                  </a:lnTo>
                  <a:lnTo>
                    <a:pt x="359422" y="88183"/>
                  </a:lnTo>
                  <a:lnTo>
                    <a:pt x="386875" y="88183"/>
                  </a:lnTo>
                  <a:lnTo>
                    <a:pt x="386875" y="353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94776" y="5738234"/>
              <a:ext cx="101873" cy="15802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275351" y="5530624"/>
              <a:ext cx="84455" cy="83820"/>
            </a:xfrm>
            <a:custGeom>
              <a:avLst/>
              <a:gdLst/>
              <a:ahLst/>
              <a:cxnLst/>
              <a:rect l="l" t="t" r="r" b="b"/>
              <a:pathLst>
                <a:path w="84455" h="83820">
                  <a:moveTo>
                    <a:pt x="0" y="0"/>
                  </a:moveTo>
                  <a:lnTo>
                    <a:pt x="84148" y="83673"/>
                  </a:lnTo>
                </a:path>
              </a:pathLst>
            </a:custGeom>
            <a:ln w="1785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2" name="object 12"/>
          <p:cNvGrpSpPr/>
          <p:nvPr/>
        </p:nvGrpSpPr>
        <p:grpSpPr>
          <a:xfrm>
            <a:off x="1340487" y="5234627"/>
            <a:ext cx="478790" cy="594995"/>
            <a:chOff x="1340487" y="5234627"/>
            <a:chExt cx="478790" cy="594995"/>
          </a:xfrm>
        </p:grpSpPr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35551" y="5317524"/>
              <a:ext cx="183337" cy="213218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556953" y="5243554"/>
              <a:ext cx="69215" cy="69215"/>
            </a:xfrm>
            <a:custGeom>
              <a:avLst/>
              <a:gdLst/>
              <a:ahLst/>
              <a:cxnLst/>
              <a:rect l="l" t="t" r="r" b="b"/>
              <a:pathLst>
                <a:path w="69214" h="69214">
                  <a:moveTo>
                    <a:pt x="69019" y="68600"/>
                  </a:moveTo>
                  <a:lnTo>
                    <a:pt x="0" y="0"/>
                  </a:lnTo>
                </a:path>
              </a:pathLst>
            </a:custGeom>
            <a:ln w="1785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340487" y="5623168"/>
              <a:ext cx="162678" cy="206185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546273" y="5528843"/>
              <a:ext cx="67310" cy="66675"/>
            </a:xfrm>
            <a:custGeom>
              <a:avLst/>
              <a:gdLst/>
              <a:ahLst/>
              <a:cxnLst/>
              <a:rect l="l" t="t" r="r" b="b"/>
              <a:pathLst>
                <a:path w="67309" h="66675">
                  <a:moveTo>
                    <a:pt x="67047" y="0"/>
                  </a:moveTo>
                  <a:lnTo>
                    <a:pt x="0" y="66671"/>
                  </a:lnTo>
                </a:path>
              </a:pathLst>
            </a:custGeom>
            <a:ln w="1785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/>
          <p:nvPr/>
        </p:nvSpPr>
        <p:spPr>
          <a:xfrm>
            <a:off x="1869438" y="5414223"/>
            <a:ext cx="144780" cy="0"/>
          </a:xfrm>
          <a:custGeom>
            <a:avLst/>
            <a:gdLst/>
            <a:ahLst/>
            <a:cxnLst/>
            <a:rect l="l" t="t" r="r" b="b"/>
            <a:pathLst>
              <a:path w="144780">
                <a:moveTo>
                  <a:pt x="144425" y="0"/>
                </a:moveTo>
                <a:lnTo>
                  <a:pt x="0" y="0"/>
                </a:lnTo>
              </a:path>
            </a:pathLst>
          </a:custGeom>
          <a:ln w="1780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1869438" y="5491131"/>
            <a:ext cx="144780" cy="0"/>
          </a:xfrm>
          <a:custGeom>
            <a:avLst/>
            <a:gdLst/>
            <a:ahLst/>
            <a:cxnLst/>
            <a:rect l="l" t="t" r="r" b="b"/>
            <a:pathLst>
              <a:path w="144780">
                <a:moveTo>
                  <a:pt x="144425" y="0"/>
                </a:moveTo>
                <a:lnTo>
                  <a:pt x="0" y="0"/>
                </a:lnTo>
              </a:path>
            </a:pathLst>
          </a:custGeom>
          <a:ln w="1780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19" name="object 1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340487" y="5018912"/>
            <a:ext cx="162678" cy="206215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387339" y="5084100"/>
            <a:ext cx="165791" cy="206215"/>
          </a:xfrm>
          <a:prstGeom prst="rect">
            <a:avLst/>
          </a:prstGeom>
        </p:spPr>
      </p:pic>
      <p:sp>
        <p:nvSpPr>
          <p:cNvPr id="21" name="object 21"/>
          <p:cNvSpPr/>
          <p:nvPr/>
        </p:nvSpPr>
        <p:spPr>
          <a:xfrm>
            <a:off x="3809546" y="5080599"/>
            <a:ext cx="262890" cy="213360"/>
          </a:xfrm>
          <a:custGeom>
            <a:avLst/>
            <a:gdLst/>
            <a:ahLst/>
            <a:cxnLst/>
            <a:rect l="l" t="t" r="r" b="b"/>
            <a:pathLst>
              <a:path w="262889" h="213360">
                <a:moveTo>
                  <a:pt x="97039" y="0"/>
                </a:moveTo>
                <a:lnTo>
                  <a:pt x="57669" y="7121"/>
                </a:lnTo>
                <a:lnTo>
                  <a:pt x="15030" y="44162"/>
                </a:lnTo>
                <a:lnTo>
                  <a:pt x="1668" y="84141"/>
                </a:lnTo>
                <a:lnTo>
                  <a:pt x="0" y="108448"/>
                </a:lnTo>
                <a:lnTo>
                  <a:pt x="1661" y="131486"/>
                </a:lnTo>
                <a:lnTo>
                  <a:pt x="14955" y="169851"/>
                </a:lnTo>
                <a:lnTo>
                  <a:pt x="56860" y="206208"/>
                </a:lnTo>
                <a:lnTo>
                  <a:pt x="94473" y="213218"/>
                </a:lnTo>
                <a:lnTo>
                  <a:pt x="110441" y="212194"/>
                </a:lnTo>
                <a:lnTo>
                  <a:pt x="149587" y="196839"/>
                </a:lnTo>
                <a:lnTo>
                  <a:pt x="167067" y="177642"/>
                </a:lnTo>
                <a:lnTo>
                  <a:pt x="94055" y="177642"/>
                </a:lnTo>
                <a:lnTo>
                  <a:pt x="83267" y="176606"/>
                </a:lnTo>
                <a:lnTo>
                  <a:pt x="51104" y="151347"/>
                </a:lnTo>
                <a:lnTo>
                  <a:pt x="43148" y="105333"/>
                </a:lnTo>
                <a:lnTo>
                  <a:pt x="44044" y="88185"/>
                </a:lnTo>
                <a:lnTo>
                  <a:pt x="57501" y="52043"/>
                </a:lnTo>
                <a:lnTo>
                  <a:pt x="94921" y="35575"/>
                </a:lnTo>
                <a:lnTo>
                  <a:pt x="169324" y="35575"/>
                </a:lnTo>
                <a:lnTo>
                  <a:pt x="165468" y="29687"/>
                </a:lnTo>
                <a:lnTo>
                  <a:pt x="158838" y="22342"/>
                </a:lnTo>
                <a:lnTo>
                  <a:pt x="146064" y="12567"/>
                </a:lnTo>
                <a:lnTo>
                  <a:pt x="131508" y="5585"/>
                </a:lnTo>
                <a:lnTo>
                  <a:pt x="115168" y="1396"/>
                </a:lnTo>
                <a:lnTo>
                  <a:pt x="97039" y="0"/>
                </a:lnTo>
                <a:close/>
              </a:path>
              <a:path w="262889" h="213360">
                <a:moveTo>
                  <a:pt x="140039" y="133906"/>
                </a:moveTo>
                <a:lnTo>
                  <a:pt x="116467" y="171721"/>
                </a:lnTo>
                <a:lnTo>
                  <a:pt x="94055" y="177642"/>
                </a:lnTo>
                <a:lnTo>
                  <a:pt x="167067" y="177642"/>
                </a:lnTo>
                <a:lnTo>
                  <a:pt x="168204" y="176117"/>
                </a:lnTo>
                <a:lnTo>
                  <a:pt x="175189" y="162495"/>
                </a:lnTo>
                <a:lnTo>
                  <a:pt x="180621" y="146694"/>
                </a:lnTo>
                <a:lnTo>
                  <a:pt x="140039" y="133906"/>
                </a:lnTo>
                <a:close/>
              </a:path>
              <a:path w="262889" h="213360">
                <a:moveTo>
                  <a:pt x="169324" y="35575"/>
                </a:moveTo>
                <a:lnTo>
                  <a:pt x="94921" y="35575"/>
                </a:lnTo>
                <a:lnTo>
                  <a:pt x="102950" y="36154"/>
                </a:lnTo>
                <a:lnTo>
                  <a:pt x="110348" y="37893"/>
                </a:lnTo>
                <a:lnTo>
                  <a:pt x="138606" y="70172"/>
                </a:lnTo>
                <a:lnTo>
                  <a:pt x="180054" y="60321"/>
                </a:lnTo>
                <a:lnTo>
                  <a:pt x="176076" y="48671"/>
                </a:lnTo>
                <a:lnTo>
                  <a:pt x="171214" y="38461"/>
                </a:lnTo>
                <a:lnTo>
                  <a:pt x="169324" y="35575"/>
                </a:lnTo>
                <a:close/>
              </a:path>
              <a:path w="262889" h="213360">
                <a:moveTo>
                  <a:pt x="262263" y="3501"/>
                </a:moveTo>
                <a:lnTo>
                  <a:pt x="222516" y="3501"/>
                </a:lnTo>
                <a:lnTo>
                  <a:pt x="222516" y="209716"/>
                </a:lnTo>
                <a:lnTo>
                  <a:pt x="262263" y="209716"/>
                </a:lnTo>
                <a:lnTo>
                  <a:pt x="262263" y="3501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/>
          <p:nvPr/>
        </p:nvSpPr>
        <p:spPr>
          <a:xfrm>
            <a:off x="3603680" y="5187238"/>
            <a:ext cx="155575" cy="0"/>
          </a:xfrm>
          <a:custGeom>
            <a:avLst/>
            <a:gdLst/>
            <a:ahLst/>
            <a:cxnLst/>
            <a:rect l="l" t="t" r="r" b="b"/>
            <a:pathLst>
              <a:path w="155575">
                <a:moveTo>
                  <a:pt x="0" y="0"/>
                </a:moveTo>
                <a:lnTo>
                  <a:pt x="155168" y="0"/>
                </a:lnTo>
              </a:path>
            </a:pathLst>
          </a:custGeom>
          <a:ln w="1780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23" name="object 23"/>
          <p:cNvGrpSpPr/>
          <p:nvPr/>
        </p:nvGrpSpPr>
        <p:grpSpPr>
          <a:xfrm>
            <a:off x="3149544" y="5363453"/>
            <a:ext cx="1076325" cy="98425"/>
            <a:chOff x="3149544" y="5363453"/>
            <a:chExt cx="1076325" cy="98425"/>
          </a:xfrm>
        </p:grpSpPr>
        <p:sp>
          <p:nvSpPr>
            <p:cNvPr id="24" name="object 24"/>
            <p:cNvSpPr/>
            <p:nvPr/>
          </p:nvSpPr>
          <p:spPr>
            <a:xfrm>
              <a:off x="3149544" y="5405322"/>
              <a:ext cx="921385" cy="18415"/>
            </a:xfrm>
            <a:custGeom>
              <a:avLst/>
              <a:gdLst/>
              <a:ahLst/>
              <a:cxnLst/>
              <a:rect l="l" t="t" r="r" b="b"/>
              <a:pathLst>
                <a:path w="921385" h="18414">
                  <a:moveTo>
                    <a:pt x="921161" y="0"/>
                  </a:moveTo>
                  <a:lnTo>
                    <a:pt x="0" y="0"/>
                  </a:lnTo>
                  <a:lnTo>
                    <a:pt x="0" y="17802"/>
                  </a:lnTo>
                  <a:lnTo>
                    <a:pt x="921161" y="17802"/>
                  </a:lnTo>
                  <a:lnTo>
                    <a:pt x="92116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5" name="object 2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042665" y="5363453"/>
              <a:ext cx="183199" cy="97979"/>
            </a:xfrm>
            <a:prstGeom prst="rect">
              <a:avLst/>
            </a:prstGeom>
          </p:spPr>
        </p:pic>
      </p:grpSp>
      <p:pic>
        <p:nvPicPr>
          <p:cNvPr id="26" name="object 26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405452" y="4735343"/>
            <a:ext cx="293446" cy="210013"/>
          </a:xfrm>
          <a:prstGeom prst="rect">
            <a:avLst/>
          </a:prstGeom>
        </p:spPr>
      </p:pic>
      <p:grpSp>
        <p:nvGrpSpPr>
          <p:cNvPr id="27" name="object 27"/>
          <p:cNvGrpSpPr/>
          <p:nvPr/>
        </p:nvGrpSpPr>
        <p:grpSpPr>
          <a:xfrm>
            <a:off x="3830673" y="4713090"/>
            <a:ext cx="231140" cy="210185"/>
            <a:chOff x="3830673" y="4713090"/>
            <a:chExt cx="231140" cy="210185"/>
          </a:xfrm>
        </p:grpSpPr>
        <p:pic>
          <p:nvPicPr>
            <p:cNvPr id="28" name="object 2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830673" y="4713090"/>
              <a:ext cx="129416" cy="210013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3983394" y="4816729"/>
              <a:ext cx="78105" cy="40005"/>
            </a:xfrm>
            <a:custGeom>
              <a:avLst/>
              <a:gdLst/>
              <a:ahLst/>
              <a:cxnLst/>
              <a:rect l="l" t="t" r="r" b="b"/>
              <a:pathLst>
                <a:path w="78104" h="40004">
                  <a:moveTo>
                    <a:pt x="78085" y="0"/>
                  </a:moveTo>
                  <a:lnTo>
                    <a:pt x="0" y="0"/>
                  </a:lnTo>
                  <a:lnTo>
                    <a:pt x="0" y="39525"/>
                  </a:lnTo>
                  <a:lnTo>
                    <a:pt x="78085" y="39525"/>
                  </a:lnTo>
                  <a:lnTo>
                    <a:pt x="78085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0" name="object 30"/>
          <p:cNvGrpSpPr/>
          <p:nvPr/>
        </p:nvGrpSpPr>
        <p:grpSpPr>
          <a:xfrm>
            <a:off x="5318526" y="5038080"/>
            <a:ext cx="813435" cy="1149985"/>
            <a:chOff x="5318526" y="5038080"/>
            <a:chExt cx="813435" cy="1149985"/>
          </a:xfrm>
        </p:grpSpPr>
        <p:pic>
          <p:nvPicPr>
            <p:cNvPr id="31" name="object 31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318526" y="5350162"/>
              <a:ext cx="183217" cy="213218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5621700" y="5038080"/>
              <a:ext cx="262890" cy="213360"/>
            </a:xfrm>
            <a:custGeom>
              <a:avLst/>
              <a:gdLst/>
              <a:ahLst/>
              <a:cxnLst/>
              <a:rect l="l" t="t" r="r" b="b"/>
              <a:pathLst>
                <a:path w="262889" h="213360">
                  <a:moveTo>
                    <a:pt x="96980" y="0"/>
                  </a:moveTo>
                  <a:lnTo>
                    <a:pt x="57628" y="7121"/>
                  </a:lnTo>
                  <a:lnTo>
                    <a:pt x="14980" y="44166"/>
                  </a:lnTo>
                  <a:lnTo>
                    <a:pt x="1673" y="84154"/>
                  </a:lnTo>
                  <a:lnTo>
                    <a:pt x="0" y="108448"/>
                  </a:lnTo>
                  <a:lnTo>
                    <a:pt x="1631" y="131503"/>
                  </a:lnTo>
                  <a:lnTo>
                    <a:pt x="14854" y="169868"/>
                  </a:lnTo>
                  <a:lnTo>
                    <a:pt x="56733" y="206234"/>
                  </a:lnTo>
                  <a:lnTo>
                    <a:pt x="94294" y="213247"/>
                  </a:lnTo>
                  <a:lnTo>
                    <a:pt x="110305" y="212224"/>
                  </a:lnTo>
                  <a:lnTo>
                    <a:pt x="149498" y="196869"/>
                  </a:lnTo>
                  <a:lnTo>
                    <a:pt x="167007" y="177671"/>
                  </a:lnTo>
                  <a:lnTo>
                    <a:pt x="93996" y="177671"/>
                  </a:lnTo>
                  <a:lnTo>
                    <a:pt x="83141" y="176631"/>
                  </a:lnTo>
                  <a:lnTo>
                    <a:pt x="51026" y="151352"/>
                  </a:lnTo>
                  <a:lnTo>
                    <a:pt x="42969" y="105362"/>
                  </a:lnTo>
                  <a:lnTo>
                    <a:pt x="43864" y="88210"/>
                  </a:lnTo>
                  <a:lnTo>
                    <a:pt x="57292" y="52043"/>
                  </a:lnTo>
                  <a:lnTo>
                    <a:pt x="94891" y="35605"/>
                  </a:lnTo>
                  <a:lnTo>
                    <a:pt x="169260" y="35605"/>
                  </a:lnTo>
                  <a:lnTo>
                    <a:pt x="165416" y="29704"/>
                  </a:lnTo>
                  <a:lnTo>
                    <a:pt x="158748" y="22372"/>
                  </a:lnTo>
                  <a:lnTo>
                    <a:pt x="145992" y="12592"/>
                  </a:lnTo>
                  <a:lnTo>
                    <a:pt x="131445" y="5600"/>
                  </a:lnTo>
                  <a:lnTo>
                    <a:pt x="115107" y="1401"/>
                  </a:lnTo>
                  <a:lnTo>
                    <a:pt x="96980" y="0"/>
                  </a:lnTo>
                  <a:close/>
                </a:path>
                <a:path w="262889" h="213360">
                  <a:moveTo>
                    <a:pt x="139949" y="133906"/>
                  </a:moveTo>
                  <a:lnTo>
                    <a:pt x="116320" y="171725"/>
                  </a:lnTo>
                  <a:lnTo>
                    <a:pt x="93996" y="177671"/>
                  </a:lnTo>
                  <a:lnTo>
                    <a:pt x="167007" y="177671"/>
                  </a:lnTo>
                  <a:lnTo>
                    <a:pt x="168148" y="176136"/>
                  </a:lnTo>
                  <a:lnTo>
                    <a:pt x="175095" y="162512"/>
                  </a:lnTo>
                  <a:lnTo>
                    <a:pt x="180532" y="146724"/>
                  </a:lnTo>
                  <a:lnTo>
                    <a:pt x="139949" y="133906"/>
                  </a:lnTo>
                  <a:close/>
                </a:path>
                <a:path w="262889" h="213360">
                  <a:moveTo>
                    <a:pt x="169260" y="35605"/>
                  </a:moveTo>
                  <a:lnTo>
                    <a:pt x="94891" y="35605"/>
                  </a:lnTo>
                  <a:lnTo>
                    <a:pt x="102887" y="36184"/>
                  </a:lnTo>
                  <a:lnTo>
                    <a:pt x="110296" y="37923"/>
                  </a:lnTo>
                  <a:lnTo>
                    <a:pt x="138457" y="70202"/>
                  </a:lnTo>
                  <a:lnTo>
                    <a:pt x="179935" y="60351"/>
                  </a:lnTo>
                  <a:lnTo>
                    <a:pt x="175953" y="48696"/>
                  </a:lnTo>
                  <a:lnTo>
                    <a:pt x="171132" y="38479"/>
                  </a:lnTo>
                  <a:lnTo>
                    <a:pt x="169260" y="35605"/>
                  </a:lnTo>
                  <a:close/>
                </a:path>
                <a:path w="262889" h="213360">
                  <a:moveTo>
                    <a:pt x="262293" y="3530"/>
                  </a:moveTo>
                  <a:lnTo>
                    <a:pt x="222308" y="3530"/>
                  </a:lnTo>
                  <a:lnTo>
                    <a:pt x="222308" y="209746"/>
                  </a:lnTo>
                  <a:lnTo>
                    <a:pt x="262293" y="209746"/>
                  </a:lnTo>
                  <a:lnTo>
                    <a:pt x="262293" y="353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5517857" y="5256164"/>
              <a:ext cx="85725" cy="85090"/>
            </a:xfrm>
            <a:custGeom>
              <a:avLst/>
              <a:gdLst/>
              <a:ahLst/>
              <a:cxnLst/>
              <a:rect l="l" t="t" r="r" b="b"/>
              <a:pathLst>
                <a:path w="85725" h="85089">
                  <a:moveTo>
                    <a:pt x="0" y="85067"/>
                  </a:moveTo>
                  <a:lnTo>
                    <a:pt x="85342" y="0"/>
                  </a:lnTo>
                </a:path>
              </a:pathLst>
            </a:custGeom>
            <a:ln w="1785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5708535" y="5581183"/>
              <a:ext cx="309880" cy="170815"/>
            </a:xfrm>
            <a:custGeom>
              <a:avLst/>
              <a:gdLst/>
              <a:ahLst/>
              <a:cxnLst/>
              <a:rect l="l" t="t" r="r" b="b"/>
              <a:pathLst>
                <a:path w="309879" h="170814">
                  <a:moveTo>
                    <a:pt x="78479" y="0"/>
                  </a:moveTo>
                  <a:lnTo>
                    <a:pt x="38195" y="9939"/>
                  </a:lnTo>
                  <a:lnTo>
                    <a:pt x="9847" y="39077"/>
                  </a:lnTo>
                  <a:lnTo>
                    <a:pt x="0" y="84058"/>
                  </a:lnTo>
                  <a:lnTo>
                    <a:pt x="559" y="95669"/>
                  </a:lnTo>
                  <a:lnTo>
                    <a:pt x="13754" y="137960"/>
                  </a:lnTo>
                  <a:lnTo>
                    <a:pt x="43435" y="164471"/>
                  </a:lnTo>
                  <a:lnTo>
                    <a:pt x="78180" y="170580"/>
                  </a:lnTo>
                  <a:lnTo>
                    <a:pt x="90489" y="169696"/>
                  </a:lnTo>
                  <a:lnTo>
                    <a:pt x="101903" y="167045"/>
                  </a:lnTo>
                  <a:lnTo>
                    <a:pt x="112422" y="162631"/>
                  </a:lnTo>
                  <a:lnTo>
                    <a:pt x="122045" y="156456"/>
                  </a:lnTo>
                  <a:lnTo>
                    <a:pt x="126835" y="151887"/>
                  </a:lnTo>
                  <a:lnTo>
                    <a:pt x="76092" y="151887"/>
                  </a:lnTo>
                  <a:lnTo>
                    <a:pt x="68771" y="151403"/>
                  </a:lnTo>
                  <a:lnTo>
                    <a:pt x="32474" y="128028"/>
                  </a:lnTo>
                  <a:lnTo>
                    <a:pt x="22678" y="83940"/>
                  </a:lnTo>
                  <a:lnTo>
                    <a:pt x="23014" y="75834"/>
                  </a:lnTo>
                  <a:lnTo>
                    <a:pt x="34987" y="38454"/>
                  </a:lnTo>
                  <a:lnTo>
                    <a:pt x="68697" y="19235"/>
                  </a:lnTo>
                  <a:lnTo>
                    <a:pt x="77882" y="18663"/>
                  </a:lnTo>
                  <a:lnTo>
                    <a:pt x="127122" y="18663"/>
                  </a:lnTo>
                  <a:lnTo>
                    <a:pt x="120255" y="12580"/>
                  </a:lnTo>
                  <a:lnTo>
                    <a:pt x="111251" y="7072"/>
                  </a:lnTo>
                  <a:lnTo>
                    <a:pt x="101269" y="3141"/>
                  </a:lnTo>
                  <a:lnTo>
                    <a:pt x="90335" y="784"/>
                  </a:lnTo>
                  <a:lnTo>
                    <a:pt x="78479" y="0"/>
                  </a:lnTo>
                  <a:close/>
                </a:path>
                <a:path w="309879" h="170814">
                  <a:moveTo>
                    <a:pt x="124731" y="109932"/>
                  </a:moveTo>
                  <a:lnTo>
                    <a:pt x="100765" y="145954"/>
                  </a:lnTo>
                  <a:lnTo>
                    <a:pt x="76092" y="151887"/>
                  </a:lnTo>
                  <a:lnTo>
                    <a:pt x="126835" y="151887"/>
                  </a:lnTo>
                  <a:lnTo>
                    <a:pt x="130279" y="148601"/>
                  </a:lnTo>
                  <a:lnTo>
                    <a:pt x="137114" y="139147"/>
                  </a:lnTo>
                  <a:lnTo>
                    <a:pt x="142629" y="128028"/>
                  </a:lnTo>
                  <a:lnTo>
                    <a:pt x="146812" y="115451"/>
                  </a:lnTo>
                  <a:lnTo>
                    <a:pt x="124731" y="109932"/>
                  </a:lnTo>
                  <a:close/>
                </a:path>
                <a:path w="309879" h="170814">
                  <a:moveTo>
                    <a:pt x="127122" y="18663"/>
                  </a:moveTo>
                  <a:lnTo>
                    <a:pt x="77882" y="18663"/>
                  </a:lnTo>
                  <a:lnTo>
                    <a:pt x="85827" y="19175"/>
                  </a:lnTo>
                  <a:lnTo>
                    <a:pt x="93100" y="20714"/>
                  </a:lnTo>
                  <a:lnTo>
                    <a:pt x="122344" y="53111"/>
                  </a:lnTo>
                  <a:lnTo>
                    <a:pt x="143828" y="48037"/>
                  </a:lnTo>
                  <a:lnTo>
                    <a:pt x="139851" y="37256"/>
                  </a:lnTo>
                  <a:lnTo>
                    <a:pt x="134615" y="27750"/>
                  </a:lnTo>
                  <a:lnTo>
                    <a:pt x="128092" y="19522"/>
                  </a:lnTo>
                  <a:lnTo>
                    <a:pt x="127122" y="18663"/>
                  </a:lnTo>
                  <a:close/>
                </a:path>
                <a:path w="309879" h="170814">
                  <a:moveTo>
                    <a:pt x="201420" y="2789"/>
                  </a:moveTo>
                  <a:lnTo>
                    <a:pt x="179338" y="2789"/>
                  </a:lnTo>
                  <a:lnTo>
                    <a:pt x="179338" y="167761"/>
                  </a:lnTo>
                  <a:lnTo>
                    <a:pt x="201420" y="167761"/>
                  </a:lnTo>
                  <a:lnTo>
                    <a:pt x="201420" y="90022"/>
                  </a:lnTo>
                  <a:lnTo>
                    <a:pt x="309440" y="90022"/>
                  </a:lnTo>
                  <a:lnTo>
                    <a:pt x="309440" y="70528"/>
                  </a:lnTo>
                  <a:lnTo>
                    <a:pt x="201420" y="70528"/>
                  </a:lnTo>
                  <a:lnTo>
                    <a:pt x="201420" y="2789"/>
                  </a:lnTo>
                  <a:close/>
                </a:path>
                <a:path w="309879" h="170814">
                  <a:moveTo>
                    <a:pt x="309440" y="90022"/>
                  </a:moveTo>
                  <a:lnTo>
                    <a:pt x="287657" y="90022"/>
                  </a:lnTo>
                  <a:lnTo>
                    <a:pt x="287657" y="167761"/>
                  </a:lnTo>
                  <a:lnTo>
                    <a:pt x="309440" y="167761"/>
                  </a:lnTo>
                  <a:lnTo>
                    <a:pt x="309440" y="90022"/>
                  </a:lnTo>
                  <a:close/>
                </a:path>
                <a:path w="309879" h="170814">
                  <a:moveTo>
                    <a:pt x="309440" y="2789"/>
                  </a:moveTo>
                  <a:lnTo>
                    <a:pt x="287657" y="2789"/>
                  </a:lnTo>
                  <a:lnTo>
                    <a:pt x="287657" y="70528"/>
                  </a:lnTo>
                  <a:lnTo>
                    <a:pt x="309440" y="70528"/>
                  </a:lnTo>
                  <a:lnTo>
                    <a:pt x="309440" y="278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5" name="object 35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050501" y="5672838"/>
              <a:ext cx="81463" cy="126429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5552173" y="5521128"/>
              <a:ext cx="133985" cy="107950"/>
            </a:xfrm>
            <a:custGeom>
              <a:avLst/>
              <a:gdLst/>
              <a:ahLst/>
              <a:cxnLst/>
              <a:rect l="l" t="t" r="r" b="b"/>
              <a:pathLst>
                <a:path w="133985" h="107950">
                  <a:moveTo>
                    <a:pt x="133384" y="34240"/>
                  </a:moveTo>
                  <a:lnTo>
                    <a:pt x="90713" y="107410"/>
                  </a:lnTo>
                </a:path>
                <a:path w="133985" h="107950">
                  <a:moveTo>
                    <a:pt x="11040" y="0"/>
                  </a:moveTo>
                  <a:lnTo>
                    <a:pt x="0" y="19345"/>
                  </a:lnTo>
                </a:path>
              </a:pathLst>
            </a:custGeom>
            <a:ln w="1785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5589175" y="5910950"/>
              <a:ext cx="387350" cy="213360"/>
            </a:xfrm>
            <a:custGeom>
              <a:avLst/>
              <a:gdLst/>
              <a:ahLst/>
              <a:cxnLst/>
              <a:rect l="l" t="t" r="r" b="b"/>
              <a:pathLst>
                <a:path w="387350" h="213360">
                  <a:moveTo>
                    <a:pt x="97875" y="0"/>
                  </a:moveTo>
                  <a:lnTo>
                    <a:pt x="59437" y="6997"/>
                  </a:lnTo>
                  <a:lnTo>
                    <a:pt x="27303" y="27769"/>
                  </a:lnTo>
                  <a:lnTo>
                    <a:pt x="6923" y="61377"/>
                  </a:lnTo>
                  <a:lnTo>
                    <a:pt x="0" y="105066"/>
                  </a:lnTo>
                  <a:lnTo>
                    <a:pt x="676" y="119598"/>
                  </a:lnTo>
                  <a:lnTo>
                    <a:pt x="11040" y="160343"/>
                  </a:lnTo>
                  <a:lnTo>
                    <a:pt x="33071" y="192110"/>
                  </a:lnTo>
                  <a:lnTo>
                    <a:pt x="67140" y="209839"/>
                  </a:lnTo>
                  <a:lnTo>
                    <a:pt x="97576" y="213232"/>
                  </a:lnTo>
                  <a:lnTo>
                    <a:pt x="113075" y="212129"/>
                  </a:lnTo>
                  <a:lnTo>
                    <a:pt x="127342" y="208819"/>
                  </a:lnTo>
                  <a:lnTo>
                    <a:pt x="140378" y="203302"/>
                  </a:lnTo>
                  <a:lnTo>
                    <a:pt x="152184" y="195578"/>
                  </a:lnTo>
                  <a:lnTo>
                    <a:pt x="158180" y="189884"/>
                  </a:lnTo>
                  <a:lnTo>
                    <a:pt x="95189" y="189884"/>
                  </a:lnTo>
                  <a:lnTo>
                    <a:pt x="85911" y="189277"/>
                  </a:lnTo>
                  <a:lnTo>
                    <a:pt x="45916" y="167992"/>
                  </a:lnTo>
                  <a:lnTo>
                    <a:pt x="30213" y="129557"/>
                  </a:lnTo>
                  <a:lnTo>
                    <a:pt x="28348" y="104923"/>
                  </a:lnTo>
                  <a:lnTo>
                    <a:pt x="28744" y="94801"/>
                  </a:lnTo>
                  <a:lnTo>
                    <a:pt x="38661" y="56219"/>
                  </a:lnTo>
                  <a:lnTo>
                    <a:pt x="75383" y="26199"/>
                  </a:lnTo>
                  <a:lnTo>
                    <a:pt x="97278" y="23351"/>
                  </a:lnTo>
                  <a:lnTo>
                    <a:pt x="158771" y="23351"/>
                  </a:lnTo>
                  <a:lnTo>
                    <a:pt x="150095" y="15755"/>
                  </a:lnTo>
                  <a:lnTo>
                    <a:pt x="138956" y="8862"/>
                  </a:lnTo>
                  <a:lnTo>
                    <a:pt x="126558" y="3938"/>
                  </a:lnTo>
                  <a:lnTo>
                    <a:pt x="112874" y="984"/>
                  </a:lnTo>
                  <a:lnTo>
                    <a:pt x="97875" y="0"/>
                  </a:lnTo>
                  <a:close/>
                </a:path>
                <a:path w="387350" h="213360">
                  <a:moveTo>
                    <a:pt x="155764" y="137416"/>
                  </a:moveTo>
                  <a:lnTo>
                    <a:pt x="134280" y="176660"/>
                  </a:lnTo>
                  <a:lnTo>
                    <a:pt x="95189" y="189884"/>
                  </a:lnTo>
                  <a:lnTo>
                    <a:pt x="158180" y="189884"/>
                  </a:lnTo>
                  <a:lnTo>
                    <a:pt x="162530" y="185754"/>
                  </a:lnTo>
                  <a:lnTo>
                    <a:pt x="171169" y="173935"/>
                  </a:lnTo>
                  <a:lnTo>
                    <a:pt x="178100" y="160040"/>
                  </a:lnTo>
                  <a:lnTo>
                    <a:pt x="183217" y="144309"/>
                  </a:lnTo>
                  <a:lnTo>
                    <a:pt x="155764" y="137416"/>
                  </a:lnTo>
                  <a:close/>
                </a:path>
                <a:path w="387350" h="213360">
                  <a:moveTo>
                    <a:pt x="158771" y="23351"/>
                  </a:moveTo>
                  <a:lnTo>
                    <a:pt x="97278" y="23351"/>
                  </a:lnTo>
                  <a:lnTo>
                    <a:pt x="107302" y="23991"/>
                  </a:lnTo>
                  <a:lnTo>
                    <a:pt x="116376" y="25914"/>
                  </a:lnTo>
                  <a:lnTo>
                    <a:pt x="148761" y="55894"/>
                  </a:lnTo>
                  <a:lnTo>
                    <a:pt x="152780" y="66383"/>
                  </a:lnTo>
                  <a:lnTo>
                    <a:pt x="179935" y="60054"/>
                  </a:lnTo>
                  <a:lnTo>
                    <a:pt x="174895" y="46573"/>
                  </a:lnTo>
                  <a:lnTo>
                    <a:pt x="168260" y="34700"/>
                  </a:lnTo>
                  <a:lnTo>
                    <a:pt x="160003" y="24429"/>
                  </a:lnTo>
                  <a:lnTo>
                    <a:pt x="158771" y="23351"/>
                  </a:lnTo>
                  <a:close/>
                </a:path>
                <a:path w="387350" h="213360">
                  <a:moveTo>
                    <a:pt x="251551" y="3501"/>
                  </a:moveTo>
                  <a:lnTo>
                    <a:pt x="224098" y="3501"/>
                  </a:lnTo>
                  <a:lnTo>
                    <a:pt x="224098" y="209716"/>
                  </a:lnTo>
                  <a:lnTo>
                    <a:pt x="251551" y="209716"/>
                  </a:lnTo>
                  <a:lnTo>
                    <a:pt x="251551" y="112519"/>
                  </a:lnTo>
                  <a:lnTo>
                    <a:pt x="387024" y="112519"/>
                  </a:lnTo>
                  <a:lnTo>
                    <a:pt x="387024" y="88186"/>
                  </a:lnTo>
                  <a:lnTo>
                    <a:pt x="251551" y="88186"/>
                  </a:lnTo>
                  <a:lnTo>
                    <a:pt x="251551" y="3501"/>
                  </a:lnTo>
                  <a:close/>
                </a:path>
                <a:path w="387350" h="213360">
                  <a:moveTo>
                    <a:pt x="387024" y="112519"/>
                  </a:moveTo>
                  <a:lnTo>
                    <a:pt x="359572" y="112519"/>
                  </a:lnTo>
                  <a:lnTo>
                    <a:pt x="359572" y="209716"/>
                  </a:lnTo>
                  <a:lnTo>
                    <a:pt x="387024" y="209716"/>
                  </a:lnTo>
                  <a:lnTo>
                    <a:pt x="387024" y="112519"/>
                  </a:lnTo>
                  <a:close/>
                </a:path>
                <a:path w="387350" h="213360">
                  <a:moveTo>
                    <a:pt x="387024" y="3501"/>
                  </a:moveTo>
                  <a:lnTo>
                    <a:pt x="359572" y="3501"/>
                  </a:lnTo>
                  <a:lnTo>
                    <a:pt x="359572" y="88186"/>
                  </a:lnTo>
                  <a:lnTo>
                    <a:pt x="387024" y="88186"/>
                  </a:lnTo>
                  <a:lnTo>
                    <a:pt x="387024" y="350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8" name="object 38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014992" y="6029549"/>
              <a:ext cx="101754" cy="158032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5485033" y="5604416"/>
              <a:ext cx="133985" cy="266700"/>
            </a:xfrm>
            <a:custGeom>
              <a:avLst/>
              <a:gdLst/>
              <a:ahLst/>
              <a:cxnLst/>
              <a:rect l="l" t="t" r="r" b="b"/>
              <a:pathLst>
                <a:path w="133985" h="266700">
                  <a:moveTo>
                    <a:pt x="133683" y="266092"/>
                  </a:moveTo>
                  <a:lnTo>
                    <a:pt x="0" y="0"/>
                  </a:lnTo>
                </a:path>
              </a:pathLst>
            </a:custGeom>
            <a:ln w="417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5476976" y="5595218"/>
              <a:ext cx="182245" cy="300355"/>
            </a:xfrm>
            <a:custGeom>
              <a:avLst/>
              <a:gdLst/>
              <a:ahLst/>
              <a:cxnLst/>
              <a:rect l="l" t="t" r="r" b="b"/>
              <a:pathLst>
                <a:path w="182245" h="300354">
                  <a:moveTo>
                    <a:pt x="16113" y="0"/>
                  </a:moveTo>
                  <a:lnTo>
                    <a:pt x="0" y="7714"/>
                  </a:lnTo>
                  <a:lnTo>
                    <a:pt x="101157" y="299887"/>
                  </a:lnTo>
                  <a:lnTo>
                    <a:pt x="182024" y="261374"/>
                  </a:lnTo>
                  <a:lnTo>
                    <a:pt x="1611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1" name="object 41"/>
          <p:cNvGrpSpPr/>
          <p:nvPr/>
        </p:nvGrpSpPr>
        <p:grpSpPr>
          <a:xfrm>
            <a:off x="4541790" y="4790769"/>
            <a:ext cx="530860" cy="1061720"/>
            <a:chOff x="4541790" y="4790769"/>
            <a:chExt cx="530860" cy="1061720"/>
          </a:xfrm>
        </p:grpSpPr>
        <p:pic>
          <p:nvPicPr>
            <p:cNvPr id="42" name="object 4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888829" y="5350163"/>
              <a:ext cx="183217" cy="213218"/>
            </a:xfrm>
            <a:prstGeom prst="rect">
              <a:avLst/>
            </a:prstGeom>
          </p:spPr>
        </p:pic>
        <p:sp>
          <p:nvSpPr>
            <p:cNvPr id="43" name="object 43"/>
            <p:cNvSpPr/>
            <p:nvPr/>
          </p:nvSpPr>
          <p:spPr>
            <a:xfrm>
              <a:off x="4727395" y="5276548"/>
              <a:ext cx="127000" cy="103505"/>
            </a:xfrm>
            <a:custGeom>
              <a:avLst/>
              <a:gdLst/>
              <a:ahLst/>
              <a:cxnLst/>
              <a:rect l="l" t="t" r="r" b="b"/>
              <a:pathLst>
                <a:path w="127000" h="103504">
                  <a:moveTo>
                    <a:pt x="114884" y="103345"/>
                  </a:moveTo>
                  <a:lnTo>
                    <a:pt x="126521" y="83762"/>
                  </a:lnTo>
                </a:path>
                <a:path w="127000" h="103504">
                  <a:moveTo>
                    <a:pt x="0" y="72932"/>
                  </a:moveTo>
                  <a:lnTo>
                    <a:pt x="42372" y="0"/>
                  </a:lnTo>
                </a:path>
              </a:pathLst>
            </a:custGeom>
            <a:ln w="1785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4760219" y="5052114"/>
              <a:ext cx="144145" cy="262255"/>
            </a:xfrm>
            <a:custGeom>
              <a:avLst/>
              <a:gdLst/>
              <a:ahLst/>
              <a:cxnLst/>
              <a:rect l="l" t="t" r="r" b="b"/>
              <a:pathLst>
                <a:path w="144145" h="262254">
                  <a:moveTo>
                    <a:pt x="0" y="0"/>
                  </a:moveTo>
                  <a:lnTo>
                    <a:pt x="143828" y="261789"/>
                  </a:lnTo>
                </a:path>
              </a:pathLst>
            </a:custGeom>
            <a:ln w="417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5" name="object 45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541790" y="5156706"/>
              <a:ext cx="130102" cy="164972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4578195" y="4790769"/>
              <a:ext cx="162628" cy="206215"/>
            </a:xfrm>
            <a:prstGeom prst="rect">
              <a:avLst/>
            </a:prstGeom>
          </p:spPr>
        </p:pic>
        <p:sp>
          <p:nvSpPr>
            <p:cNvPr id="47" name="object 47"/>
            <p:cNvSpPr/>
            <p:nvPr/>
          </p:nvSpPr>
          <p:spPr>
            <a:xfrm>
              <a:off x="4715757" y="5024906"/>
              <a:ext cx="201930" cy="299085"/>
            </a:xfrm>
            <a:custGeom>
              <a:avLst/>
              <a:gdLst/>
              <a:ahLst/>
              <a:cxnLst/>
              <a:rect l="l" t="t" r="r" b="b"/>
              <a:pathLst>
                <a:path w="201929" h="299085">
                  <a:moveTo>
                    <a:pt x="78180" y="0"/>
                  </a:moveTo>
                  <a:lnTo>
                    <a:pt x="0" y="43735"/>
                  </a:lnTo>
                  <a:lnTo>
                    <a:pt x="185903" y="298730"/>
                  </a:lnTo>
                  <a:lnTo>
                    <a:pt x="201420" y="289977"/>
                  </a:lnTo>
                  <a:lnTo>
                    <a:pt x="781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8" name="object 4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4591623" y="5645867"/>
              <a:ext cx="165910" cy="206185"/>
            </a:xfrm>
            <a:prstGeom prst="rect">
              <a:avLst/>
            </a:prstGeom>
          </p:spPr>
        </p:pic>
        <p:sp>
          <p:nvSpPr>
            <p:cNvPr id="49" name="object 49"/>
            <p:cNvSpPr/>
            <p:nvPr/>
          </p:nvSpPr>
          <p:spPr>
            <a:xfrm>
              <a:off x="4801995" y="5561482"/>
              <a:ext cx="64769" cy="64769"/>
            </a:xfrm>
            <a:custGeom>
              <a:avLst/>
              <a:gdLst/>
              <a:ahLst/>
              <a:cxnLst/>
              <a:rect l="l" t="t" r="r" b="b"/>
              <a:pathLst>
                <a:path w="64770" h="64770">
                  <a:moveTo>
                    <a:pt x="64454" y="0"/>
                  </a:moveTo>
                  <a:lnTo>
                    <a:pt x="0" y="64238"/>
                  </a:lnTo>
                </a:path>
              </a:pathLst>
            </a:custGeom>
            <a:ln w="1785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0" name="object 50"/>
          <p:cNvSpPr/>
          <p:nvPr/>
        </p:nvSpPr>
        <p:spPr>
          <a:xfrm>
            <a:off x="5122775" y="5446861"/>
            <a:ext cx="144780" cy="0"/>
          </a:xfrm>
          <a:custGeom>
            <a:avLst/>
            <a:gdLst/>
            <a:ahLst/>
            <a:cxnLst/>
            <a:rect l="l" t="t" r="r" b="b"/>
            <a:pathLst>
              <a:path w="144779">
                <a:moveTo>
                  <a:pt x="144425" y="0"/>
                </a:moveTo>
                <a:lnTo>
                  <a:pt x="0" y="0"/>
                </a:lnTo>
              </a:path>
            </a:pathLst>
          </a:custGeom>
          <a:ln w="1780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1" name="object 51"/>
          <p:cNvSpPr/>
          <p:nvPr/>
        </p:nvSpPr>
        <p:spPr>
          <a:xfrm>
            <a:off x="6353676" y="5263137"/>
            <a:ext cx="429895" cy="0"/>
          </a:xfrm>
          <a:custGeom>
            <a:avLst/>
            <a:gdLst/>
            <a:ahLst/>
            <a:cxnLst/>
            <a:rect l="l" t="t" r="r" b="b"/>
            <a:pathLst>
              <a:path w="429895">
                <a:moveTo>
                  <a:pt x="0" y="0"/>
                </a:moveTo>
                <a:lnTo>
                  <a:pt x="429696" y="0"/>
                </a:lnTo>
              </a:path>
            </a:pathLst>
          </a:custGeom>
          <a:ln w="1780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2" name="object 52"/>
          <p:cNvSpPr/>
          <p:nvPr/>
        </p:nvSpPr>
        <p:spPr>
          <a:xfrm>
            <a:off x="6353676" y="5340045"/>
            <a:ext cx="429895" cy="0"/>
          </a:xfrm>
          <a:custGeom>
            <a:avLst/>
            <a:gdLst/>
            <a:ahLst/>
            <a:cxnLst/>
            <a:rect l="l" t="t" r="r" b="b"/>
            <a:pathLst>
              <a:path w="429895">
                <a:moveTo>
                  <a:pt x="0" y="0"/>
                </a:moveTo>
                <a:lnTo>
                  <a:pt x="429696" y="0"/>
                </a:lnTo>
              </a:path>
            </a:pathLst>
          </a:custGeom>
          <a:ln w="1780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3" name="object 53"/>
          <p:cNvSpPr/>
          <p:nvPr/>
        </p:nvSpPr>
        <p:spPr>
          <a:xfrm>
            <a:off x="6353676" y="5416953"/>
            <a:ext cx="429895" cy="0"/>
          </a:xfrm>
          <a:custGeom>
            <a:avLst/>
            <a:gdLst/>
            <a:ahLst/>
            <a:cxnLst/>
            <a:rect l="l" t="t" r="r" b="b"/>
            <a:pathLst>
              <a:path w="429895">
                <a:moveTo>
                  <a:pt x="0" y="0"/>
                </a:moveTo>
                <a:lnTo>
                  <a:pt x="429696" y="0"/>
                </a:lnTo>
              </a:path>
            </a:pathLst>
          </a:custGeom>
          <a:ln w="1780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4" name="object 54"/>
          <p:cNvSpPr/>
          <p:nvPr/>
        </p:nvSpPr>
        <p:spPr>
          <a:xfrm>
            <a:off x="7159356" y="4942449"/>
            <a:ext cx="715010" cy="854710"/>
          </a:xfrm>
          <a:custGeom>
            <a:avLst/>
            <a:gdLst/>
            <a:ahLst/>
            <a:cxnLst/>
            <a:rect l="l" t="t" r="r" b="b"/>
            <a:pathLst>
              <a:path w="715009" h="854710">
                <a:moveTo>
                  <a:pt x="0" y="427266"/>
                </a:moveTo>
                <a:lnTo>
                  <a:pt x="429696" y="427266"/>
                </a:lnTo>
              </a:path>
              <a:path w="715009" h="854710">
                <a:moveTo>
                  <a:pt x="429696" y="427266"/>
                </a:moveTo>
                <a:lnTo>
                  <a:pt x="429696" y="0"/>
                </a:lnTo>
              </a:path>
              <a:path w="715009" h="854710">
                <a:moveTo>
                  <a:pt x="429696" y="427266"/>
                </a:moveTo>
                <a:lnTo>
                  <a:pt x="429696" y="854533"/>
                </a:lnTo>
              </a:path>
              <a:path w="715009" h="854710">
                <a:moveTo>
                  <a:pt x="429696" y="427266"/>
                </a:moveTo>
                <a:lnTo>
                  <a:pt x="714966" y="427266"/>
                </a:lnTo>
              </a:path>
            </a:pathLst>
          </a:custGeom>
          <a:ln w="17853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55" name="object 55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7925648" y="5273017"/>
            <a:ext cx="244986" cy="213218"/>
          </a:xfrm>
          <a:prstGeom prst="rect">
            <a:avLst/>
          </a:prstGeom>
        </p:spPr>
      </p:pic>
      <p:sp>
        <p:nvSpPr>
          <p:cNvPr id="56" name="object 56"/>
          <p:cNvSpPr/>
          <p:nvPr/>
        </p:nvSpPr>
        <p:spPr>
          <a:xfrm>
            <a:off x="3365258" y="5576199"/>
            <a:ext cx="670560" cy="210185"/>
          </a:xfrm>
          <a:custGeom>
            <a:avLst/>
            <a:gdLst/>
            <a:ahLst/>
            <a:cxnLst/>
            <a:rect l="l" t="t" r="r" b="b"/>
            <a:pathLst>
              <a:path w="670560" h="210185">
                <a:moveTo>
                  <a:pt x="70153" y="53467"/>
                </a:moveTo>
                <a:lnTo>
                  <a:pt x="29999" y="65171"/>
                </a:lnTo>
                <a:lnTo>
                  <a:pt x="4878" y="99306"/>
                </a:lnTo>
                <a:lnTo>
                  <a:pt x="0" y="132779"/>
                </a:lnTo>
                <a:lnTo>
                  <a:pt x="1208" y="149986"/>
                </a:lnTo>
                <a:lnTo>
                  <a:pt x="19306" y="189391"/>
                </a:lnTo>
                <a:lnTo>
                  <a:pt x="55948" y="208335"/>
                </a:lnTo>
                <a:lnTo>
                  <a:pt x="71586" y="209598"/>
                </a:lnTo>
                <a:lnTo>
                  <a:pt x="84078" y="208807"/>
                </a:lnTo>
                <a:lnTo>
                  <a:pt x="122339" y="189963"/>
                </a:lnTo>
                <a:lnTo>
                  <a:pt x="123270" y="188768"/>
                </a:lnTo>
                <a:lnTo>
                  <a:pt x="71705" y="188768"/>
                </a:lnTo>
                <a:lnTo>
                  <a:pt x="62692" y="187951"/>
                </a:lnTo>
                <a:lnTo>
                  <a:pt x="30518" y="159724"/>
                </a:lnTo>
                <a:lnTo>
                  <a:pt x="26318" y="138001"/>
                </a:lnTo>
                <a:lnTo>
                  <a:pt x="138338" y="138001"/>
                </a:lnTo>
                <a:lnTo>
                  <a:pt x="138486" y="132779"/>
                </a:lnTo>
                <a:lnTo>
                  <a:pt x="138487" y="131236"/>
                </a:lnTo>
                <a:lnTo>
                  <a:pt x="137527" y="117171"/>
                </a:lnTo>
                <a:lnTo>
                  <a:pt x="27721" y="117171"/>
                </a:lnTo>
                <a:lnTo>
                  <a:pt x="29031" y="107892"/>
                </a:lnTo>
                <a:lnTo>
                  <a:pt x="54297" y="77186"/>
                </a:lnTo>
                <a:lnTo>
                  <a:pt x="70452" y="74267"/>
                </a:lnTo>
                <a:lnTo>
                  <a:pt x="119699" y="74267"/>
                </a:lnTo>
                <a:lnTo>
                  <a:pt x="119389" y="73851"/>
                </a:lnTo>
                <a:lnTo>
                  <a:pt x="109145" y="64933"/>
                </a:lnTo>
                <a:lnTo>
                  <a:pt x="97524" y="58563"/>
                </a:lnTo>
                <a:lnTo>
                  <a:pt x="84527" y="54741"/>
                </a:lnTo>
                <a:lnTo>
                  <a:pt x="70153" y="53467"/>
                </a:lnTo>
                <a:close/>
              </a:path>
              <a:path w="670560" h="210185">
                <a:moveTo>
                  <a:pt x="111333" y="158118"/>
                </a:moveTo>
                <a:lnTo>
                  <a:pt x="81045" y="188768"/>
                </a:lnTo>
                <a:lnTo>
                  <a:pt x="123270" y="188768"/>
                </a:lnTo>
                <a:lnTo>
                  <a:pt x="128770" y="181710"/>
                </a:lnTo>
                <a:lnTo>
                  <a:pt x="133875" y="172172"/>
                </a:lnTo>
                <a:lnTo>
                  <a:pt x="137651" y="161352"/>
                </a:lnTo>
                <a:lnTo>
                  <a:pt x="111333" y="158118"/>
                </a:lnTo>
                <a:close/>
              </a:path>
              <a:path w="670560" h="210185">
                <a:moveTo>
                  <a:pt x="119699" y="74267"/>
                </a:moveTo>
                <a:lnTo>
                  <a:pt x="70452" y="74267"/>
                </a:lnTo>
                <a:lnTo>
                  <a:pt x="79690" y="75184"/>
                </a:lnTo>
                <a:lnTo>
                  <a:pt x="88024" y="77931"/>
                </a:lnTo>
                <a:lnTo>
                  <a:pt x="111601" y="117171"/>
                </a:lnTo>
                <a:lnTo>
                  <a:pt x="137527" y="117171"/>
                </a:lnTo>
                <a:lnTo>
                  <a:pt x="137295" y="113778"/>
                </a:lnTo>
                <a:lnTo>
                  <a:pt x="133716" y="98393"/>
                </a:lnTo>
                <a:lnTo>
                  <a:pt x="127749" y="85083"/>
                </a:lnTo>
                <a:lnTo>
                  <a:pt x="119699" y="74267"/>
                </a:lnTo>
                <a:close/>
              </a:path>
              <a:path w="670560" h="210185">
                <a:moveTo>
                  <a:pt x="204404" y="76522"/>
                </a:moveTo>
                <a:lnTo>
                  <a:pt x="179099" y="76522"/>
                </a:lnTo>
                <a:lnTo>
                  <a:pt x="179099" y="162480"/>
                </a:lnTo>
                <a:lnTo>
                  <a:pt x="187842" y="200904"/>
                </a:lnTo>
                <a:lnTo>
                  <a:pt x="205209" y="208173"/>
                </a:lnTo>
                <a:lnTo>
                  <a:pt x="220099" y="208173"/>
                </a:lnTo>
                <a:lnTo>
                  <a:pt x="226515" y="207432"/>
                </a:lnTo>
                <a:lnTo>
                  <a:pt x="233677" y="205948"/>
                </a:lnTo>
                <a:lnTo>
                  <a:pt x="230167" y="184555"/>
                </a:lnTo>
                <a:lnTo>
                  <a:pt x="215056" y="184555"/>
                </a:lnTo>
                <a:lnTo>
                  <a:pt x="212162" y="183932"/>
                </a:lnTo>
                <a:lnTo>
                  <a:pt x="208104" y="181499"/>
                </a:lnTo>
                <a:lnTo>
                  <a:pt x="206642" y="179867"/>
                </a:lnTo>
                <a:lnTo>
                  <a:pt x="204851" y="175743"/>
                </a:lnTo>
                <a:lnTo>
                  <a:pt x="204404" y="171084"/>
                </a:lnTo>
                <a:lnTo>
                  <a:pt x="204404" y="76522"/>
                </a:lnTo>
                <a:close/>
              </a:path>
              <a:path w="670560" h="210185">
                <a:moveTo>
                  <a:pt x="230006" y="183576"/>
                </a:moveTo>
                <a:lnTo>
                  <a:pt x="225381" y="184229"/>
                </a:lnTo>
                <a:lnTo>
                  <a:pt x="221651" y="184555"/>
                </a:lnTo>
                <a:lnTo>
                  <a:pt x="230167" y="184555"/>
                </a:lnTo>
                <a:lnTo>
                  <a:pt x="230006" y="183576"/>
                </a:lnTo>
                <a:close/>
              </a:path>
              <a:path w="670560" h="210185">
                <a:moveTo>
                  <a:pt x="230006" y="56820"/>
                </a:moveTo>
                <a:lnTo>
                  <a:pt x="160419" y="56820"/>
                </a:lnTo>
                <a:lnTo>
                  <a:pt x="160419" y="76522"/>
                </a:lnTo>
                <a:lnTo>
                  <a:pt x="230006" y="76522"/>
                </a:lnTo>
                <a:lnTo>
                  <a:pt x="230006" y="56820"/>
                </a:lnTo>
                <a:close/>
              </a:path>
              <a:path w="670560" h="210185">
                <a:moveTo>
                  <a:pt x="204404" y="4658"/>
                </a:moveTo>
                <a:lnTo>
                  <a:pt x="179099" y="19850"/>
                </a:lnTo>
                <a:lnTo>
                  <a:pt x="179099" y="56820"/>
                </a:lnTo>
                <a:lnTo>
                  <a:pt x="204404" y="56820"/>
                </a:lnTo>
                <a:lnTo>
                  <a:pt x="204404" y="4658"/>
                </a:lnTo>
                <a:close/>
              </a:path>
              <a:path w="670560" h="210185">
                <a:moveTo>
                  <a:pt x="282763" y="0"/>
                </a:moveTo>
                <a:lnTo>
                  <a:pt x="257310" y="0"/>
                </a:lnTo>
                <a:lnTo>
                  <a:pt x="257310" y="206215"/>
                </a:lnTo>
                <a:lnTo>
                  <a:pt x="282763" y="206215"/>
                </a:lnTo>
                <a:lnTo>
                  <a:pt x="282763" y="124500"/>
                </a:lnTo>
                <a:lnTo>
                  <a:pt x="283032" y="116184"/>
                </a:lnTo>
                <a:lnTo>
                  <a:pt x="307889" y="77204"/>
                </a:lnTo>
                <a:lnTo>
                  <a:pt x="314991" y="75246"/>
                </a:lnTo>
                <a:lnTo>
                  <a:pt x="373070" y="75246"/>
                </a:lnTo>
                <a:lnTo>
                  <a:pt x="372494" y="74000"/>
                </a:lnTo>
                <a:lnTo>
                  <a:pt x="282763" y="74000"/>
                </a:lnTo>
                <a:lnTo>
                  <a:pt x="282763" y="0"/>
                </a:lnTo>
                <a:close/>
              </a:path>
              <a:path w="670560" h="210185">
                <a:moveTo>
                  <a:pt x="373070" y="75246"/>
                </a:moveTo>
                <a:lnTo>
                  <a:pt x="332626" y="75246"/>
                </a:lnTo>
                <a:lnTo>
                  <a:pt x="340414" y="78154"/>
                </a:lnTo>
                <a:lnTo>
                  <a:pt x="345935" y="83910"/>
                </a:lnTo>
                <a:lnTo>
                  <a:pt x="349555" y="88878"/>
                </a:lnTo>
                <a:lnTo>
                  <a:pt x="352138" y="95144"/>
                </a:lnTo>
                <a:lnTo>
                  <a:pt x="353685" y="102707"/>
                </a:lnTo>
                <a:lnTo>
                  <a:pt x="354200" y="111564"/>
                </a:lnTo>
                <a:lnTo>
                  <a:pt x="354200" y="206215"/>
                </a:lnTo>
                <a:lnTo>
                  <a:pt x="379684" y="206215"/>
                </a:lnTo>
                <a:lnTo>
                  <a:pt x="379595" y="108815"/>
                </a:lnTo>
                <a:lnTo>
                  <a:pt x="374372" y="78065"/>
                </a:lnTo>
                <a:lnTo>
                  <a:pt x="373070" y="75246"/>
                </a:lnTo>
                <a:close/>
              </a:path>
              <a:path w="670560" h="210185">
                <a:moveTo>
                  <a:pt x="327762" y="53467"/>
                </a:moveTo>
                <a:lnTo>
                  <a:pt x="314764" y="54748"/>
                </a:lnTo>
                <a:lnTo>
                  <a:pt x="302935" y="58593"/>
                </a:lnTo>
                <a:lnTo>
                  <a:pt x="292270" y="65008"/>
                </a:lnTo>
                <a:lnTo>
                  <a:pt x="282763" y="74000"/>
                </a:lnTo>
                <a:lnTo>
                  <a:pt x="372494" y="74000"/>
                </a:lnTo>
                <a:lnTo>
                  <a:pt x="335836" y="53874"/>
                </a:lnTo>
                <a:lnTo>
                  <a:pt x="327762" y="53467"/>
                </a:lnTo>
                <a:close/>
              </a:path>
              <a:path w="670560" h="210185">
                <a:moveTo>
                  <a:pt x="484930" y="53467"/>
                </a:moveTo>
                <a:lnTo>
                  <a:pt x="444771" y="65171"/>
                </a:lnTo>
                <a:lnTo>
                  <a:pt x="419628" y="99306"/>
                </a:lnTo>
                <a:lnTo>
                  <a:pt x="414746" y="132779"/>
                </a:lnTo>
                <a:lnTo>
                  <a:pt x="415954" y="149986"/>
                </a:lnTo>
                <a:lnTo>
                  <a:pt x="434052" y="189391"/>
                </a:lnTo>
                <a:lnTo>
                  <a:pt x="470711" y="208335"/>
                </a:lnTo>
                <a:lnTo>
                  <a:pt x="486332" y="209598"/>
                </a:lnTo>
                <a:lnTo>
                  <a:pt x="498837" y="208807"/>
                </a:lnTo>
                <a:lnTo>
                  <a:pt x="537086" y="189963"/>
                </a:lnTo>
                <a:lnTo>
                  <a:pt x="538017" y="188768"/>
                </a:lnTo>
                <a:lnTo>
                  <a:pt x="486481" y="188768"/>
                </a:lnTo>
                <a:lnTo>
                  <a:pt x="477468" y="187951"/>
                </a:lnTo>
                <a:lnTo>
                  <a:pt x="445276" y="159724"/>
                </a:lnTo>
                <a:lnTo>
                  <a:pt x="441065" y="138001"/>
                </a:lnTo>
                <a:lnTo>
                  <a:pt x="553114" y="138001"/>
                </a:lnTo>
                <a:lnTo>
                  <a:pt x="553233" y="131236"/>
                </a:lnTo>
                <a:lnTo>
                  <a:pt x="552273" y="117171"/>
                </a:lnTo>
                <a:lnTo>
                  <a:pt x="442497" y="117171"/>
                </a:lnTo>
                <a:lnTo>
                  <a:pt x="443795" y="107892"/>
                </a:lnTo>
                <a:lnTo>
                  <a:pt x="469058" y="77186"/>
                </a:lnTo>
                <a:lnTo>
                  <a:pt x="485198" y="74267"/>
                </a:lnTo>
                <a:lnTo>
                  <a:pt x="534445" y="74267"/>
                </a:lnTo>
                <a:lnTo>
                  <a:pt x="534136" y="73851"/>
                </a:lnTo>
                <a:lnTo>
                  <a:pt x="523909" y="64933"/>
                </a:lnTo>
                <a:lnTo>
                  <a:pt x="512297" y="58563"/>
                </a:lnTo>
                <a:lnTo>
                  <a:pt x="499303" y="54741"/>
                </a:lnTo>
                <a:lnTo>
                  <a:pt x="484930" y="53467"/>
                </a:lnTo>
                <a:close/>
              </a:path>
              <a:path w="670560" h="210185">
                <a:moveTo>
                  <a:pt x="526079" y="158118"/>
                </a:moveTo>
                <a:lnTo>
                  <a:pt x="495821" y="188768"/>
                </a:lnTo>
                <a:lnTo>
                  <a:pt x="538017" y="188768"/>
                </a:lnTo>
                <a:lnTo>
                  <a:pt x="543517" y="181710"/>
                </a:lnTo>
                <a:lnTo>
                  <a:pt x="548622" y="172172"/>
                </a:lnTo>
                <a:lnTo>
                  <a:pt x="552398" y="161352"/>
                </a:lnTo>
                <a:lnTo>
                  <a:pt x="526079" y="158118"/>
                </a:lnTo>
                <a:close/>
              </a:path>
              <a:path w="670560" h="210185">
                <a:moveTo>
                  <a:pt x="534445" y="74267"/>
                </a:moveTo>
                <a:lnTo>
                  <a:pt x="485198" y="74267"/>
                </a:lnTo>
                <a:lnTo>
                  <a:pt x="494440" y="75184"/>
                </a:lnTo>
                <a:lnTo>
                  <a:pt x="502781" y="77931"/>
                </a:lnTo>
                <a:lnTo>
                  <a:pt x="526377" y="117171"/>
                </a:lnTo>
                <a:lnTo>
                  <a:pt x="552273" y="117171"/>
                </a:lnTo>
                <a:lnTo>
                  <a:pt x="552041" y="113778"/>
                </a:lnTo>
                <a:lnTo>
                  <a:pt x="548463" y="98393"/>
                </a:lnTo>
                <a:lnTo>
                  <a:pt x="542495" y="85083"/>
                </a:lnTo>
                <a:lnTo>
                  <a:pt x="534445" y="74267"/>
                </a:lnTo>
                <a:close/>
              </a:path>
              <a:path w="670560" h="210185">
                <a:moveTo>
                  <a:pt x="611809" y="56820"/>
                </a:moveTo>
                <a:lnTo>
                  <a:pt x="588892" y="56820"/>
                </a:lnTo>
                <a:lnTo>
                  <a:pt x="588892" y="206215"/>
                </a:lnTo>
                <a:lnTo>
                  <a:pt x="614346" y="206215"/>
                </a:lnTo>
                <a:lnTo>
                  <a:pt x="614346" y="128002"/>
                </a:lnTo>
                <a:lnTo>
                  <a:pt x="614614" y="120147"/>
                </a:lnTo>
                <a:lnTo>
                  <a:pt x="632518" y="81299"/>
                </a:lnTo>
                <a:lnTo>
                  <a:pt x="637502" y="79608"/>
                </a:lnTo>
                <a:lnTo>
                  <a:pt x="663783" y="79608"/>
                </a:lnTo>
                <a:lnTo>
                  <a:pt x="611809" y="79489"/>
                </a:lnTo>
                <a:lnTo>
                  <a:pt x="611809" y="56820"/>
                </a:lnTo>
                <a:close/>
              </a:path>
              <a:path w="670560" h="210185">
                <a:moveTo>
                  <a:pt x="663783" y="79608"/>
                </a:moveTo>
                <a:lnTo>
                  <a:pt x="649288" y="79608"/>
                </a:lnTo>
                <a:lnTo>
                  <a:pt x="655525" y="81447"/>
                </a:lnTo>
                <a:lnTo>
                  <a:pt x="661732" y="85097"/>
                </a:lnTo>
                <a:lnTo>
                  <a:pt x="663783" y="79608"/>
                </a:lnTo>
                <a:close/>
              </a:path>
              <a:path w="670560" h="210185">
                <a:moveTo>
                  <a:pt x="644335" y="53467"/>
                </a:moveTo>
                <a:lnTo>
                  <a:pt x="638397" y="53467"/>
                </a:lnTo>
                <a:lnTo>
                  <a:pt x="632966" y="55158"/>
                </a:lnTo>
                <a:lnTo>
                  <a:pt x="611809" y="79489"/>
                </a:lnTo>
                <a:lnTo>
                  <a:pt x="663828" y="79489"/>
                </a:lnTo>
                <a:lnTo>
                  <a:pt x="670505" y="61627"/>
                </a:lnTo>
                <a:lnTo>
                  <a:pt x="663885" y="58049"/>
                </a:lnTo>
                <a:lnTo>
                  <a:pt x="657319" y="55500"/>
                </a:lnTo>
                <a:lnTo>
                  <a:pt x="650803" y="53974"/>
                </a:lnTo>
                <a:lnTo>
                  <a:pt x="644335" y="5346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57" name="object 57"/>
          <p:cNvGrpSpPr/>
          <p:nvPr/>
        </p:nvGrpSpPr>
        <p:grpSpPr>
          <a:xfrm>
            <a:off x="1520158" y="2065964"/>
            <a:ext cx="425450" cy="658495"/>
            <a:chOff x="1520158" y="2065964"/>
            <a:chExt cx="425450" cy="658495"/>
          </a:xfrm>
        </p:grpSpPr>
        <p:sp>
          <p:nvSpPr>
            <p:cNvPr id="58" name="object 58"/>
            <p:cNvSpPr/>
            <p:nvPr/>
          </p:nvSpPr>
          <p:spPr>
            <a:xfrm>
              <a:off x="1752044" y="2292750"/>
              <a:ext cx="193675" cy="226060"/>
            </a:xfrm>
            <a:custGeom>
              <a:avLst/>
              <a:gdLst/>
              <a:ahLst/>
              <a:cxnLst/>
              <a:rect l="l" t="t" r="r" b="b"/>
              <a:pathLst>
                <a:path w="193675" h="226060">
                  <a:moveTo>
                    <a:pt x="103308" y="0"/>
                  </a:moveTo>
                  <a:lnTo>
                    <a:pt x="62586" y="7417"/>
                  </a:lnTo>
                  <a:lnTo>
                    <a:pt x="28886" y="29386"/>
                  </a:lnTo>
                  <a:lnTo>
                    <a:pt x="7347" y="64942"/>
                  </a:lnTo>
                  <a:lnTo>
                    <a:pt x="0" y="111172"/>
                  </a:lnTo>
                  <a:lnTo>
                    <a:pt x="723" y="126554"/>
                  </a:lnTo>
                  <a:lnTo>
                    <a:pt x="11569" y="169663"/>
                  </a:lnTo>
                  <a:lnTo>
                    <a:pt x="34887" y="203279"/>
                  </a:lnTo>
                  <a:lnTo>
                    <a:pt x="70779" y="222043"/>
                  </a:lnTo>
                  <a:lnTo>
                    <a:pt x="102867" y="225642"/>
                  </a:lnTo>
                  <a:lnTo>
                    <a:pt x="119292" y="224471"/>
                  </a:lnTo>
                  <a:lnTo>
                    <a:pt x="160714" y="206961"/>
                  </a:lnTo>
                  <a:lnTo>
                    <a:pt x="187996" y="169433"/>
                  </a:lnTo>
                  <a:lnTo>
                    <a:pt x="193463" y="152709"/>
                  </a:lnTo>
                  <a:lnTo>
                    <a:pt x="164493" y="145425"/>
                  </a:lnTo>
                  <a:lnTo>
                    <a:pt x="160833" y="158334"/>
                  </a:lnTo>
                  <a:lnTo>
                    <a:pt x="155806" y="169557"/>
                  </a:lnTo>
                  <a:lnTo>
                    <a:pt x="122934" y="197429"/>
                  </a:lnTo>
                  <a:lnTo>
                    <a:pt x="100474" y="200933"/>
                  </a:lnTo>
                  <a:lnTo>
                    <a:pt x="90642" y="200291"/>
                  </a:lnTo>
                  <a:lnTo>
                    <a:pt x="55273" y="184875"/>
                  </a:lnTo>
                  <a:lnTo>
                    <a:pt x="34439" y="148790"/>
                  </a:lnTo>
                  <a:lnTo>
                    <a:pt x="29842" y="111015"/>
                  </a:lnTo>
                  <a:lnTo>
                    <a:pt x="30273" y="100308"/>
                  </a:lnTo>
                  <a:lnTo>
                    <a:pt x="40782" y="59497"/>
                  </a:lnTo>
                  <a:lnTo>
                    <a:pt x="69524" y="31490"/>
                  </a:lnTo>
                  <a:lnTo>
                    <a:pt x="102710" y="24708"/>
                  </a:lnTo>
                  <a:lnTo>
                    <a:pt x="113207" y="25386"/>
                  </a:lnTo>
                  <a:lnTo>
                    <a:pt x="151893" y="49680"/>
                  </a:lnTo>
                  <a:lnTo>
                    <a:pt x="161218" y="70263"/>
                  </a:lnTo>
                  <a:lnTo>
                    <a:pt x="189748" y="63545"/>
                  </a:lnTo>
                  <a:lnTo>
                    <a:pt x="168886" y="25854"/>
                  </a:lnTo>
                  <a:lnTo>
                    <a:pt x="133534" y="4167"/>
                  </a:lnTo>
                  <a:lnTo>
                    <a:pt x="119072" y="1041"/>
                  </a:lnTo>
                  <a:lnTo>
                    <a:pt x="1033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1529590" y="2075397"/>
              <a:ext cx="212725" cy="639445"/>
            </a:xfrm>
            <a:custGeom>
              <a:avLst/>
              <a:gdLst/>
              <a:ahLst/>
              <a:cxnLst/>
              <a:rect l="l" t="t" r="r" b="b"/>
              <a:pathLst>
                <a:path w="212725" h="639444">
                  <a:moveTo>
                    <a:pt x="212326" y="211670"/>
                  </a:moveTo>
                  <a:lnTo>
                    <a:pt x="0" y="0"/>
                  </a:lnTo>
                </a:path>
                <a:path w="212725" h="639444">
                  <a:moveTo>
                    <a:pt x="198993" y="440955"/>
                  </a:moveTo>
                  <a:lnTo>
                    <a:pt x="0" y="639345"/>
                  </a:lnTo>
                </a:path>
              </a:pathLst>
            </a:custGeom>
            <a:ln w="1886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60" name="object 60"/>
          <p:cNvGrpSpPr/>
          <p:nvPr/>
        </p:nvGrpSpPr>
        <p:grpSpPr>
          <a:xfrm>
            <a:off x="2205487" y="2065964"/>
            <a:ext cx="428625" cy="658495"/>
            <a:chOff x="2205487" y="2065964"/>
            <a:chExt cx="428625" cy="658495"/>
          </a:xfrm>
        </p:grpSpPr>
        <p:sp>
          <p:nvSpPr>
            <p:cNvPr id="61" name="object 61"/>
            <p:cNvSpPr/>
            <p:nvPr/>
          </p:nvSpPr>
          <p:spPr>
            <a:xfrm>
              <a:off x="2205487" y="2292750"/>
              <a:ext cx="193675" cy="226060"/>
            </a:xfrm>
            <a:custGeom>
              <a:avLst/>
              <a:gdLst/>
              <a:ahLst/>
              <a:cxnLst/>
              <a:rect l="l" t="t" r="r" b="b"/>
              <a:pathLst>
                <a:path w="193675" h="226060">
                  <a:moveTo>
                    <a:pt x="103318" y="0"/>
                  </a:moveTo>
                  <a:lnTo>
                    <a:pt x="62595" y="7417"/>
                  </a:lnTo>
                  <a:lnTo>
                    <a:pt x="28895" y="29386"/>
                  </a:lnTo>
                  <a:lnTo>
                    <a:pt x="7359" y="64942"/>
                  </a:lnTo>
                  <a:lnTo>
                    <a:pt x="0" y="111172"/>
                  </a:lnTo>
                  <a:lnTo>
                    <a:pt x="725" y="126554"/>
                  </a:lnTo>
                  <a:lnTo>
                    <a:pt x="11588" y="169663"/>
                  </a:lnTo>
                  <a:lnTo>
                    <a:pt x="34898" y="203279"/>
                  </a:lnTo>
                  <a:lnTo>
                    <a:pt x="70789" y="222043"/>
                  </a:lnTo>
                  <a:lnTo>
                    <a:pt x="102877" y="225642"/>
                  </a:lnTo>
                  <a:lnTo>
                    <a:pt x="119302" y="224471"/>
                  </a:lnTo>
                  <a:lnTo>
                    <a:pt x="160723" y="206961"/>
                  </a:lnTo>
                  <a:lnTo>
                    <a:pt x="188006" y="169433"/>
                  </a:lnTo>
                  <a:lnTo>
                    <a:pt x="193473" y="152709"/>
                  </a:lnTo>
                  <a:lnTo>
                    <a:pt x="164502" y="145425"/>
                  </a:lnTo>
                  <a:lnTo>
                    <a:pt x="160842" y="158334"/>
                  </a:lnTo>
                  <a:lnTo>
                    <a:pt x="155815" y="169557"/>
                  </a:lnTo>
                  <a:lnTo>
                    <a:pt x="122944" y="197429"/>
                  </a:lnTo>
                  <a:lnTo>
                    <a:pt x="100483" y="200933"/>
                  </a:lnTo>
                  <a:lnTo>
                    <a:pt x="90652" y="200291"/>
                  </a:lnTo>
                  <a:lnTo>
                    <a:pt x="55282" y="184875"/>
                  </a:lnTo>
                  <a:lnTo>
                    <a:pt x="34448" y="148790"/>
                  </a:lnTo>
                  <a:lnTo>
                    <a:pt x="29852" y="111015"/>
                  </a:lnTo>
                  <a:lnTo>
                    <a:pt x="30282" y="100308"/>
                  </a:lnTo>
                  <a:lnTo>
                    <a:pt x="40791" y="59497"/>
                  </a:lnTo>
                  <a:lnTo>
                    <a:pt x="69534" y="31490"/>
                  </a:lnTo>
                  <a:lnTo>
                    <a:pt x="102719" y="24708"/>
                  </a:lnTo>
                  <a:lnTo>
                    <a:pt x="113217" y="25386"/>
                  </a:lnTo>
                  <a:lnTo>
                    <a:pt x="151902" y="49680"/>
                  </a:lnTo>
                  <a:lnTo>
                    <a:pt x="161227" y="70263"/>
                  </a:lnTo>
                  <a:lnTo>
                    <a:pt x="189757" y="63545"/>
                  </a:lnTo>
                  <a:lnTo>
                    <a:pt x="168896" y="25854"/>
                  </a:lnTo>
                  <a:lnTo>
                    <a:pt x="133544" y="4167"/>
                  </a:lnTo>
                  <a:lnTo>
                    <a:pt x="119082" y="1041"/>
                  </a:lnTo>
                  <a:lnTo>
                    <a:pt x="10331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2" name="object 62"/>
            <p:cNvSpPr/>
            <p:nvPr/>
          </p:nvSpPr>
          <p:spPr>
            <a:xfrm>
              <a:off x="2415776" y="2075397"/>
              <a:ext cx="208915" cy="639445"/>
            </a:xfrm>
            <a:custGeom>
              <a:avLst/>
              <a:gdLst/>
              <a:ahLst/>
              <a:cxnLst/>
              <a:rect l="l" t="t" r="r" b="b"/>
              <a:pathLst>
                <a:path w="208914" h="639444">
                  <a:moveTo>
                    <a:pt x="0" y="207903"/>
                  </a:moveTo>
                  <a:lnTo>
                    <a:pt x="208556" y="0"/>
                  </a:lnTo>
                </a:path>
                <a:path w="208914" h="639444">
                  <a:moveTo>
                    <a:pt x="11430" y="442838"/>
                  </a:moveTo>
                  <a:lnTo>
                    <a:pt x="208556" y="639345"/>
                  </a:lnTo>
                </a:path>
              </a:pathLst>
            </a:custGeom>
            <a:ln w="1886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3" name="object 63"/>
          <p:cNvSpPr/>
          <p:nvPr/>
        </p:nvSpPr>
        <p:spPr>
          <a:xfrm>
            <a:off x="1998851" y="2385651"/>
            <a:ext cx="153035" cy="19050"/>
          </a:xfrm>
          <a:custGeom>
            <a:avLst/>
            <a:gdLst/>
            <a:ahLst/>
            <a:cxnLst/>
            <a:rect l="l" t="t" r="r" b="b"/>
            <a:pathLst>
              <a:path w="153035" h="19050">
                <a:moveTo>
                  <a:pt x="152410" y="0"/>
                </a:moveTo>
                <a:lnTo>
                  <a:pt x="0" y="0"/>
                </a:lnTo>
                <a:lnTo>
                  <a:pt x="0" y="18837"/>
                </a:lnTo>
                <a:lnTo>
                  <a:pt x="152410" y="18837"/>
                </a:lnTo>
                <a:lnTo>
                  <a:pt x="1524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4" name="object 64"/>
          <p:cNvSpPr/>
          <p:nvPr/>
        </p:nvSpPr>
        <p:spPr>
          <a:xfrm>
            <a:off x="1998851" y="2304273"/>
            <a:ext cx="153035" cy="19050"/>
          </a:xfrm>
          <a:custGeom>
            <a:avLst/>
            <a:gdLst/>
            <a:ahLst/>
            <a:cxnLst/>
            <a:rect l="l" t="t" r="r" b="b"/>
            <a:pathLst>
              <a:path w="153035" h="19050">
                <a:moveTo>
                  <a:pt x="152410" y="0"/>
                </a:moveTo>
                <a:lnTo>
                  <a:pt x="0" y="0"/>
                </a:lnTo>
                <a:lnTo>
                  <a:pt x="0" y="18837"/>
                </a:lnTo>
                <a:lnTo>
                  <a:pt x="152410" y="18837"/>
                </a:lnTo>
                <a:lnTo>
                  <a:pt x="1524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65" name="object 65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3172476" y="2092853"/>
            <a:ext cx="166423" cy="218201"/>
          </a:xfrm>
          <a:prstGeom prst="rect">
            <a:avLst/>
          </a:prstGeom>
        </p:spPr>
      </p:pic>
      <p:pic>
        <p:nvPicPr>
          <p:cNvPr id="66" name="object 66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3603666" y="2092853"/>
            <a:ext cx="203487" cy="218201"/>
          </a:xfrm>
          <a:prstGeom prst="rect">
            <a:avLst/>
          </a:prstGeom>
        </p:spPr>
      </p:pic>
      <p:sp>
        <p:nvSpPr>
          <p:cNvPr id="67" name="object 67"/>
          <p:cNvSpPr/>
          <p:nvPr/>
        </p:nvSpPr>
        <p:spPr>
          <a:xfrm>
            <a:off x="3393377" y="2192566"/>
            <a:ext cx="160020" cy="19050"/>
          </a:xfrm>
          <a:custGeom>
            <a:avLst/>
            <a:gdLst/>
            <a:ahLst/>
            <a:cxnLst/>
            <a:rect l="l" t="t" r="r" b="b"/>
            <a:pathLst>
              <a:path w="160020" h="19050">
                <a:moveTo>
                  <a:pt x="159968" y="0"/>
                </a:moveTo>
                <a:lnTo>
                  <a:pt x="0" y="0"/>
                </a:lnTo>
                <a:lnTo>
                  <a:pt x="0" y="18837"/>
                </a:lnTo>
                <a:lnTo>
                  <a:pt x="159968" y="18837"/>
                </a:lnTo>
                <a:lnTo>
                  <a:pt x="15996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68" name="object 68"/>
          <p:cNvGrpSpPr/>
          <p:nvPr/>
        </p:nvGrpSpPr>
        <p:grpSpPr>
          <a:xfrm>
            <a:off x="2913000" y="2388443"/>
            <a:ext cx="1136015" cy="104139"/>
            <a:chOff x="2913000" y="2388443"/>
            <a:chExt cx="1136015" cy="104139"/>
          </a:xfrm>
        </p:grpSpPr>
        <p:sp>
          <p:nvSpPr>
            <p:cNvPr id="69" name="object 69"/>
            <p:cNvSpPr/>
            <p:nvPr/>
          </p:nvSpPr>
          <p:spPr>
            <a:xfrm>
              <a:off x="2913000" y="2432744"/>
              <a:ext cx="972185" cy="19050"/>
            </a:xfrm>
            <a:custGeom>
              <a:avLst/>
              <a:gdLst/>
              <a:ahLst/>
              <a:cxnLst/>
              <a:rect l="l" t="t" r="r" b="b"/>
              <a:pathLst>
                <a:path w="972185" h="19050">
                  <a:moveTo>
                    <a:pt x="972090" y="0"/>
                  </a:moveTo>
                  <a:lnTo>
                    <a:pt x="0" y="0"/>
                  </a:lnTo>
                  <a:lnTo>
                    <a:pt x="0" y="18837"/>
                  </a:lnTo>
                  <a:lnTo>
                    <a:pt x="972090" y="18837"/>
                  </a:lnTo>
                  <a:lnTo>
                    <a:pt x="97209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0" name="object 70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3855495" y="2388443"/>
              <a:ext cx="193337" cy="103672"/>
            </a:xfrm>
            <a:prstGeom prst="rect">
              <a:avLst/>
            </a:prstGeom>
          </p:spPr>
        </p:pic>
      </p:grpSp>
      <p:grpSp>
        <p:nvGrpSpPr>
          <p:cNvPr id="71" name="object 71"/>
          <p:cNvGrpSpPr/>
          <p:nvPr/>
        </p:nvGrpSpPr>
        <p:grpSpPr>
          <a:xfrm>
            <a:off x="3183057" y="1723826"/>
            <a:ext cx="309880" cy="222250"/>
            <a:chOff x="3183057" y="1723826"/>
            <a:chExt cx="309880" cy="222250"/>
          </a:xfrm>
        </p:grpSpPr>
        <p:pic>
          <p:nvPicPr>
            <p:cNvPr id="72" name="object 72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183057" y="1723826"/>
              <a:ext cx="136571" cy="222219"/>
            </a:xfrm>
            <a:prstGeom prst="rect">
              <a:avLst/>
            </a:prstGeom>
          </p:spPr>
        </p:pic>
        <p:pic>
          <p:nvPicPr>
            <p:cNvPr id="73" name="object 73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3339750" y="1749570"/>
              <a:ext cx="153008" cy="152552"/>
            </a:xfrm>
            <a:prstGeom prst="rect">
              <a:avLst/>
            </a:prstGeom>
          </p:spPr>
        </p:pic>
      </p:grpSp>
      <p:grpSp>
        <p:nvGrpSpPr>
          <p:cNvPr id="74" name="object 74"/>
          <p:cNvGrpSpPr/>
          <p:nvPr/>
        </p:nvGrpSpPr>
        <p:grpSpPr>
          <a:xfrm>
            <a:off x="3631786" y="1700279"/>
            <a:ext cx="243840" cy="222250"/>
            <a:chOff x="3631786" y="1700279"/>
            <a:chExt cx="243840" cy="222250"/>
          </a:xfrm>
        </p:grpSpPr>
        <p:pic>
          <p:nvPicPr>
            <p:cNvPr id="75" name="object 75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3631786" y="1700279"/>
              <a:ext cx="136571" cy="222219"/>
            </a:xfrm>
            <a:prstGeom prst="rect">
              <a:avLst/>
            </a:prstGeom>
          </p:spPr>
        </p:pic>
        <p:sp>
          <p:nvSpPr>
            <p:cNvPr id="76" name="object 76"/>
            <p:cNvSpPr/>
            <p:nvPr/>
          </p:nvSpPr>
          <p:spPr>
            <a:xfrm>
              <a:off x="3792951" y="1809973"/>
              <a:ext cx="82550" cy="41910"/>
            </a:xfrm>
            <a:custGeom>
              <a:avLst/>
              <a:gdLst/>
              <a:ahLst/>
              <a:cxnLst/>
              <a:rect l="l" t="t" r="r" b="b"/>
              <a:pathLst>
                <a:path w="82550" h="41910">
                  <a:moveTo>
                    <a:pt x="82402" y="0"/>
                  </a:moveTo>
                  <a:lnTo>
                    <a:pt x="0" y="0"/>
                  </a:lnTo>
                  <a:lnTo>
                    <a:pt x="0" y="41822"/>
                  </a:lnTo>
                  <a:lnTo>
                    <a:pt x="82402" y="41822"/>
                  </a:lnTo>
                  <a:lnTo>
                    <a:pt x="82402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77" name="object 77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4370726" y="2047894"/>
            <a:ext cx="166423" cy="218201"/>
          </a:xfrm>
          <a:prstGeom prst="rect">
            <a:avLst/>
          </a:prstGeom>
        </p:spPr>
      </p:pic>
      <p:grpSp>
        <p:nvGrpSpPr>
          <p:cNvPr id="78" name="object 78"/>
          <p:cNvGrpSpPr/>
          <p:nvPr/>
        </p:nvGrpSpPr>
        <p:grpSpPr>
          <a:xfrm>
            <a:off x="2661890" y="3027689"/>
            <a:ext cx="638810" cy="399415"/>
            <a:chOff x="2661890" y="3027689"/>
            <a:chExt cx="638810" cy="399415"/>
          </a:xfrm>
        </p:grpSpPr>
        <p:pic>
          <p:nvPicPr>
            <p:cNvPr id="79" name="object 79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2834559" y="3194377"/>
              <a:ext cx="98342" cy="123030"/>
            </a:xfrm>
            <a:prstGeom prst="rect">
              <a:avLst/>
            </a:prstGeom>
          </p:spPr>
        </p:pic>
        <p:sp>
          <p:nvSpPr>
            <p:cNvPr id="80" name="object 80"/>
            <p:cNvSpPr/>
            <p:nvPr/>
          </p:nvSpPr>
          <p:spPr>
            <a:xfrm>
              <a:off x="2671316" y="3037115"/>
              <a:ext cx="619760" cy="381000"/>
            </a:xfrm>
            <a:custGeom>
              <a:avLst/>
              <a:gdLst/>
              <a:ahLst/>
              <a:cxnLst/>
              <a:rect l="l" t="t" r="r" b="b"/>
              <a:pathLst>
                <a:path w="619760" h="381000">
                  <a:moveTo>
                    <a:pt x="0" y="380559"/>
                  </a:moveTo>
                  <a:lnTo>
                    <a:pt x="0" y="230024"/>
                  </a:lnTo>
                  <a:lnTo>
                    <a:pt x="0" y="113025"/>
                  </a:lnTo>
                  <a:lnTo>
                    <a:pt x="8914" y="69046"/>
                  </a:lnTo>
                  <a:lnTo>
                    <a:pt x="33217" y="33118"/>
                  </a:lnTo>
                  <a:lnTo>
                    <a:pt x="69253" y="8887"/>
                  </a:lnTo>
                  <a:lnTo>
                    <a:pt x="113363" y="0"/>
                  </a:lnTo>
                  <a:lnTo>
                    <a:pt x="331577" y="0"/>
                  </a:lnTo>
                  <a:lnTo>
                    <a:pt x="619580" y="0"/>
                  </a:lnTo>
                </a:path>
              </a:pathLst>
            </a:custGeom>
            <a:ln w="1885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1" name="object 8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316860" y="278129"/>
            <a:ext cx="755332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175635" algn="l"/>
              </a:tabLst>
            </a:pPr>
            <a:r>
              <a:rPr spc="-5" dirty="0"/>
              <a:t>Mechanism</a:t>
            </a:r>
            <a:r>
              <a:rPr dirty="0"/>
              <a:t> </a:t>
            </a:r>
            <a:r>
              <a:rPr spc="-5" dirty="0"/>
              <a:t>of	</a:t>
            </a:r>
            <a:r>
              <a:rPr spc="-10" dirty="0"/>
              <a:t>electrophilic</a:t>
            </a:r>
            <a:r>
              <a:rPr spc="-80" dirty="0"/>
              <a:t> </a:t>
            </a:r>
            <a:r>
              <a:rPr spc="-5" dirty="0"/>
              <a:t>addition</a:t>
            </a:r>
            <a:endParaRPr spc="-5" dirty="0"/>
          </a:p>
        </p:txBody>
      </p:sp>
      <p:grpSp>
        <p:nvGrpSpPr>
          <p:cNvPr id="3" name="object 3"/>
          <p:cNvGrpSpPr/>
          <p:nvPr/>
        </p:nvGrpSpPr>
        <p:grpSpPr>
          <a:xfrm>
            <a:off x="520715" y="4691508"/>
            <a:ext cx="678815" cy="128270"/>
            <a:chOff x="520715" y="4691508"/>
            <a:chExt cx="678815" cy="128270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520715" y="4691508"/>
              <a:ext cx="105465" cy="9392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0958" y="4691508"/>
              <a:ext cx="105460" cy="9392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2298" y="4691508"/>
              <a:ext cx="92960" cy="91805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02322" y="4691508"/>
              <a:ext cx="171379" cy="1282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94442" y="4693630"/>
              <a:ext cx="104829" cy="126122"/>
            </a:xfrm>
            <a:prstGeom prst="rect">
              <a:avLst/>
            </a:prstGeom>
          </p:spPr>
        </p:pic>
      </p:grpSp>
      <p:grpSp>
        <p:nvGrpSpPr>
          <p:cNvPr id="9" name="object 9"/>
          <p:cNvGrpSpPr/>
          <p:nvPr/>
        </p:nvGrpSpPr>
        <p:grpSpPr>
          <a:xfrm>
            <a:off x="876892" y="4028526"/>
            <a:ext cx="74295" cy="505459"/>
            <a:chOff x="876892" y="4028526"/>
            <a:chExt cx="74295" cy="505459"/>
          </a:xfrm>
        </p:grpSpPr>
        <p:sp>
          <p:nvSpPr>
            <p:cNvPr id="10" name="object 10"/>
            <p:cNvSpPr/>
            <p:nvPr/>
          </p:nvSpPr>
          <p:spPr>
            <a:xfrm>
              <a:off x="908316" y="4120336"/>
              <a:ext cx="13970" cy="414020"/>
            </a:xfrm>
            <a:custGeom>
              <a:avLst/>
              <a:gdLst/>
              <a:ahLst/>
              <a:cxnLst/>
              <a:rect l="l" t="t" r="r" b="b"/>
              <a:pathLst>
                <a:path w="13969" h="414020">
                  <a:moveTo>
                    <a:pt x="13525" y="0"/>
                  </a:moveTo>
                  <a:lnTo>
                    <a:pt x="0" y="0"/>
                  </a:lnTo>
                  <a:lnTo>
                    <a:pt x="0" y="413397"/>
                  </a:lnTo>
                  <a:lnTo>
                    <a:pt x="13525" y="413397"/>
                  </a:lnTo>
                  <a:lnTo>
                    <a:pt x="135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76892" y="4028526"/>
              <a:ext cx="73831" cy="108079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3978021" y="6512305"/>
            <a:ext cx="910590" cy="58419"/>
          </a:xfrm>
          <a:custGeom>
            <a:avLst/>
            <a:gdLst/>
            <a:ahLst/>
            <a:cxnLst/>
            <a:rect l="l" t="t" r="r" b="b"/>
            <a:pathLst>
              <a:path w="910589" h="58420">
                <a:moveTo>
                  <a:pt x="910323" y="29286"/>
                </a:moveTo>
                <a:lnTo>
                  <a:pt x="910120" y="29210"/>
                </a:lnTo>
                <a:lnTo>
                  <a:pt x="909421" y="28930"/>
                </a:lnTo>
                <a:lnTo>
                  <a:pt x="909027" y="28994"/>
                </a:lnTo>
                <a:lnTo>
                  <a:pt x="907859" y="28803"/>
                </a:lnTo>
                <a:lnTo>
                  <a:pt x="903782" y="27876"/>
                </a:lnTo>
                <a:lnTo>
                  <a:pt x="887285" y="24345"/>
                </a:lnTo>
                <a:lnTo>
                  <a:pt x="878090" y="22301"/>
                </a:lnTo>
                <a:lnTo>
                  <a:pt x="866584" y="19913"/>
                </a:lnTo>
                <a:lnTo>
                  <a:pt x="851115" y="16522"/>
                </a:lnTo>
                <a:lnTo>
                  <a:pt x="826566" y="11214"/>
                </a:lnTo>
                <a:lnTo>
                  <a:pt x="804748" y="6578"/>
                </a:lnTo>
                <a:lnTo>
                  <a:pt x="779843" y="1168"/>
                </a:lnTo>
                <a:lnTo>
                  <a:pt x="776516" y="444"/>
                </a:lnTo>
                <a:lnTo>
                  <a:pt x="775741" y="279"/>
                </a:lnTo>
                <a:lnTo>
                  <a:pt x="774153" y="0"/>
                </a:lnTo>
                <a:lnTo>
                  <a:pt x="772807" y="1625"/>
                </a:lnTo>
                <a:lnTo>
                  <a:pt x="773404" y="2324"/>
                </a:lnTo>
                <a:lnTo>
                  <a:pt x="773480" y="2501"/>
                </a:lnTo>
                <a:lnTo>
                  <a:pt x="775512" y="4483"/>
                </a:lnTo>
                <a:lnTo>
                  <a:pt x="778167" y="7429"/>
                </a:lnTo>
                <a:lnTo>
                  <a:pt x="779564" y="7429"/>
                </a:lnTo>
                <a:lnTo>
                  <a:pt x="778217" y="7480"/>
                </a:lnTo>
                <a:lnTo>
                  <a:pt x="778040" y="7480"/>
                </a:lnTo>
                <a:lnTo>
                  <a:pt x="781151" y="11404"/>
                </a:lnTo>
                <a:lnTo>
                  <a:pt x="786777" y="20739"/>
                </a:lnTo>
                <a:lnTo>
                  <a:pt x="786777" y="20599"/>
                </a:lnTo>
                <a:lnTo>
                  <a:pt x="788492" y="24752"/>
                </a:lnTo>
                <a:lnTo>
                  <a:pt x="0" y="24752"/>
                </a:lnTo>
                <a:lnTo>
                  <a:pt x="0" y="35369"/>
                </a:lnTo>
                <a:lnTo>
                  <a:pt x="788327" y="35369"/>
                </a:lnTo>
                <a:lnTo>
                  <a:pt x="786777" y="38900"/>
                </a:lnTo>
                <a:lnTo>
                  <a:pt x="786777" y="38760"/>
                </a:lnTo>
                <a:lnTo>
                  <a:pt x="786688" y="38900"/>
                </a:lnTo>
                <a:lnTo>
                  <a:pt x="781151" y="47523"/>
                </a:lnTo>
                <a:lnTo>
                  <a:pt x="778217" y="50990"/>
                </a:lnTo>
                <a:lnTo>
                  <a:pt x="775512" y="53873"/>
                </a:lnTo>
                <a:lnTo>
                  <a:pt x="773480" y="55676"/>
                </a:lnTo>
                <a:lnTo>
                  <a:pt x="772807" y="56362"/>
                </a:lnTo>
                <a:lnTo>
                  <a:pt x="774153" y="58064"/>
                </a:lnTo>
                <a:lnTo>
                  <a:pt x="775741" y="57797"/>
                </a:lnTo>
                <a:lnTo>
                  <a:pt x="776173" y="57683"/>
                </a:lnTo>
                <a:lnTo>
                  <a:pt x="779983" y="56857"/>
                </a:lnTo>
                <a:lnTo>
                  <a:pt x="779792" y="56857"/>
                </a:lnTo>
                <a:lnTo>
                  <a:pt x="815987" y="49758"/>
                </a:lnTo>
                <a:lnTo>
                  <a:pt x="841794" y="44526"/>
                </a:lnTo>
                <a:lnTo>
                  <a:pt x="866698" y="39598"/>
                </a:lnTo>
                <a:lnTo>
                  <a:pt x="877874" y="37363"/>
                </a:lnTo>
                <a:lnTo>
                  <a:pt x="903566" y="32321"/>
                </a:lnTo>
                <a:lnTo>
                  <a:pt x="903782" y="32308"/>
                </a:lnTo>
                <a:lnTo>
                  <a:pt x="907846" y="31381"/>
                </a:lnTo>
                <a:lnTo>
                  <a:pt x="909053" y="31191"/>
                </a:lnTo>
                <a:lnTo>
                  <a:pt x="909421" y="31254"/>
                </a:lnTo>
                <a:lnTo>
                  <a:pt x="910018" y="31013"/>
                </a:lnTo>
                <a:lnTo>
                  <a:pt x="910323" y="30899"/>
                </a:lnTo>
                <a:lnTo>
                  <a:pt x="910323" y="30721"/>
                </a:lnTo>
                <a:lnTo>
                  <a:pt x="910221" y="30848"/>
                </a:lnTo>
                <a:lnTo>
                  <a:pt x="910323" y="30327"/>
                </a:lnTo>
                <a:lnTo>
                  <a:pt x="910209" y="29324"/>
                </a:lnTo>
                <a:lnTo>
                  <a:pt x="910323" y="29464"/>
                </a:lnTo>
                <a:lnTo>
                  <a:pt x="910323" y="29286"/>
                </a:lnTo>
                <a:close/>
              </a:path>
              <a:path w="910589" h="58420">
                <a:moveTo>
                  <a:pt x="910551" y="30429"/>
                </a:moveTo>
                <a:lnTo>
                  <a:pt x="910412" y="30099"/>
                </a:lnTo>
                <a:lnTo>
                  <a:pt x="910323" y="30721"/>
                </a:lnTo>
                <a:lnTo>
                  <a:pt x="910551" y="30429"/>
                </a:lnTo>
                <a:close/>
              </a:path>
              <a:path w="910589" h="58420">
                <a:moveTo>
                  <a:pt x="910551" y="29756"/>
                </a:moveTo>
                <a:lnTo>
                  <a:pt x="910323" y="29464"/>
                </a:lnTo>
                <a:lnTo>
                  <a:pt x="910412" y="30099"/>
                </a:lnTo>
                <a:lnTo>
                  <a:pt x="910551" y="2975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289425" y="3096420"/>
            <a:ext cx="4492119" cy="3077120"/>
          </a:xfrm>
          <a:prstGeom prst="rect">
            <a:avLst/>
          </a:prstGeom>
        </p:spPr>
      </p:pic>
      <p:grpSp>
        <p:nvGrpSpPr>
          <p:cNvPr id="14" name="object 14"/>
          <p:cNvGrpSpPr/>
          <p:nvPr/>
        </p:nvGrpSpPr>
        <p:grpSpPr>
          <a:xfrm>
            <a:off x="2610031" y="6458404"/>
            <a:ext cx="770890" cy="126364"/>
            <a:chOff x="2610031" y="6458404"/>
            <a:chExt cx="770890" cy="126364"/>
          </a:xfrm>
        </p:grpSpPr>
        <p:pic>
          <p:nvPicPr>
            <p:cNvPr id="15" name="object 1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10031" y="6490532"/>
              <a:ext cx="176992" cy="93825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806637" y="6490532"/>
              <a:ext cx="105280" cy="93825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932433" y="6458404"/>
              <a:ext cx="199965" cy="125954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155393" y="6490532"/>
              <a:ext cx="107084" cy="93825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287726" y="6490532"/>
              <a:ext cx="92881" cy="91796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7226172" y="2008708"/>
            <a:ext cx="4526280" cy="3628390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266700" marR="446405" indent="-228600">
              <a:lnSpc>
                <a:spcPct val="90000"/>
              </a:lnSpc>
              <a:spcBef>
                <a:spcPts val="390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The mechanism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 a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two-step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addition: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first </a:t>
            </a:r>
            <a:r>
              <a:rPr sz="2400" dirty="0">
                <a:latin typeface="Calibri" panose="020F0502020204030204"/>
                <a:cs typeface="Calibri" panose="020F0502020204030204"/>
              </a:rPr>
              <a:t>H</a:t>
            </a:r>
            <a:r>
              <a:rPr sz="2400" baseline="24000" dirty="0">
                <a:latin typeface="Calibri" panose="020F0502020204030204"/>
                <a:cs typeface="Calibri" panose="020F0502020204030204"/>
              </a:rPr>
              <a:t>+</a:t>
            </a:r>
            <a:r>
              <a:rPr sz="2400" spc="7" baseline="24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to form </a:t>
            </a:r>
            <a:r>
              <a:rPr sz="2400" dirty="0">
                <a:latin typeface="Calibri" panose="020F0502020204030204"/>
                <a:cs typeface="Calibri" panose="020F0502020204030204"/>
              </a:rPr>
              <a:t>a 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carbenium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ion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(carbocation) 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intermediate,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followed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by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X</a:t>
            </a:r>
            <a:r>
              <a:rPr sz="2400" baseline="24000" dirty="0">
                <a:latin typeface="Calibri" panose="020F0502020204030204"/>
                <a:cs typeface="Calibri" panose="020F0502020204030204"/>
              </a:rPr>
              <a:t>-</a:t>
            </a:r>
            <a:r>
              <a:rPr sz="2400" spc="254" baseline="24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to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yield</a:t>
            </a:r>
            <a:r>
              <a:rPr lang="zh-CN" sz="2400" dirty="0">
                <a:latin typeface="Calibri" panose="020F0502020204030204"/>
                <a:cs typeface="Calibri" panose="020F0502020204030204"/>
              </a:rPr>
              <a:t>（产出</a:t>
            </a:r>
            <a:r>
              <a:rPr lang="zh-CN" sz="2400" dirty="0">
                <a:latin typeface="Calibri" panose="020F0502020204030204"/>
                <a:cs typeface="Calibri" panose="020F0502020204030204"/>
              </a:rPr>
              <a:t>的）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product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30480" indent="-228600">
              <a:lnSpc>
                <a:spcPts val="2590"/>
              </a:lnSpc>
              <a:spcBef>
                <a:spcPts val="1050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slow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rate-limiting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)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step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 the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first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one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236220" indent="-228600">
              <a:lnSpc>
                <a:spcPct val="90000"/>
              </a:lnSpc>
              <a:spcBef>
                <a:spcPts val="960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Reactivity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can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be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explained by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considering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formation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carbenium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ion.</a:t>
            </a:r>
            <a:endParaRPr sz="24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36384" y="2149620"/>
            <a:ext cx="1003935" cy="401955"/>
            <a:chOff x="936384" y="2149620"/>
            <a:chExt cx="1003935" cy="401955"/>
          </a:xfrm>
        </p:grpSpPr>
        <p:sp>
          <p:nvSpPr>
            <p:cNvPr id="22" name="object 22"/>
            <p:cNvSpPr/>
            <p:nvPr/>
          </p:nvSpPr>
          <p:spPr>
            <a:xfrm>
              <a:off x="1171577" y="2250898"/>
              <a:ext cx="163830" cy="191770"/>
            </a:xfrm>
            <a:custGeom>
              <a:avLst/>
              <a:gdLst/>
              <a:ahLst/>
              <a:cxnLst/>
              <a:rect l="l" t="t" r="r" b="b"/>
              <a:pathLst>
                <a:path w="163830" h="191769">
                  <a:moveTo>
                    <a:pt x="87366" y="0"/>
                  </a:moveTo>
                  <a:lnTo>
                    <a:pt x="42484" y="11176"/>
                  </a:lnTo>
                  <a:lnTo>
                    <a:pt x="11027" y="43932"/>
                  </a:lnTo>
                  <a:lnTo>
                    <a:pt x="0" y="94453"/>
                  </a:lnTo>
                  <a:lnTo>
                    <a:pt x="609" y="107517"/>
                  </a:lnTo>
                  <a:lnTo>
                    <a:pt x="15229" y="155035"/>
                  </a:lnTo>
                  <a:lnTo>
                    <a:pt x="48386" y="184830"/>
                  </a:lnTo>
                  <a:lnTo>
                    <a:pt x="86993" y="191694"/>
                  </a:lnTo>
                  <a:lnTo>
                    <a:pt x="100897" y="190703"/>
                  </a:lnTo>
                  <a:lnTo>
                    <a:pt x="145162" y="166992"/>
                  </a:lnTo>
                  <a:lnTo>
                    <a:pt x="163624" y="129733"/>
                  </a:lnTo>
                  <a:lnTo>
                    <a:pt x="139146" y="123536"/>
                  </a:lnTo>
                  <a:lnTo>
                    <a:pt x="136038" y="134514"/>
                  </a:lnTo>
                  <a:lnTo>
                    <a:pt x="131784" y="144054"/>
                  </a:lnTo>
                  <a:lnTo>
                    <a:pt x="94862" y="169961"/>
                  </a:lnTo>
                  <a:lnTo>
                    <a:pt x="84968" y="170704"/>
                  </a:lnTo>
                  <a:lnTo>
                    <a:pt x="76652" y="170159"/>
                  </a:lnTo>
                  <a:lnTo>
                    <a:pt x="40912" y="151024"/>
                  </a:lnTo>
                  <a:lnTo>
                    <a:pt x="25680" y="105773"/>
                  </a:lnTo>
                  <a:lnTo>
                    <a:pt x="25250" y="94325"/>
                  </a:lnTo>
                  <a:lnTo>
                    <a:pt x="25611" y="85225"/>
                  </a:lnTo>
                  <a:lnTo>
                    <a:pt x="38988" y="43225"/>
                  </a:lnTo>
                  <a:lnTo>
                    <a:pt x="76631" y="21632"/>
                  </a:lnTo>
                  <a:lnTo>
                    <a:pt x="86859" y="20992"/>
                  </a:lnTo>
                  <a:lnTo>
                    <a:pt x="95750" y="21568"/>
                  </a:lnTo>
                  <a:lnTo>
                    <a:pt x="128462" y="42195"/>
                  </a:lnTo>
                  <a:lnTo>
                    <a:pt x="136349" y="59670"/>
                  </a:lnTo>
                  <a:lnTo>
                    <a:pt x="160481" y="53988"/>
                  </a:lnTo>
                  <a:lnTo>
                    <a:pt x="134085" y="14164"/>
                  </a:lnTo>
                  <a:lnTo>
                    <a:pt x="100700" y="885"/>
                  </a:lnTo>
                  <a:lnTo>
                    <a:pt x="8736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3" name="object 23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551246" y="2251538"/>
              <a:ext cx="163624" cy="191700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1372347" y="2269703"/>
              <a:ext cx="141605" cy="68580"/>
            </a:xfrm>
            <a:custGeom>
              <a:avLst/>
              <a:gdLst/>
              <a:ahLst/>
              <a:cxnLst/>
              <a:rect l="l" t="t" r="r" b="b"/>
              <a:pathLst>
                <a:path w="141605" h="68580">
                  <a:moveTo>
                    <a:pt x="0" y="68446"/>
                  </a:moveTo>
                  <a:lnTo>
                    <a:pt x="141033" y="68446"/>
                  </a:lnTo>
                </a:path>
                <a:path w="141605" h="68580">
                  <a:moveTo>
                    <a:pt x="106" y="0"/>
                  </a:moveTo>
                  <a:lnTo>
                    <a:pt x="141140" y="0"/>
                  </a:lnTo>
                </a:path>
              </a:pathLst>
            </a:custGeom>
            <a:ln w="1621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1015319" y="2157618"/>
              <a:ext cx="916940" cy="112395"/>
            </a:xfrm>
            <a:custGeom>
              <a:avLst/>
              <a:gdLst/>
              <a:ahLst/>
              <a:cxnLst/>
              <a:rect l="l" t="t" r="r" b="b"/>
              <a:pathLst>
                <a:path w="916939" h="112394">
                  <a:moveTo>
                    <a:pt x="135028" y="101682"/>
                  </a:moveTo>
                  <a:lnTo>
                    <a:pt x="0" y="0"/>
                  </a:lnTo>
                </a:path>
                <a:path w="916939" h="112394">
                  <a:moveTo>
                    <a:pt x="733193" y="112032"/>
                  </a:moveTo>
                  <a:lnTo>
                    <a:pt x="916608" y="1574"/>
                  </a:lnTo>
                </a:path>
              </a:pathLst>
            </a:custGeom>
            <a:ln w="159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1755731" y="2431115"/>
              <a:ext cx="113664" cy="83185"/>
            </a:xfrm>
            <a:custGeom>
              <a:avLst/>
              <a:gdLst/>
              <a:ahLst/>
              <a:cxnLst/>
              <a:rect l="l" t="t" r="r" b="b"/>
              <a:pathLst>
                <a:path w="113664" h="83185">
                  <a:moveTo>
                    <a:pt x="113069" y="82770"/>
                  </a:moveTo>
                  <a:lnTo>
                    <a:pt x="0" y="0"/>
                  </a:lnTo>
                </a:path>
              </a:pathLst>
            </a:custGeom>
            <a:ln w="373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1746115" y="2419917"/>
              <a:ext cx="151765" cy="130810"/>
            </a:xfrm>
            <a:custGeom>
              <a:avLst/>
              <a:gdLst/>
              <a:ahLst/>
              <a:cxnLst/>
              <a:rect l="l" t="t" r="r" b="b"/>
              <a:pathLst>
                <a:path w="151764" h="130810">
                  <a:moveTo>
                    <a:pt x="9615" y="0"/>
                  </a:moveTo>
                  <a:lnTo>
                    <a:pt x="0" y="12792"/>
                  </a:lnTo>
                  <a:lnTo>
                    <a:pt x="103454" y="130746"/>
                  </a:lnTo>
                  <a:lnTo>
                    <a:pt x="151478" y="66789"/>
                  </a:lnTo>
                  <a:lnTo>
                    <a:pt x="961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961773" y="2414892"/>
              <a:ext cx="168275" cy="97790"/>
            </a:xfrm>
            <a:custGeom>
              <a:avLst/>
              <a:gdLst/>
              <a:ahLst/>
              <a:cxnLst/>
              <a:rect l="l" t="t" r="r" b="b"/>
              <a:pathLst>
                <a:path w="168275" h="97789">
                  <a:moveTo>
                    <a:pt x="0" y="97427"/>
                  </a:moveTo>
                  <a:lnTo>
                    <a:pt x="168089" y="0"/>
                  </a:lnTo>
                </a:path>
              </a:pathLst>
            </a:custGeom>
            <a:ln w="373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936384" y="2403232"/>
              <a:ext cx="202565" cy="148590"/>
            </a:xfrm>
            <a:custGeom>
              <a:avLst/>
              <a:gdLst/>
              <a:ahLst/>
              <a:cxnLst/>
              <a:rect l="l" t="t" r="r" b="b"/>
              <a:pathLst>
                <a:path w="202565" h="148589">
                  <a:moveTo>
                    <a:pt x="194155" y="0"/>
                  </a:moveTo>
                  <a:lnTo>
                    <a:pt x="0" y="79601"/>
                  </a:lnTo>
                  <a:lnTo>
                    <a:pt x="41189" y="148175"/>
                  </a:lnTo>
                  <a:lnTo>
                    <a:pt x="202390" y="13715"/>
                  </a:lnTo>
                  <a:lnTo>
                    <a:pt x="1941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30" name="object 30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205271" y="1544562"/>
            <a:ext cx="147989" cy="185386"/>
          </a:xfrm>
          <a:prstGeom prst="rect">
            <a:avLst/>
          </a:prstGeom>
        </p:spPr>
      </p:pic>
      <p:pic>
        <p:nvPicPr>
          <p:cNvPr id="31" name="object 31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582144" y="1541415"/>
            <a:ext cx="234103" cy="191708"/>
          </a:xfrm>
          <a:prstGeom prst="rect">
            <a:avLst/>
          </a:prstGeom>
        </p:spPr>
      </p:pic>
      <p:sp>
        <p:nvSpPr>
          <p:cNvPr id="32" name="object 32"/>
          <p:cNvSpPr/>
          <p:nvPr/>
        </p:nvSpPr>
        <p:spPr>
          <a:xfrm>
            <a:off x="1398382" y="1637282"/>
            <a:ext cx="139065" cy="0"/>
          </a:xfrm>
          <a:custGeom>
            <a:avLst/>
            <a:gdLst/>
            <a:ahLst/>
            <a:cxnLst/>
            <a:rect l="l" t="t" r="r" b="b"/>
            <a:pathLst>
              <a:path w="139065">
                <a:moveTo>
                  <a:pt x="0" y="0"/>
                </a:moveTo>
                <a:lnTo>
                  <a:pt x="138533" y="0"/>
                </a:lnTo>
              </a:path>
            </a:pathLst>
          </a:custGeom>
          <a:ln w="1600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33" name="object 33"/>
          <p:cNvGrpSpPr/>
          <p:nvPr/>
        </p:nvGrpSpPr>
        <p:grpSpPr>
          <a:xfrm>
            <a:off x="968387" y="1302786"/>
            <a:ext cx="258445" cy="184150"/>
            <a:chOff x="968387" y="1302786"/>
            <a:chExt cx="258445" cy="184150"/>
          </a:xfrm>
        </p:grpSpPr>
        <p:pic>
          <p:nvPicPr>
            <p:cNvPr id="34" name="object 34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68387" y="1302786"/>
              <a:ext cx="110360" cy="183732"/>
            </a:xfrm>
            <a:prstGeom prst="rect">
              <a:avLst/>
            </a:prstGeom>
          </p:spPr>
        </p:pic>
        <p:pic>
          <p:nvPicPr>
            <p:cNvPr id="35" name="object 35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104587" y="1332981"/>
              <a:ext cx="122232" cy="122515"/>
            </a:xfrm>
            <a:prstGeom prst="rect">
              <a:avLst/>
            </a:prstGeom>
          </p:spPr>
        </p:pic>
      </p:grpSp>
      <p:grpSp>
        <p:nvGrpSpPr>
          <p:cNvPr id="36" name="object 36"/>
          <p:cNvGrpSpPr/>
          <p:nvPr/>
        </p:nvGrpSpPr>
        <p:grpSpPr>
          <a:xfrm>
            <a:off x="1854044" y="1296118"/>
            <a:ext cx="200025" cy="184150"/>
            <a:chOff x="1854044" y="1296118"/>
            <a:chExt cx="200025" cy="184150"/>
          </a:xfrm>
        </p:grpSpPr>
        <p:pic>
          <p:nvPicPr>
            <p:cNvPr id="37" name="object 37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854044" y="1296118"/>
              <a:ext cx="110352" cy="183732"/>
            </a:xfrm>
            <a:prstGeom prst="rect">
              <a:avLst/>
            </a:prstGeom>
          </p:spPr>
        </p:pic>
        <p:sp>
          <p:nvSpPr>
            <p:cNvPr id="38" name="object 38"/>
            <p:cNvSpPr/>
            <p:nvPr/>
          </p:nvSpPr>
          <p:spPr>
            <a:xfrm>
              <a:off x="1984055" y="1400280"/>
              <a:ext cx="69850" cy="23495"/>
            </a:xfrm>
            <a:custGeom>
              <a:avLst/>
              <a:gdLst/>
              <a:ahLst/>
              <a:cxnLst/>
              <a:rect l="l" t="t" r="r" b="b"/>
              <a:pathLst>
                <a:path w="69850" h="23494">
                  <a:moveTo>
                    <a:pt x="69828" y="0"/>
                  </a:moveTo>
                  <a:lnTo>
                    <a:pt x="0" y="0"/>
                  </a:lnTo>
                  <a:lnTo>
                    <a:pt x="0" y="22887"/>
                  </a:lnTo>
                  <a:lnTo>
                    <a:pt x="69828" y="22887"/>
                  </a:lnTo>
                  <a:lnTo>
                    <a:pt x="6982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9" name="object 39"/>
          <p:cNvGrpSpPr/>
          <p:nvPr/>
        </p:nvGrpSpPr>
        <p:grpSpPr>
          <a:xfrm>
            <a:off x="1263040" y="1806512"/>
            <a:ext cx="252095" cy="288925"/>
            <a:chOff x="1263040" y="1806512"/>
            <a:chExt cx="252095" cy="288925"/>
          </a:xfrm>
        </p:grpSpPr>
        <p:sp>
          <p:nvSpPr>
            <p:cNvPr id="40" name="object 40"/>
            <p:cNvSpPr/>
            <p:nvPr/>
          </p:nvSpPr>
          <p:spPr>
            <a:xfrm>
              <a:off x="1369714" y="1844706"/>
              <a:ext cx="137795" cy="243204"/>
            </a:xfrm>
            <a:custGeom>
              <a:avLst/>
              <a:gdLst/>
              <a:ahLst/>
              <a:cxnLst/>
              <a:rect l="l" t="t" r="r" b="b"/>
              <a:pathLst>
                <a:path w="137794" h="243205">
                  <a:moveTo>
                    <a:pt x="97106" y="242631"/>
                  </a:moveTo>
                  <a:lnTo>
                    <a:pt x="123849" y="205737"/>
                  </a:lnTo>
                  <a:lnTo>
                    <a:pt x="137220" y="163865"/>
                  </a:lnTo>
                  <a:lnTo>
                    <a:pt x="137220" y="120335"/>
                  </a:lnTo>
                  <a:lnTo>
                    <a:pt x="123849" y="78469"/>
                  </a:lnTo>
                  <a:lnTo>
                    <a:pt x="97106" y="41588"/>
                  </a:lnTo>
                  <a:lnTo>
                    <a:pt x="52515" y="11617"/>
                  </a:lnTo>
                  <a:lnTo>
                    <a:pt x="26812" y="3327"/>
                  </a:lnTo>
                  <a:lnTo>
                    <a:pt x="0" y="0"/>
                  </a:lnTo>
                </a:path>
              </a:pathLst>
            </a:custGeom>
            <a:ln w="160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1" name="object 41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1263040" y="1806512"/>
              <a:ext cx="136011" cy="81657"/>
            </a:xfrm>
            <a:prstGeom prst="rect">
              <a:avLst/>
            </a:prstGeom>
          </p:spPr>
        </p:pic>
      </p:grpSp>
      <p:pic>
        <p:nvPicPr>
          <p:cNvPr id="42" name="object 42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2626706" y="2248850"/>
            <a:ext cx="164916" cy="88289"/>
          </a:xfrm>
          <a:prstGeom prst="rect">
            <a:avLst/>
          </a:prstGeom>
        </p:spPr>
      </p:pic>
      <p:grpSp>
        <p:nvGrpSpPr>
          <p:cNvPr id="43" name="object 43"/>
          <p:cNvGrpSpPr/>
          <p:nvPr/>
        </p:nvGrpSpPr>
        <p:grpSpPr>
          <a:xfrm>
            <a:off x="1425810" y="1163867"/>
            <a:ext cx="366395" cy="290195"/>
            <a:chOff x="1425810" y="1163867"/>
            <a:chExt cx="366395" cy="290195"/>
          </a:xfrm>
        </p:grpSpPr>
        <p:sp>
          <p:nvSpPr>
            <p:cNvPr id="44" name="object 44"/>
            <p:cNvSpPr/>
            <p:nvPr/>
          </p:nvSpPr>
          <p:spPr>
            <a:xfrm>
              <a:off x="1433849" y="1171905"/>
              <a:ext cx="321310" cy="273685"/>
            </a:xfrm>
            <a:custGeom>
              <a:avLst/>
              <a:gdLst/>
              <a:ahLst/>
              <a:cxnLst/>
              <a:rect l="l" t="t" r="r" b="b"/>
              <a:pathLst>
                <a:path w="321310" h="273684">
                  <a:moveTo>
                    <a:pt x="321117" y="176678"/>
                  </a:moveTo>
                  <a:lnTo>
                    <a:pt x="319866" y="133590"/>
                  </a:lnTo>
                  <a:lnTo>
                    <a:pt x="307707" y="93709"/>
                  </a:lnTo>
                  <a:lnTo>
                    <a:pt x="286012" y="58722"/>
                  </a:lnTo>
                  <a:lnTo>
                    <a:pt x="256154" y="30317"/>
                  </a:lnTo>
                  <a:lnTo>
                    <a:pt x="219504" y="10180"/>
                  </a:lnTo>
                  <a:lnTo>
                    <a:pt x="177435" y="0"/>
                  </a:lnTo>
                  <a:lnTo>
                    <a:pt x="134169" y="1247"/>
                  </a:lnTo>
                  <a:lnTo>
                    <a:pt x="94119" y="13357"/>
                  </a:lnTo>
                  <a:lnTo>
                    <a:pt x="58980" y="34962"/>
                  </a:lnTo>
                  <a:lnTo>
                    <a:pt x="30449" y="64693"/>
                  </a:lnTo>
                  <a:lnTo>
                    <a:pt x="10224" y="101182"/>
                  </a:lnTo>
                  <a:lnTo>
                    <a:pt x="0" y="143059"/>
                  </a:lnTo>
                  <a:lnTo>
                    <a:pt x="367" y="178737"/>
                  </a:lnTo>
                  <a:lnTo>
                    <a:pt x="8606" y="213449"/>
                  </a:lnTo>
                  <a:lnTo>
                    <a:pt x="24143" y="245589"/>
                  </a:lnTo>
                  <a:lnTo>
                    <a:pt x="46405" y="273549"/>
                  </a:lnTo>
                </a:path>
              </a:pathLst>
            </a:custGeom>
            <a:ln w="16076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5" name="object 45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1706699" y="1319105"/>
              <a:ext cx="85145" cy="128227"/>
            </a:xfrm>
            <a:prstGeom prst="rect">
              <a:avLst/>
            </a:prstGeom>
          </p:spPr>
        </p:pic>
      </p:grpSp>
      <p:grpSp>
        <p:nvGrpSpPr>
          <p:cNvPr id="46" name="object 46"/>
          <p:cNvGrpSpPr/>
          <p:nvPr/>
        </p:nvGrpSpPr>
        <p:grpSpPr>
          <a:xfrm>
            <a:off x="2823889" y="1826680"/>
            <a:ext cx="502920" cy="804545"/>
            <a:chOff x="2823889" y="1826680"/>
            <a:chExt cx="502920" cy="804545"/>
          </a:xfrm>
        </p:grpSpPr>
        <p:sp>
          <p:nvSpPr>
            <p:cNvPr id="47" name="object 47"/>
            <p:cNvSpPr/>
            <p:nvPr/>
          </p:nvSpPr>
          <p:spPr>
            <a:xfrm>
              <a:off x="3161806" y="2190039"/>
              <a:ext cx="165100" cy="192405"/>
            </a:xfrm>
            <a:custGeom>
              <a:avLst/>
              <a:gdLst/>
              <a:ahLst/>
              <a:cxnLst/>
              <a:rect l="l" t="t" r="r" b="b"/>
              <a:pathLst>
                <a:path w="165100" h="192405">
                  <a:moveTo>
                    <a:pt x="88105" y="0"/>
                  </a:moveTo>
                  <a:lnTo>
                    <a:pt x="42843" y="11232"/>
                  </a:lnTo>
                  <a:lnTo>
                    <a:pt x="11120" y="44075"/>
                  </a:lnTo>
                  <a:lnTo>
                    <a:pt x="0" y="94731"/>
                  </a:lnTo>
                  <a:lnTo>
                    <a:pt x="614" y="107819"/>
                  </a:lnTo>
                  <a:lnTo>
                    <a:pt x="15358" y="155469"/>
                  </a:lnTo>
                  <a:lnTo>
                    <a:pt x="48795" y="185345"/>
                  </a:lnTo>
                  <a:lnTo>
                    <a:pt x="87729" y="192217"/>
                  </a:lnTo>
                  <a:lnTo>
                    <a:pt x="101751" y="191223"/>
                  </a:lnTo>
                  <a:lnTo>
                    <a:pt x="137073" y="176303"/>
                  </a:lnTo>
                  <a:lnTo>
                    <a:pt x="160361" y="144350"/>
                  </a:lnTo>
                  <a:lnTo>
                    <a:pt x="165009" y="130088"/>
                  </a:lnTo>
                  <a:lnTo>
                    <a:pt x="140324" y="123883"/>
                  </a:lnTo>
                  <a:lnTo>
                    <a:pt x="137190" y="134892"/>
                  </a:lnTo>
                  <a:lnTo>
                    <a:pt x="132900" y="144453"/>
                  </a:lnTo>
                  <a:lnTo>
                    <a:pt x="95665" y="170426"/>
                  </a:lnTo>
                  <a:lnTo>
                    <a:pt x="85687" y="171168"/>
                  </a:lnTo>
                  <a:lnTo>
                    <a:pt x="77313" y="170622"/>
                  </a:lnTo>
                  <a:lnTo>
                    <a:pt x="41259" y="151447"/>
                  </a:lnTo>
                  <a:lnTo>
                    <a:pt x="25897" y="106076"/>
                  </a:lnTo>
                  <a:lnTo>
                    <a:pt x="25464" y="94597"/>
                  </a:lnTo>
                  <a:lnTo>
                    <a:pt x="25828" y="85475"/>
                  </a:lnTo>
                  <a:lnTo>
                    <a:pt x="39318" y="43350"/>
                  </a:lnTo>
                  <a:lnTo>
                    <a:pt x="77279" y="21690"/>
                  </a:lnTo>
                  <a:lnTo>
                    <a:pt x="87595" y="21048"/>
                  </a:lnTo>
                  <a:lnTo>
                    <a:pt x="96560" y="21629"/>
                  </a:lnTo>
                  <a:lnTo>
                    <a:pt x="129549" y="42320"/>
                  </a:lnTo>
                  <a:lnTo>
                    <a:pt x="137503" y="59855"/>
                  </a:lnTo>
                  <a:lnTo>
                    <a:pt x="161840" y="54158"/>
                  </a:lnTo>
                  <a:lnTo>
                    <a:pt x="135220" y="14201"/>
                  </a:lnTo>
                  <a:lnTo>
                    <a:pt x="101552" y="887"/>
                  </a:lnTo>
                  <a:lnTo>
                    <a:pt x="8810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8" name="object 48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2823889" y="1826680"/>
              <a:ext cx="149242" cy="185878"/>
            </a:xfrm>
            <a:prstGeom prst="rect">
              <a:avLst/>
            </a:prstGeom>
          </p:spPr>
        </p:pic>
        <p:sp>
          <p:nvSpPr>
            <p:cNvPr id="49" name="object 49"/>
            <p:cNvSpPr/>
            <p:nvPr/>
          </p:nvSpPr>
          <p:spPr>
            <a:xfrm>
              <a:off x="3018581" y="2041283"/>
              <a:ext cx="137160" cy="142875"/>
            </a:xfrm>
            <a:custGeom>
              <a:avLst/>
              <a:gdLst/>
              <a:ahLst/>
              <a:cxnLst/>
              <a:rect l="l" t="t" r="r" b="b"/>
              <a:pathLst>
                <a:path w="137160" h="142875">
                  <a:moveTo>
                    <a:pt x="136939" y="142337"/>
                  </a:moveTo>
                  <a:lnTo>
                    <a:pt x="0" y="0"/>
                  </a:lnTo>
                </a:path>
              </a:pathLst>
            </a:custGeom>
            <a:ln w="16083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0" name="object 50"/>
            <p:cNvSpPr/>
            <p:nvPr/>
          </p:nvSpPr>
          <p:spPr>
            <a:xfrm>
              <a:off x="2897919" y="2343717"/>
              <a:ext cx="222885" cy="156210"/>
            </a:xfrm>
            <a:custGeom>
              <a:avLst/>
              <a:gdLst/>
              <a:ahLst/>
              <a:cxnLst/>
              <a:rect l="l" t="t" r="r" b="b"/>
              <a:pathLst>
                <a:path w="222885" h="156210">
                  <a:moveTo>
                    <a:pt x="39244" y="155881"/>
                  </a:moveTo>
                  <a:lnTo>
                    <a:pt x="0" y="88232"/>
                  </a:lnTo>
                </a:path>
                <a:path w="222885" h="156210">
                  <a:moveTo>
                    <a:pt x="100434" y="109165"/>
                  </a:moveTo>
                  <a:lnTo>
                    <a:pt x="71236" y="58812"/>
                  </a:lnTo>
                </a:path>
                <a:path w="222885" h="156210">
                  <a:moveTo>
                    <a:pt x="161625" y="62449"/>
                  </a:moveTo>
                  <a:lnTo>
                    <a:pt x="142472" y="29419"/>
                  </a:lnTo>
                </a:path>
                <a:path w="222885" h="156210">
                  <a:moveTo>
                    <a:pt x="222815" y="15726"/>
                  </a:moveTo>
                  <a:lnTo>
                    <a:pt x="213709" y="0"/>
                  </a:lnTo>
                </a:path>
              </a:pathLst>
            </a:custGeom>
            <a:ln w="1608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3056993" y="2412960"/>
              <a:ext cx="107950" cy="193040"/>
            </a:xfrm>
            <a:custGeom>
              <a:avLst/>
              <a:gdLst/>
              <a:ahLst/>
              <a:cxnLst/>
              <a:rect l="l" t="t" r="r" b="b"/>
              <a:pathLst>
                <a:path w="107950" h="193039">
                  <a:moveTo>
                    <a:pt x="0" y="192974"/>
                  </a:moveTo>
                  <a:lnTo>
                    <a:pt x="107794" y="0"/>
                  </a:lnTo>
                </a:path>
              </a:pathLst>
            </a:custGeom>
            <a:ln w="375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3017265" y="2404134"/>
              <a:ext cx="159385" cy="226695"/>
            </a:xfrm>
            <a:custGeom>
              <a:avLst/>
              <a:gdLst/>
              <a:ahLst/>
              <a:cxnLst/>
              <a:rect l="l" t="t" r="r" b="b"/>
              <a:pathLst>
                <a:path w="159385" h="226694">
                  <a:moveTo>
                    <a:pt x="145373" y="0"/>
                  </a:moveTo>
                  <a:lnTo>
                    <a:pt x="0" y="186555"/>
                  </a:lnTo>
                  <a:lnTo>
                    <a:pt x="69785" y="226673"/>
                  </a:lnTo>
                  <a:lnTo>
                    <a:pt x="159341" y="8023"/>
                  </a:lnTo>
                  <a:lnTo>
                    <a:pt x="14537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3" name="object 53"/>
          <p:cNvGrpSpPr/>
          <p:nvPr/>
        </p:nvGrpSpPr>
        <p:grpSpPr>
          <a:xfrm>
            <a:off x="3548610" y="1916731"/>
            <a:ext cx="683260" cy="840105"/>
            <a:chOff x="3548610" y="1916731"/>
            <a:chExt cx="683260" cy="840105"/>
          </a:xfrm>
        </p:grpSpPr>
        <p:pic>
          <p:nvPicPr>
            <p:cNvPr id="54" name="object 54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3548610" y="2190039"/>
              <a:ext cx="165009" cy="192217"/>
            </a:xfrm>
            <a:prstGeom prst="rect">
              <a:avLst/>
            </a:prstGeom>
          </p:spPr>
        </p:pic>
        <p:pic>
          <p:nvPicPr>
            <p:cNvPr id="55" name="object 55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3551843" y="2408574"/>
              <a:ext cx="151292" cy="247177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3740848" y="2043099"/>
              <a:ext cx="106045" cy="105410"/>
            </a:xfrm>
            <a:custGeom>
              <a:avLst/>
              <a:gdLst/>
              <a:ahLst/>
              <a:cxnLst/>
              <a:rect l="l" t="t" r="r" b="b"/>
              <a:pathLst>
                <a:path w="106045" h="105410">
                  <a:moveTo>
                    <a:pt x="105651" y="46164"/>
                  </a:moveTo>
                  <a:lnTo>
                    <a:pt x="59283" y="46164"/>
                  </a:lnTo>
                  <a:lnTo>
                    <a:pt x="59283" y="0"/>
                  </a:lnTo>
                  <a:lnTo>
                    <a:pt x="46393" y="0"/>
                  </a:lnTo>
                  <a:lnTo>
                    <a:pt x="46393" y="46164"/>
                  </a:lnTo>
                  <a:lnTo>
                    <a:pt x="0" y="46164"/>
                  </a:lnTo>
                  <a:lnTo>
                    <a:pt x="0" y="59004"/>
                  </a:lnTo>
                  <a:lnTo>
                    <a:pt x="46393" y="59004"/>
                  </a:lnTo>
                  <a:lnTo>
                    <a:pt x="46393" y="105194"/>
                  </a:lnTo>
                  <a:lnTo>
                    <a:pt x="59283" y="105194"/>
                  </a:lnTo>
                  <a:lnTo>
                    <a:pt x="59283" y="59004"/>
                  </a:lnTo>
                  <a:lnTo>
                    <a:pt x="105651" y="59004"/>
                  </a:lnTo>
                  <a:lnTo>
                    <a:pt x="105651" y="461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7" name="object 57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3556893" y="1916731"/>
              <a:ext cx="151265" cy="247177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3764227" y="2202395"/>
              <a:ext cx="85090" cy="48260"/>
            </a:xfrm>
            <a:custGeom>
              <a:avLst/>
              <a:gdLst/>
              <a:ahLst/>
              <a:cxnLst/>
              <a:rect l="l" t="t" r="r" b="b"/>
              <a:pathLst>
                <a:path w="85089" h="48260">
                  <a:moveTo>
                    <a:pt x="74594" y="0"/>
                  </a:moveTo>
                  <a:lnTo>
                    <a:pt x="84506" y="36828"/>
                  </a:lnTo>
                </a:path>
                <a:path w="85089" h="48260">
                  <a:moveTo>
                    <a:pt x="0" y="30275"/>
                  </a:moveTo>
                  <a:lnTo>
                    <a:pt x="4700" y="47740"/>
                  </a:lnTo>
                </a:path>
              </a:pathLst>
            </a:custGeom>
            <a:ln w="1608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3762374" y="2353987"/>
              <a:ext cx="200660" cy="111125"/>
            </a:xfrm>
            <a:custGeom>
              <a:avLst/>
              <a:gdLst/>
              <a:ahLst/>
              <a:cxnLst/>
              <a:rect l="l" t="t" r="r" b="b"/>
              <a:pathLst>
                <a:path w="200660" h="111125">
                  <a:moveTo>
                    <a:pt x="200171" y="110978"/>
                  </a:moveTo>
                  <a:lnTo>
                    <a:pt x="0" y="0"/>
                  </a:lnTo>
                </a:path>
              </a:pathLst>
            </a:custGeom>
            <a:ln w="37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0" name="object 60"/>
            <p:cNvSpPr/>
            <p:nvPr/>
          </p:nvSpPr>
          <p:spPr>
            <a:xfrm>
              <a:off x="3753509" y="2342219"/>
              <a:ext cx="234315" cy="162560"/>
            </a:xfrm>
            <a:custGeom>
              <a:avLst/>
              <a:gdLst/>
              <a:ahLst/>
              <a:cxnLst/>
              <a:rect l="l" t="t" r="r" b="b"/>
              <a:pathLst>
                <a:path w="234314" h="162560">
                  <a:moveTo>
                    <a:pt x="8058" y="0"/>
                  </a:moveTo>
                  <a:lnTo>
                    <a:pt x="0" y="13907"/>
                  </a:lnTo>
                  <a:lnTo>
                    <a:pt x="193724" y="162302"/>
                  </a:lnTo>
                  <a:lnTo>
                    <a:pt x="234016" y="92805"/>
                  </a:lnTo>
                  <a:lnTo>
                    <a:pt x="805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1" name="object 61"/>
            <p:cNvSpPr/>
            <p:nvPr/>
          </p:nvSpPr>
          <p:spPr>
            <a:xfrm>
              <a:off x="3796003" y="2445320"/>
              <a:ext cx="427990" cy="303530"/>
            </a:xfrm>
            <a:custGeom>
              <a:avLst/>
              <a:gdLst/>
              <a:ahLst/>
              <a:cxnLst/>
              <a:rect l="l" t="t" r="r" b="b"/>
              <a:pathLst>
                <a:path w="427989" h="303530">
                  <a:moveTo>
                    <a:pt x="0" y="217750"/>
                  </a:moveTo>
                  <a:lnTo>
                    <a:pt x="35184" y="251862"/>
                  </a:lnTo>
                  <a:lnTo>
                    <a:pt x="75275" y="277530"/>
                  </a:lnTo>
                  <a:lnTo>
                    <a:pt x="118895" y="294636"/>
                  </a:lnTo>
                  <a:lnTo>
                    <a:pt x="164667" y="303059"/>
                  </a:lnTo>
                  <a:lnTo>
                    <a:pt x="211211" y="302678"/>
                  </a:lnTo>
                  <a:lnTo>
                    <a:pt x="257151" y="293375"/>
                  </a:lnTo>
                  <a:lnTo>
                    <a:pt x="301108" y="275028"/>
                  </a:lnTo>
                  <a:lnTo>
                    <a:pt x="341705" y="247519"/>
                  </a:lnTo>
                  <a:lnTo>
                    <a:pt x="373633" y="214886"/>
                  </a:lnTo>
                  <a:lnTo>
                    <a:pt x="398636" y="176843"/>
                  </a:lnTo>
                  <a:lnTo>
                    <a:pt x="416248" y="134860"/>
                  </a:lnTo>
                  <a:lnTo>
                    <a:pt x="426005" y="90411"/>
                  </a:lnTo>
                  <a:lnTo>
                    <a:pt x="427441" y="44967"/>
                  </a:lnTo>
                  <a:lnTo>
                    <a:pt x="420090" y="0"/>
                  </a:lnTo>
                </a:path>
              </a:pathLst>
            </a:custGeom>
            <a:ln w="1578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2" name="object 62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3745679" y="2568497"/>
              <a:ext cx="86253" cy="124003"/>
            </a:xfrm>
            <a:prstGeom prst="rect">
              <a:avLst/>
            </a:prstGeom>
          </p:spPr>
        </p:pic>
      </p:grpSp>
      <p:grpSp>
        <p:nvGrpSpPr>
          <p:cNvPr id="63" name="object 63"/>
          <p:cNvGrpSpPr/>
          <p:nvPr/>
        </p:nvGrpSpPr>
        <p:grpSpPr>
          <a:xfrm>
            <a:off x="4214505" y="2164364"/>
            <a:ext cx="323850" cy="192405"/>
            <a:chOff x="4214505" y="2164364"/>
            <a:chExt cx="323850" cy="192405"/>
          </a:xfrm>
        </p:grpSpPr>
        <p:pic>
          <p:nvPicPr>
            <p:cNvPr id="64" name="object 64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4302073" y="2164364"/>
              <a:ext cx="236111" cy="192217"/>
            </a:xfrm>
            <a:prstGeom prst="rect">
              <a:avLst/>
            </a:prstGeom>
          </p:spPr>
        </p:pic>
        <p:sp>
          <p:nvSpPr>
            <p:cNvPr id="65" name="object 65"/>
            <p:cNvSpPr/>
            <p:nvPr/>
          </p:nvSpPr>
          <p:spPr>
            <a:xfrm>
              <a:off x="4214495" y="2203792"/>
              <a:ext cx="45085" cy="145415"/>
            </a:xfrm>
            <a:custGeom>
              <a:avLst/>
              <a:gdLst/>
              <a:ahLst/>
              <a:cxnLst/>
              <a:rect l="l" t="t" r="r" b="b"/>
              <a:pathLst>
                <a:path w="45085" h="145414">
                  <a:moveTo>
                    <a:pt x="44856" y="122567"/>
                  </a:moveTo>
                  <a:lnTo>
                    <a:pt x="43078" y="113906"/>
                  </a:lnTo>
                  <a:lnTo>
                    <a:pt x="38214" y="106819"/>
                  </a:lnTo>
                  <a:lnTo>
                    <a:pt x="31038" y="102044"/>
                  </a:lnTo>
                  <a:lnTo>
                    <a:pt x="22301" y="100291"/>
                  </a:lnTo>
                  <a:lnTo>
                    <a:pt x="13601" y="102044"/>
                  </a:lnTo>
                  <a:lnTo>
                    <a:pt x="6515" y="106819"/>
                  </a:lnTo>
                  <a:lnTo>
                    <a:pt x="1752" y="113906"/>
                  </a:lnTo>
                  <a:lnTo>
                    <a:pt x="0" y="122567"/>
                  </a:lnTo>
                  <a:lnTo>
                    <a:pt x="1752" y="131241"/>
                  </a:lnTo>
                  <a:lnTo>
                    <a:pt x="6515" y="138328"/>
                  </a:lnTo>
                  <a:lnTo>
                    <a:pt x="13601" y="143103"/>
                  </a:lnTo>
                  <a:lnTo>
                    <a:pt x="22301" y="144856"/>
                  </a:lnTo>
                  <a:lnTo>
                    <a:pt x="31038" y="143103"/>
                  </a:lnTo>
                  <a:lnTo>
                    <a:pt x="38214" y="138328"/>
                  </a:lnTo>
                  <a:lnTo>
                    <a:pt x="43078" y="131241"/>
                  </a:lnTo>
                  <a:lnTo>
                    <a:pt x="44856" y="122567"/>
                  </a:lnTo>
                  <a:close/>
                </a:path>
                <a:path w="45085" h="145414">
                  <a:moveTo>
                    <a:pt x="44856" y="22275"/>
                  </a:moveTo>
                  <a:lnTo>
                    <a:pt x="43078" y="13601"/>
                  </a:lnTo>
                  <a:lnTo>
                    <a:pt x="38214" y="6527"/>
                  </a:lnTo>
                  <a:lnTo>
                    <a:pt x="31038" y="1752"/>
                  </a:lnTo>
                  <a:lnTo>
                    <a:pt x="22301" y="0"/>
                  </a:lnTo>
                  <a:lnTo>
                    <a:pt x="13601" y="1752"/>
                  </a:lnTo>
                  <a:lnTo>
                    <a:pt x="6515" y="6527"/>
                  </a:lnTo>
                  <a:lnTo>
                    <a:pt x="1752" y="13601"/>
                  </a:lnTo>
                  <a:lnTo>
                    <a:pt x="0" y="22275"/>
                  </a:lnTo>
                  <a:lnTo>
                    <a:pt x="1752" y="30949"/>
                  </a:lnTo>
                  <a:lnTo>
                    <a:pt x="6515" y="38036"/>
                  </a:lnTo>
                  <a:lnTo>
                    <a:pt x="13601" y="42811"/>
                  </a:lnTo>
                  <a:lnTo>
                    <a:pt x="22301" y="44551"/>
                  </a:lnTo>
                  <a:lnTo>
                    <a:pt x="31038" y="42811"/>
                  </a:lnTo>
                  <a:lnTo>
                    <a:pt x="38214" y="38036"/>
                  </a:lnTo>
                  <a:lnTo>
                    <a:pt x="43078" y="30949"/>
                  </a:lnTo>
                  <a:lnTo>
                    <a:pt x="44856" y="22275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6" name="object 66"/>
          <p:cNvSpPr/>
          <p:nvPr/>
        </p:nvSpPr>
        <p:spPr>
          <a:xfrm>
            <a:off x="4546780" y="2099293"/>
            <a:ext cx="106045" cy="13335"/>
          </a:xfrm>
          <a:custGeom>
            <a:avLst/>
            <a:gdLst/>
            <a:ahLst/>
            <a:cxnLst/>
            <a:rect l="l" t="t" r="r" b="b"/>
            <a:pathLst>
              <a:path w="106045" h="13335">
                <a:moveTo>
                  <a:pt x="105654" y="0"/>
                </a:moveTo>
                <a:lnTo>
                  <a:pt x="0" y="0"/>
                </a:lnTo>
                <a:lnTo>
                  <a:pt x="0" y="12837"/>
                </a:lnTo>
                <a:lnTo>
                  <a:pt x="105654" y="12837"/>
                </a:lnTo>
                <a:lnTo>
                  <a:pt x="105654" y="0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7" name="object 67"/>
          <p:cNvSpPr/>
          <p:nvPr/>
        </p:nvSpPr>
        <p:spPr>
          <a:xfrm>
            <a:off x="3913388" y="2141844"/>
            <a:ext cx="95250" cy="86995"/>
          </a:xfrm>
          <a:custGeom>
            <a:avLst/>
            <a:gdLst/>
            <a:ahLst/>
            <a:cxnLst/>
            <a:rect l="l" t="t" r="r" b="b"/>
            <a:pathLst>
              <a:path w="95250" h="86994">
                <a:moveTo>
                  <a:pt x="74674" y="0"/>
                </a:moveTo>
                <a:lnTo>
                  <a:pt x="95089" y="75555"/>
                </a:lnTo>
              </a:path>
              <a:path w="95250" h="86994">
                <a:moveTo>
                  <a:pt x="0" y="30275"/>
                </a:moveTo>
                <a:lnTo>
                  <a:pt x="15042" y="86467"/>
                </a:lnTo>
              </a:path>
            </a:pathLst>
          </a:custGeom>
          <a:ln w="16081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68" name="object 68"/>
          <p:cNvGrpSpPr/>
          <p:nvPr/>
        </p:nvGrpSpPr>
        <p:grpSpPr>
          <a:xfrm>
            <a:off x="5623712" y="1970945"/>
            <a:ext cx="429259" cy="706120"/>
            <a:chOff x="5623712" y="1970945"/>
            <a:chExt cx="429259" cy="706120"/>
          </a:xfrm>
        </p:grpSpPr>
        <p:sp>
          <p:nvSpPr>
            <p:cNvPr id="69" name="object 69"/>
            <p:cNvSpPr/>
            <p:nvPr/>
          </p:nvSpPr>
          <p:spPr>
            <a:xfrm>
              <a:off x="5890810" y="2244122"/>
              <a:ext cx="162560" cy="189230"/>
            </a:xfrm>
            <a:custGeom>
              <a:avLst/>
              <a:gdLst/>
              <a:ahLst/>
              <a:cxnLst/>
              <a:rect l="l" t="t" r="r" b="b"/>
              <a:pathLst>
                <a:path w="162560" h="189230">
                  <a:moveTo>
                    <a:pt x="86537" y="0"/>
                  </a:moveTo>
                  <a:lnTo>
                    <a:pt x="42081" y="11033"/>
                  </a:lnTo>
                  <a:lnTo>
                    <a:pt x="10922" y="43292"/>
                  </a:lnTo>
                  <a:lnTo>
                    <a:pt x="0" y="93046"/>
                  </a:lnTo>
                  <a:lnTo>
                    <a:pt x="603" y="105902"/>
                  </a:lnTo>
                  <a:lnTo>
                    <a:pt x="15084" y="152704"/>
                  </a:lnTo>
                  <a:lnTo>
                    <a:pt x="47927" y="182049"/>
                  </a:lnTo>
                  <a:lnTo>
                    <a:pt x="86168" y="188799"/>
                  </a:lnTo>
                  <a:lnTo>
                    <a:pt x="99941" y="187823"/>
                  </a:lnTo>
                  <a:lnTo>
                    <a:pt x="143786" y="164465"/>
                  </a:lnTo>
                  <a:lnTo>
                    <a:pt x="162073" y="127774"/>
                  </a:lnTo>
                  <a:lnTo>
                    <a:pt x="137827" y="121680"/>
                  </a:lnTo>
                  <a:lnTo>
                    <a:pt x="134749" y="132492"/>
                  </a:lnTo>
                  <a:lnTo>
                    <a:pt x="130538" y="141881"/>
                  </a:lnTo>
                  <a:lnTo>
                    <a:pt x="93963" y="167395"/>
                  </a:lnTo>
                  <a:lnTo>
                    <a:pt x="84163" y="168124"/>
                  </a:lnTo>
                  <a:lnTo>
                    <a:pt x="75937" y="167588"/>
                  </a:lnTo>
                  <a:lnTo>
                    <a:pt x="40525" y="148744"/>
                  </a:lnTo>
                  <a:lnTo>
                    <a:pt x="25436" y="104189"/>
                  </a:lnTo>
                  <a:lnTo>
                    <a:pt x="25011" y="92915"/>
                  </a:lnTo>
                  <a:lnTo>
                    <a:pt x="25368" y="83955"/>
                  </a:lnTo>
                  <a:lnTo>
                    <a:pt x="38618" y="42579"/>
                  </a:lnTo>
                  <a:lnTo>
                    <a:pt x="75904" y="21304"/>
                  </a:lnTo>
                  <a:lnTo>
                    <a:pt x="86036" y="20674"/>
                  </a:lnTo>
                  <a:lnTo>
                    <a:pt x="94842" y="21244"/>
                  </a:lnTo>
                  <a:lnTo>
                    <a:pt x="127247" y="41568"/>
                  </a:lnTo>
                  <a:lnTo>
                    <a:pt x="135083" y="58791"/>
                  </a:lnTo>
                  <a:lnTo>
                    <a:pt x="158960" y="53195"/>
                  </a:lnTo>
                  <a:lnTo>
                    <a:pt x="132814" y="13949"/>
                  </a:lnTo>
                  <a:lnTo>
                    <a:pt x="99745" y="871"/>
                  </a:lnTo>
                  <a:lnTo>
                    <a:pt x="8653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0" name="object 70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5628162" y="1970945"/>
              <a:ext cx="146586" cy="182573"/>
            </a:xfrm>
            <a:prstGeom prst="rect">
              <a:avLst/>
            </a:prstGeom>
          </p:spPr>
        </p:pic>
        <p:sp>
          <p:nvSpPr>
            <p:cNvPr id="71" name="object 71"/>
            <p:cNvSpPr/>
            <p:nvPr/>
          </p:nvSpPr>
          <p:spPr>
            <a:xfrm>
              <a:off x="5821633" y="2178973"/>
              <a:ext cx="61594" cy="61594"/>
            </a:xfrm>
            <a:custGeom>
              <a:avLst/>
              <a:gdLst/>
              <a:ahLst/>
              <a:cxnLst/>
              <a:rect l="l" t="t" r="r" b="b"/>
              <a:pathLst>
                <a:path w="61595" h="61594">
                  <a:moveTo>
                    <a:pt x="61288" y="61024"/>
                  </a:moveTo>
                  <a:lnTo>
                    <a:pt x="0" y="0"/>
                  </a:lnTo>
                </a:path>
              </a:pathLst>
            </a:custGeom>
            <a:ln w="15795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2" name="object 72"/>
            <p:cNvSpPr/>
            <p:nvPr/>
          </p:nvSpPr>
          <p:spPr>
            <a:xfrm>
              <a:off x="5631619" y="2395066"/>
              <a:ext cx="219075" cy="153670"/>
            </a:xfrm>
            <a:custGeom>
              <a:avLst/>
              <a:gdLst/>
              <a:ahLst/>
              <a:cxnLst/>
              <a:rect l="l" t="t" r="r" b="b"/>
              <a:pathLst>
                <a:path w="219075" h="153669">
                  <a:moveTo>
                    <a:pt x="38546" y="153098"/>
                  </a:moveTo>
                  <a:lnTo>
                    <a:pt x="0" y="86663"/>
                  </a:lnTo>
                </a:path>
                <a:path w="219075" h="153669">
                  <a:moveTo>
                    <a:pt x="98647" y="107232"/>
                  </a:moveTo>
                  <a:lnTo>
                    <a:pt x="69968" y="57766"/>
                  </a:lnTo>
                </a:path>
                <a:path w="219075" h="153669">
                  <a:moveTo>
                    <a:pt x="158749" y="61339"/>
                  </a:moveTo>
                  <a:lnTo>
                    <a:pt x="139937" y="28896"/>
                  </a:lnTo>
                </a:path>
                <a:path w="219075" h="153669">
                  <a:moveTo>
                    <a:pt x="218850" y="15446"/>
                  </a:moveTo>
                  <a:lnTo>
                    <a:pt x="209906" y="0"/>
                  </a:lnTo>
                </a:path>
              </a:pathLst>
            </a:custGeom>
            <a:ln w="157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3" name="object 73"/>
            <p:cNvSpPr/>
            <p:nvPr/>
          </p:nvSpPr>
          <p:spPr>
            <a:xfrm>
              <a:off x="5787862" y="2463078"/>
              <a:ext cx="106045" cy="189865"/>
            </a:xfrm>
            <a:custGeom>
              <a:avLst/>
              <a:gdLst/>
              <a:ahLst/>
              <a:cxnLst/>
              <a:rect l="l" t="t" r="r" b="b"/>
              <a:pathLst>
                <a:path w="106045" h="189864">
                  <a:moveTo>
                    <a:pt x="0" y="189539"/>
                  </a:moveTo>
                  <a:lnTo>
                    <a:pt x="105876" y="0"/>
                  </a:lnTo>
                </a:path>
              </a:pathLst>
            </a:custGeom>
            <a:ln w="36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4" name="object 74"/>
            <p:cNvSpPr/>
            <p:nvPr/>
          </p:nvSpPr>
          <p:spPr>
            <a:xfrm>
              <a:off x="5748841" y="2454409"/>
              <a:ext cx="156845" cy="222885"/>
            </a:xfrm>
            <a:custGeom>
              <a:avLst/>
              <a:gdLst/>
              <a:ahLst/>
              <a:cxnLst/>
              <a:rect l="l" t="t" r="r" b="b"/>
              <a:pathLst>
                <a:path w="156845" h="222885">
                  <a:moveTo>
                    <a:pt x="142787" y="0"/>
                  </a:moveTo>
                  <a:lnTo>
                    <a:pt x="0" y="183235"/>
                  </a:lnTo>
                  <a:lnTo>
                    <a:pt x="68544" y="222639"/>
                  </a:lnTo>
                  <a:lnTo>
                    <a:pt x="156506" y="7880"/>
                  </a:lnTo>
                  <a:lnTo>
                    <a:pt x="14278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75" name="object 75"/>
          <p:cNvGrpSpPr/>
          <p:nvPr/>
        </p:nvGrpSpPr>
        <p:grpSpPr>
          <a:xfrm>
            <a:off x="6270732" y="1982451"/>
            <a:ext cx="500380" cy="709295"/>
            <a:chOff x="6270732" y="1982451"/>
            <a:chExt cx="500380" cy="709295"/>
          </a:xfrm>
        </p:grpSpPr>
        <p:sp>
          <p:nvSpPr>
            <p:cNvPr id="76" name="object 76"/>
            <p:cNvSpPr/>
            <p:nvPr/>
          </p:nvSpPr>
          <p:spPr>
            <a:xfrm>
              <a:off x="6270732" y="2244122"/>
              <a:ext cx="162560" cy="189230"/>
            </a:xfrm>
            <a:custGeom>
              <a:avLst/>
              <a:gdLst/>
              <a:ahLst/>
              <a:cxnLst/>
              <a:rect l="l" t="t" r="r" b="b"/>
              <a:pathLst>
                <a:path w="162560" h="189230">
                  <a:moveTo>
                    <a:pt x="86590" y="0"/>
                  </a:moveTo>
                  <a:lnTo>
                    <a:pt x="42081" y="11033"/>
                  </a:lnTo>
                  <a:lnTo>
                    <a:pt x="10922" y="43292"/>
                  </a:lnTo>
                  <a:lnTo>
                    <a:pt x="0" y="93046"/>
                  </a:lnTo>
                  <a:lnTo>
                    <a:pt x="603" y="105902"/>
                  </a:lnTo>
                  <a:lnTo>
                    <a:pt x="15084" y="152704"/>
                  </a:lnTo>
                  <a:lnTo>
                    <a:pt x="47907" y="182049"/>
                  </a:lnTo>
                  <a:lnTo>
                    <a:pt x="86062" y="188799"/>
                  </a:lnTo>
                  <a:lnTo>
                    <a:pt x="99918" y="187823"/>
                  </a:lnTo>
                  <a:lnTo>
                    <a:pt x="143756" y="164465"/>
                  </a:lnTo>
                  <a:lnTo>
                    <a:pt x="162047" y="127774"/>
                  </a:lnTo>
                  <a:lnTo>
                    <a:pt x="137774" y="121680"/>
                  </a:lnTo>
                  <a:lnTo>
                    <a:pt x="134769" y="132492"/>
                  </a:lnTo>
                  <a:lnTo>
                    <a:pt x="130552" y="141881"/>
                  </a:lnTo>
                  <a:lnTo>
                    <a:pt x="93957" y="167395"/>
                  </a:lnTo>
                  <a:lnTo>
                    <a:pt x="84216" y="168124"/>
                  </a:lnTo>
                  <a:lnTo>
                    <a:pt x="75900" y="167588"/>
                  </a:lnTo>
                  <a:lnTo>
                    <a:pt x="40525" y="148744"/>
                  </a:lnTo>
                  <a:lnTo>
                    <a:pt x="25436" y="104189"/>
                  </a:lnTo>
                  <a:lnTo>
                    <a:pt x="25011" y="92915"/>
                  </a:lnTo>
                  <a:lnTo>
                    <a:pt x="25368" y="83955"/>
                  </a:lnTo>
                  <a:lnTo>
                    <a:pt x="38618" y="42579"/>
                  </a:lnTo>
                  <a:lnTo>
                    <a:pt x="75971" y="21304"/>
                  </a:lnTo>
                  <a:lnTo>
                    <a:pt x="86062" y="20674"/>
                  </a:lnTo>
                  <a:lnTo>
                    <a:pt x="94814" y="21244"/>
                  </a:lnTo>
                  <a:lnTo>
                    <a:pt x="127287" y="41568"/>
                  </a:lnTo>
                  <a:lnTo>
                    <a:pt x="135136" y="58791"/>
                  </a:lnTo>
                  <a:lnTo>
                    <a:pt x="158881" y="53195"/>
                  </a:lnTo>
                  <a:lnTo>
                    <a:pt x="132761" y="13949"/>
                  </a:lnTo>
                  <a:lnTo>
                    <a:pt x="99741" y="871"/>
                  </a:lnTo>
                  <a:lnTo>
                    <a:pt x="8659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7" name="object 77"/>
            <p:cNvSpPr/>
            <p:nvPr/>
          </p:nvSpPr>
          <p:spPr>
            <a:xfrm>
              <a:off x="6468924" y="2111277"/>
              <a:ext cx="226060" cy="157480"/>
            </a:xfrm>
            <a:custGeom>
              <a:avLst/>
              <a:gdLst/>
              <a:ahLst/>
              <a:cxnLst/>
              <a:rect l="l" t="t" r="r" b="b"/>
              <a:pathLst>
                <a:path w="226059" h="157480">
                  <a:moveTo>
                    <a:pt x="187058" y="0"/>
                  </a:moveTo>
                  <a:lnTo>
                    <a:pt x="225578" y="66514"/>
                  </a:lnTo>
                </a:path>
                <a:path w="226059" h="157480">
                  <a:moveTo>
                    <a:pt x="124529" y="47180"/>
                  </a:moveTo>
                  <a:lnTo>
                    <a:pt x="153287" y="96671"/>
                  </a:lnTo>
                </a:path>
                <a:path w="226059" h="157480">
                  <a:moveTo>
                    <a:pt x="62264" y="94360"/>
                  </a:moveTo>
                  <a:lnTo>
                    <a:pt x="81261" y="126802"/>
                  </a:lnTo>
                </a:path>
                <a:path w="226059" h="157480">
                  <a:moveTo>
                    <a:pt x="0" y="141540"/>
                  </a:moveTo>
                  <a:lnTo>
                    <a:pt x="8970" y="156934"/>
                  </a:lnTo>
                </a:path>
              </a:pathLst>
            </a:custGeom>
            <a:ln w="157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8" name="object 78"/>
            <p:cNvSpPr/>
            <p:nvPr/>
          </p:nvSpPr>
          <p:spPr>
            <a:xfrm>
              <a:off x="6424073" y="2006882"/>
              <a:ext cx="114300" cy="204470"/>
            </a:xfrm>
            <a:custGeom>
              <a:avLst/>
              <a:gdLst/>
              <a:ahLst/>
              <a:cxnLst/>
              <a:rect l="l" t="t" r="r" b="b"/>
              <a:pathLst>
                <a:path w="114300" h="204469">
                  <a:moveTo>
                    <a:pt x="114240" y="0"/>
                  </a:moveTo>
                  <a:lnTo>
                    <a:pt x="0" y="203956"/>
                  </a:lnTo>
                </a:path>
              </a:pathLst>
            </a:custGeom>
            <a:ln w="36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9" name="object 79"/>
            <p:cNvSpPr/>
            <p:nvPr/>
          </p:nvSpPr>
          <p:spPr>
            <a:xfrm>
              <a:off x="6412464" y="1982451"/>
              <a:ext cx="165100" cy="237490"/>
            </a:xfrm>
            <a:custGeom>
              <a:avLst/>
              <a:gdLst/>
              <a:ahLst/>
              <a:cxnLst/>
              <a:rect l="l" t="t" r="r" b="b"/>
              <a:pathLst>
                <a:path w="165100" h="237489">
                  <a:moveTo>
                    <a:pt x="96299" y="0"/>
                  </a:moveTo>
                  <a:lnTo>
                    <a:pt x="0" y="229175"/>
                  </a:lnTo>
                  <a:lnTo>
                    <a:pt x="13455" y="237056"/>
                  </a:lnTo>
                  <a:lnTo>
                    <a:pt x="164632" y="39404"/>
                  </a:lnTo>
                  <a:lnTo>
                    <a:pt x="962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0" name="object 80"/>
            <p:cNvSpPr/>
            <p:nvPr/>
          </p:nvSpPr>
          <p:spPr>
            <a:xfrm>
              <a:off x="6538841" y="2502824"/>
              <a:ext cx="232410" cy="189230"/>
            </a:xfrm>
            <a:custGeom>
              <a:avLst/>
              <a:gdLst/>
              <a:ahLst/>
              <a:cxnLst/>
              <a:rect l="l" t="t" r="r" b="b"/>
              <a:pathLst>
                <a:path w="232409" h="189230">
                  <a:moveTo>
                    <a:pt x="85746" y="0"/>
                  </a:moveTo>
                  <a:lnTo>
                    <a:pt x="36252" y="14185"/>
                  </a:lnTo>
                  <a:lnTo>
                    <a:pt x="5804" y="55521"/>
                  </a:lnTo>
                  <a:lnTo>
                    <a:pt x="0" y="96004"/>
                  </a:lnTo>
                  <a:lnTo>
                    <a:pt x="1442" y="116408"/>
                  </a:lnTo>
                  <a:lnTo>
                    <a:pt x="23481" y="163937"/>
                  </a:lnTo>
                  <a:lnTo>
                    <a:pt x="65962" y="187230"/>
                  </a:lnTo>
                  <a:lnTo>
                    <a:pt x="83371" y="188783"/>
                  </a:lnTo>
                  <a:lnTo>
                    <a:pt x="97528" y="187876"/>
                  </a:lnTo>
                  <a:lnTo>
                    <a:pt x="141032" y="166058"/>
                  </a:lnTo>
                  <a:lnTo>
                    <a:pt x="147564" y="157275"/>
                  </a:lnTo>
                  <a:lnTo>
                    <a:pt x="83107" y="157275"/>
                  </a:lnTo>
                  <a:lnTo>
                    <a:pt x="73510" y="156357"/>
                  </a:lnTo>
                  <a:lnTo>
                    <a:pt x="41158" y="122904"/>
                  </a:lnTo>
                  <a:lnTo>
                    <a:pt x="37992" y="93264"/>
                  </a:lnTo>
                  <a:lnTo>
                    <a:pt x="38783" y="78079"/>
                  </a:lnTo>
                  <a:lnTo>
                    <a:pt x="57482" y="39698"/>
                  </a:lnTo>
                  <a:lnTo>
                    <a:pt x="83899" y="31497"/>
                  </a:lnTo>
                  <a:lnTo>
                    <a:pt x="149653" y="31497"/>
                  </a:lnTo>
                  <a:lnTo>
                    <a:pt x="146255" y="26272"/>
                  </a:lnTo>
                  <a:lnTo>
                    <a:pt x="140360" y="19780"/>
                  </a:lnTo>
                  <a:lnTo>
                    <a:pt x="129081" y="11126"/>
                  </a:lnTo>
                  <a:lnTo>
                    <a:pt x="116219" y="4945"/>
                  </a:lnTo>
                  <a:lnTo>
                    <a:pt x="101774" y="1236"/>
                  </a:lnTo>
                  <a:lnTo>
                    <a:pt x="85746" y="0"/>
                  </a:lnTo>
                  <a:close/>
                </a:path>
                <a:path w="232409" h="189230">
                  <a:moveTo>
                    <a:pt x="123738" y="118546"/>
                  </a:moveTo>
                  <a:lnTo>
                    <a:pt x="102846" y="152021"/>
                  </a:lnTo>
                  <a:lnTo>
                    <a:pt x="83107" y="157275"/>
                  </a:lnTo>
                  <a:lnTo>
                    <a:pt x="147564" y="157275"/>
                  </a:lnTo>
                  <a:lnTo>
                    <a:pt x="148571" y="155920"/>
                  </a:lnTo>
                  <a:lnTo>
                    <a:pt x="154776" y="143859"/>
                  </a:lnTo>
                  <a:lnTo>
                    <a:pt x="159619" y="129876"/>
                  </a:lnTo>
                  <a:lnTo>
                    <a:pt x="123738" y="118546"/>
                  </a:lnTo>
                  <a:close/>
                </a:path>
                <a:path w="232409" h="189230">
                  <a:moveTo>
                    <a:pt x="149653" y="31497"/>
                  </a:moveTo>
                  <a:lnTo>
                    <a:pt x="83899" y="31497"/>
                  </a:lnTo>
                  <a:lnTo>
                    <a:pt x="90969" y="32009"/>
                  </a:lnTo>
                  <a:lnTo>
                    <a:pt x="97519" y="33549"/>
                  </a:lnTo>
                  <a:lnTo>
                    <a:pt x="122419" y="62132"/>
                  </a:lnTo>
                  <a:lnTo>
                    <a:pt x="159092" y="53413"/>
                  </a:lnTo>
                  <a:lnTo>
                    <a:pt x="155571" y="43090"/>
                  </a:lnTo>
                  <a:lnTo>
                    <a:pt x="151309" y="34043"/>
                  </a:lnTo>
                  <a:lnTo>
                    <a:pt x="149653" y="31497"/>
                  </a:lnTo>
                  <a:close/>
                </a:path>
                <a:path w="232409" h="189230">
                  <a:moveTo>
                    <a:pt x="231910" y="3099"/>
                  </a:moveTo>
                  <a:lnTo>
                    <a:pt x="196556" y="3099"/>
                  </a:lnTo>
                  <a:lnTo>
                    <a:pt x="196556" y="185667"/>
                  </a:lnTo>
                  <a:lnTo>
                    <a:pt x="231910" y="185667"/>
                  </a:lnTo>
                  <a:lnTo>
                    <a:pt x="231910" y="3099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1" name="object 81"/>
            <p:cNvSpPr/>
            <p:nvPr/>
          </p:nvSpPr>
          <p:spPr>
            <a:xfrm>
              <a:off x="6457052" y="2433420"/>
              <a:ext cx="71120" cy="71120"/>
            </a:xfrm>
            <a:custGeom>
              <a:avLst/>
              <a:gdLst/>
              <a:ahLst/>
              <a:cxnLst/>
              <a:rect l="l" t="t" r="r" b="b"/>
              <a:pathLst>
                <a:path w="71120" h="71119">
                  <a:moveTo>
                    <a:pt x="0" y="0"/>
                  </a:moveTo>
                  <a:lnTo>
                    <a:pt x="70971" y="70638"/>
                  </a:lnTo>
                </a:path>
              </a:pathLst>
            </a:custGeom>
            <a:ln w="15795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82" name="object 82"/>
          <p:cNvPicPr/>
          <p:nvPr/>
        </p:nvPicPr>
        <p:blipFill>
          <a:blip r:embed="rId29" cstate="print"/>
          <a:stretch>
            <a:fillRect/>
          </a:stretch>
        </p:blipFill>
        <p:spPr>
          <a:xfrm>
            <a:off x="5305868" y="2216511"/>
            <a:ext cx="161982" cy="86719"/>
          </a:xfrm>
          <a:prstGeom prst="rect">
            <a:avLst/>
          </a:prstGeom>
        </p:spPr>
      </p:pic>
      <p:sp>
        <p:nvSpPr>
          <p:cNvPr id="83" name="object 83"/>
          <p:cNvSpPr txBox="1"/>
          <p:nvPr/>
        </p:nvSpPr>
        <p:spPr>
          <a:xfrm>
            <a:off x="2024929" y="1966086"/>
            <a:ext cx="6794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heavy" spc="95" dirty="0">
                <a:solidFill>
                  <a:srgbClr val="FF33CC"/>
                </a:solidFill>
                <a:uFill>
                  <a:solidFill>
                    <a:srgbClr val="0000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r>
              <a:rPr sz="1800" b="1" u="heavy" spc="-10" dirty="0">
                <a:solidFill>
                  <a:srgbClr val="FF33CC"/>
                </a:solidFill>
                <a:uFill>
                  <a:solidFill>
                    <a:srgbClr val="000000"/>
                  </a:solidFill>
                </a:uFill>
                <a:latin typeface="Calibri" panose="020F0502020204030204"/>
                <a:cs typeface="Calibri" panose="020F0502020204030204"/>
              </a:rPr>
              <a:t>Step</a:t>
            </a:r>
            <a:r>
              <a:rPr sz="1800" b="1" u="heavy" spc="-80" dirty="0">
                <a:solidFill>
                  <a:srgbClr val="FF33CC"/>
                </a:solidFill>
                <a:uFill>
                  <a:solidFill>
                    <a:srgbClr val="0000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r>
              <a:rPr sz="1800" b="1" u="heavy" dirty="0">
                <a:solidFill>
                  <a:srgbClr val="FF33CC"/>
                </a:solidFill>
                <a:uFill>
                  <a:solidFill>
                    <a:srgbClr val="000000"/>
                  </a:solidFill>
                </a:uFill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7" name="object 8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  <p:sp>
        <p:nvSpPr>
          <p:cNvPr id="84" name="object 84"/>
          <p:cNvSpPr txBox="1"/>
          <p:nvPr/>
        </p:nvSpPr>
        <p:spPr>
          <a:xfrm>
            <a:off x="3359646" y="1966086"/>
            <a:ext cx="2044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91135" algn="l"/>
              </a:tabLst>
            </a:pPr>
            <a:r>
              <a:rPr sz="1800" b="1" u="heavy" dirty="0">
                <a:solidFill>
                  <a:srgbClr val="FF33CC"/>
                </a:solidFill>
                <a:uFill>
                  <a:solidFill>
                    <a:srgbClr val="000000"/>
                  </a:solidFill>
                </a:uFill>
                <a:latin typeface="Calibri" panose="020F0502020204030204"/>
                <a:cs typeface="Calibri" panose="020F0502020204030204"/>
              </a:rPr>
              <a:t> 	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5" name="object 85"/>
          <p:cNvSpPr txBox="1"/>
          <p:nvPr/>
        </p:nvSpPr>
        <p:spPr>
          <a:xfrm>
            <a:off x="4714573" y="1935607"/>
            <a:ext cx="6521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heavy" spc="-120" dirty="0">
                <a:solidFill>
                  <a:srgbClr val="006FC0"/>
                </a:solidFill>
                <a:uFill>
                  <a:solidFill>
                    <a:srgbClr val="0000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r>
              <a:rPr sz="1800" b="1" u="heavy" spc="-10" dirty="0">
                <a:solidFill>
                  <a:srgbClr val="006FC0"/>
                </a:solidFill>
                <a:uFill>
                  <a:solidFill>
                    <a:srgbClr val="000000"/>
                  </a:solidFill>
                </a:uFill>
                <a:latin typeface="Calibri" panose="020F0502020204030204"/>
                <a:cs typeface="Calibri" panose="020F0502020204030204"/>
              </a:rPr>
              <a:t>Step</a:t>
            </a:r>
            <a:r>
              <a:rPr sz="1800" b="1" u="heavy" spc="-80" dirty="0">
                <a:solidFill>
                  <a:srgbClr val="006FC0"/>
                </a:solidFill>
                <a:uFill>
                  <a:solidFill>
                    <a:srgbClr val="0000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r>
              <a:rPr sz="1800" b="1" u="heavy" dirty="0">
                <a:solidFill>
                  <a:srgbClr val="006FC0"/>
                </a:solidFill>
                <a:uFill>
                  <a:solidFill>
                    <a:srgbClr val="000000"/>
                  </a:solidFill>
                </a:uFill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6" name="object 86"/>
          <p:cNvSpPr txBox="1"/>
          <p:nvPr/>
        </p:nvSpPr>
        <p:spPr>
          <a:xfrm>
            <a:off x="6084904" y="1935607"/>
            <a:ext cx="2019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heavy" dirty="0">
                <a:solidFill>
                  <a:srgbClr val="006FC0"/>
                </a:solidFill>
                <a:uFill>
                  <a:solidFill>
                    <a:srgbClr val="0000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r>
              <a:rPr sz="1800" b="1" u="heavy" spc="165" dirty="0">
                <a:solidFill>
                  <a:srgbClr val="006FC0"/>
                </a:solidFill>
                <a:uFill>
                  <a:solidFill>
                    <a:srgbClr val="0000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84505" y="133985"/>
            <a:ext cx="11407140" cy="991870"/>
          </a:xfrm>
          <a:prstGeom prst="rect">
            <a:avLst/>
          </a:prstGeom>
        </p:spPr>
        <p:txBody>
          <a:bodyPr vert="horz" wrap="square" lIns="0" tIns="12065" rIns="0" bIns="0" rtlCol="0">
            <a:no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Alkenes:</a:t>
            </a:r>
            <a:r>
              <a:rPr spc="-25" dirty="0"/>
              <a:t> </a:t>
            </a:r>
            <a:r>
              <a:rPr spc="-15" dirty="0"/>
              <a:t>orientation</a:t>
            </a:r>
            <a:r>
              <a:rPr lang="zh-CN" spc="-15" dirty="0"/>
              <a:t>（定位，</a:t>
            </a:r>
            <a:r>
              <a:rPr lang="zh-CN" spc="-15" dirty="0"/>
              <a:t>方向）</a:t>
            </a:r>
            <a:r>
              <a:rPr spc="-25" dirty="0"/>
              <a:t> </a:t>
            </a:r>
            <a:r>
              <a:rPr spc="-5" dirty="0"/>
              <a:t>of</a:t>
            </a:r>
            <a:r>
              <a:rPr spc="-25" dirty="0"/>
              <a:t> </a:t>
            </a:r>
            <a:r>
              <a:rPr spc="-5" dirty="0"/>
              <a:t>addition</a:t>
            </a:r>
            <a:endParaRPr spc="-5" dirty="0"/>
          </a:p>
        </p:txBody>
      </p:sp>
      <p:grpSp>
        <p:nvGrpSpPr>
          <p:cNvPr id="3" name="object 3"/>
          <p:cNvGrpSpPr/>
          <p:nvPr/>
        </p:nvGrpSpPr>
        <p:grpSpPr>
          <a:xfrm>
            <a:off x="2660076" y="1331511"/>
            <a:ext cx="1138555" cy="805815"/>
            <a:chOff x="2660076" y="1331511"/>
            <a:chExt cx="1138555" cy="805815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3190129" y="1711080"/>
              <a:ext cx="134084" cy="156935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75890" y="1711080"/>
              <a:ext cx="134062" cy="15693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046944" y="1782236"/>
              <a:ext cx="106045" cy="57150"/>
            </a:xfrm>
            <a:custGeom>
              <a:avLst/>
              <a:gdLst/>
              <a:ahLst/>
              <a:cxnLst/>
              <a:rect l="l" t="t" r="r" b="b"/>
              <a:pathLst>
                <a:path w="106044" h="57150">
                  <a:moveTo>
                    <a:pt x="105626" y="0"/>
                  </a:moveTo>
                  <a:lnTo>
                    <a:pt x="0" y="0"/>
                  </a:lnTo>
                </a:path>
                <a:path w="106044" h="57150">
                  <a:moveTo>
                    <a:pt x="105626" y="56531"/>
                  </a:moveTo>
                  <a:lnTo>
                    <a:pt x="0" y="56531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3412359" y="1488882"/>
              <a:ext cx="283210" cy="156845"/>
            </a:xfrm>
            <a:custGeom>
              <a:avLst/>
              <a:gdLst/>
              <a:ahLst/>
              <a:cxnLst/>
              <a:rect l="l" t="t" r="r" b="b"/>
              <a:pathLst>
                <a:path w="283210" h="156844">
                  <a:moveTo>
                    <a:pt x="71581" y="0"/>
                  </a:moveTo>
                  <a:lnTo>
                    <a:pt x="26936" y="14279"/>
                  </a:lnTo>
                  <a:lnTo>
                    <a:pt x="2261" y="54976"/>
                  </a:lnTo>
                  <a:lnTo>
                    <a:pt x="0" y="77267"/>
                  </a:lnTo>
                  <a:lnTo>
                    <a:pt x="499" y="87907"/>
                  </a:lnTo>
                  <a:lnTo>
                    <a:pt x="12478" y="126790"/>
                  </a:lnTo>
                  <a:lnTo>
                    <a:pt x="49048" y="154261"/>
                  </a:lnTo>
                  <a:lnTo>
                    <a:pt x="71275" y="156717"/>
                  </a:lnTo>
                  <a:lnTo>
                    <a:pt x="82668" y="155932"/>
                  </a:lnTo>
                  <a:lnTo>
                    <a:pt x="93146" y="153552"/>
                  </a:lnTo>
                  <a:lnTo>
                    <a:pt x="102711" y="149534"/>
                  </a:lnTo>
                  <a:lnTo>
                    <a:pt x="111366" y="143839"/>
                  </a:lnTo>
                  <a:lnTo>
                    <a:pt x="115695" y="139692"/>
                  </a:lnTo>
                  <a:lnTo>
                    <a:pt x="69617" y="139692"/>
                  </a:lnTo>
                  <a:lnTo>
                    <a:pt x="62813" y="139241"/>
                  </a:lnTo>
                  <a:lnTo>
                    <a:pt x="29536" y="117633"/>
                  </a:lnTo>
                  <a:lnTo>
                    <a:pt x="20688" y="77048"/>
                  </a:lnTo>
                  <a:lnTo>
                    <a:pt x="20987" y="69689"/>
                  </a:lnTo>
                  <a:lnTo>
                    <a:pt x="36506" y="30032"/>
                  </a:lnTo>
                  <a:lnTo>
                    <a:pt x="71166" y="17024"/>
                  </a:lnTo>
                  <a:lnTo>
                    <a:pt x="116033" y="17024"/>
                  </a:lnTo>
                  <a:lnTo>
                    <a:pt x="109860" y="11568"/>
                  </a:lnTo>
                  <a:lnTo>
                    <a:pt x="101651" y="6445"/>
                  </a:lnTo>
                  <a:lnTo>
                    <a:pt x="92537" y="2837"/>
                  </a:lnTo>
                  <a:lnTo>
                    <a:pt x="82515" y="702"/>
                  </a:lnTo>
                  <a:lnTo>
                    <a:pt x="71581" y="0"/>
                  </a:lnTo>
                  <a:close/>
                </a:path>
                <a:path w="283210" h="156844">
                  <a:moveTo>
                    <a:pt x="114006" y="101058"/>
                  </a:moveTo>
                  <a:lnTo>
                    <a:pt x="92014" y="134167"/>
                  </a:lnTo>
                  <a:lnTo>
                    <a:pt x="69617" y="139692"/>
                  </a:lnTo>
                  <a:lnTo>
                    <a:pt x="115695" y="139692"/>
                  </a:lnTo>
                  <a:lnTo>
                    <a:pt x="134084" y="106078"/>
                  </a:lnTo>
                  <a:lnTo>
                    <a:pt x="114006" y="101058"/>
                  </a:lnTo>
                  <a:close/>
                </a:path>
                <a:path w="283210" h="156844">
                  <a:moveTo>
                    <a:pt x="116033" y="17024"/>
                  </a:moveTo>
                  <a:lnTo>
                    <a:pt x="71166" y="17024"/>
                  </a:lnTo>
                  <a:lnTo>
                    <a:pt x="78454" y="17512"/>
                  </a:lnTo>
                  <a:lnTo>
                    <a:pt x="85093" y="18962"/>
                  </a:lnTo>
                  <a:lnTo>
                    <a:pt x="111737" y="48673"/>
                  </a:lnTo>
                  <a:lnTo>
                    <a:pt x="131487" y="44090"/>
                  </a:lnTo>
                  <a:lnTo>
                    <a:pt x="127850" y="34189"/>
                  </a:lnTo>
                  <a:lnTo>
                    <a:pt x="123030" y="25455"/>
                  </a:lnTo>
                  <a:lnTo>
                    <a:pt x="117032" y="17908"/>
                  </a:lnTo>
                  <a:lnTo>
                    <a:pt x="116033" y="17024"/>
                  </a:lnTo>
                  <a:close/>
                </a:path>
                <a:path w="283210" h="156844">
                  <a:moveTo>
                    <a:pt x="184038" y="2619"/>
                  </a:moveTo>
                  <a:lnTo>
                    <a:pt x="163982" y="2619"/>
                  </a:lnTo>
                  <a:lnTo>
                    <a:pt x="163982" y="154316"/>
                  </a:lnTo>
                  <a:lnTo>
                    <a:pt x="184038" y="154316"/>
                  </a:lnTo>
                  <a:lnTo>
                    <a:pt x="184038" y="82723"/>
                  </a:lnTo>
                  <a:lnTo>
                    <a:pt x="282943" y="82723"/>
                  </a:lnTo>
                  <a:lnTo>
                    <a:pt x="282943" y="64825"/>
                  </a:lnTo>
                  <a:lnTo>
                    <a:pt x="184038" y="64825"/>
                  </a:lnTo>
                  <a:lnTo>
                    <a:pt x="184038" y="2619"/>
                  </a:lnTo>
                  <a:close/>
                </a:path>
                <a:path w="283210" h="156844">
                  <a:moveTo>
                    <a:pt x="282943" y="82723"/>
                  </a:moveTo>
                  <a:lnTo>
                    <a:pt x="262887" y="82723"/>
                  </a:lnTo>
                  <a:lnTo>
                    <a:pt x="262887" y="154316"/>
                  </a:lnTo>
                  <a:lnTo>
                    <a:pt x="282943" y="154316"/>
                  </a:lnTo>
                  <a:lnTo>
                    <a:pt x="282943" y="82723"/>
                  </a:lnTo>
                  <a:close/>
                </a:path>
                <a:path w="283210" h="156844">
                  <a:moveTo>
                    <a:pt x="282943" y="2619"/>
                  </a:moveTo>
                  <a:lnTo>
                    <a:pt x="262887" y="2619"/>
                  </a:lnTo>
                  <a:lnTo>
                    <a:pt x="262887" y="64825"/>
                  </a:lnTo>
                  <a:lnTo>
                    <a:pt x="282943" y="64825"/>
                  </a:lnTo>
                  <a:lnTo>
                    <a:pt x="282943" y="26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23695" y="1575972"/>
              <a:ext cx="74484" cy="116337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35867" y="1644290"/>
              <a:ext cx="60325" cy="60325"/>
            </a:xfrm>
            <a:custGeom>
              <a:avLst/>
              <a:gdLst/>
              <a:ahLst/>
              <a:cxnLst/>
              <a:rect l="l" t="t" r="r" b="b"/>
              <a:pathLst>
                <a:path w="60325" h="60325">
                  <a:moveTo>
                    <a:pt x="0" y="60242"/>
                  </a:moveTo>
                  <a:lnTo>
                    <a:pt x="60233" y="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60076" y="1491502"/>
              <a:ext cx="118982" cy="151696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818407" y="1656731"/>
              <a:ext cx="50800" cy="50800"/>
            </a:xfrm>
            <a:custGeom>
              <a:avLst/>
              <a:gdLst/>
              <a:ahLst/>
              <a:cxnLst/>
              <a:rect l="l" t="t" r="r" b="b"/>
              <a:pathLst>
                <a:path w="50800" h="50800">
                  <a:moveTo>
                    <a:pt x="50456" y="50420"/>
                  </a:moveTo>
                  <a:lnTo>
                    <a:pt x="0" y="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60076" y="1935897"/>
              <a:ext cx="118982" cy="151696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810572" y="1866488"/>
              <a:ext cx="49530" cy="49530"/>
            </a:xfrm>
            <a:custGeom>
              <a:avLst/>
              <a:gdLst/>
              <a:ahLst/>
              <a:cxnLst/>
              <a:rect l="l" t="t" r="r" b="b"/>
              <a:pathLst>
                <a:path w="49530" h="49530">
                  <a:moveTo>
                    <a:pt x="49059" y="0"/>
                  </a:moveTo>
                  <a:lnTo>
                    <a:pt x="0" y="4911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3412359" y="1933278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10" h="157480">
                  <a:moveTo>
                    <a:pt x="71581" y="0"/>
                  </a:moveTo>
                  <a:lnTo>
                    <a:pt x="26936" y="14282"/>
                  </a:lnTo>
                  <a:lnTo>
                    <a:pt x="2251" y="55228"/>
                  </a:lnTo>
                  <a:lnTo>
                    <a:pt x="0" y="77267"/>
                  </a:lnTo>
                  <a:lnTo>
                    <a:pt x="499" y="88033"/>
                  </a:lnTo>
                  <a:lnTo>
                    <a:pt x="12478" y="126913"/>
                  </a:lnTo>
                  <a:lnTo>
                    <a:pt x="49048" y="154452"/>
                  </a:lnTo>
                  <a:lnTo>
                    <a:pt x="71275" y="156935"/>
                  </a:lnTo>
                  <a:lnTo>
                    <a:pt x="82668" y="156116"/>
                  </a:lnTo>
                  <a:lnTo>
                    <a:pt x="93146" y="153661"/>
                  </a:lnTo>
                  <a:lnTo>
                    <a:pt x="102711" y="149568"/>
                  </a:lnTo>
                  <a:lnTo>
                    <a:pt x="111366" y="143839"/>
                  </a:lnTo>
                  <a:lnTo>
                    <a:pt x="115753" y="139692"/>
                  </a:lnTo>
                  <a:lnTo>
                    <a:pt x="69617" y="139692"/>
                  </a:lnTo>
                  <a:lnTo>
                    <a:pt x="62813" y="139241"/>
                  </a:lnTo>
                  <a:lnTo>
                    <a:pt x="29536" y="117848"/>
                  </a:lnTo>
                  <a:lnTo>
                    <a:pt x="20688" y="77267"/>
                  </a:lnTo>
                  <a:lnTo>
                    <a:pt x="20987" y="69811"/>
                  </a:lnTo>
                  <a:lnTo>
                    <a:pt x="36506" y="30124"/>
                  </a:lnTo>
                  <a:lnTo>
                    <a:pt x="71166" y="17243"/>
                  </a:lnTo>
                  <a:lnTo>
                    <a:pt x="116185" y="17243"/>
                  </a:lnTo>
                  <a:lnTo>
                    <a:pt x="109860" y="11568"/>
                  </a:lnTo>
                  <a:lnTo>
                    <a:pt x="101651" y="6537"/>
                  </a:lnTo>
                  <a:lnTo>
                    <a:pt x="92537" y="2919"/>
                  </a:lnTo>
                  <a:lnTo>
                    <a:pt x="82515" y="733"/>
                  </a:lnTo>
                  <a:lnTo>
                    <a:pt x="71581" y="0"/>
                  </a:lnTo>
                  <a:close/>
                </a:path>
                <a:path w="283210" h="157480">
                  <a:moveTo>
                    <a:pt x="114006" y="101058"/>
                  </a:moveTo>
                  <a:lnTo>
                    <a:pt x="92014" y="134259"/>
                  </a:lnTo>
                  <a:lnTo>
                    <a:pt x="69617" y="139692"/>
                  </a:lnTo>
                  <a:lnTo>
                    <a:pt x="115753" y="139692"/>
                  </a:lnTo>
                  <a:lnTo>
                    <a:pt x="118936" y="136684"/>
                  </a:lnTo>
                  <a:lnTo>
                    <a:pt x="125245" y="128014"/>
                  </a:lnTo>
                  <a:lnTo>
                    <a:pt x="130303" y="117848"/>
                  </a:lnTo>
                  <a:lnTo>
                    <a:pt x="134084" y="106296"/>
                  </a:lnTo>
                  <a:lnTo>
                    <a:pt x="114006" y="101058"/>
                  </a:lnTo>
                  <a:close/>
                </a:path>
                <a:path w="283210" h="157480">
                  <a:moveTo>
                    <a:pt x="116185" y="17243"/>
                  </a:moveTo>
                  <a:lnTo>
                    <a:pt x="71166" y="17243"/>
                  </a:lnTo>
                  <a:lnTo>
                    <a:pt x="78454" y="17696"/>
                  </a:lnTo>
                  <a:lnTo>
                    <a:pt x="85093" y="19071"/>
                  </a:lnTo>
                  <a:lnTo>
                    <a:pt x="111737" y="48892"/>
                  </a:lnTo>
                  <a:lnTo>
                    <a:pt x="131487" y="44308"/>
                  </a:lnTo>
                  <a:lnTo>
                    <a:pt x="127850" y="34312"/>
                  </a:lnTo>
                  <a:lnTo>
                    <a:pt x="123009" y="25537"/>
                  </a:lnTo>
                  <a:lnTo>
                    <a:pt x="117032" y="18003"/>
                  </a:lnTo>
                  <a:lnTo>
                    <a:pt x="116185" y="17243"/>
                  </a:lnTo>
                  <a:close/>
                </a:path>
                <a:path w="283210" h="157480">
                  <a:moveTo>
                    <a:pt x="184038" y="2619"/>
                  </a:moveTo>
                  <a:lnTo>
                    <a:pt x="163982" y="2619"/>
                  </a:lnTo>
                  <a:lnTo>
                    <a:pt x="163982" y="154316"/>
                  </a:lnTo>
                  <a:lnTo>
                    <a:pt x="184038" y="154316"/>
                  </a:lnTo>
                  <a:lnTo>
                    <a:pt x="184038" y="82723"/>
                  </a:lnTo>
                  <a:lnTo>
                    <a:pt x="282943" y="82723"/>
                  </a:lnTo>
                  <a:lnTo>
                    <a:pt x="282943" y="64825"/>
                  </a:lnTo>
                  <a:lnTo>
                    <a:pt x="184038" y="64825"/>
                  </a:lnTo>
                  <a:lnTo>
                    <a:pt x="184038" y="2619"/>
                  </a:lnTo>
                  <a:close/>
                </a:path>
                <a:path w="283210" h="157480">
                  <a:moveTo>
                    <a:pt x="282943" y="82723"/>
                  </a:moveTo>
                  <a:lnTo>
                    <a:pt x="262887" y="82723"/>
                  </a:lnTo>
                  <a:lnTo>
                    <a:pt x="262887" y="154316"/>
                  </a:lnTo>
                  <a:lnTo>
                    <a:pt x="282943" y="154316"/>
                  </a:lnTo>
                  <a:lnTo>
                    <a:pt x="282943" y="82723"/>
                  </a:lnTo>
                  <a:close/>
                </a:path>
                <a:path w="283210" h="157480">
                  <a:moveTo>
                    <a:pt x="282943" y="2619"/>
                  </a:moveTo>
                  <a:lnTo>
                    <a:pt x="262887" y="2619"/>
                  </a:lnTo>
                  <a:lnTo>
                    <a:pt x="262887" y="64825"/>
                  </a:lnTo>
                  <a:lnTo>
                    <a:pt x="282943" y="64825"/>
                  </a:lnTo>
                  <a:lnTo>
                    <a:pt x="282943" y="26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723695" y="2020585"/>
              <a:ext cx="74484" cy="116337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343811" y="1867797"/>
              <a:ext cx="61594" cy="61594"/>
            </a:xfrm>
            <a:custGeom>
              <a:avLst/>
              <a:gdLst/>
              <a:ahLst/>
              <a:cxnLst/>
              <a:rect l="l" t="t" r="r" b="b"/>
              <a:pathLst>
                <a:path w="61595" h="61594">
                  <a:moveTo>
                    <a:pt x="0" y="0"/>
                  </a:moveTo>
                  <a:lnTo>
                    <a:pt x="61520" y="61551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99219" y="1331511"/>
              <a:ext cx="72039" cy="296190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226574" y="1376692"/>
              <a:ext cx="72039" cy="263450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2891276" y="1121972"/>
            <a:ext cx="501015" cy="157480"/>
            <a:chOff x="2891276" y="1121972"/>
            <a:chExt cx="501015" cy="157480"/>
          </a:xfrm>
        </p:grpSpPr>
        <p:pic>
          <p:nvPicPr>
            <p:cNvPr id="20" name="object 2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891276" y="1124592"/>
              <a:ext cx="121252" cy="151696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200058" y="1121972"/>
              <a:ext cx="191807" cy="156935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049519" y="1200549"/>
              <a:ext cx="113664" cy="0"/>
            </a:xfrm>
            <a:custGeom>
              <a:avLst/>
              <a:gdLst/>
              <a:ahLst/>
              <a:cxnLst/>
              <a:rect l="l" t="t" r="r" b="b"/>
              <a:pathLst>
                <a:path w="113664">
                  <a:moveTo>
                    <a:pt x="0" y="0"/>
                  </a:moveTo>
                  <a:lnTo>
                    <a:pt x="113482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3" name="object 23"/>
          <p:cNvGrpSpPr/>
          <p:nvPr/>
        </p:nvGrpSpPr>
        <p:grpSpPr>
          <a:xfrm>
            <a:off x="3983134" y="1744912"/>
            <a:ext cx="787400" cy="72390"/>
            <a:chOff x="3983134" y="1744912"/>
            <a:chExt cx="787400" cy="72390"/>
          </a:xfrm>
        </p:grpSpPr>
        <p:sp>
          <p:nvSpPr>
            <p:cNvPr id="24" name="object 24"/>
            <p:cNvSpPr/>
            <p:nvPr/>
          </p:nvSpPr>
          <p:spPr>
            <a:xfrm>
              <a:off x="3983134" y="1775688"/>
              <a:ext cx="673735" cy="13335"/>
            </a:xfrm>
            <a:custGeom>
              <a:avLst/>
              <a:gdLst/>
              <a:ahLst/>
              <a:cxnLst/>
              <a:rect l="l" t="t" r="r" b="b"/>
              <a:pathLst>
                <a:path w="673735" h="13335">
                  <a:moveTo>
                    <a:pt x="673695" y="0"/>
                  </a:moveTo>
                  <a:lnTo>
                    <a:pt x="0" y="0"/>
                  </a:lnTo>
                  <a:lnTo>
                    <a:pt x="0" y="13096"/>
                  </a:lnTo>
                  <a:lnTo>
                    <a:pt x="673695" y="13096"/>
                  </a:lnTo>
                  <a:lnTo>
                    <a:pt x="6736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5" name="object 25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636271" y="1744912"/>
              <a:ext cx="133997" cy="72028"/>
            </a:xfrm>
            <a:prstGeom prst="rect">
              <a:avLst/>
            </a:prstGeom>
          </p:spPr>
        </p:pic>
      </p:grpSp>
      <p:grpSp>
        <p:nvGrpSpPr>
          <p:cNvPr id="26" name="object 26"/>
          <p:cNvGrpSpPr/>
          <p:nvPr/>
        </p:nvGrpSpPr>
        <p:grpSpPr>
          <a:xfrm>
            <a:off x="5001381" y="1323653"/>
            <a:ext cx="1163320" cy="1027430"/>
            <a:chOff x="5001381" y="1323653"/>
            <a:chExt cx="1163320" cy="1027430"/>
          </a:xfrm>
        </p:grpSpPr>
        <p:sp>
          <p:nvSpPr>
            <p:cNvPr id="27" name="object 27"/>
            <p:cNvSpPr/>
            <p:nvPr/>
          </p:nvSpPr>
          <p:spPr>
            <a:xfrm>
              <a:off x="5569451" y="1735090"/>
              <a:ext cx="134620" cy="157480"/>
            </a:xfrm>
            <a:custGeom>
              <a:avLst/>
              <a:gdLst/>
              <a:ahLst/>
              <a:cxnLst/>
              <a:rect l="l" t="t" r="r" b="b"/>
              <a:pathLst>
                <a:path w="134620" h="157480">
                  <a:moveTo>
                    <a:pt x="71581" y="0"/>
                  </a:moveTo>
                  <a:lnTo>
                    <a:pt x="26839" y="14282"/>
                  </a:lnTo>
                  <a:lnTo>
                    <a:pt x="2264" y="55167"/>
                  </a:lnTo>
                  <a:lnTo>
                    <a:pt x="0" y="77267"/>
                  </a:lnTo>
                  <a:lnTo>
                    <a:pt x="491" y="87938"/>
                  </a:lnTo>
                  <a:lnTo>
                    <a:pt x="12398" y="126790"/>
                  </a:lnTo>
                  <a:lnTo>
                    <a:pt x="48994" y="154370"/>
                  </a:lnTo>
                  <a:lnTo>
                    <a:pt x="71145" y="156935"/>
                  </a:lnTo>
                  <a:lnTo>
                    <a:pt x="82605" y="156116"/>
                  </a:lnTo>
                  <a:lnTo>
                    <a:pt x="118867" y="136588"/>
                  </a:lnTo>
                  <a:lnTo>
                    <a:pt x="133997" y="106078"/>
                  </a:lnTo>
                  <a:lnTo>
                    <a:pt x="113919" y="101058"/>
                  </a:lnTo>
                  <a:lnTo>
                    <a:pt x="111433" y="110103"/>
                  </a:lnTo>
                  <a:lnTo>
                    <a:pt x="107945" y="117919"/>
                  </a:lnTo>
                  <a:lnTo>
                    <a:pt x="69617" y="139692"/>
                  </a:lnTo>
                  <a:lnTo>
                    <a:pt x="62739" y="139241"/>
                  </a:lnTo>
                  <a:lnTo>
                    <a:pt x="29472" y="117633"/>
                  </a:lnTo>
                  <a:lnTo>
                    <a:pt x="20732" y="77267"/>
                  </a:lnTo>
                  <a:lnTo>
                    <a:pt x="21018" y="69781"/>
                  </a:lnTo>
                  <a:lnTo>
                    <a:pt x="36455" y="30124"/>
                  </a:lnTo>
                  <a:lnTo>
                    <a:pt x="71145" y="17243"/>
                  </a:lnTo>
                  <a:lnTo>
                    <a:pt x="78384" y="17696"/>
                  </a:lnTo>
                  <a:lnTo>
                    <a:pt x="108797" y="41116"/>
                  </a:lnTo>
                  <a:lnTo>
                    <a:pt x="111737" y="48892"/>
                  </a:lnTo>
                  <a:lnTo>
                    <a:pt x="131378" y="44090"/>
                  </a:lnTo>
                  <a:lnTo>
                    <a:pt x="109772" y="11568"/>
                  </a:lnTo>
                  <a:lnTo>
                    <a:pt x="82459" y="733"/>
                  </a:lnTo>
                  <a:lnTo>
                    <a:pt x="7158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8" name="object 2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255190" y="1735090"/>
              <a:ext cx="133997" cy="156935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5426288" y="1806245"/>
              <a:ext cx="106045" cy="0"/>
            </a:xfrm>
            <a:custGeom>
              <a:avLst/>
              <a:gdLst/>
              <a:ahLst/>
              <a:cxnLst/>
              <a:rect l="l" t="t" r="r" b="b"/>
              <a:pathLst>
                <a:path w="106045">
                  <a:moveTo>
                    <a:pt x="105626" y="0"/>
                  </a:moveTo>
                  <a:lnTo>
                    <a:pt x="0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5791179" y="1505471"/>
              <a:ext cx="192405" cy="157480"/>
            </a:xfrm>
            <a:custGeom>
              <a:avLst/>
              <a:gdLst/>
              <a:ahLst/>
              <a:cxnLst/>
              <a:rect l="l" t="t" r="r" b="b"/>
              <a:pathLst>
                <a:path w="192404" h="157480">
                  <a:moveTo>
                    <a:pt x="70926" y="0"/>
                  </a:moveTo>
                  <a:lnTo>
                    <a:pt x="29987" y="11786"/>
                  </a:lnTo>
                  <a:lnTo>
                    <a:pt x="4801" y="46163"/>
                  </a:lnTo>
                  <a:lnTo>
                    <a:pt x="0" y="79886"/>
                  </a:lnTo>
                  <a:lnTo>
                    <a:pt x="1193" y="96788"/>
                  </a:lnTo>
                  <a:lnTo>
                    <a:pt x="19423" y="136199"/>
                  </a:lnTo>
                  <a:lnTo>
                    <a:pt x="54562" y="155629"/>
                  </a:lnTo>
                  <a:lnTo>
                    <a:pt x="68962" y="156935"/>
                  </a:lnTo>
                  <a:lnTo>
                    <a:pt x="80672" y="156164"/>
                  </a:lnTo>
                  <a:lnTo>
                    <a:pt x="116657" y="138092"/>
                  </a:lnTo>
                  <a:lnTo>
                    <a:pt x="122105" y="130743"/>
                  </a:lnTo>
                  <a:lnTo>
                    <a:pt x="68744" y="130743"/>
                  </a:lnTo>
                  <a:lnTo>
                    <a:pt x="60806" y="129968"/>
                  </a:lnTo>
                  <a:lnTo>
                    <a:pt x="34044" y="102177"/>
                  </a:lnTo>
                  <a:lnTo>
                    <a:pt x="31426" y="77485"/>
                  </a:lnTo>
                  <a:lnTo>
                    <a:pt x="32080" y="64873"/>
                  </a:lnTo>
                  <a:lnTo>
                    <a:pt x="54013" y="29275"/>
                  </a:lnTo>
                  <a:lnTo>
                    <a:pt x="69399" y="26192"/>
                  </a:lnTo>
                  <a:lnTo>
                    <a:pt x="123759" y="26192"/>
                  </a:lnTo>
                  <a:lnTo>
                    <a:pt x="120977" y="21905"/>
                  </a:lnTo>
                  <a:lnTo>
                    <a:pt x="116101" y="16588"/>
                  </a:lnTo>
                  <a:lnTo>
                    <a:pt x="106772" y="9300"/>
                  </a:lnTo>
                  <a:lnTo>
                    <a:pt x="96133" y="4119"/>
                  </a:lnTo>
                  <a:lnTo>
                    <a:pt x="84184" y="1026"/>
                  </a:lnTo>
                  <a:lnTo>
                    <a:pt x="70926" y="0"/>
                  </a:lnTo>
                  <a:close/>
                </a:path>
                <a:path w="192404" h="157480">
                  <a:moveTo>
                    <a:pt x="102352" y="98657"/>
                  </a:moveTo>
                  <a:lnTo>
                    <a:pt x="76819" y="130743"/>
                  </a:lnTo>
                  <a:lnTo>
                    <a:pt x="122105" y="130743"/>
                  </a:lnTo>
                  <a:lnTo>
                    <a:pt x="122894" y="129679"/>
                  </a:lnTo>
                  <a:lnTo>
                    <a:pt x="128026" y="119669"/>
                  </a:lnTo>
                  <a:lnTo>
                    <a:pt x="132032" y="108043"/>
                  </a:lnTo>
                  <a:lnTo>
                    <a:pt x="102352" y="98657"/>
                  </a:lnTo>
                  <a:close/>
                </a:path>
                <a:path w="192404" h="157480">
                  <a:moveTo>
                    <a:pt x="123759" y="26192"/>
                  </a:moveTo>
                  <a:lnTo>
                    <a:pt x="77473" y="26192"/>
                  </a:lnTo>
                  <a:lnTo>
                    <a:pt x="84457" y="28593"/>
                  </a:lnTo>
                  <a:lnTo>
                    <a:pt x="90131" y="32958"/>
                  </a:lnTo>
                  <a:lnTo>
                    <a:pt x="95805" y="37542"/>
                  </a:lnTo>
                  <a:lnTo>
                    <a:pt x="99515" y="43872"/>
                  </a:lnTo>
                  <a:lnTo>
                    <a:pt x="101261" y="51729"/>
                  </a:lnTo>
                  <a:lnTo>
                    <a:pt x="131596" y="44526"/>
                  </a:lnTo>
                  <a:lnTo>
                    <a:pt x="128684" y="35895"/>
                  </a:lnTo>
                  <a:lnTo>
                    <a:pt x="125158" y="28347"/>
                  </a:lnTo>
                  <a:lnTo>
                    <a:pt x="123759" y="26192"/>
                  </a:lnTo>
                  <a:close/>
                </a:path>
                <a:path w="192404" h="157480">
                  <a:moveTo>
                    <a:pt x="191829" y="2619"/>
                  </a:moveTo>
                  <a:lnTo>
                    <a:pt x="162586" y="2619"/>
                  </a:lnTo>
                  <a:lnTo>
                    <a:pt x="162586" y="154316"/>
                  </a:lnTo>
                  <a:lnTo>
                    <a:pt x="191829" y="154316"/>
                  </a:lnTo>
                  <a:lnTo>
                    <a:pt x="191829" y="2619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5715233" y="1665898"/>
              <a:ext cx="62865" cy="62865"/>
            </a:xfrm>
            <a:custGeom>
              <a:avLst/>
              <a:gdLst/>
              <a:ahLst/>
              <a:cxnLst/>
              <a:rect l="l" t="t" r="r" b="b"/>
              <a:pathLst>
                <a:path w="62864" h="62864">
                  <a:moveTo>
                    <a:pt x="0" y="62643"/>
                  </a:moveTo>
                  <a:lnTo>
                    <a:pt x="62415" y="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5854675" y="1905126"/>
              <a:ext cx="309880" cy="160655"/>
            </a:xfrm>
            <a:custGeom>
              <a:avLst/>
              <a:gdLst/>
              <a:ahLst/>
              <a:cxnLst/>
              <a:rect l="l" t="t" r="r" b="b"/>
              <a:pathLst>
                <a:path w="309879" h="160655">
                  <a:moveTo>
                    <a:pt x="107378" y="84912"/>
                  </a:moveTo>
                  <a:lnTo>
                    <a:pt x="91224" y="80759"/>
                  </a:lnTo>
                  <a:lnTo>
                    <a:pt x="89217" y="87972"/>
                  </a:lnTo>
                  <a:lnTo>
                    <a:pt x="86474" y="94157"/>
                  </a:lnTo>
                  <a:lnTo>
                    <a:pt x="82905" y="99517"/>
                  </a:lnTo>
                  <a:lnTo>
                    <a:pt x="78574" y="103898"/>
                  </a:lnTo>
                  <a:lnTo>
                    <a:pt x="72453" y="109131"/>
                  </a:lnTo>
                  <a:lnTo>
                    <a:pt x="64820" y="111760"/>
                  </a:lnTo>
                  <a:lnTo>
                    <a:pt x="48450" y="111760"/>
                  </a:lnTo>
                  <a:lnTo>
                    <a:pt x="41465" y="109791"/>
                  </a:lnTo>
                  <a:lnTo>
                    <a:pt x="35140" y="105867"/>
                  </a:lnTo>
                  <a:lnTo>
                    <a:pt x="28816" y="102146"/>
                  </a:lnTo>
                  <a:lnTo>
                    <a:pt x="16598" y="61772"/>
                  </a:lnTo>
                  <a:lnTo>
                    <a:pt x="16586" y="53695"/>
                  </a:lnTo>
                  <a:lnTo>
                    <a:pt x="17894" y="45834"/>
                  </a:lnTo>
                  <a:lnTo>
                    <a:pt x="47574" y="13538"/>
                  </a:lnTo>
                  <a:lnTo>
                    <a:pt x="65036" y="13538"/>
                  </a:lnTo>
                  <a:lnTo>
                    <a:pt x="89484" y="39065"/>
                  </a:lnTo>
                  <a:lnTo>
                    <a:pt x="105194" y="35140"/>
                  </a:lnTo>
                  <a:lnTo>
                    <a:pt x="102285" y="27241"/>
                  </a:lnTo>
                  <a:lnTo>
                    <a:pt x="98450" y="20269"/>
                  </a:lnTo>
                  <a:lnTo>
                    <a:pt x="93687" y="14236"/>
                  </a:lnTo>
                  <a:lnTo>
                    <a:pt x="92887" y="13538"/>
                  </a:lnTo>
                  <a:lnTo>
                    <a:pt x="87960" y="9169"/>
                  </a:lnTo>
                  <a:lnTo>
                    <a:pt x="81368" y="5156"/>
                  </a:lnTo>
                  <a:lnTo>
                    <a:pt x="74066" y="2298"/>
                  </a:lnTo>
                  <a:lnTo>
                    <a:pt x="66078" y="571"/>
                  </a:lnTo>
                  <a:lnTo>
                    <a:pt x="57404" y="0"/>
                  </a:lnTo>
                  <a:lnTo>
                    <a:pt x="49542" y="457"/>
                  </a:lnTo>
                  <a:lnTo>
                    <a:pt x="11214" y="21971"/>
                  </a:lnTo>
                  <a:lnTo>
                    <a:pt x="0" y="61772"/>
                  </a:lnTo>
                  <a:lnTo>
                    <a:pt x="419" y="70319"/>
                  </a:lnTo>
                  <a:lnTo>
                    <a:pt x="14351" y="107581"/>
                  </a:lnTo>
                  <a:lnTo>
                    <a:pt x="56959" y="125285"/>
                  </a:lnTo>
                  <a:lnTo>
                    <a:pt x="66090" y="124663"/>
                  </a:lnTo>
                  <a:lnTo>
                    <a:pt x="100253" y="102260"/>
                  </a:lnTo>
                  <a:lnTo>
                    <a:pt x="104292" y="94157"/>
                  </a:lnTo>
                  <a:lnTo>
                    <a:pt x="107378" y="84912"/>
                  </a:lnTo>
                  <a:close/>
                </a:path>
                <a:path w="309879" h="160655">
                  <a:moveTo>
                    <a:pt x="226314" y="1968"/>
                  </a:moveTo>
                  <a:lnTo>
                    <a:pt x="210388" y="1968"/>
                  </a:lnTo>
                  <a:lnTo>
                    <a:pt x="210388" y="51727"/>
                  </a:lnTo>
                  <a:lnTo>
                    <a:pt x="147320" y="51727"/>
                  </a:lnTo>
                  <a:lnTo>
                    <a:pt x="147320" y="1968"/>
                  </a:lnTo>
                  <a:lnTo>
                    <a:pt x="131165" y="1968"/>
                  </a:lnTo>
                  <a:lnTo>
                    <a:pt x="131165" y="123317"/>
                  </a:lnTo>
                  <a:lnTo>
                    <a:pt x="147320" y="123317"/>
                  </a:lnTo>
                  <a:lnTo>
                    <a:pt x="147320" y="66141"/>
                  </a:lnTo>
                  <a:lnTo>
                    <a:pt x="210388" y="66141"/>
                  </a:lnTo>
                  <a:lnTo>
                    <a:pt x="210388" y="123317"/>
                  </a:lnTo>
                  <a:lnTo>
                    <a:pt x="226314" y="123317"/>
                  </a:lnTo>
                  <a:lnTo>
                    <a:pt x="226314" y="66141"/>
                  </a:lnTo>
                  <a:lnTo>
                    <a:pt x="226314" y="51727"/>
                  </a:lnTo>
                  <a:lnTo>
                    <a:pt x="226314" y="1968"/>
                  </a:lnTo>
                  <a:close/>
                </a:path>
                <a:path w="309879" h="160655">
                  <a:moveTo>
                    <a:pt x="309676" y="125945"/>
                  </a:moveTo>
                  <a:lnTo>
                    <a:pt x="308152" y="121145"/>
                  </a:lnTo>
                  <a:lnTo>
                    <a:pt x="302260" y="113284"/>
                  </a:lnTo>
                  <a:lnTo>
                    <a:pt x="298119" y="110667"/>
                  </a:lnTo>
                  <a:lnTo>
                    <a:pt x="292658" y="109359"/>
                  </a:lnTo>
                  <a:lnTo>
                    <a:pt x="296811" y="107607"/>
                  </a:lnTo>
                  <a:lnTo>
                    <a:pt x="299859" y="104990"/>
                  </a:lnTo>
                  <a:lnTo>
                    <a:pt x="304228" y="98437"/>
                  </a:lnTo>
                  <a:lnTo>
                    <a:pt x="305320" y="94945"/>
                  </a:lnTo>
                  <a:lnTo>
                    <a:pt x="305320" y="86868"/>
                  </a:lnTo>
                  <a:lnTo>
                    <a:pt x="283489" y="67449"/>
                  </a:lnTo>
                  <a:lnTo>
                    <a:pt x="271487" y="67449"/>
                  </a:lnTo>
                  <a:lnTo>
                    <a:pt x="265379" y="69405"/>
                  </a:lnTo>
                  <a:lnTo>
                    <a:pt x="255778" y="77698"/>
                  </a:lnTo>
                  <a:lnTo>
                    <a:pt x="252501" y="83375"/>
                  </a:lnTo>
                  <a:lnTo>
                    <a:pt x="251193" y="91020"/>
                  </a:lnTo>
                  <a:lnTo>
                    <a:pt x="262331" y="92989"/>
                  </a:lnTo>
                  <a:lnTo>
                    <a:pt x="263194" y="87528"/>
                  </a:lnTo>
                  <a:lnTo>
                    <a:pt x="265163" y="83375"/>
                  </a:lnTo>
                  <a:lnTo>
                    <a:pt x="270840" y="77927"/>
                  </a:lnTo>
                  <a:lnTo>
                    <a:pt x="274548" y="76619"/>
                  </a:lnTo>
                  <a:lnTo>
                    <a:pt x="283273" y="76619"/>
                  </a:lnTo>
                  <a:lnTo>
                    <a:pt x="286766" y="77927"/>
                  </a:lnTo>
                  <a:lnTo>
                    <a:pt x="292442" y="83159"/>
                  </a:lnTo>
                  <a:lnTo>
                    <a:pt x="293751" y="86652"/>
                  </a:lnTo>
                  <a:lnTo>
                    <a:pt x="293751" y="95821"/>
                  </a:lnTo>
                  <a:lnTo>
                    <a:pt x="291782" y="99745"/>
                  </a:lnTo>
                  <a:lnTo>
                    <a:pt x="284149" y="104775"/>
                  </a:lnTo>
                  <a:lnTo>
                    <a:pt x="279996" y="105867"/>
                  </a:lnTo>
                  <a:lnTo>
                    <a:pt x="273456" y="105867"/>
                  </a:lnTo>
                  <a:lnTo>
                    <a:pt x="272148" y="115684"/>
                  </a:lnTo>
                  <a:lnTo>
                    <a:pt x="275196" y="114808"/>
                  </a:lnTo>
                  <a:lnTo>
                    <a:pt x="277825" y="114376"/>
                  </a:lnTo>
                  <a:lnTo>
                    <a:pt x="285242" y="114376"/>
                  </a:lnTo>
                  <a:lnTo>
                    <a:pt x="289382" y="116116"/>
                  </a:lnTo>
                  <a:lnTo>
                    <a:pt x="296151" y="122669"/>
                  </a:lnTo>
                  <a:lnTo>
                    <a:pt x="297891" y="127038"/>
                  </a:lnTo>
                  <a:lnTo>
                    <a:pt x="297891" y="137515"/>
                  </a:lnTo>
                  <a:lnTo>
                    <a:pt x="295935" y="142100"/>
                  </a:lnTo>
                  <a:lnTo>
                    <a:pt x="288734" y="149301"/>
                  </a:lnTo>
                  <a:lnTo>
                    <a:pt x="284365" y="151041"/>
                  </a:lnTo>
                  <a:lnTo>
                    <a:pt x="274764" y="151041"/>
                  </a:lnTo>
                  <a:lnTo>
                    <a:pt x="270840" y="149733"/>
                  </a:lnTo>
                  <a:lnTo>
                    <a:pt x="264731" y="144056"/>
                  </a:lnTo>
                  <a:lnTo>
                    <a:pt x="262547" y="139471"/>
                  </a:lnTo>
                  <a:lnTo>
                    <a:pt x="261239" y="133146"/>
                  </a:lnTo>
                  <a:lnTo>
                    <a:pt x="250101" y="134670"/>
                  </a:lnTo>
                  <a:lnTo>
                    <a:pt x="250761" y="142316"/>
                  </a:lnTo>
                  <a:lnTo>
                    <a:pt x="253809" y="148424"/>
                  </a:lnTo>
                  <a:lnTo>
                    <a:pt x="264502" y="158026"/>
                  </a:lnTo>
                  <a:lnTo>
                    <a:pt x="271056" y="160426"/>
                  </a:lnTo>
                  <a:lnTo>
                    <a:pt x="287858" y="160426"/>
                  </a:lnTo>
                  <a:lnTo>
                    <a:pt x="295275" y="157594"/>
                  </a:lnTo>
                  <a:lnTo>
                    <a:pt x="306844" y="146456"/>
                  </a:lnTo>
                  <a:lnTo>
                    <a:pt x="309676" y="139687"/>
                  </a:lnTo>
                  <a:lnTo>
                    <a:pt x="309676" y="1259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5740330" y="1860813"/>
              <a:ext cx="97790" cy="79375"/>
            </a:xfrm>
            <a:custGeom>
              <a:avLst/>
              <a:gdLst/>
              <a:ahLst/>
              <a:cxnLst/>
              <a:rect l="l" t="t" r="r" b="b"/>
              <a:pathLst>
                <a:path w="97789" h="79375">
                  <a:moveTo>
                    <a:pt x="97551" y="25319"/>
                  </a:moveTo>
                  <a:lnTo>
                    <a:pt x="66343" y="79013"/>
                  </a:lnTo>
                </a:path>
                <a:path w="97789" h="79375">
                  <a:moveTo>
                    <a:pt x="8074" y="0"/>
                  </a:moveTo>
                  <a:lnTo>
                    <a:pt x="0" y="14187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5767391" y="2147618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10" h="157480">
                  <a:moveTo>
                    <a:pt x="71581" y="0"/>
                  </a:moveTo>
                  <a:lnTo>
                    <a:pt x="26839" y="14282"/>
                  </a:lnTo>
                  <a:lnTo>
                    <a:pt x="2264" y="55167"/>
                  </a:lnTo>
                  <a:lnTo>
                    <a:pt x="0" y="77267"/>
                  </a:lnTo>
                  <a:lnTo>
                    <a:pt x="494" y="87938"/>
                  </a:lnTo>
                  <a:lnTo>
                    <a:pt x="12490" y="126790"/>
                  </a:lnTo>
                  <a:lnTo>
                    <a:pt x="49103" y="154370"/>
                  </a:lnTo>
                  <a:lnTo>
                    <a:pt x="71363" y="156935"/>
                  </a:lnTo>
                  <a:lnTo>
                    <a:pt x="82697" y="156116"/>
                  </a:lnTo>
                  <a:lnTo>
                    <a:pt x="93132" y="153661"/>
                  </a:lnTo>
                  <a:lnTo>
                    <a:pt x="102666" y="149568"/>
                  </a:lnTo>
                  <a:lnTo>
                    <a:pt x="111300" y="143839"/>
                  </a:lnTo>
                  <a:lnTo>
                    <a:pt x="115628" y="139692"/>
                  </a:lnTo>
                  <a:lnTo>
                    <a:pt x="69617" y="139692"/>
                  </a:lnTo>
                  <a:lnTo>
                    <a:pt x="62831" y="139241"/>
                  </a:lnTo>
                  <a:lnTo>
                    <a:pt x="29594" y="117633"/>
                  </a:lnTo>
                  <a:lnTo>
                    <a:pt x="20732" y="77267"/>
                  </a:lnTo>
                  <a:lnTo>
                    <a:pt x="21022" y="69781"/>
                  </a:lnTo>
                  <a:lnTo>
                    <a:pt x="36459" y="30124"/>
                  </a:lnTo>
                  <a:lnTo>
                    <a:pt x="71145" y="17243"/>
                  </a:lnTo>
                  <a:lnTo>
                    <a:pt x="116255" y="17243"/>
                  </a:lnTo>
                  <a:lnTo>
                    <a:pt x="109772" y="11568"/>
                  </a:lnTo>
                  <a:lnTo>
                    <a:pt x="101626" y="6537"/>
                  </a:lnTo>
                  <a:lnTo>
                    <a:pt x="92559" y="2919"/>
                  </a:lnTo>
                  <a:lnTo>
                    <a:pt x="82551" y="733"/>
                  </a:lnTo>
                  <a:lnTo>
                    <a:pt x="71581" y="0"/>
                  </a:lnTo>
                  <a:close/>
                </a:path>
                <a:path w="283210" h="157480">
                  <a:moveTo>
                    <a:pt x="113919" y="101058"/>
                  </a:moveTo>
                  <a:lnTo>
                    <a:pt x="91990" y="134167"/>
                  </a:lnTo>
                  <a:lnTo>
                    <a:pt x="69617" y="139692"/>
                  </a:lnTo>
                  <a:lnTo>
                    <a:pt x="115628" y="139692"/>
                  </a:lnTo>
                  <a:lnTo>
                    <a:pt x="133997" y="106078"/>
                  </a:lnTo>
                  <a:lnTo>
                    <a:pt x="113919" y="101058"/>
                  </a:lnTo>
                  <a:close/>
                </a:path>
                <a:path w="283210" h="157480">
                  <a:moveTo>
                    <a:pt x="116255" y="17243"/>
                  </a:moveTo>
                  <a:lnTo>
                    <a:pt x="71145" y="17243"/>
                  </a:lnTo>
                  <a:lnTo>
                    <a:pt x="78476" y="17696"/>
                  </a:lnTo>
                  <a:lnTo>
                    <a:pt x="85112" y="19071"/>
                  </a:lnTo>
                  <a:lnTo>
                    <a:pt x="111737" y="48892"/>
                  </a:lnTo>
                  <a:lnTo>
                    <a:pt x="131378" y="44090"/>
                  </a:lnTo>
                  <a:lnTo>
                    <a:pt x="127818" y="34189"/>
                  </a:lnTo>
                  <a:lnTo>
                    <a:pt x="123030" y="25455"/>
                  </a:lnTo>
                  <a:lnTo>
                    <a:pt x="117015" y="17908"/>
                  </a:lnTo>
                  <a:lnTo>
                    <a:pt x="116255" y="17243"/>
                  </a:lnTo>
                  <a:close/>
                </a:path>
                <a:path w="283210" h="157480">
                  <a:moveTo>
                    <a:pt x="183973" y="2619"/>
                  </a:moveTo>
                  <a:lnTo>
                    <a:pt x="163895" y="2619"/>
                  </a:lnTo>
                  <a:lnTo>
                    <a:pt x="163895" y="154316"/>
                  </a:lnTo>
                  <a:lnTo>
                    <a:pt x="183973" y="154316"/>
                  </a:lnTo>
                  <a:lnTo>
                    <a:pt x="183973" y="82723"/>
                  </a:lnTo>
                  <a:lnTo>
                    <a:pt x="282834" y="82723"/>
                  </a:lnTo>
                  <a:lnTo>
                    <a:pt x="282834" y="64825"/>
                  </a:lnTo>
                  <a:lnTo>
                    <a:pt x="183973" y="64825"/>
                  </a:lnTo>
                  <a:lnTo>
                    <a:pt x="183973" y="2619"/>
                  </a:lnTo>
                  <a:close/>
                </a:path>
                <a:path w="283210" h="157480">
                  <a:moveTo>
                    <a:pt x="282834" y="82723"/>
                  </a:moveTo>
                  <a:lnTo>
                    <a:pt x="262974" y="82723"/>
                  </a:lnTo>
                  <a:lnTo>
                    <a:pt x="262974" y="154316"/>
                  </a:lnTo>
                  <a:lnTo>
                    <a:pt x="282834" y="154316"/>
                  </a:lnTo>
                  <a:lnTo>
                    <a:pt x="282834" y="82723"/>
                  </a:lnTo>
                  <a:close/>
                </a:path>
                <a:path w="283210" h="157480">
                  <a:moveTo>
                    <a:pt x="282834" y="2619"/>
                  </a:moveTo>
                  <a:lnTo>
                    <a:pt x="262974" y="2619"/>
                  </a:lnTo>
                  <a:lnTo>
                    <a:pt x="262974" y="64825"/>
                  </a:lnTo>
                  <a:lnTo>
                    <a:pt x="282834" y="64825"/>
                  </a:lnTo>
                  <a:lnTo>
                    <a:pt x="282834" y="26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5" name="object 35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078814" y="2234925"/>
              <a:ext cx="74418" cy="116119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5691227" y="1922146"/>
              <a:ext cx="97790" cy="196215"/>
            </a:xfrm>
            <a:custGeom>
              <a:avLst/>
              <a:gdLst/>
              <a:ahLst/>
              <a:cxnLst/>
              <a:rect l="l" t="t" r="r" b="b"/>
              <a:pathLst>
                <a:path w="97789" h="196214">
                  <a:moveTo>
                    <a:pt x="97769" y="195787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5685334" y="1915380"/>
              <a:ext cx="133350" cy="220979"/>
            </a:xfrm>
            <a:custGeom>
              <a:avLst/>
              <a:gdLst/>
              <a:ahLst/>
              <a:cxnLst/>
              <a:rect l="l" t="t" r="r" b="b"/>
              <a:pathLst>
                <a:path w="133350" h="220980">
                  <a:moveTo>
                    <a:pt x="11784" y="0"/>
                  </a:moveTo>
                  <a:lnTo>
                    <a:pt x="0" y="5674"/>
                  </a:lnTo>
                  <a:lnTo>
                    <a:pt x="73982" y="220669"/>
                  </a:lnTo>
                  <a:lnTo>
                    <a:pt x="133124" y="192294"/>
                  </a:lnTo>
                  <a:lnTo>
                    <a:pt x="117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8" name="object 38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001381" y="1592778"/>
              <a:ext cx="95151" cy="121357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5137124" y="1680959"/>
              <a:ext cx="92710" cy="76200"/>
            </a:xfrm>
            <a:custGeom>
              <a:avLst/>
              <a:gdLst/>
              <a:ahLst/>
              <a:cxnLst/>
              <a:rect l="l" t="t" r="r" b="b"/>
              <a:pathLst>
                <a:path w="92710" h="76200">
                  <a:moveTo>
                    <a:pt x="0" y="53694"/>
                  </a:moveTo>
                  <a:lnTo>
                    <a:pt x="30989" y="0"/>
                  </a:lnTo>
                </a:path>
                <a:path w="92710" h="76200">
                  <a:moveTo>
                    <a:pt x="84021" y="75957"/>
                  </a:moveTo>
                  <a:lnTo>
                    <a:pt x="92313" y="61551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0" name="object 4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28006" y="1323653"/>
              <a:ext cx="118938" cy="151696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5161130" y="1515729"/>
              <a:ext cx="105410" cy="193040"/>
            </a:xfrm>
            <a:custGeom>
              <a:avLst/>
              <a:gdLst/>
              <a:ahLst/>
              <a:cxnLst/>
              <a:rect l="l" t="t" r="r" b="b"/>
              <a:pathLst>
                <a:path w="105410" h="193039">
                  <a:moveTo>
                    <a:pt x="0" y="0"/>
                  </a:moveTo>
                  <a:lnTo>
                    <a:pt x="105189" y="192731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5128613" y="1495867"/>
              <a:ext cx="147320" cy="220345"/>
            </a:xfrm>
            <a:custGeom>
              <a:avLst/>
              <a:gdLst/>
              <a:ahLst/>
              <a:cxnLst/>
              <a:rect l="l" t="t" r="r" b="b"/>
              <a:pathLst>
                <a:path w="147320" h="220344">
                  <a:moveTo>
                    <a:pt x="57177" y="0"/>
                  </a:moveTo>
                  <a:lnTo>
                    <a:pt x="0" y="32085"/>
                  </a:lnTo>
                  <a:lnTo>
                    <a:pt x="135961" y="219796"/>
                  </a:lnTo>
                  <a:lnTo>
                    <a:pt x="147309" y="213248"/>
                  </a:lnTo>
                  <a:lnTo>
                    <a:pt x="571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3" name="object 43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037827" y="1952704"/>
              <a:ext cx="121339" cy="151696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5190811" y="1890497"/>
              <a:ext cx="48260" cy="48260"/>
            </a:xfrm>
            <a:custGeom>
              <a:avLst/>
              <a:gdLst/>
              <a:ahLst/>
              <a:cxnLst/>
              <a:rect l="l" t="t" r="r" b="b"/>
              <a:pathLst>
                <a:path w="48260" h="48260">
                  <a:moveTo>
                    <a:pt x="48011" y="0"/>
                  </a:moveTo>
                  <a:lnTo>
                    <a:pt x="0" y="48019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5" name="object 45"/>
          <p:cNvSpPr/>
          <p:nvPr/>
        </p:nvSpPr>
        <p:spPr>
          <a:xfrm>
            <a:off x="6326513" y="1671137"/>
            <a:ext cx="314325" cy="113664"/>
          </a:xfrm>
          <a:custGeom>
            <a:avLst/>
            <a:gdLst/>
            <a:ahLst/>
            <a:cxnLst/>
            <a:rect l="l" t="t" r="r" b="b"/>
            <a:pathLst>
              <a:path w="314325" h="113664">
                <a:moveTo>
                  <a:pt x="0" y="0"/>
                </a:moveTo>
                <a:lnTo>
                  <a:pt x="314260" y="0"/>
                </a:lnTo>
              </a:path>
              <a:path w="314325" h="113664">
                <a:moveTo>
                  <a:pt x="0" y="56531"/>
                </a:moveTo>
                <a:lnTo>
                  <a:pt x="314260" y="56531"/>
                </a:lnTo>
              </a:path>
              <a:path w="314325" h="113664">
                <a:moveTo>
                  <a:pt x="0" y="113063"/>
                </a:moveTo>
                <a:lnTo>
                  <a:pt x="314260" y="113063"/>
                </a:lnTo>
              </a:path>
            </a:pathLst>
          </a:custGeom>
          <a:ln w="1309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6" name="object 46"/>
          <p:cNvGrpSpPr/>
          <p:nvPr/>
        </p:nvGrpSpPr>
        <p:grpSpPr>
          <a:xfrm>
            <a:off x="6940629" y="1309902"/>
            <a:ext cx="1172210" cy="832485"/>
            <a:chOff x="6940629" y="1309902"/>
            <a:chExt cx="1172210" cy="832485"/>
          </a:xfrm>
        </p:grpSpPr>
        <p:sp>
          <p:nvSpPr>
            <p:cNvPr id="47" name="object 47"/>
            <p:cNvSpPr/>
            <p:nvPr/>
          </p:nvSpPr>
          <p:spPr>
            <a:xfrm>
              <a:off x="6940629" y="1624209"/>
              <a:ext cx="283210" cy="156845"/>
            </a:xfrm>
            <a:custGeom>
              <a:avLst/>
              <a:gdLst/>
              <a:ahLst/>
              <a:cxnLst/>
              <a:rect l="l" t="t" r="r" b="b"/>
              <a:pathLst>
                <a:path w="283209" h="156844">
                  <a:moveTo>
                    <a:pt x="71581" y="0"/>
                  </a:moveTo>
                  <a:lnTo>
                    <a:pt x="27027" y="14248"/>
                  </a:lnTo>
                  <a:lnTo>
                    <a:pt x="2291" y="54976"/>
                  </a:lnTo>
                  <a:lnTo>
                    <a:pt x="0" y="77267"/>
                  </a:lnTo>
                  <a:lnTo>
                    <a:pt x="494" y="87907"/>
                  </a:lnTo>
                  <a:lnTo>
                    <a:pt x="12490" y="126790"/>
                  </a:lnTo>
                  <a:lnTo>
                    <a:pt x="49103" y="154261"/>
                  </a:lnTo>
                  <a:lnTo>
                    <a:pt x="71363" y="156717"/>
                  </a:lnTo>
                  <a:lnTo>
                    <a:pt x="82697" y="155901"/>
                  </a:lnTo>
                  <a:lnTo>
                    <a:pt x="93132" y="153470"/>
                  </a:lnTo>
                  <a:lnTo>
                    <a:pt x="102666" y="149442"/>
                  </a:lnTo>
                  <a:lnTo>
                    <a:pt x="111300" y="143839"/>
                  </a:lnTo>
                  <a:lnTo>
                    <a:pt x="115683" y="139692"/>
                  </a:lnTo>
                  <a:lnTo>
                    <a:pt x="69617" y="139692"/>
                  </a:lnTo>
                  <a:lnTo>
                    <a:pt x="62831" y="139241"/>
                  </a:lnTo>
                  <a:lnTo>
                    <a:pt x="29594" y="117633"/>
                  </a:lnTo>
                  <a:lnTo>
                    <a:pt x="20732" y="77048"/>
                  </a:lnTo>
                  <a:lnTo>
                    <a:pt x="21022" y="69597"/>
                  </a:lnTo>
                  <a:lnTo>
                    <a:pt x="36459" y="30032"/>
                  </a:lnTo>
                  <a:lnTo>
                    <a:pt x="71145" y="17024"/>
                  </a:lnTo>
                  <a:lnTo>
                    <a:pt x="116119" y="17024"/>
                  </a:lnTo>
                  <a:lnTo>
                    <a:pt x="109991" y="11568"/>
                  </a:lnTo>
                  <a:lnTo>
                    <a:pt x="101718" y="6445"/>
                  </a:lnTo>
                  <a:lnTo>
                    <a:pt x="92586" y="2837"/>
                  </a:lnTo>
                  <a:lnTo>
                    <a:pt x="82554" y="702"/>
                  </a:lnTo>
                  <a:lnTo>
                    <a:pt x="71581" y="0"/>
                  </a:lnTo>
                  <a:close/>
                </a:path>
                <a:path w="283209" h="156844">
                  <a:moveTo>
                    <a:pt x="114137" y="101058"/>
                  </a:moveTo>
                  <a:lnTo>
                    <a:pt x="92020" y="134167"/>
                  </a:lnTo>
                  <a:lnTo>
                    <a:pt x="69617" y="139692"/>
                  </a:lnTo>
                  <a:lnTo>
                    <a:pt x="115683" y="139692"/>
                  </a:lnTo>
                  <a:lnTo>
                    <a:pt x="134215" y="106078"/>
                  </a:lnTo>
                  <a:lnTo>
                    <a:pt x="114137" y="101058"/>
                  </a:lnTo>
                  <a:close/>
                </a:path>
                <a:path w="283209" h="156844">
                  <a:moveTo>
                    <a:pt x="116119" y="17024"/>
                  </a:moveTo>
                  <a:lnTo>
                    <a:pt x="71145" y="17024"/>
                  </a:lnTo>
                  <a:lnTo>
                    <a:pt x="78476" y="17512"/>
                  </a:lnTo>
                  <a:lnTo>
                    <a:pt x="85112" y="18962"/>
                  </a:lnTo>
                  <a:lnTo>
                    <a:pt x="111737" y="48673"/>
                  </a:lnTo>
                  <a:lnTo>
                    <a:pt x="131596" y="44090"/>
                  </a:lnTo>
                  <a:lnTo>
                    <a:pt x="127913" y="34189"/>
                  </a:lnTo>
                  <a:lnTo>
                    <a:pt x="123085" y="25455"/>
                  </a:lnTo>
                  <a:lnTo>
                    <a:pt x="117111" y="17908"/>
                  </a:lnTo>
                  <a:lnTo>
                    <a:pt x="116119" y="17024"/>
                  </a:lnTo>
                  <a:close/>
                </a:path>
                <a:path w="283209" h="156844">
                  <a:moveTo>
                    <a:pt x="183973" y="2400"/>
                  </a:moveTo>
                  <a:lnTo>
                    <a:pt x="164113" y="2400"/>
                  </a:lnTo>
                  <a:lnTo>
                    <a:pt x="164113" y="154097"/>
                  </a:lnTo>
                  <a:lnTo>
                    <a:pt x="183973" y="154097"/>
                  </a:lnTo>
                  <a:lnTo>
                    <a:pt x="183973" y="82723"/>
                  </a:lnTo>
                  <a:lnTo>
                    <a:pt x="283052" y="82723"/>
                  </a:lnTo>
                  <a:lnTo>
                    <a:pt x="283052" y="64825"/>
                  </a:lnTo>
                  <a:lnTo>
                    <a:pt x="183973" y="64825"/>
                  </a:lnTo>
                  <a:lnTo>
                    <a:pt x="183973" y="2400"/>
                  </a:lnTo>
                  <a:close/>
                </a:path>
                <a:path w="283209" h="156844">
                  <a:moveTo>
                    <a:pt x="283052" y="82723"/>
                  </a:moveTo>
                  <a:lnTo>
                    <a:pt x="262974" y="82723"/>
                  </a:lnTo>
                  <a:lnTo>
                    <a:pt x="262974" y="154097"/>
                  </a:lnTo>
                  <a:lnTo>
                    <a:pt x="283052" y="154097"/>
                  </a:lnTo>
                  <a:lnTo>
                    <a:pt x="283052" y="82723"/>
                  </a:lnTo>
                  <a:close/>
                </a:path>
                <a:path w="283209" h="156844">
                  <a:moveTo>
                    <a:pt x="283052" y="2400"/>
                  </a:moveTo>
                  <a:lnTo>
                    <a:pt x="262974" y="2400"/>
                  </a:lnTo>
                  <a:lnTo>
                    <a:pt x="262974" y="64825"/>
                  </a:lnTo>
                  <a:lnTo>
                    <a:pt x="283052" y="64825"/>
                  </a:lnTo>
                  <a:lnTo>
                    <a:pt x="283052" y="24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8" name="object 4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7252053" y="1711298"/>
              <a:ext cx="74418" cy="116337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7412238" y="1624209"/>
              <a:ext cx="133997" cy="156717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7360516" y="1695365"/>
              <a:ext cx="14604" cy="0"/>
            </a:xfrm>
            <a:custGeom>
              <a:avLst/>
              <a:gdLst/>
              <a:ahLst/>
              <a:cxnLst/>
              <a:rect l="l" t="t" r="r" b="b"/>
              <a:pathLst>
                <a:path w="14604">
                  <a:moveTo>
                    <a:pt x="0" y="0"/>
                  </a:moveTo>
                  <a:lnTo>
                    <a:pt x="14185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7726498" y="1624209"/>
              <a:ext cx="283210" cy="156845"/>
            </a:xfrm>
            <a:custGeom>
              <a:avLst/>
              <a:gdLst/>
              <a:ahLst/>
              <a:cxnLst/>
              <a:rect l="l" t="t" r="r" b="b"/>
              <a:pathLst>
                <a:path w="283209" h="156844">
                  <a:moveTo>
                    <a:pt x="71581" y="0"/>
                  </a:moveTo>
                  <a:lnTo>
                    <a:pt x="26839" y="14248"/>
                  </a:lnTo>
                  <a:lnTo>
                    <a:pt x="2264" y="54976"/>
                  </a:lnTo>
                  <a:lnTo>
                    <a:pt x="0" y="77267"/>
                  </a:lnTo>
                  <a:lnTo>
                    <a:pt x="491" y="87907"/>
                  </a:lnTo>
                  <a:lnTo>
                    <a:pt x="12398" y="126790"/>
                  </a:lnTo>
                  <a:lnTo>
                    <a:pt x="48994" y="154261"/>
                  </a:lnTo>
                  <a:lnTo>
                    <a:pt x="71145" y="156717"/>
                  </a:lnTo>
                  <a:lnTo>
                    <a:pt x="82605" y="155901"/>
                  </a:lnTo>
                  <a:lnTo>
                    <a:pt x="93105" y="153470"/>
                  </a:lnTo>
                  <a:lnTo>
                    <a:pt x="102663" y="149442"/>
                  </a:lnTo>
                  <a:lnTo>
                    <a:pt x="111300" y="143839"/>
                  </a:lnTo>
                  <a:lnTo>
                    <a:pt x="115628" y="139692"/>
                  </a:lnTo>
                  <a:lnTo>
                    <a:pt x="69617" y="139692"/>
                  </a:lnTo>
                  <a:lnTo>
                    <a:pt x="62739" y="139241"/>
                  </a:lnTo>
                  <a:lnTo>
                    <a:pt x="29472" y="117633"/>
                  </a:lnTo>
                  <a:lnTo>
                    <a:pt x="20732" y="77048"/>
                  </a:lnTo>
                  <a:lnTo>
                    <a:pt x="21018" y="69597"/>
                  </a:lnTo>
                  <a:lnTo>
                    <a:pt x="36455" y="30032"/>
                  </a:lnTo>
                  <a:lnTo>
                    <a:pt x="71145" y="17024"/>
                  </a:lnTo>
                  <a:lnTo>
                    <a:pt x="116006" y="17024"/>
                  </a:lnTo>
                  <a:lnTo>
                    <a:pt x="109772" y="11568"/>
                  </a:lnTo>
                  <a:lnTo>
                    <a:pt x="101595" y="6445"/>
                  </a:lnTo>
                  <a:lnTo>
                    <a:pt x="92477" y="2837"/>
                  </a:lnTo>
                  <a:lnTo>
                    <a:pt x="82459" y="702"/>
                  </a:lnTo>
                  <a:lnTo>
                    <a:pt x="71581" y="0"/>
                  </a:lnTo>
                  <a:close/>
                </a:path>
                <a:path w="283209" h="156844">
                  <a:moveTo>
                    <a:pt x="113919" y="101058"/>
                  </a:moveTo>
                  <a:lnTo>
                    <a:pt x="91990" y="134167"/>
                  </a:lnTo>
                  <a:lnTo>
                    <a:pt x="69617" y="139692"/>
                  </a:lnTo>
                  <a:lnTo>
                    <a:pt x="115628" y="139692"/>
                  </a:lnTo>
                  <a:lnTo>
                    <a:pt x="133997" y="106078"/>
                  </a:lnTo>
                  <a:lnTo>
                    <a:pt x="113919" y="101058"/>
                  </a:lnTo>
                  <a:close/>
                </a:path>
                <a:path w="283209" h="156844">
                  <a:moveTo>
                    <a:pt x="116006" y="17024"/>
                  </a:moveTo>
                  <a:lnTo>
                    <a:pt x="71145" y="17024"/>
                  </a:lnTo>
                  <a:lnTo>
                    <a:pt x="78384" y="17512"/>
                  </a:lnTo>
                  <a:lnTo>
                    <a:pt x="85030" y="18962"/>
                  </a:lnTo>
                  <a:lnTo>
                    <a:pt x="111737" y="48673"/>
                  </a:lnTo>
                  <a:lnTo>
                    <a:pt x="131378" y="44090"/>
                  </a:lnTo>
                  <a:lnTo>
                    <a:pt x="127818" y="34189"/>
                  </a:lnTo>
                  <a:lnTo>
                    <a:pt x="123030" y="25455"/>
                  </a:lnTo>
                  <a:lnTo>
                    <a:pt x="117015" y="17908"/>
                  </a:lnTo>
                  <a:lnTo>
                    <a:pt x="116006" y="17024"/>
                  </a:lnTo>
                  <a:close/>
                </a:path>
                <a:path w="283209" h="156844">
                  <a:moveTo>
                    <a:pt x="183973" y="2400"/>
                  </a:moveTo>
                  <a:lnTo>
                    <a:pt x="163895" y="2400"/>
                  </a:lnTo>
                  <a:lnTo>
                    <a:pt x="163895" y="154097"/>
                  </a:lnTo>
                  <a:lnTo>
                    <a:pt x="183973" y="154097"/>
                  </a:lnTo>
                  <a:lnTo>
                    <a:pt x="183973" y="82723"/>
                  </a:lnTo>
                  <a:lnTo>
                    <a:pt x="282834" y="82723"/>
                  </a:lnTo>
                  <a:lnTo>
                    <a:pt x="282834" y="64825"/>
                  </a:lnTo>
                  <a:lnTo>
                    <a:pt x="183973" y="64825"/>
                  </a:lnTo>
                  <a:lnTo>
                    <a:pt x="183973" y="2400"/>
                  </a:lnTo>
                  <a:close/>
                </a:path>
                <a:path w="283209" h="156844">
                  <a:moveTo>
                    <a:pt x="282834" y="82723"/>
                  </a:moveTo>
                  <a:lnTo>
                    <a:pt x="262756" y="82723"/>
                  </a:lnTo>
                  <a:lnTo>
                    <a:pt x="262756" y="154097"/>
                  </a:lnTo>
                  <a:lnTo>
                    <a:pt x="282834" y="154097"/>
                  </a:lnTo>
                  <a:lnTo>
                    <a:pt x="282834" y="82723"/>
                  </a:lnTo>
                  <a:close/>
                </a:path>
                <a:path w="283209" h="156844">
                  <a:moveTo>
                    <a:pt x="282834" y="2400"/>
                  </a:moveTo>
                  <a:lnTo>
                    <a:pt x="262756" y="2400"/>
                  </a:lnTo>
                  <a:lnTo>
                    <a:pt x="262756" y="64825"/>
                  </a:lnTo>
                  <a:lnTo>
                    <a:pt x="282834" y="64825"/>
                  </a:lnTo>
                  <a:lnTo>
                    <a:pt x="282834" y="24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2" name="object 5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8037704" y="1711298"/>
              <a:ext cx="74636" cy="116337"/>
            </a:xfrm>
            <a:prstGeom prst="rect">
              <a:avLst/>
            </a:prstGeom>
          </p:spPr>
        </p:pic>
        <p:sp>
          <p:nvSpPr>
            <p:cNvPr id="53" name="object 53"/>
            <p:cNvSpPr/>
            <p:nvPr/>
          </p:nvSpPr>
          <p:spPr>
            <a:xfrm>
              <a:off x="7583335" y="1695365"/>
              <a:ext cx="106045" cy="0"/>
            </a:xfrm>
            <a:custGeom>
              <a:avLst/>
              <a:gdLst/>
              <a:ahLst/>
              <a:cxnLst/>
              <a:rect l="l" t="t" r="r" b="b"/>
              <a:pathLst>
                <a:path w="106045">
                  <a:moveTo>
                    <a:pt x="0" y="0"/>
                  </a:moveTo>
                  <a:lnTo>
                    <a:pt x="105626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7412238" y="1938516"/>
              <a:ext cx="283210" cy="156845"/>
            </a:xfrm>
            <a:custGeom>
              <a:avLst/>
              <a:gdLst/>
              <a:ahLst/>
              <a:cxnLst/>
              <a:rect l="l" t="t" r="r" b="b"/>
              <a:pathLst>
                <a:path w="283209" h="156844">
                  <a:moveTo>
                    <a:pt x="71581" y="0"/>
                  </a:moveTo>
                  <a:lnTo>
                    <a:pt x="26839" y="14248"/>
                  </a:lnTo>
                  <a:lnTo>
                    <a:pt x="2264" y="54976"/>
                  </a:lnTo>
                  <a:lnTo>
                    <a:pt x="0" y="77267"/>
                  </a:lnTo>
                  <a:lnTo>
                    <a:pt x="491" y="87907"/>
                  </a:lnTo>
                  <a:lnTo>
                    <a:pt x="12398" y="126790"/>
                  </a:lnTo>
                  <a:lnTo>
                    <a:pt x="48994" y="154261"/>
                  </a:lnTo>
                  <a:lnTo>
                    <a:pt x="71145" y="156717"/>
                  </a:lnTo>
                  <a:lnTo>
                    <a:pt x="82605" y="155901"/>
                  </a:lnTo>
                  <a:lnTo>
                    <a:pt x="93105" y="153470"/>
                  </a:lnTo>
                  <a:lnTo>
                    <a:pt x="102663" y="149442"/>
                  </a:lnTo>
                  <a:lnTo>
                    <a:pt x="111300" y="143839"/>
                  </a:lnTo>
                  <a:lnTo>
                    <a:pt x="115628" y="139692"/>
                  </a:lnTo>
                  <a:lnTo>
                    <a:pt x="69617" y="139692"/>
                  </a:lnTo>
                  <a:lnTo>
                    <a:pt x="62739" y="139241"/>
                  </a:lnTo>
                  <a:lnTo>
                    <a:pt x="29472" y="117633"/>
                  </a:lnTo>
                  <a:lnTo>
                    <a:pt x="20732" y="77048"/>
                  </a:lnTo>
                  <a:lnTo>
                    <a:pt x="21018" y="69597"/>
                  </a:lnTo>
                  <a:lnTo>
                    <a:pt x="36455" y="30032"/>
                  </a:lnTo>
                  <a:lnTo>
                    <a:pt x="71145" y="17024"/>
                  </a:lnTo>
                  <a:lnTo>
                    <a:pt x="116006" y="17024"/>
                  </a:lnTo>
                  <a:lnTo>
                    <a:pt x="109772" y="11568"/>
                  </a:lnTo>
                  <a:lnTo>
                    <a:pt x="101595" y="6445"/>
                  </a:lnTo>
                  <a:lnTo>
                    <a:pt x="92477" y="2837"/>
                  </a:lnTo>
                  <a:lnTo>
                    <a:pt x="82459" y="702"/>
                  </a:lnTo>
                  <a:lnTo>
                    <a:pt x="71581" y="0"/>
                  </a:lnTo>
                  <a:close/>
                </a:path>
                <a:path w="283209" h="156844">
                  <a:moveTo>
                    <a:pt x="113919" y="101058"/>
                  </a:moveTo>
                  <a:lnTo>
                    <a:pt x="91990" y="134167"/>
                  </a:lnTo>
                  <a:lnTo>
                    <a:pt x="69617" y="139692"/>
                  </a:lnTo>
                  <a:lnTo>
                    <a:pt x="115628" y="139692"/>
                  </a:lnTo>
                  <a:lnTo>
                    <a:pt x="133997" y="106078"/>
                  </a:lnTo>
                  <a:lnTo>
                    <a:pt x="113919" y="101058"/>
                  </a:lnTo>
                  <a:close/>
                </a:path>
                <a:path w="283209" h="156844">
                  <a:moveTo>
                    <a:pt x="116006" y="17024"/>
                  </a:moveTo>
                  <a:lnTo>
                    <a:pt x="71145" y="17024"/>
                  </a:lnTo>
                  <a:lnTo>
                    <a:pt x="78384" y="17512"/>
                  </a:lnTo>
                  <a:lnTo>
                    <a:pt x="85030" y="18962"/>
                  </a:lnTo>
                  <a:lnTo>
                    <a:pt x="111737" y="48673"/>
                  </a:lnTo>
                  <a:lnTo>
                    <a:pt x="131378" y="44090"/>
                  </a:lnTo>
                  <a:lnTo>
                    <a:pt x="127818" y="34189"/>
                  </a:lnTo>
                  <a:lnTo>
                    <a:pt x="123030" y="25455"/>
                  </a:lnTo>
                  <a:lnTo>
                    <a:pt x="117015" y="17908"/>
                  </a:lnTo>
                  <a:lnTo>
                    <a:pt x="116006" y="17024"/>
                  </a:lnTo>
                  <a:close/>
                </a:path>
                <a:path w="283209" h="156844">
                  <a:moveTo>
                    <a:pt x="183973" y="2400"/>
                  </a:moveTo>
                  <a:lnTo>
                    <a:pt x="163895" y="2400"/>
                  </a:lnTo>
                  <a:lnTo>
                    <a:pt x="163895" y="154097"/>
                  </a:lnTo>
                  <a:lnTo>
                    <a:pt x="183973" y="154097"/>
                  </a:lnTo>
                  <a:lnTo>
                    <a:pt x="183973" y="82723"/>
                  </a:lnTo>
                  <a:lnTo>
                    <a:pt x="282834" y="82723"/>
                  </a:lnTo>
                  <a:lnTo>
                    <a:pt x="282834" y="64825"/>
                  </a:lnTo>
                  <a:lnTo>
                    <a:pt x="183973" y="64825"/>
                  </a:lnTo>
                  <a:lnTo>
                    <a:pt x="183973" y="2400"/>
                  </a:lnTo>
                  <a:close/>
                </a:path>
                <a:path w="283209" h="156844">
                  <a:moveTo>
                    <a:pt x="282834" y="82723"/>
                  </a:moveTo>
                  <a:lnTo>
                    <a:pt x="262756" y="82723"/>
                  </a:lnTo>
                  <a:lnTo>
                    <a:pt x="262756" y="154097"/>
                  </a:lnTo>
                  <a:lnTo>
                    <a:pt x="282834" y="154097"/>
                  </a:lnTo>
                  <a:lnTo>
                    <a:pt x="282834" y="82723"/>
                  </a:lnTo>
                  <a:close/>
                </a:path>
                <a:path w="283209" h="156844">
                  <a:moveTo>
                    <a:pt x="282834" y="2400"/>
                  </a:moveTo>
                  <a:lnTo>
                    <a:pt x="262756" y="2400"/>
                  </a:lnTo>
                  <a:lnTo>
                    <a:pt x="262756" y="64825"/>
                  </a:lnTo>
                  <a:lnTo>
                    <a:pt x="282834" y="64825"/>
                  </a:lnTo>
                  <a:lnTo>
                    <a:pt x="282834" y="24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5" name="object 55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7723443" y="2025606"/>
              <a:ext cx="74636" cy="116337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7480328" y="1815413"/>
              <a:ext cx="0" cy="87630"/>
            </a:xfrm>
            <a:custGeom>
              <a:avLst/>
              <a:gdLst/>
              <a:ahLst/>
              <a:cxnLst/>
              <a:rect l="l" t="t" r="r" b="b"/>
              <a:pathLst>
                <a:path h="87630">
                  <a:moveTo>
                    <a:pt x="0" y="0"/>
                  </a:moveTo>
                  <a:lnTo>
                    <a:pt x="0" y="87307"/>
                  </a:lnTo>
                </a:path>
              </a:pathLst>
            </a:custGeom>
            <a:ln w="1309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7" name="object 57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7412238" y="1309902"/>
              <a:ext cx="179172" cy="156717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7480328" y="1501106"/>
              <a:ext cx="0" cy="87630"/>
            </a:xfrm>
            <a:custGeom>
              <a:avLst/>
              <a:gdLst/>
              <a:ahLst/>
              <a:cxnLst/>
              <a:rect l="l" t="t" r="r" b="b"/>
              <a:pathLst>
                <a:path h="87630">
                  <a:moveTo>
                    <a:pt x="0" y="87307"/>
                  </a:moveTo>
                  <a:lnTo>
                    <a:pt x="0" y="0"/>
                  </a:lnTo>
                </a:path>
              </a:pathLst>
            </a:custGeom>
            <a:ln w="1309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59" name="object 59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6489098" y="2313720"/>
            <a:ext cx="2213353" cy="447844"/>
          </a:xfrm>
          <a:prstGeom prst="rect">
            <a:avLst/>
          </a:prstGeom>
        </p:spPr>
      </p:pic>
      <p:grpSp>
        <p:nvGrpSpPr>
          <p:cNvPr id="60" name="object 60"/>
          <p:cNvGrpSpPr/>
          <p:nvPr/>
        </p:nvGrpSpPr>
        <p:grpSpPr>
          <a:xfrm>
            <a:off x="2670988" y="3197601"/>
            <a:ext cx="1138555" cy="805815"/>
            <a:chOff x="2670988" y="3197601"/>
            <a:chExt cx="1138555" cy="805815"/>
          </a:xfrm>
        </p:grpSpPr>
        <p:pic>
          <p:nvPicPr>
            <p:cNvPr id="61" name="object 61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201040" y="3577279"/>
              <a:ext cx="134084" cy="156848"/>
            </a:xfrm>
            <a:prstGeom prst="rect">
              <a:avLst/>
            </a:prstGeom>
          </p:spPr>
        </p:pic>
        <p:pic>
          <p:nvPicPr>
            <p:cNvPr id="62" name="object 6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2886802" y="3577279"/>
              <a:ext cx="134062" cy="156848"/>
            </a:xfrm>
            <a:prstGeom prst="rect">
              <a:avLst/>
            </a:prstGeom>
          </p:spPr>
        </p:pic>
        <p:sp>
          <p:nvSpPr>
            <p:cNvPr id="63" name="object 63"/>
            <p:cNvSpPr/>
            <p:nvPr/>
          </p:nvSpPr>
          <p:spPr>
            <a:xfrm>
              <a:off x="3057856" y="3648413"/>
              <a:ext cx="106045" cy="57150"/>
            </a:xfrm>
            <a:custGeom>
              <a:avLst/>
              <a:gdLst/>
              <a:ahLst/>
              <a:cxnLst/>
              <a:rect l="l" t="t" r="r" b="b"/>
              <a:pathLst>
                <a:path w="106044" h="57150">
                  <a:moveTo>
                    <a:pt x="105626" y="0"/>
                  </a:moveTo>
                  <a:lnTo>
                    <a:pt x="0" y="0"/>
                  </a:lnTo>
                </a:path>
                <a:path w="106044" h="57150">
                  <a:moveTo>
                    <a:pt x="105626" y="56575"/>
                  </a:moveTo>
                  <a:lnTo>
                    <a:pt x="0" y="56575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4" name="object 64"/>
            <p:cNvSpPr/>
            <p:nvPr/>
          </p:nvSpPr>
          <p:spPr>
            <a:xfrm>
              <a:off x="3423271" y="3355016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10" h="157479">
                  <a:moveTo>
                    <a:pt x="71581" y="0"/>
                  </a:moveTo>
                  <a:lnTo>
                    <a:pt x="26936" y="14270"/>
                  </a:lnTo>
                  <a:lnTo>
                    <a:pt x="2250" y="55184"/>
                  </a:lnTo>
                  <a:lnTo>
                    <a:pt x="0" y="77289"/>
                  </a:lnTo>
                  <a:lnTo>
                    <a:pt x="499" y="87983"/>
                  </a:lnTo>
                  <a:lnTo>
                    <a:pt x="12478" y="126879"/>
                  </a:lnTo>
                  <a:lnTo>
                    <a:pt x="49048" y="154367"/>
                  </a:lnTo>
                  <a:lnTo>
                    <a:pt x="71275" y="156869"/>
                  </a:lnTo>
                  <a:lnTo>
                    <a:pt x="82668" y="156059"/>
                  </a:lnTo>
                  <a:lnTo>
                    <a:pt x="93146" y="153625"/>
                  </a:lnTo>
                  <a:lnTo>
                    <a:pt x="102711" y="149567"/>
                  </a:lnTo>
                  <a:lnTo>
                    <a:pt x="111366" y="143882"/>
                  </a:lnTo>
                  <a:lnTo>
                    <a:pt x="115752" y="139692"/>
                  </a:lnTo>
                  <a:lnTo>
                    <a:pt x="69617" y="139692"/>
                  </a:lnTo>
                  <a:lnTo>
                    <a:pt x="62813" y="139246"/>
                  </a:lnTo>
                  <a:lnTo>
                    <a:pt x="29536" y="117741"/>
                  </a:lnTo>
                  <a:lnTo>
                    <a:pt x="20688" y="77201"/>
                  </a:lnTo>
                  <a:lnTo>
                    <a:pt x="20987" y="69748"/>
                  </a:lnTo>
                  <a:lnTo>
                    <a:pt x="36506" y="30109"/>
                  </a:lnTo>
                  <a:lnTo>
                    <a:pt x="71166" y="17177"/>
                  </a:lnTo>
                  <a:lnTo>
                    <a:pt x="116137" y="17177"/>
                  </a:lnTo>
                  <a:lnTo>
                    <a:pt x="109860" y="11590"/>
                  </a:lnTo>
                  <a:lnTo>
                    <a:pt x="101651" y="6519"/>
                  </a:lnTo>
                  <a:lnTo>
                    <a:pt x="92537" y="2897"/>
                  </a:lnTo>
                  <a:lnTo>
                    <a:pt x="82515" y="724"/>
                  </a:lnTo>
                  <a:lnTo>
                    <a:pt x="71581" y="0"/>
                  </a:lnTo>
                  <a:close/>
                </a:path>
                <a:path w="283210" h="157479">
                  <a:moveTo>
                    <a:pt x="114006" y="101102"/>
                  </a:moveTo>
                  <a:lnTo>
                    <a:pt x="92014" y="134213"/>
                  </a:lnTo>
                  <a:lnTo>
                    <a:pt x="69617" y="139692"/>
                  </a:lnTo>
                  <a:lnTo>
                    <a:pt x="115752" y="139692"/>
                  </a:lnTo>
                  <a:lnTo>
                    <a:pt x="118936" y="136651"/>
                  </a:lnTo>
                  <a:lnTo>
                    <a:pt x="125245" y="127954"/>
                  </a:lnTo>
                  <a:lnTo>
                    <a:pt x="130311" y="117741"/>
                  </a:lnTo>
                  <a:lnTo>
                    <a:pt x="134084" y="106165"/>
                  </a:lnTo>
                  <a:lnTo>
                    <a:pt x="114006" y="101102"/>
                  </a:lnTo>
                  <a:close/>
                </a:path>
                <a:path w="283210" h="157479">
                  <a:moveTo>
                    <a:pt x="116137" y="17177"/>
                  </a:moveTo>
                  <a:lnTo>
                    <a:pt x="71166" y="17177"/>
                  </a:lnTo>
                  <a:lnTo>
                    <a:pt x="78454" y="17651"/>
                  </a:lnTo>
                  <a:lnTo>
                    <a:pt x="85093" y="19071"/>
                  </a:lnTo>
                  <a:lnTo>
                    <a:pt x="111737" y="48848"/>
                  </a:lnTo>
                  <a:lnTo>
                    <a:pt x="131487" y="44177"/>
                  </a:lnTo>
                  <a:lnTo>
                    <a:pt x="127850" y="34269"/>
                  </a:lnTo>
                  <a:lnTo>
                    <a:pt x="123030" y="25534"/>
                  </a:lnTo>
                  <a:lnTo>
                    <a:pt x="117032" y="17974"/>
                  </a:lnTo>
                  <a:lnTo>
                    <a:pt x="116137" y="17177"/>
                  </a:lnTo>
                  <a:close/>
                </a:path>
                <a:path w="283210" h="157479">
                  <a:moveTo>
                    <a:pt x="184038" y="2597"/>
                  </a:moveTo>
                  <a:lnTo>
                    <a:pt x="163982" y="2597"/>
                  </a:lnTo>
                  <a:lnTo>
                    <a:pt x="163982" y="154272"/>
                  </a:lnTo>
                  <a:lnTo>
                    <a:pt x="184038" y="154272"/>
                  </a:lnTo>
                  <a:lnTo>
                    <a:pt x="184038" y="82789"/>
                  </a:lnTo>
                  <a:lnTo>
                    <a:pt x="282943" y="82789"/>
                  </a:lnTo>
                  <a:lnTo>
                    <a:pt x="282943" y="64891"/>
                  </a:lnTo>
                  <a:lnTo>
                    <a:pt x="184038" y="64891"/>
                  </a:lnTo>
                  <a:lnTo>
                    <a:pt x="184038" y="2597"/>
                  </a:lnTo>
                  <a:close/>
                </a:path>
                <a:path w="283210" h="157479">
                  <a:moveTo>
                    <a:pt x="282943" y="82789"/>
                  </a:moveTo>
                  <a:lnTo>
                    <a:pt x="262887" y="82789"/>
                  </a:lnTo>
                  <a:lnTo>
                    <a:pt x="262887" y="154272"/>
                  </a:lnTo>
                  <a:lnTo>
                    <a:pt x="282943" y="154272"/>
                  </a:lnTo>
                  <a:lnTo>
                    <a:pt x="282943" y="82789"/>
                  </a:lnTo>
                  <a:close/>
                </a:path>
                <a:path w="283210" h="157479">
                  <a:moveTo>
                    <a:pt x="282943" y="2597"/>
                  </a:moveTo>
                  <a:lnTo>
                    <a:pt x="262887" y="2597"/>
                  </a:lnTo>
                  <a:lnTo>
                    <a:pt x="262887" y="64891"/>
                  </a:lnTo>
                  <a:lnTo>
                    <a:pt x="282943" y="64891"/>
                  </a:lnTo>
                  <a:lnTo>
                    <a:pt x="282943" y="25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5" name="object 65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3734607" y="3442280"/>
              <a:ext cx="74484" cy="116250"/>
            </a:xfrm>
            <a:prstGeom prst="rect">
              <a:avLst/>
            </a:prstGeom>
          </p:spPr>
        </p:pic>
        <p:sp>
          <p:nvSpPr>
            <p:cNvPr id="66" name="object 66"/>
            <p:cNvSpPr/>
            <p:nvPr/>
          </p:nvSpPr>
          <p:spPr>
            <a:xfrm>
              <a:off x="3346779" y="3510467"/>
              <a:ext cx="60325" cy="60325"/>
            </a:xfrm>
            <a:custGeom>
              <a:avLst/>
              <a:gdLst/>
              <a:ahLst/>
              <a:cxnLst/>
              <a:rect l="l" t="t" r="r" b="b"/>
              <a:pathLst>
                <a:path w="60325" h="60325">
                  <a:moveTo>
                    <a:pt x="0" y="60242"/>
                  </a:moveTo>
                  <a:lnTo>
                    <a:pt x="60233" y="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7" name="object 67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670988" y="3357613"/>
              <a:ext cx="118982" cy="151675"/>
            </a:xfrm>
            <a:prstGeom prst="rect">
              <a:avLst/>
            </a:prstGeom>
          </p:spPr>
        </p:pic>
        <p:sp>
          <p:nvSpPr>
            <p:cNvPr id="68" name="object 68"/>
            <p:cNvSpPr/>
            <p:nvPr/>
          </p:nvSpPr>
          <p:spPr>
            <a:xfrm>
              <a:off x="2829319" y="3522865"/>
              <a:ext cx="50800" cy="50800"/>
            </a:xfrm>
            <a:custGeom>
              <a:avLst/>
              <a:gdLst/>
              <a:ahLst/>
              <a:cxnLst/>
              <a:rect l="l" t="t" r="r" b="b"/>
              <a:pathLst>
                <a:path w="50800" h="50800">
                  <a:moveTo>
                    <a:pt x="50456" y="50463"/>
                  </a:moveTo>
                  <a:lnTo>
                    <a:pt x="0" y="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9" name="object 69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2670988" y="3802096"/>
              <a:ext cx="118982" cy="151696"/>
            </a:xfrm>
            <a:prstGeom prst="rect">
              <a:avLst/>
            </a:prstGeom>
          </p:spPr>
        </p:pic>
        <p:sp>
          <p:nvSpPr>
            <p:cNvPr id="70" name="object 70"/>
            <p:cNvSpPr/>
            <p:nvPr/>
          </p:nvSpPr>
          <p:spPr>
            <a:xfrm>
              <a:off x="2821484" y="3732730"/>
              <a:ext cx="49530" cy="49530"/>
            </a:xfrm>
            <a:custGeom>
              <a:avLst/>
              <a:gdLst/>
              <a:ahLst/>
              <a:cxnLst/>
              <a:rect l="l" t="t" r="r" b="b"/>
              <a:pathLst>
                <a:path w="49530" h="49529">
                  <a:moveTo>
                    <a:pt x="49059" y="0"/>
                  </a:moveTo>
                  <a:lnTo>
                    <a:pt x="0" y="49045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1" name="object 71"/>
            <p:cNvSpPr/>
            <p:nvPr/>
          </p:nvSpPr>
          <p:spPr>
            <a:xfrm>
              <a:off x="3423271" y="3799521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10" h="157479">
                  <a:moveTo>
                    <a:pt x="71581" y="0"/>
                  </a:moveTo>
                  <a:lnTo>
                    <a:pt x="26936" y="14257"/>
                  </a:lnTo>
                  <a:lnTo>
                    <a:pt x="2250" y="55175"/>
                  </a:lnTo>
                  <a:lnTo>
                    <a:pt x="0" y="77289"/>
                  </a:lnTo>
                  <a:lnTo>
                    <a:pt x="499" y="87982"/>
                  </a:lnTo>
                  <a:lnTo>
                    <a:pt x="12478" y="126866"/>
                  </a:lnTo>
                  <a:lnTo>
                    <a:pt x="49048" y="154367"/>
                  </a:lnTo>
                  <a:lnTo>
                    <a:pt x="71275" y="156869"/>
                  </a:lnTo>
                  <a:lnTo>
                    <a:pt x="82668" y="156056"/>
                  </a:lnTo>
                  <a:lnTo>
                    <a:pt x="93146" y="153617"/>
                  </a:lnTo>
                  <a:lnTo>
                    <a:pt x="102711" y="149558"/>
                  </a:lnTo>
                  <a:lnTo>
                    <a:pt x="111366" y="143882"/>
                  </a:lnTo>
                  <a:lnTo>
                    <a:pt x="115752" y="139692"/>
                  </a:lnTo>
                  <a:lnTo>
                    <a:pt x="69617" y="139692"/>
                  </a:lnTo>
                  <a:lnTo>
                    <a:pt x="62813" y="139246"/>
                  </a:lnTo>
                  <a:lnTo>
                    <a:pt x="29536" y="117732"/>
                  </a:lnTo>
                  <a:lnTo>
                    <a:pt x="20688" y="77179"/>
                  </a:lnTo>
                  <a:lnTo>
                    <a:pt x="20987" y="69735"/>
                  </a:lnTo>
                  <a:lnTo>
                    <a:pt x="36506" y="30109"/>
                  </a:lnTo>
                  <a:lnTo>
                    <a:pt x="71166" y="17177"/>
                  </a:lnTo>
                  <a:lnTo>
                    <a:pt x="116137" y="17177"/>
                  </a:lnTo>
                  <a:lnTo>
                    <a:pt x="109860" y="11590"/>
                  </a:lnTo>
                  <a:lnTo>
                    <a:pt x="101651" y="6519"/>
                  </a:lnTo>
                  <a:lnTo>
                    <a:pt x="92537" y="2897"/>
                  </a:lnTo>
                  <a:lnTo>
                    <a:pt x="82515" y="724"/>
                  </a:lnTo>
                  <a:lnTo>
                    <a:pt x="71581" y="0"/>
                  </a:lnTo>
                  <a:close/>
                </a:path>
                <a:path w="283210" h="157479">
                  <a:moveTo>
                    <a:pt x="114006" y="101080"/>
                  </a:moveTo>
                  <a:lnTo>
                    <a:pt x="92014" y="134213"/>
                  </a:lnTo>
                  <a:lnTo>
                    <a:pt x="69617" y="139692"/>
                  </a:lnTo>
                  <a:lnTo>
                    <a:pt x="115752" y="139692"/>
                  </a:lnTo>
                  <a:lnTo>
                    <a:pt x="118936" y="136651"/>
                  </a:lnTo>
                  <a:lnTo>
                    <a:pt x="125245" y="127954"/>
                  </a:lnTo>
                  <a:lnTo>
                    <a:pt x="130314" y="117732"/>
                  </a:lnTo>
                  <a:lnTo>
                    <a:pt x="134084" y="106165"/>
                  </a:lnTo>
                  <a:lnTo>
                    <a:pt x="114006" y="101080"/>
                  </a:lnTo>
                  <a:close/>
                </a:path>
                <a:path w="283210" h="157479">
                  <a:moveTo>
                    <a:pt x="116137" y="17177"/>
                  </a:moveTo>
                  <a:lnTo>
                    <a:pt x="71166" y="17177"/>
                  </a:lnTo>
                  <a:lnTo>
                    <a:pt x="78454" y="17648"/>
                  </a:lnTo>
                  <a:lnTo>
                    <a:pt x="85093" y="19063"/>
                  </a:lnTo>
                  <a:lnTo>
                    <a:pt x="111737" y="48826"/>
                  </a:lnTo>
                  <a:lnTo>
                    <a:pt x="131487" y="44177"/>
                  </a:lnTo>
                  <a:lnTo>
                    <a:pt x="127850" y="34269"/>
                  </a:lnTo>
                  <a:lnTo>
                    <a:pt x="123030" y="25534"/>
                  </a:lnTo>
                  <a:lnTo>
                    <a:pt x="117032" y="17974"/>
                  </a:lnTo>
                  <a:lnTo>
                    <a:pt x="116137" y="17177"/>
                  </a:lnTo>
                  <a:close/>
                </a:path>
                <a:path w="283210" h="157479">
                  <a:moveTo>
                    <a:pt x="184038" y="2575"/>
                  </a:moveTo>
                  <a:lnTo>
                    <a:pt x="163982" y="2575"/>
                  </a:lnTo>
                  <a:lnTo>
                    <a:pt x="163982" y="154272"/>
                  </a:lnTo>
                  <a:lnTo>
                    <a:pt x="184038" y="154272"/>
                  </a:lnTo>
                  <a:lnTo>
                    <a:pt x="184038" y="82767"/>
                  </a:lnTo>
                  <a:lnTo>
                    <a:pt x="282943" y="82767"/>
                  </a:lnTo>
                  <a:lnTo>
                    <a:pt x="282943" y="64869"/>
                  </a:lnTo>
                  <a:lnTo>
                    <a:pt x="184038" y="64869"/>
                  </a:lnTo>
                  <a:lnTo>
                    <a:pt x="184038" y="2575"/>
                  </a:lnTo>
                  <a:close/>
                </a:path>
                <a:path w="283210" h="157479">
                  <a:moveTo>
                    <a:pt x="282943" y="82767"/>
                  </a:moveTo>
                  <a:lnTo>
                    <a:pt x="262887" y="82767"/>
                  </a:lnTo>
                  <a:lnTo>
                    <a:pt x="262887" y="154272"/>
                  </a:lnTo>
                  <a:lnTo>
                    <a:pt x="282943" y="154272"/>
                  </a:lnTo>
                  <a:lnTo>
                    <a:pt x="282943" y="82767"/>
                  </a:lnTo>
                  <a:close/>
                </a:path>
                <a:path w="283210" h="157479">
                  <a:moveTo>
                    <a:pt x="282943" y="2575"/>
                  </a:moveTo>
                  <a:lnTo>
                    <a:pt x="262887" y="2575"/>
                  </a:lnTo>
                  <a:lnTo>
                    <a:pt x="262887" y="64869"/>
                  </a:lnTo>
                  <a:lnTo>
                    <a:pt x="282943" y="64869"/>
                  </a:lnTo>
                  <a:lnTo>
                    <a:pt x="282943" y="257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2" name="object 72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3734607" y="3886763"/>
              <a:ext cx="74484" cy="116250"/>
            </a:xfrm>
            <a:prstGeom prst="rect">
              <a:avLst/>
            </a:prstGeom>
          </p:spPr>
        </p:pic>
        <p:sp>
          <p:nvSpPr>
            <p:cNvPr id="73" name="object 73"/>
            <p:cNvSpPr/>
            <p:nvPr/>
          </p:nvSpPr>
          <p:spPr>
            <a:xfrm>
              <a:off x="3354723" y="3734040"/>
              <a:ext cx="61594" cy="61594"/>
            </a:xfrm>
            <a:custGeom>
              <a:avLst/>
              <a:gdLst/>
              <a:ahLst/>
              <a:cxnLst/>
              <a:rect l="l" t="t" r="r" b="b"/>
              <a:pathLst>
                <a:path w="61595" h="61595">
                  <a:moveTo>
                    <a:pt x="0" y="0"/>
                  </a:moveTo>
                  <a:lnTo>
                    <a:pt x="61520" y="6153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74" name="object 74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3237224" y="3197601"/>
              <a:ext cx="72061" cy="296190"/>
            </a:xfrm>
            <a:prstGeom prst="rect">
              <a:avLst/>
            </a:prstGeom>
          </p:spPr>
        </p:pic>
        <p:pic>
          <p:nvPicPr>
            <p:cNvPr id="75" name="object 75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2909869" y="3242782"/>
              <a:ext cx="72061" cy="263450"/>
            </a:xfrm>
            <a:prstGeom prst="rect">
              <a:avLst/>
            </a:prstGeom>
          </p:spPr>
        </p:pic>
      </p:grpSp>
      <p:grpSp>
        <p:nvGrpSpPr>
          <p:cNvPr id="76" name="object 76"/>
          <p:cNvGrpSpPr/>
          <p:nvPr/>
        </p:nvGrpSpPr>
        <p:grpSpPr>
          <a:xfrm>
            <a:off x="2764350" y="2988280"/>
            <a:ext cx="551180" cy="156845"/>
            <a:chOff x="2764350" y="2988280"/>
            <a:chExt cx="551180" cy="156845"/>
          </a:xfrm>
        </p:grpSpPr>
        <p:pic>
          <p:nvPicPr>
            <p:cNvPr id="77" name="object 77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3193664" y="2990856"/>
              <a:ext cx="121252" cy="151696"/>
            </a:xfrm>
            <a:prstGeom prst="rect">
              <a:avLst/>
            </a:prstGeom>
          </p:spPr>
        </p:pic>
        <p:pic>
          <p:nvPicPr>
            <p:cNvPr id="78" name="object 78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2764350" y="2988280"/>
              <a:ext cx="191807" cy="156848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2990901" y="3066726"/>
              <a:ext cx="165735" cy="0"/>
            </a:xfrm>
            <a:custGeom>
              <a:avLst/>
              <a:gdLst/>
              <a:ahLst/>
              <a:cxnLst/>
              <a:rect l="l" t="t" r="r" b="b"/>
              <a:pathLst>
                <a:path w="165735">
                  <a:moveTo>
                    <a:pt x="165466" y="0"/>
                  </a:moveTo>
                  <a:lnTo>
                    <a:pt x="0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0" name="object 80"/>
          <p:cNvGrpSpPr/>
          <p:nvPr/>
        </p:nvGrpSpPr>
        <p:grpSpPr>
          <a:xfrm>
            <a:off x="3994046" y="3611067"/>
            <a:ext cx="787400" cy="72390"/>
            <a:chOff x="3994046" y="3611067"/>
            <a:chExt cx="787400" cy="72390"/>
          </a:xfrm>
        </p:grpSpPr>
        <p:sp>
          <p:nvSpPr>
            <p:cNvPr id="81" name="object 81"/>
            <p:cNvSpPr/>
            <p:nvPr/>
          </p:nvSpPr>
          <p:spPr>
            <a:xfrm>
              <a:off x="3994046" y="3641865"/>
              <a:ext cx="673735" cy="13335"/>
            </a:xfrm>
            <a:custGeom>
              <a:avLst/>
              <a:gdLst/>
              <a:ahLst/>
              <a:cxnLst/>
              <a:rect l="l" t="t" r="r" b="b"/>
              <a:pathLst>
                <a:path w="673735" h="13335">
                  <a:moveTo>
                    <a:pt x="673695" y="0"/>
                  </a:moveTo>
                  <a:lnTo>
                    <a:pt x="0" y="0"/>
                  </a:lnTo>
                  <a:lnTo>
                    <a:pt x="0" y="13095"/>
                  </a:lnTo>
                  <a:lnTo>
                    <a:pt x="673695" y="13095"/>
                  </a:lnTo>
                  <a:lnTo>
                    <a:pt x="6736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2" name="object 82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4647184" y="3611067"/>
              <a:ext cx="133997" cy="72072"/>
            </a:xfrm>
            <a:prstGeom prst="rect">
              <a:avLst/>
            </a:prstGeom>
          </p:spPr>
        </p:pic>
      </p:grpSp>
      <p:grpSp>
        <p:nvGrpSpPr>
          <p:cNvPr id="83" name="object 83"/>
          <p:cNvGrpSpPr/>
          <p:nvPr/>
        </p:nvGrpSpPr>
        <p:grpSpPr>
          <a:xfrm>
            <a:off x="4933728" y="3189786"/>
            <a:ext cx="1242060" cy="1028065"/>
            <a:chOff x="4933728" y="3189786"/>
            <a:chExt cx="1242060" cy="1028065"/>
          </a:xfrm>
        </p:grpSpPr>
        <p:sp>
          <p:nvSpPr>
            <p:cNvPr id="84" name="object 84"/>
            <p:cNvSpPr/>
            <p:nvPr/>
          </p:nvSpPr>
          <p:spPr>
            <a:xfrm>
              <a:off x="5580363" y="3601289"/>
              <a:ext cx="134620" cy="156845"/>
            </a:xfrm>
            <a:custGeom>
              <a:avLst/>
              <a:gdLst/>
              <a:ahLst/>
              <a:cxnLst/>
              <a:rect l="l" t="t" r="r" b="b"/>
              <a:pathLst>
                <a:path w="134620" h="156845">
                  <a:moveTo>
                    <a:pt x="71581" y="0"/>
                  </a:moveTo>
                  <a:lnTo>
                    <a:pt x="26839" y="14257"/>
                  </a:lnTo>
                  <a:lnTo>
                    <a:pt x="2264" y="55104"/>
                  </a:lnTo>
                  <a:lnTo>
                    <a:pt x="0" y="77289"/>
                  </a:lnTo>
                  <a:lnTo>
                    <a:pt x="491" y="87970"/>
                  </a:lnTo>
                  <a:lnTo>
                    <a:pt x="12398" y="126857"/>
                  </a:lnTo>
                  <a:lnTo>
                    <a:pt x="48994" y="154357"/>
                  </a:lnTo>
                  <a:lnTo>
                    <a:pt x="71145" y="156848"/>
                  </a:lnTo>
                  <a:lnTo>
                    <a:pt x="82605" y="156037"/>
                  </a:lnTo>
                  <a:lnTo>
                    <a:pt x="118867" y="136641"/>
                  </a:lnTo>
                  <a:lnTo>
                    <a:pt x="133997" y="106144"/>
                  </a:lnTo>
                  <a:lnTo>
                    <a:pt x="113919" y="101080"/>
                  </a:lnTo>
                  <a:lnTo>
                    <a:pt x="111433" y="110067"/>
                  </a:lnTo>
                  <a:lnTo>
                    <a:pt x="107945" y="117876"/>
                  </a:lnTo>
                  <a:lnTo>
                    <a:pt x="69617" y="139670"/>
                  </a:lnTo>
                  <a:lnTo>
                    <a:pt x="62739" y="139224"/>
                  </a:lnTo>
                  <a:lnTo>
                    <a:pt x="29472" y="117729"/>
                  </a:lnTo>
                  <a:lnTo>
                    <a:pt x="20732" y="77179"/>
                  </a:lnTo>
                  <a:lnTo>
                    <a:pt x="21018" y="69735"/>
                  </a:lnTo>
                  <a:lnTo>
                    <a:pt x="36455" y="30088"/>
                  </a:lnTo>
                  <a:lnTo>
                    <a:pt x="71145" y="17177"/>
                  </a:lnTo>
                  <a:lnTo>
                    <a:pt x="78384" y="17648"/>
                  </a:lnTo>
                  <a:lnTo>
                    <a:pt x="108797" y="41108"/>
                  </a:lnTo>
                  <a:lnTo>
                    <a:pt x="111737" y="48826"/>
                  </a:lnTo>
                  <a:lnTo>
                    <a:pt x="131378" y="44177"/>
                  </a:lnTo>
                  <a:lnTo>
                    <a:pt x="109772" y="11590"/>
                  </a:lnTo>
                  <a:lnTo>
                    <a:pt x="82459" y="724"/>
                  </a:lnTo>
                  <a:lnTo>
                    <a:pt x="7158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5" name="object 85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5266102" y="3601289"/>
              <a:ext cx="133997" cy="156848"/>
            </a:xfrm>
            <a:prstGeom prst="rect">
              <a:avLst/>
            </a:prstGeom>
          </p:spPr>
        </p:pic>
        <p:sp>
          <p:nvSpPr>
            <p:cNvPr id="86" name="object 86"/>
            <p:cNvSpPr/>
            <p:nvPr/>
          </p:nvSpPr>
          <p:spPr>
            <a:xfrm>
              <a:off x="5437199" y="3672423"/>
              <a:ext cx="106045" cy="0"/>
            </a:xfrm>
            <a:custGeom>
              <a:avLst/>
              <a:gdLst/>
              <a:ahLst/>
              <a:cxnLst/>
              <a:rect l="l" t="t" r="r" b="b"/>
              <a:pathLst>
                <a:path w="106045">
                  <a:moveTo>
                    <a:pt x="105626" y="0"/>
                  </a:moveTo>
                  <a:lnTo>
                    <a:pt x="0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7" name="object 87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5807547" y="3374311"/>
              <a:ext cx="121121" cy="151675"/>
            </a:xfrm>
            <a:prstGeom prst="rect">
              <a:avLst/>
            </a:prstGeom>
          </p:spPr>
        </p:pic>
        <p:sp>
          <p:nvSpPr>
            <p:cNvPr id="88" name="object 88"/>
            <p:cNvSpPr/>
            <p:nvPr/>
          </p:nvSpPr>
          <p:spPr>
            <a:xfrm>
              <a:off x="5726144" y="3549755"/>
              <a:ext cx="45085" cy="45085"/>
            </a:xfrm>
            <a:custGeom>
              <a:avLst/>
              <a:gdLst/>
              <a:ahLst/>
              <a:cxnLst/>
              <a:rect l="l" t="t" r="r" b="b"/>
              <a:pathLst>
                <a:path w="45085" h="45085">
                  <a:moveTo>
                    <a:pt x="0" y="44963"/>
                  </a:moveTo>
                  <a:lnTo>
                    <a:pt x="44738" y="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9" name="object 89"/>
            <p:cNvSpPr/>
            <p:nvPr/>
          </p:nvSpPr>
          <p:spPr>
            <a:xfrm>
              <a:off x="5865597" y="3771213"/>
              <a:ext cx="309880" cy="160655"/>
            </a:xfrm>
            <a:custGeom>
              <a:avLst/>
              <a:gdLst/>
              <a:ahLst/>
              <a:cxnLst/>
              <a:rect l="l" t="t" r="r" b="b"/>
              <a:pathLst>
                <a:path w="309879" h="160654">
                  <a:moveTo>
                    <a:pt x="107365" y="84937"/>
                  </a:moveTo>
                  <a:lnTo>
                    <a:pt x="91211" y="80899"/>
                  </a:lnTo>
                  <a:lnTo>
                    <a:pt x="89204" y="88074"/>
                  </a:lnTo>
                  <a:lnTo>
                    <a:pt x="86474" y="94246"/>
                  </a:lnTo>
                  <a:lnTo>
                    <a:pt x="82905" y="99618"/>
                  </a:lnTo>
                  <a:lnTo>
                    <a:pt x="78562" y="103987"/>
                  </a:lnTo>
                  <a:lnTo>
                    <a:pt x="72453" y="109156"/>
                  </a:lnTo>
                  <a:lnTo>
                    <a:pt x="64808" y="111760"/>
                  </a:lnTo>
                  <a:lnTo>
                    <a:pt x="48437" y="111760"/>
                  </a:lnTo>
                  <a:lnTo>
                    <a:pt x="19164" y="82765"/>
                  </a:lnTo>
                  <a:lnTo>
                    <a:pt x="16586" y="61836"/>
                  </a:lnTo>
                  <a:lnTo>
                    <a:pt x="16586" y="53759"/>
                  </a:lnTo>
                  <a:lnTo>
                    <a:pt x="39928" y="15976"/>
                  </a:lnTo>
                  <a:lnTo>
                    <a:pt x="47574" y="13754"/>
                  </a:lnTo>
                  <a:lnTo>
                    <a:pt x="65024" y="13754"/>
                  </a:lnTo>
                  <a:lnTo>
                    <a:pt x="89471" y="39077"/>
                  </a:lnTo>
                  <a:lnTo>
                    <a:pt x="105181" y="35369"/>
                  </a:lnTo>
                  <a:lnTo>
                    <a:pt x="81356" y="5219"/>
                  </a:lnTo>
                  <a:lnTo>
                    <a:pt x="57391" y="0"/>
                  </a:lnTo>
                  <a:lnTo>
                    <a:pt x="49530" y="457"/>
                  </a:lnTo>
                  <a:lnTo>
                    <a:pt x="11201" y="22136"/>
                  </a:lnTo>
                  <a:lnTo>
                    <a:pt x="0" y="61836"/>
                  </a:lnTo>
                  <a:lnTo>
                    <a:pt x="406" y="70396"/>
                  </a:lnTo>
                  <a:lnTo>
                    <a:pt x="14338" y="107746"/>
                  </a:lnTo>
                  <a:lnTo>
                    <a:pt x="56959" y="125514"/>
                  </a:lnTo>
                  <a:lnTo>
                    <a:pt x="66078" y="124853"/>
                  </a:lnTo>
                  <a:lnTo>
                    <a:pt x="100241" y="102387"/>
                  </a:lnTo>
                  <a:lnTo>
                    <a:pt x="107365" y="84937"/>
                  </a:lnTo>
                  <a:close/>
                </a:path>
                <a:path w="309879" h="160654">
                  <a:moveTo>
                    <a:pt x="226301" y="2082"/>
                  </a:moveTo>
                  <a:lnTo>
                    <a:pt x="210375" y="2082"/>
                  </a:lnTo>
                  <a:lnTo>
                    <a:pt x="210375" y="51904"/>
                  </a:lnTo>
                  <a:lnTo>
                    <a:pt x="147307" y="51904"/>
                  </a:lnTo>
                  <a:lnTo>
                    <a:pt x="147307" y="2082"/>
                  </a:lnTo>
                  <a:lnTo>
                    <a:pt x="131152" y="2082"/>
                  </a:lnTo>
                  <a:lnTo>
                    <a:pt x="131152" y="123431"/>
                  </a:lnTo>
                  <a:lnTo>
                    <a:pt x="147307" y="123431"/>
                  </a:lnTo>
                  <a:lnTo>
                    <a:pt x="147307" y="66230"/>
                  </a:lnTo>
                  <a:lnTo>
                    <a:pt x="210375" y="66230"/>
                  </a:lnTo>
                  <a:lnTo>
                    <a:pt x="210375" y="123431"/>
                  </a:lnTo>
                  <a:lnTo>
                    <a:pt x="226301" y="123431"/>
                  </a:lnTo>
                  <a:lnTo>
                    <a:pt x="226301" y="66230"/>
                  </a:lnTo>
                  <a:lnTo>
                    <a:pt x="226301" y="51904"/>
                  </a:lnTo>
                  <a:lnTo>
                    <a:pt x="226301" y="2082"/>
                  </a:lnTo>
                  <a:close/>
                </a:path>
                <a:path w="309879" h="160654">
                  <a:moveTo>
                    <a:pt x="309676" y="126072"/>
                  </a:moveTo>
                  <a:lnTo>
                    <a:pt x="308140" y="121183"/>
                  </a:lnTo>
                  <a:lnTo>
                    <a:pt x="302247" y="113372"/>
                  </a:lnTo>
                  <a:lnTo>
                    <a:pt x="298107" y="110794"/>
                  </a:lnTo>
                  <a:lnTo>
                    <a:pt x="292646" y="109550"/>
                  </a:lnTo>
                  <a:lnTo>
                    <a:pt x="296799" y="107657"/>
                  </a:lnTo>
                  <a:lnTo>
                    <a:pt x="299847" y="105079"/>
                  </a:lnTo>
                  <a:lnTo>
                    <a:pt x="304215" y="98615"/>
                  </a:lnTo>
                  <a:lnTo>
                    <a:pt x="305308" y="95034"/>
                  </a:lnTo>
                  <a:lnTo>
                    <a:pt x="305308" y="86956"/>
                  </a:lnTo>
                  <a:lnTo>
                    <a:pt x="283489" y="67449"/>
                  </a:lnTo>
                  <a:lnTo>
                    <a:pt x="271475" y="67449"/>
                  </a:lnTo>
                  <a:lnTo>
                    <a:pt x="265366" y="69519"/>
                  </a:lnTo>
                  <a:lnTo>
                    <a:pt x="255765" y="77749"/>
                  </a:lnTo>
                  <a:lnTo>
                    <a:pt x="252488" y="83553"/>
                  </a:lnTo>
                  <a:lnTo>
                    <a:pt x="251180" y="91046"/>
                  </a:lnTo>
                  <a:lnTo>
                    <a:pt x="262318" y="93027"/>
                  </a:lnTo>
                  <a:lnTo>
                    <a:pt x="263182" y="87579"/>
                  </a:lnTo>
                  <a:lnTo>
                    <a:pt x="265150" y="83464"/>
                  </a:lnTo>
                  <a:lnTo>
                    <a:pt x="270827" y="78016"/>
                  </a:lnTo>
                  <a:lnTo>
                    <a:pt x="274535" y="76631"/>
                  </a:lnTo>
                  <a:lnTo>
                    <a:pt x="283260" y="76631"/>
                  </a:lnTo>
                  <a:lnTo>
                    <a:pt x="286753" y="77990"/>
                  </a:lnTo>
                  <a:lnTo>
                    <a:pt x="292430" y="83362"/>
                  </a:lnTo>
                  <a:lnTo>
                    <a:pt x="293738" y="86766"/>
                  </a:lnTo>
                  <a:lnTo>
                    <a:pt x="293738" y="96037"/>
                  </a:lnTo>
                  <a:lnTo>
                    <a:pt x="291782" y="99860"/>
                  </a:lnTo>
                  <a:lnTo>
                    <a:pt x="284137" y="104838"/>
                  </a:lnTo>
                  <a:lnTo>
                    <a:pt x="279996" y="106057"/>
                  </a:lnTo>
                  <a:lnTo>
                    <a:pt x="273443" y="105956"/>
                  </a:lnTo>
                  <a:lnTo>
                    <a:pt x="272135" y="115747"/>
                  </a:lnTo>
                  <a:lnTo>
                    <a:pt x="275196" y="114922"/>
                  </a:lnTo>
                  <a:lnTo>
                    <a:pt x="277812" y="114503"/>
                  </a:lnTo>
                  <a:lnTo>
                    <a:pt x="285229" y="114503"/>
                  </a:lnTo>
                  <a:lnTo>
                    <a:pt x="289382" y="116192"/>
                  </a:lnTo>
                  <a:lnTo>
                    <a:pt x="296138" y="122847"/>
                  </a:lnTo>
                  <a:lnTo>
                    <a:pt x="297891" y="127076"/>
                  </a:lnTo>
                  <a:lnTo>
                    <a:pt x="297891" y="137579"/>
                  </a:lnTo>
                  <a:lnTo>
                    <a:pt x="295922" y="142100"/>
                  </a:lnTo>
                  <a:lnTo>
                    <a:pt x="288721" y="149390"/>
                  </a:lnTo>
                  <a:lnTo>
                    <a:pt x="284353" y="151193"/>
                  </a:lnTo>
                  <a:lnTo>
                    <a:pt x="274751" y="151193"/>
                  </a:lnTo>
                  <a:lnTo>
                    <a:pt x="270827" y="149796"/>
                  </a:lnTo>
                  <a:lnTo>
                    <a:pt x="264718" y="144208"/>
                  </a:lnTo>
                  <a:lnTo>
                    <a:pt x="262534" y="139649"/>
                  </a:lnTo>
                  <a:lnTo>
                    <a:pt x="261226" y="133324"/>
                  </a:lnTo>
                  <a:lnTo>
                    <a:pt x="250088" y="134810"/>
                  </a:lnTo>
                  <a:lnTo>
                    <a:pt x="250748" y="142379"/>
                  </a:lnTo>
                  <a:lnTo>
                    <a:pt x="253809" y="148551"/>
                  </a:lnTo>
                  <a:lnTo>
                    <a:pt x="264502" y="158076"/>
                  </a:lnTo>
                  <a:lnTo>
                    <a:pt x="271043" y="160451"/>
                  </a:lnTo>
                  <a:lnTo>
                    <a:pt x="287845" y="160451"/>
                  </a:lnTo>
                  <a:lnTo>
                    <a:pt x="295262" y="157708"/>
                  </a:lnTo>
                  <a:lnTo>
                    <a:pt x="306832" y="146634"/>
                  </a:lnTo>
                  <a:lnTo>
                    <a:pt x="309676" y="139915"/>
                  </a:lnTo>
                  <a:lnTo>
                    <a:pt x="309676" y="1260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0" name="object 90"/>
            <p:cNvSpPr/>
            <p:nvPr/>
          </p:nvSpPr>
          <p:spPr>
            <a:xfrm>
              <a:off x="5751242" y="3727055"/>
              <a:ext cx="97790" cy="79375"/>
            </a:xfrm>
            <a:custGeom>
              <a:avLst/>
              <a:gdLst/>
              <a:ahLst/>
              <a:cxnLst/>
              <a:rect l="l" t="t" r="r" b="b"/>
              <a:pathLst>
                <a:path w="97789" h="79375">
                  <a:moveTo>
                    <a:pt x="97551" y="25188"/>
                  </a:moveTo>
                  <a:lnTo>
                    <a:pt x="66343" y="79013"/>
                  </a:lnTo>
                </a:path>
                <a:path w="97789" h="79375">
                  <a:moveTo>
                    <a:pt x="8074" y="0"/>
                  </a:moveTo>
                  <a:lnTo>
                    <a:pt x="0" y="14231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1" name="object 91"/>
            <p:cNvSpPr/>
            <p:nvPr/>
          </p:nvSpPr>
          <p:spPr>
            <a:xfrm>
              <a:off x="5778303" y="4013817"/>
              <a:ext cx="283210" cy="156845"/>
            </a:xfrm>
            <a:custGeom>
              <a:avLst/>
              <a:gdLst/>
              <a:ahLst/>
              <a:cxnLst/>
              <a:rect l="l" t="t" r="r" b="b"/>
              <a:pathLst>
                <a:path w="283210" h="156845">
                  <a:moveTo>
                    <a:pt x="71581" y="0"/>
                  </a:moveTo>
                  <a:lnTo>
                    <a:pt x="26839" y="14257"/>
                  </a:lnTo>
                  <a:lnTo>
                    <a:pt x="2253" y="55175"/>
                  </a:lnTo>
                  <a:lnTo>
                    <a:pt x="0" y="77289"/>
                  </a:lnTo>
                  <a:lnTo>
                    <a:pt x="494" y="87970"/>
                  </a:lnTo>
                  <a:lnTo>
                    <a:pt x="12490" y="126857"/>
                  </a:lnTo>
                  <a:lnTo>
                    <a:pt x="49103" y="154357"/>
                  </a:lnTo>
                  <a:lnTo>
                    <a:pt x="71363" y="156848"/>
                  </a:lnTo>
                  <a:lnTo>
                    <a:pt x="82697" y="156037"/>
                  </a:lnTo>
                  <a:lnTo>
                    <a:pt x="93132" y="153604"/>
                  </a:lnTo>
                  <a:lnTo>
                    <a:pt x="102666" y="149545"/>
                  </a:lnTo>
                  <a:lnTo>
                    <a:pt x="111300" y="143861"/>
                  </a:lnTo>
                  <a:lnTo>
                    <a:pt x="115692" y="139670"/>
                  </a:lnTo>
                  <a:lnTo>
                    <a:pt x="69617" y="139670"/>
                  </a:lnTo>
                  <a:lnTo>
                    <a:pt x="62831" y="139224"/>
                  </a:lnTo>
                  <a:lnTo>
                    <a:pt x="29594" y="117729"/>
                  </a:lnTo>
                  <a:lnTo>
                    <a:pt x="20732" y="77179"/>
                  </a:lnTo>
                  <a:lnTo>
                    <a:pt x="21022" y="69735"/>
                  </a:lnTo>
                  <a:lnTo>
                    <a:pt x="36459" y="30088"/>
                  </a:lnTo>
                  <a:lnTo>
                    <a:pt x="71145" y="17177"/>
                  </a:lnTo>
                  <a:lnTo>
                    <a:pt x="116124" y="17177"/>
                  </a:lnTo>
                  <a:lnTo>
                    <a:pt x="109772" y="11590"/>
                  </a:lnTo>
                  <a:lnTo>
                    <a:pt x="101626" y="6519"/>
                  </a:lnTo>
                  <a:lnTo>
                    <a:pt x="92559" y="2897"/>
                  </a:lnTo>
                  <a:lnTo>
                    <a:pt x="82551" y="724"/>
                  </a:lnTo>
                  <a:lnTo>
                    <a:pt x="71581" y="0"/>
                  </a:lnTo>
                  <a:close/>
                </a:path>
                <a:path w="283210" h="156845">
                  <a:moveTo>
                    <a:pt x="113919" y="101080"/>
                  </a:moveTo>
                  <a:lnTo>
                    <a:pt x="91990" y="134209"/>
                  </a:lnTo>
                  <a:lnTo>
                    <a:pt x="69617" y="139670"/>
                  </a:lnTo>
                  <a:lnTo>
                    <a:pt x="115692" y="139670"/>
                  </a:lnTo>
                  <a:lnTo>
                    <a:pt x="118867" y="136641"/>
                  </a:lnTo>
                  <a:lnTo>
                    <a:pt x="125185" y="127949"/>
                  </a:lnTo>
                  <a:lnTo>
                    <a:pt x="130253" y="117729"/>
                  </a:lnTo>
                  <a:lnTo>
                    <a:pt x="133997" y="106144"/>
                  </a:lnTo>
                  <a:lnTo>
                    <a:pt x="113919" y="101080"/>
                  </a:lnTo>
                  <a:close/>
                </a:path>
                <a:path w="283210" h="156845">
                  <a:moveTo>
                    <a:pt x="116124" y="17177"/>
                  </a:moveTo>
                  <a:lnTo>
                    <a:pt x="71145" y="17177"/>
                  </a:lnTo>
                  <a:lnTo>
                    <a:pt x="78476" y="17648"/>
                  </a:lnTo>
                  <a:lnTo>
                    <a:pt x="85112" y="19063"/>
                  </a:lnTo>
                  <a:lnTo>
                    <a:pt x="111737" y="48826"/>
                  </a:lnTo>
                  <a:lnTo>
                    <a:pt x="131378" y="44177"/>
                  </a:lnTo>
                  <a:lnTo>
                    <a:pt x="127818" y="34257"/>
                  </a:lnTo>
                  <a:lnTo>
                    <a:pt x="123030" y="25518"/>
                  </a:lnTo>
                  <a:lnTo>
                    <a:pt x="117015" y="17961"/>
                  </a:lnTo>
                  <a:lnTo>
                    <a:pt x="116124" y="17177"/>
                  </a:lnTo>
                  <a:close/>
                </a:path>
                <a:path w="283210" h="156845">
                  <a:moveTo>
                    <a:pt x="183973" y="2575"/>
                  </a:moveTo>
                  <a:lnTo>
                    <a:pt x="163895" y="2575"/>
                  </a:lnTo>
                  <a:lnTo>
                    <a:pt x="163895" y="154272"/>
                  </a:lnTo>
                  <a:lnTo>
                    <a:pt x="183973" y="154272"/>
                  </a:lnTo>
                  <a:lnTo>
                    <a:pt x="183973" y="82767"/>
                  </a:lnTo>
                  <a:lnTo>
                    <a:pt x="282834" y="82767"/>
                  </a:lnTo>
                  <a:lnTo>
                    <a:pt x="282834" y="64869"/>
                  </a:lnTo>
                  <a:lnTo>
                    <a:pt x="183973" y="64869"/>
                  </a:lnTo>
                  <a:lnTo>
                    <a:pt x="183973" y="2575"/>
                  </a:lnTo>
                  <a:close/>
                </a:path>
                <a:path w="283210" h="156845">
                  <a:moveTo>
                    <a:pt x="282834" y="82767"/>
                  </a:moveTo>
                  <a:lnTo>
                    <a:pt x="262974" y="82767"/>
                  </a:lnTo>
                  <a:lnTo>
                    <a:pt x="262974" y="154272"/>
                  </a:lnTo>
                  <a:lnTo>
                    <a:pt x="282834" y="154272"/>
                  </a:lnTo>
                  <a:lnTo>
                    <a:pt x="282834" y="82767"/>
                  </a:lnTo>
                  <a:close/>
                </a:path>
                <a:path w="283210" h="156845">
                  <a:moveTo>
                    <a:pt x="282834" y="2575"/>
                  </a:moveTo>
                  <a:lnTo>
                    <a:pt x="262974" y="2575"/>
                  </a:lnTo>
                  <a:lnTo>
                    <a:pt x="262974" y="64869"/>
                  </a:lnTo>
                  <a:lnTo>
                    <a:pt x="282834" y="64869"/>
                  </a:lnTo>
                  <a:lnTo>
                    <a:pt x="282834" y="257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2" name="object 92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6089726" y="4101059"/>
              <a:ext cx="74418" cy="116250"/>
            </a:xfrm>
            <a:prstGeom prst="rect">
              <a:avLst/>
            </a:prstGeom>
          </p:spPr>
        </p:pic>
        <p:sp>
          <p:nvSpPr>
            <p:cNvPr id="93" name="object 93"/>
            <p:cNvSpPr/>
            <p:nvPr/>
          </p:nvSpPr>
          <p:spPr>
            <a:xfrm>
              <a:off x="5702138" y="3788323"/>
              <a:ext cx="97790" cy="196215"/>
            </a:xfrm>
            <a:custGeom>
              <a:avLst/>
              <a:gdLst/>
              <a:ahLst/>
              <a:cxnLst/>
              <a:rect l="l" t="t" r="r" b="b"/>
              <a:pathLst>
                <a:path w="97789" h="196214">
                  <a:moveTo>
                    <a:pt x="97769" y="195743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4" name="object 94"/>
            <p:cNvSpPr/>
            <p:nvPr/>
          </p:nvSpPr>
          <p:spPr>
            <a:xfrm>
              <a:off x="5696246" y="3781557"/>
              <a:ext cx="133350" cy="220979"/>
            </a:xfrm>
            <a:custGeom>
              <a:avLst/>
              <a:gdLst/>
              <a:ahLst/>
              <a:cxnLst/>
              <a:rect l="l" t="t" r="r" b="b"/>
              <a:pathLst>
                <a:path w="133350" h="220979">
                  <a:moveTo>
                    <a:pt x="11784" y="0"/>
                  </a:moveTo>
                  <a:lnTo>
                    <a:pt x="0" y="5653"/>
                  </a:lnTo>
                  <a:lnTo>
                    <a:pt x="73982" y="220604"/>
                  </a:lnTo>
                  <a:lnTo>
                    <a:pt x="133124" y="192273"/>
                  </a:lnTo>
                  <a:lnTo>
                    <a:pt x="117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5" name="object 95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5012293" y="3458977"/>
              <a:ext cx="95151" cy="121357"/>
            </a:xfrm>
            <a:prstGeom prst="rect">
              <a:avLst/>
            </a:prstGeom>
          </p:spPr>
        </p:pic>
        <p:sp>
          <p:nvSpPr>
            <p:cNvPr id="96" name="object 96"/>
            <p:cNvSpPr/>
            <p:nvPr/>
          </p:nvSpPr>
          <p:spPr>
            <a:xfrm>
              <a:off x="5148036" y="3547136"/>
              <a:ext cx="92710" cy="76200"/>
            </a:xfrm>
            <a:custGeom>
              <a:avLst/>
              <a:gdLst/>
              <a:ahLst/>
              <a:cxnLst/>
              <a:rect l="l" t="t" r="r" b="b"/>
              <a:pathLst>
                <a:path w="92710" h="76200">
                  <a:moveTo>
                    <a:pt x="0" y="53650"/>
                  </a:moveTo>
                  <a:lnTo>
                    <a:pt x="30989" y="0"/>
                  </a:lnTo>
                </a:path>
                <a:path w="92710" h="76200">
                  <a:moveTo>
                    <a:pt x="84021" y="76001"/>
                  </a:moveTo>
                  <a:lnTo>
                    <a:pt x="92313" y="61617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97" name="object 97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5038918" y="3189786"/>
              <a:ext cx="118938" cy="151696"/>
            </a:xfrm>
            <a:prstGeom prst="rect">
              <a:avLst/>
            </a:prstGeom>
          </p:spPr>
        </p:pic>
        <p:sp>
          <p:nvSpPr>
            <p:cNvPr id="98" name="object 98"/>
            <p:cNvSpPr/>
            <p:nvPr/>
          </p:nvSpPr>
          <p:spPr>
            <a:xfrm>
              <a:off x="5172042" y="3382038"/>
              <a:ext cx="105410" cy="193040"/>
            </a:xfrm>
            <a:custGeom>
              <a:avLst/>
              <a:gdLst/>
              <a:ahLst/>
              <a:cxnLst/>
              <a:rect l="l" t="t" r="r" b="b"/>
              <a:pathLst>
                <a:path w="105410" h="193039">
                  <a:moveTo>
                    <a:pt x="0" y="0"/>
                  </a:moveTo>
                  <a:lnTo>
                    <a:pt x="105189" y="192578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9" name="object 99"/>
            <p:cNvSpPr/>
            <p:nvPr/>
          </p:nvSpPr>
          <p:spPr>
            <a:xfrm>
              <a:off x="5139525" y="3362022"/>
              <a:ext cx="147320" cy="220345"/>
            </a:xfrm>
            <a:custGeom>
              <a:avLst/>
              <a:gdLst/>
              <a:ahLst/>
              <a:cxnLst/>
              <a:rect l="l" t="t" r="r" b="b"/>
              <a:pathLst>
                <a:path w="147320" h="220345">
                  <a:moveTo>
                    <a:pt x="57177" y="0"/>
                  </a:moveTo>
                  <a:lnTo>
                    <a:pt x="0" y="32151"/>
                  </a:lnTo>
                  <a:lnTo>
                    <a:pt x="135961" y="219731"/>
                  </a:lnTo>
                  <a:lnTo>
                    <a:pt x="147309" y="213314"/>
                  </a:lnTo>
                  <a:lnTo>
                    <a:pt x="571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0" name="object 100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4933728" y="3816218"/>
              <a:ext cx="191829" cy="156869"/>
            </a:xfrm>
            <a:prstGeom prst="rect">
              <a:avLst/>
            </a:prstGeom>
          </p:spPr>
        </p:pic>
        <p:sp>
          <p:nvSpPr>
            <p:cNvPr id="101" name="object 101"/>
            <p:cNvSpPr/>
            <p:nvPr/>
          </p:nvSpPr>
          <p:spPr>
            <a:xfrm>
              <a:off x="5179026" y="3756740"/>
              <a:ext cx="71120" cy="71120"/>
            </a:xfrm>
            <a:custGeom>
              <a:avLst/>
              <a:gdLst/>
              <a:ahLst/>
              <a:cxnLst/>
              <a:rect l="l" t="t" r="r" b="b"/>
              <a:pathLst>
                <a:path w="71120" h="71120">
                  <a:moveTo>
                    <a:pt x="70708" y="0"/>
                  </a:moveTo>
                  <a:lnTo>
                    <a:pt x="0" y="70784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2" name="object 102"/>
          <p:cNvSpPr/>
          <p:nvPr/>
        </p:nvSpPr>
        <p:spPr>
          <a:xfrm>
            <a:off x="6337424" y="3537270"/>
            <a:ext cx="314325" cy="113664"/>
          </a:xfrm>
          <a:custGeom>
            <a:avLst/>
            <a:gdLst/>
            <a:ahLst/>
            <a:cxnLst/>
            <a:rect l="l" t="t" r="r" b="b"/>
            <a:pathLst>
              <a:path w="314325" h="113664">
                <a:moveTo>
                  <a:pt x="0" y="0"/>
                </a:moveTo>
                <a:lnTo>
                  <a:pt x="314260" y="0"/>
                </a:lnTo>
              </a:path>
              <a:path w="314325" h="113664">
                <a:moveTo>
                  <a:pt x="0" y="56575"/>
                </a:moveTo>
                <a:lnTo>
                  <a:pt x="314260" y="56575"/>
                </a:lnTo>
              </a:path>
              <a:path w="314325" h="113664">
                <a:moveTo>
                  <a:pt x="0" y="113150"/>
                </a:moveTo>
                <a:lnTo>
                  <a:pt x="314260" y="113150"/>
                </a:lnTo>
              </a:path>
            </a:pathLst>
          </a:custGeom>
          <a:ln w="1309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103" name="object 103"/>
          <p:cNvGrpSpPr/>
          <p:nvPr/>
        </p:nvGrpSpPr>
        <p:grpSpPr>
          <a:xfrm>
            <a:off x="6951541" y="3176014"/>
            <a:ext cx="1172210" cy="832485"/>
            <a:chOff x="6951541" y="3176014"/>
            <a:chExt cx="1172210" cy="832485"/>
          </a:xfrm>
        </p:grpSpPr>
        <p:sp>
          <p:nvSpPr>
            <p:cNvPr id="104" name="object 104"/>
            <p:cNvSpPr/>
            <p:nvPr/>
          </p:nvSpPr>
          <p:spPr>
            <a:xfrm>
              <a:off x="6951541" y="3490321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09" h="157479">
                  <a:moveTo>
                    <a:pt x="71581" y="0"/>
                  </a:moveTo>
                  <a:lnTo>
                    <a:pt x="27027" y="14270"/>
                  </a:lnTo>
                  <a:lnTo>
                    <a:pt x="2280" y="55184"/>
                  </a:lnTo>
                  <a:lnTo>
                    <a:pt x="0" y="77289"/>
                  </a:lnTo>
                  <a:lnTo>
                    <a:pt x="494" y="87983"/>
                  </a:lnTo>
                  <a:lnTo>
                    <a:pt x="12490" y="126879"/>
                  </a:lnTo>
                  <a:lnTo>
                    <a:pt x="49103" y="154370"/>
                  </a:lnTo>
                  <a:lnTo>
                    <a:pt x="71363" y="156869"/>
                  </a:lnTo>
                  <a:lnTo>
                    <a:pt x="82697" y="156059"/>
                  </a:lnTo>
                  <a:lnTo>
                    <a:pt x="93132" y="153625"/>
                  </a:lnTo>
                  <a:lnTo>
                    <a:pt x="102666" y="149567"/>
                  </a:lnTo>
                  <a:lnTo>
                    <a:pt x="111300" y="143882"/>
                  </a:lnTo>
                  <a:lnTo>
                    <a:pt x="115740" y="139692"/>
                  </a:lnTo>
                  <a:lnTo>
                    <a:pt x="69617" y="139692"/>
                  </a:lnTo>
                  <a:lnTo>
                    <a:pt x="62831" y="139246"/>
                  </a:lnTo>
                  <a:lnTo>
                    <a:pt x="29594" y="117741"/>
                  </a:lnTo>
                  <a:lnTo>
                    <a:pt x="20732" y="77201"/>
                  </a:lnTo>
                  <a:lnTo>
                    <a:pt x="21022" y="69748"/>
                  </a:lnTo>
                  <a:lnTo>
                    <a:pt x="36459" y="30109"/>
                  </a:lnTo>
                  <a:lnTo>
                    <a:pt x="71145" y="17177"/>
                  </a:lnTo>
                  <a:lnTo>
                    <a:pt x="116222" y="17177"/>
                  </a:lnTo>
                  <a:lnTo>
                    <a:pt x="109991" y="11590"/>
                  </a:lnTo>
                  <a:lnTo>
                    <a:pt x="101718" y="6519"/>
                  </a:lnTo>
                  <a:lnTo>
                    <a:pt x="92586" y="2897"/>
                  </a:lnTo>
                  <a:lnTo>
                    <a:pt x="82554" y="724"/>
                  </a:lnTo>
                  <a:lnTo>
                    <a:pt x="71581" y="0"/>
                  </a:lnTo>
                  <a:close/>
                </a:path>
                <a:path w="283209" h="157479">
                  <a:moveTo>
                    <a:pt x="114137" y="101102"/>
                  </a:moveTo>
                  <a:lnTo>
                    <a:pt x="92020" y="134213"/>
                  </a:lnTo>
                  <a:lnTo>
                    <a:pt x="69617" y="139692"/>
                  </a:lnTo>
                  <a:lnTo>
                    <a:pt x="115740" y="139692"/>
                  </a:lnTo>
                  <a:lnTo>
                    <a:pt x="118962" y="136651"/>
                  </a:lnTo>
                  <a:lnTo>
                    <a:pt x="125294" y="127954"/>
                  </a:lnTo>
                  <a:lnTo>
                    <a:pt x="130375" y="117741"/>
                  </a:lnTo>
                  <a:lnTo>
                    <a:pt x="134215" y="106165"/>
                  </a:lnTo>
                  <a:lnTo>
                    <a:pt x="114137" y="101102"/>
                  </a:lnTo>
                  <a:close/>
                </a:path>
                <a:path w="283209" h="157479">
                  <a:moveTo>
                    <a:pt x="116222" y="17177"/>
                  </a:moveTo>
                  <a:lnTo>
                    <a:pt x="71145" y="17177"/>
                  </a:lnTo>
                  <a:lnTo>
                    <a:pt x="78476" y="17651"/>
                  </a:lnTo>
                  <a:lnTo>
                    <a:pt x="85112" y="19071"/>
                  </a:lnTo>
                  <a:lnTo>
                    <a:pt x="111737" y="48848"/>
                  </a:lnTo>
                  <a:lnTo>
                    <a:pt x="131596" y="44177"/>
                  </a:lnTo>
                  <a:lnTo>
                    <a:pt x="127913" y="34269"/>
                  </a:lnTo>
                  <a:lnTo>
                    <a:pt x="123085" y="25534"/>
                  </a:lnTo>
                  <a:lnTo>
                    <a:pt x="117111" y="17974"/>
                  </a:lnTo>
                  <a:lnTo>
                    <a:pt x="116222" y="17177"/>
                  </a:lnTo>
                  <a:close/>
                </a:path>
                <a:path w="283209" h="157479">
                  <a:moveTo>
                    <a:pt x="183973" y="2597"/>
                  </a:moveTo>
                  <a:lnTo>
                    <a:pt x="164113" y="2597"/>
                  </a:lnTo>
                  <a:lnTo>
                    <a:pt x="164113" y="154272"/>
                  </a:lnTo>
                  <a:lnTo>
                    <a:pt x="183973" y="154272"/>
                  </a:lnTo>
                  <a:lnTo>
                    <a:pt x="183973" y="82789"/>
                  </a:lnTo>
                  <a:lnTo>
                    <a:pt x="283052" y="82789"/>
                  </a:lnTo>
                  <a:lnTo>
                    <a:pt x="283052" y="64891"/>
                  </a:lnTo>
                  <a:lnTo>
                    <a:pt x="183973" y="64891"/>
                  </a:lnTo>
                  <a:lnTo>
                    <a:pt x="183973" y="2597"/>
                  </a:lnTo>
                  <a:close/>
                </a:path>
                <a:path w="283209" h="157479">
                  <a:moveTo>
                    <a:pt x="283052" y="82789"/>
                  </a:moveTo>
                  <a:lnTo>
                    <a:pt x="262974" y="82789"/>
                  </a:lnTo>
                  <a:lnTo>
                    <a:pt x="262974" y="154272"/>
                  </a:lnTo>
                  <a:lnTo>
                    <a:pt x="283052" y="154272"/>
                  </a:lnTo>
                  <a:lnTo>
                    <a:pt x="283052" y="82789"/>
                  </a:lnTo>
                  <a:close/>
                </a:path>
                <a:path w="283209" h="157479">
                  <a:moveTo>
                    <a:pt x="283052" y="2597"/>
                  </a:moveTo>
                  <a:lnTo>
                    <a:pt x="262974" y="2597"/>
                  </a:lnTo>
                  <a:lnTo>
                    <a:pt x="262974" y="64891"/>
                  </a:lnTo>
                  <a:lnTo>
                    <a:pt x="283052" y="64891"/>
                  </a:lnTo>
                  <a:lnTo>
                    <a:pt x="283052" y="25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5" name="object 105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7261000" y="3577585"/>
              <a:ext cx="75291" cy="114220"/>
            </a:xfrm>
            <a:prstGeom prst="rect">
              <a:avLst/>
            </a:prstGeom>
          </p:spPr>
        </p:pic>
        <p:pic>
          <p:nvPicPr>
            <p:cNvPr id="106" name="object 106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7429479" y="3310838"/>
              <a:ext cx="118938" cy="151696"/>
            </a:xfrm>
            <a:prstGeom prst="rect">
              <a:avLst/>
            </a:prstGeom>
          </p:spPr>
        </p:pic>
        <p:pic>
          <p:nvPicPr>
            <p:cNvPr id="107" name="object 107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7423150" y="3494141"/>
              <a:ext cx="133997" cy="156869"/>
            </a:xfrm>
            <a:prstGeom prst="rect">
              <a:avLst/>
            </a:prstGeom>
          </p:spPr>
        </p:pic>
        <p:sp>
          <p:nvSpPr>
            <p:cNvPr id="108" name="object 108"/>
            <p:cNvSpPr/>
            <p:nvPr/>
          </p:nvSpPr>
          <p:spPr>
            <a:xfrm>
              <a:off x="7371428" y="3561455"/>
              <a:ext cx="14604" cy="0"/>
            </a:xfrm>
            <a:custGeom>
              <a:avLst/>
              <a:gdLst/>
              <a:ahLst/>
              <a:cxnLst/>
              <a:rect l="l" t="t" r="r" b="b"/>
              <a:pathLst>
                <a:path w="14604">
                  <a:moveTo>
                    <a:pt x="0" y="0"/>
                  </a:moveTo>
                  <a:lnTo>
                    <a:pt x="14185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9" name="object 109"/>
            <p:cNvSpPr/>
            <p:nvPr/>
          </p:nvSpPr>
          <p:spPr>
            <a:xfrm>
              <a:off x="7737410" y="3490321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09" h="157479">
                  <a:moveTo>
                    <a:pt x="71581" y="0"/>
                  </a:moveTo>
                  <a:lnTo>
                    <a:pt x="26839" y="14270"/>
                  </a:lnTo>
                  <a:lnTo>
                    <a:pt x="2253" y="55184"/>
                  </a:lnTo>
                  <a:lnTo>
                    <a:pt x="0" y="77289"/>
                  </a:lnTo>
                  <a:lnTo>
                    <a:pt x="491" y="87983"/>
                  </a:lnTo>
                  <a:lnTo>
                    <a:pt x="12398" y="126879"/>
                  </a:lnTo>
                  <a:lnTo>
                    <a:pt x="48994" y="154370"/>
                  </a:lnTo>
                  <a:lnTo>
                    <a:pt x="71145" y="156869"/>
                  </a:lnTo>
                  <a:lnTo>
                    <a:pt x="82605" y="156059"/>
                  </a:lnTo>
                  <a:lnTo>
                    <a:pt x="93105" y="153625"/>
                  </a:lnTo>
                  <a:lnTo>
                    <a:pt x="102663" y="149567"/>
                  </a:lnTo>
                  <a:lnTo>
                    <a:pt x="111300" y="143882"/>
                  </a:lnTo>
                  <a:lnTo>
                    <a:pt x="115685" y="139692"/>
                  </a:lnTo>
                  <a:lnTo>
                    <a:pt x="69617" y="139692"/>
                  </a:lnTo>
                  <a:lnTo>
                    <a:pt x="62739" y="139246"/>
                  </a:lnTo>
                  <a:lnTo>
                    <a:pt x="29472" y="117741"/>
                  </a:lnTo>
                  <a:lnTo>
                    <a:pt x="20732" y="77201"/>
                  </a:lnTo>
                  <a:lnTo>
                    <a:pt x="21018" y="69748"/>
                  </a:lnTo>
                  <a:lnTo>
                    <a:pt x="36455" y="30109"/>
                  </a:lnTo>
                  <a:lnTo>
                    <a:pt x="71145" y="17177"/>
                  </a:lnTo>
                  <a:lnTo>
                    <a:pt x="116112" y="17177"/>
                  </a:lnTo>
                  <a:lnTo>
                    <a:pt x="109772" y="11590"/>
                  </a:lnTo>
                  <a:lnTo>
                    <a:pt x="101595" y="6519"/>
                  </a:lnTo>
                  <a:lnTo>
                    <a:pt x="92477" y="2897"/>
                  </a:lnTo>
                  <a:lnTo>
                    <a:pt x="82459" y="724"/>
                  </a:lnTo>
                  <a:lnTo>
                    <a:pt x="71581" y="0"/>
                  </a:lnTo>
                  <a:close/>
                </a:path>
                <a:path w="283209" h="157479">
                  <a:moveTo>
                    <a:pt x="113919" y="101102"/>
                  </a:moveTo>
                  <a:lnTo>
                    <a:pt x="91990" y="134213"/>
                  </a:lnTo>
                  <a:lnTo>
                    <a:pt x="69617" y="139692"/>
                  </a:lnTo>
                  <a:lnTo>
                    <a:pt x="115685" y="139692"/>
                  </a:lnTo>
                  <a:lnTo>
                    <a:pt x="118867" y="136651"/>
                  </a:lnTo>
                  <a:lnTo>
                    <a:pt x="125185" y="127954"/>
                  </a:lnTo>
                  <a:lnTo>
                    <a:pt x="130252" y="117741"/>
                  </a:lnTo>
                  <a:lnTo>
                    <a:pt x="133997" y="106165"/>
                  </a:lnTo>
                  <a:lnTo>
                    <a:pt x="113919" y="101102"/>
                  </a:lnTo>
                  <a:close/>
                </a:path>
                <a:path w="283209" h="157479">
                  <a:moveTo>
                    <a:pt x="116112" y="17177"/>
                  </a:moveTo>
                  <a:lnTo>
                    <a:pt x="71145" y="17177"/>
                  </a:lnTo>
                  <a:lnTo>
                    <a:pt x="78384" y="17651"/>
                  </a:lnTo>
                  <a:lnTo>
                    <a:pt x="85030" y="19071"/>
                  </a:lnTo>
                  <a:lnTo>
                    <a:pt x="111737" y="48848"/>
                  </a:lnTo>
                  <a:lnTo>
                    <a:pt x="131378" y="44177"/>
                  </a:lnTo>
                  <a:lnTo>
                    <a:pt x="127818" y="34269"/>
                  </a:lnTo>
                  <a:lnTo>
                    <a:pt x="123030" y="25534"/>
                  </a:lnTo>
                  <a:lnTo>
                    <a:pt x="117015" y="17974"/>
                  </a:lnTo>
                  <a:lnTo>
                    <a:pt x="116112" y="17177"/>
                  </a:lnTo>
                  <a:close/>
                </a:path>
                <a:path w="283209" h="157479">
                  <a:moveTo>
                    <a:pt x="183973" y="2597"/>
                  </a:moveTo>
                  <a:lnTo>
                    <a:pt x="163895" y="2597"/>
                  </a:lnTo>
                  <a:lnTo>
                    <a:pt x="163895" y="154272"/>
                  </a:lnTo>
                  <a:lnTo>
                    <a:pt x="183973" y="154272"/>
                  </a:lnTo>
                  <a:lnTo>
                    <a:pt x="183973" y="82789"/>
                  </a:lnTo>
                  <a:lnTo>
                    <a:pt x="282834" y="82789"/>
                  </a:lnTo>
                  <a:lnTo>
                    <a:pt x="282834" y="64891"/>
                  </a:lnTo>
                  <a:lnTo>
                    <a:pt x="183973" y="64891"/>
                  </a:lnTo>
                  <a:lnTo>
                    <a:pt x="183973" y="2597"/>
                  </a:lnTo>
                  <a:close/>
                </a:path>
                <a:path w="283209" h="157479">
                  <a:moveTo>
                    <a:pt x="282834" y="82789"/>
                  </a:moveTo>
                  <a:lnTo>
                    <a:pt x="262756" y="82789"/>
                  </a:lnTo>
                  <a:lnTo>
                    <a:pt x="262756" y="154272"/>
                  </a:lnTo>
                  <a:lnTo>
                    <a:pt x="282834" y="154272"/>
                  </a:lnTo>
                  <a:lnTo>
                    <a:pt x="282834" y="82789"/>
                  </a:lnTo>
                  <a:close/>
                </a:path>
                <a:path w="283209" h="157479">
                  <a:moveTo>
                    <a:pt x="282834" y="2597"/>
                  </a:moveTo>
                  <a:lnTo>
                    <a:pt x="262756" y="2597"/>
                  </a:lnTo>
                  <a:lnTo>
                    <a:pt x="262756" y="64891"/>
                  </a:lnTo>
                  <a:lnTo>
                    <a:pt x="282834" y="64891"/>
                  </a:lnTo>
                  <a:lnTo>
                    <a:pt x="282834" y="25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0" name="object 110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8048615" y="3577585"/>
              <a:ext cx="74636" cy="116250"/>
            </a:xfrm>
            <a:prstGeom prst="rect">
              <a:avLst/>
            </a:prstGeom>
          </p:spPr>
        </p:pic>
        <p:sp>
          <p:nvSpPr>
            <p:cNvPr id="111" name="object 111"/>
            <p:cNvSpPr/>
            <p:nvPr/>
          </p:nvSpPr>
          <p:spPr>
            <a:xfrm>
              <a:off x="7594247" y="3561455"/>
              <a:ext cx="106045" cy="0"/>
            </a:xfrm>
            <a:custGeom>
              <a:avLst/>
              <a:gdLst/>
              <a:ahLst/>
              <a:cxnLst/>
              <a:rect l="l" t="t" r="r" b="b"/>
              <a:pathLst>
                <a:path w="106045">
                  <a:moveTo>
                    <a:pt x="0" y="0"/>
                  </a:moveTo>
                  <a:lnTo>
                    <a:pt x="105626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2" name="object 112"/>
            <p:cNvSpPr/>
            <p:nvPr/>
          </p:nvSpPr>
          <p:spPr>
            <a:xfrm>
              <a:off x="7423150" y="3804628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09" h="157479">
                  <a:moveTo>
                    <a:pt x="71581" y="0"/>
                  </a:moveTo>
                  <a:lnTo>
                    <a:pt x="26839" y="14270"/>
                  </a:lnTo>
                  <a:lnTo>
                    <a:pt x="2253" y="55184"/>
                  </a:lnTo>
                  <a:lnTo>
                    <a:pt x="0" y="77289"/>
                  </a:lnTo>
                  <a:lnTo>
                    <a:pt x="491" y="87983"/>
                  </a:lnTo>
                  <a:lnTo>
                    <a:pt x="12398" y="126879"/>
                  </a:lnTo>
                  <a:lnTo>
                    <a:pt x="48994" y="154370"/>
                  </a:lnTo>
                  <a:lnTo>
                    <a:pt x="71145" y="156869"/>
                  </a:lnTo>
                  <a:lnTo>
                    <a:pt x="82605" y="156059"/>
                  </a:lnTo>
                  <a:lnTo>
                    <a:pt x="93105" y="153625"/>
                  </a:lnTo>
                  <a:lnTo>
                    <a:pt x="102663" y="149567"/>
                  </a:lnTo>
                  <a:lnTo>
                    <a:pt x="111300" y="143882"/>
                  </a:lnTo>
                  <a:lnTo>
                    <a:pt x="115685" y="139692"/>
                  </a:lnTo>
                  <a:lnTo>
                    <a:pt x="69617" y="139692"/>
                  </a:lnTo>
                  <a:lnTo>
                    <a:pt x="62739" y="139246"/>
                  </a:lnTo>
                  <a:lnTo>
                    <a:pt x="29472" y="117741"/>
                  </a:lnTo>
                  <a:lnTo>
                    <a:pt x="20732" y="77201"/>
                  </a:lnTo>
                  <a:lnTo>
                    <a:pt x="21018" y="69748"/>
                  </a:lnTo>
                  <a:lnTo>
                    <a:pt x="36455" y="30109"/>
                  </a:lnTo>
                  <a:lnTo>
                    <a:pt x="71145" y="17177"/>
                  </a:lnTo>
                  <a:lnTo>
                    <a:pt x="116112" y="17177"/>
                  </a:lnTo>
                  <a:lnTo>
                    <a:pt x="109772" y="11590"/>
                  </a:lnTo>
                  <a:lnTo>
                    <a:pt x="101595" y="6519"/>
                  </a:lnTo>
                  <a:lnTo>
                    <a:pt x="92477" y="2897"/>
                  </a:lnTo>
                  <a:lnTo>
                    <a:pt x="82459" y="724"/>
                  </a:lnTo>
                  <a:lnTo>
                    <a:pt x="71581" y="0"/>
                  </a:lnTo>
                  <a:close/>
                </a:path>
                <a:path w="283209" h="157479">
                  <a:moveTo>
                    <a:pt x="113919" y="101102"/>
                  </a:moveTo>
                  <a:lnTo>
                    <a:pt x="91990" y="134222"/>
                  </a:lnTo>
                  <a:lnTo>
                    <a:pt x="69617" y="139692"/>
                  </a:lnTo>
                  <a:lnTo>
                    <a:pt x="115685" y="139692"/>
                  </a:lnTo>
                  <a:lnTo>
                    <a:pt x="118867" y="136651"/>
                  </a:lnTo>
                  <a:lnTo>
                    <a:pt x="125185" y="127954"/>
                  </a:lnTo>
                  <a:lnTo>
                    <a:pt x="130252" y="117741"/>
                  </a:lnTo>
                  <a:lnTo>
                    <a:pt x="133997" y="106165"/>
                  </a:lnTo>
                  <a:lnTo>
                    <a:pt x="113919" y="101102"/>
                  </a:lnTo>
                  <a:close/>
                </a:path>
                <a:path w="283209" h="157479">
                  <a:moveTo>
                    <a:pt x="116112" y="17177"/>
                  </a:moveTo>
                  <a:lnTo>
                    <a:pt x="71145" y="17177"/>
                  </a:lnTo>
                  <a:lnTo>
                    <a:pt x="78384" y="17651"/>
                  </a:lnTo>
                  <a:lnTo>
                    <a:pt x="85030" y="19071"/>
                  </a:lnTo>
                  <a:lnTo>
                    <a:pt x="111737" y="48848"/>
                  </a:lnTo>
                  <a:lnTo>
                    <a:pt x="131378" y="44177"/>
                  </a:lnTo>
                  <a:lnTo>
                    <a:pt x="127818" y="34269"/>
                  </a:lnTo>
                  <a:lnTo>
                    <a:pt x="123030" y="25534"/>
                  </a:lnTo>
                  <a:lnTo>
                    <a:pt x="117015" y="17974"/>
                  </a:lnTo>
                  <a:lnTo>
                    <a:pt x="116112" y="17177"/>
                  </a:lnTo>
                  <a:close/>
                </a:path>
                <a:path w="283209" h="157479">
                  <a:moveTo>
                    <a:pt x="183973" y="2597"/>
                  </a:moveTo>
                  <a:lnTo>
                    <a:pt x="163895" y="2597"/>
                  </a:lnTo>
                  <a:lnTo>
                    <a:pt x="163895" y="154272"/>
                  </a:lnTo>
                  <a:lnTo>
                    <a:pt x="183973" y="154272"/>
                  </a:lnTo>
                  <a:lnTo>
                    <a:pt x="183973" y="82789"/>
                  </a:lnTo>
                  <a:lnTo>
                    <a:pt x="282834" y="82789"/>
                  </a:lnTo>
                  <a:lnTo>
                    <a:pt x="282834" y="64891"/>
                  </a:lnTo>
                  <a:lnTo>
                    <a:pt x="183973" y="64891"/>
                  </a:lnTo>
                  <a:lnTo>
                    <a:pt x="183973" y="2597"/>
                  </a:lnTo>
                  <a:close/>
                </a:path>
                <a:path w="283209" h="157479">
                  <a:moveTo>
                    <a:pt x="282834" y="82789"/>
                  </a:moveTo>
                  <a:lnTo>
                    <a:pt x="262756" y="82789"/>
                  </a:lnTo>
                  <a:lnTo>
                    <a:pt x="262756" y="154272"/>
                  </a:lnTo>
                  <a:lnTo>
                    <a:pt x="282834" y="154272"/>
                  </a:lnTo>
                  <a:lnTo>
                    <a:pt x="282834" y="82789"/>
                  </a:lnTo>
                  <a:close/>
                </a:path>
                <a:path w="283209" h="157479">
                  <a:moveTo>
                    <a:pt x="282834" y="2597"/>
                  </a:moveTo>
                  <a:lnTo>
                    <a:pt x="262756" y="2597"/>
                  </a:lnTo>
                  <a:lnTo>
                    <a:pt x="262756" y="64891"/>
                  </a:lnTo>
                  <a:lnTo>
                    <a:pt x="282834" y="64891"/>
                  </a:lnTo>
                  <a:lnTo>
                    <a:pt x="282834" y="25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3" name="object 113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7734355" y="3891892"/>
              <a:ext cx="74636" cy="116250"/>
            </a:xfrm>
            <a:prstGeom prst="rect">
              <a:avLst/>
            </a:prstGeom>
          </p:spPr>
        </p:pic>
        <p:sp>
          <p:nvSpPr>
            <p:cNvPr id="114" name="object 114"/>
            <p:cNvSpPr/>
            <p:nvPr/>
          </p:nvSpPr>
          <p:spPr>
            <a:xfrm>
              <a:off x="7491240" y="3686676"/>
              <a:ext cx="0" cy="82550"/>
            </a:xfrm>
            <a:custGeom>
              <a:avLst/>
              <a:gdLst/>
              <a:ahLst/>
              <a:cxnLst/>
              <a:rect l="l" t="t" r="r" b="b"/>
              <a:pathLst>
                <a:path h="82550">
                  <a:moveTo>
                    <a:pt x="0" y="0"/>
                  </a:moveTo>
                  <a:lnTo>
                    <a:pt x="0" y="82221"/>
                  </a:lnTo>
                </a:path>
              </a:pathLst>
            </a:custGeom>
            <a:ln w="1309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15" name="object 115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6951541" y="3176014"/>
              <a:ext cx="179172" cy="156869"/>
            </a:xfrm>
            <a:prstGeom prst="rect">
              <a:avLst/>
            </a:prstGeom>
          </p:spPr>
        </p:pic>
        <p:sp>
          <p:nvSpPr>
            <p:cNvPr id="116" name="object 116"/>
            <p:cNvSpPr/>
            <p:nvPr/>
          </p:nvSpPr>
          <p:spPr>
            <a:xfrm>
              <a:off x="7019631" y="3367283"/>
              <a:ext cx="635" cy="88900"/>
            </a:xfrm>
            <a:custGeom>
              <a:avLst/>
              <a:gdLst/>
              <a:ahLst/>
              <a:cxnLst/>
              <a:rect l="l" t="t" r="r" b="b"/>
              <a:pathLst>
                <a:path w="634" h="88900">
                  <a:moveTo>
                    <a:pt x="109" y="-6547"/>
                  </a:moveTo>
                  <a:lnTo>
                    <a:pt x="109" y="94858"/>
                  </a:lnTo>
                </a:path>
              </a:pathLst>
            </a:custGeom>
            <a:ln w="133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17" name="object 117"/>
          <p:cNvPicPr/>
          <p:nvPr/>
        </p:nvPicPr>
        <p:blipFill>
          <a:blip r:embed="rId42" cstate="print"/>
          <a:stretch>
            <a:fillRect/>
          </a:stretch>
        </p:blipFill>
        <p:spPr>
          <a:xfrm>
            <a:off x="6516815" y="4179832"/>
            <a:ext cx="2196548" cy="196922"/>
          </a:xfrm>
          <a:prstGeom prst="rect">
            <a:avLst/>
          </a:prstGeom>
        </p:spPr>
      </p:pic>
      <p:sp>
        <p:nvSpPr>
          <p:cNvPr id="118" name="object 118"/>
          <p:cNvSpPr/>
          <p:nvPr/>
        </p:nvSpPr>
        <p:spPr>
          <a:xfrm>
            <a:off x="6506563" y="4428877"/>
            <a:ext cx="783590" cy="199390"/>
          </a:xfrm>
          <a:custGeom>
            <a:avLst/>
            <a:gdLst/>
            <a:ahLst/>
            <a:cxnLst/>
            <a:rect l="l" t="t" r="r" b="b"/>
            <a:pathLst>
              <a:path w="783590" h="199389">
                <a:moveTo>
                  <a:pt x="50189" y="0"/>
                </a:moveTo>
                <a:lnTo>
                  <a:pt x="19827" y="26032"/>
                </a:lnTo>
                <a:lnTo>
                  <a:pt x="4506" y="63562"/>
                </a:lnTo>
                <a:lnTo>
                  <a:pt x="0" y="99443"/>
                </a:lnTo>
                <a:lnTo>
                  <a:pt x="653" y="113190"/>
                </a:lnTo>
                <a:lnTo>
                  <a:pt x="10688" y="153351"/>
                </a:lnTo>
                <a:lnTo>
                  <a:pt x="29286" y="188738"/>
                </a:lnTo>
                <a:lnTo>
                  <a:pt x="50189" y="198877"/>
                </a:lnTo>
                <a:lnTo>
                  <a:pt x="36600" y="174039"/>
                </a:lnTo>
                <a:lnTo>
                  <a:pt x="26919" y="149186"/>
                </a:lnTo>
                <a:lnTo>
                  <a:pt x="21126" y="124321"/>
                </a:lnTo>
                <a:lnTo>
                  <a:pt x="19202" y="99338"/>
                </a:lnTo>
                <a:lnTo>
                  <a:pt x="19482" y="89677"/>
                </a:lnTo>
                <a:lnTo>
                  <a:pt x="27847" y="45325"/>
                </a:lnTo>
                <a:lnTo>
                  <a:pt x="44375" y="9998"/>
                </a:lnTo>
                <a:lnTo>
                  <a:pt x="50189" y="0"/>
                </a:lnTo>
                <a:close/>
              </a:path>
              <a:path w="783590" h="199389">
                <a:moveTo>
                  <a:pt x="92527" y="2597"/>
                </a:moveTo>
                <a:lnTo>
                  <a:pt x="73977" y="2597"/>
                </a:lnTo>
                <a:lnTo>
                  <a:pt x="73977" y="24009"/>
                </a:lnTo>
                <a:lnTo>
                  <a:pt x="92527" y="24009"/>
                </a:lnTo>
                <a:lnTo>
                  <a:pt x="92527" y="2597"/>
                </a:lnTo>
                <a:close/>
              </a:path>
              <a:path w="783590" h="199389">
                <a:moveTo>
                  <a:pt x="92527" y="44395"/>
                </a:moveTo>
                <a:lnTo>
                  <a:pt x="73977" y="44395"/>
                </a:lnTo>
                <a:lnTo>
                  <a:pt x="73977" y="154283"/>
                </a:lnTo>
                <a:lnTo>
                  <a:pt x="92527" y="154283"/>
                </a:lnTo>
                <a:lnTo>
                  <a:pt x="92527" y="44395"/>
                </a:lnTo>
                <a:close/>
              </a:path>
              <a:path w="783590" h="199389">
                <a:moveTo>
                  <a:pt x="133337" y="118585"/>
                </a:moveTo>
                <a:lnTo>
                  <a:pt x="114787" y="121481"/>
                </a:lnTo>
                <a:lnTo>
                  <a:pt x="116915" y="129688"/>
                </a:lnTo>
                <a:lnTo>
                  <a:pt x="120025" y="136821"/>
                </a:lnTo>
                <a:lnTo>
                  <a:pt x="161926" y="156765"/>
                </a:lnTo>
                <a:lnTo>
                  <a:pt x="170437" y="156765"/>
                </a:lnTo>
                <a:lnTo>
                  <a:pt x="178294" y="155265"/>
                </a:lnTo>
                <a:lnTo>
                  <a:pt x="191824" y="149263"/>
                </a:lnTo>
                <a:lnTo>
                  <a:pt x="197062" y="145022"/>
                </a:lnTo>
                <a:lnTo>
                  <a:pt x="199477" y="141451"/>
                </a:lnTo>
                <a:lnTo>
                  <a:pt x="153196" y="141451"/>
                </a:lnTo>
                <a:lnTo>
                  <a:pt x="146649" y="139484"/>
                </a:lnTo>
                <a:lnTo>
                  <a:pt x="141848" y="135553"/>
                </a:lnTo>
                <a:lnTo>
                  <a:pt x="137265" y="131622"/>
                </a:lnTo>
                <a:lnTo>
                  <a:pt x="134428" y="125965"/>
                </a:lnTo>
                <a:lnTo>
                  <a:pt x="133337" y="118585"/>
                </a:lnTo>
                <a:close/>
              </a:path>
              <a:path w="783590" h="199389">
                <a:moveTo>
                  <a:pt x="166945" y="41911"/>
                </a:moveTo>
                <a:lnTo>
                  <a:pt x="130500" y="49568"/>
                </a:lnTo>
                <a:lnTo>
                  <a:pt x="126572" y="52327"/>
                </a:lnTo>
                <a:lnTo>
                  <a:pt x="123516" y="55793"/>
                </a:lnTo>
                <a:lnTo>
                  <a:pt x="119152" y="64140"/>
                </a:lnTo>
                <a:lnTo>
                  <a:pt x="118060" y="68676"/>
                </a:lnTo>
                <a:lnTo>
                  <a:pt x="118060" y="78954"/>
                </a:lnTo>
                <a:lnTo>
                  <a:pt x="152958" y="105220"/>
                </a:lnTo>
                <a:lnTo>
                  <a:pt x="172619" y="110271"/>
                </a:lnTo>
                <a:lnTo>
                  <a:pt x="178948" y="112375"/>
                </a:lnTo>
                <a:lnTo>
                  <a:pt x="181567" y="114032"/>
                </a:lnTo>
                <a:lnTo>
                  <a:pt x="185059" y="116446"/>
                </a:lnTo>
                <a:lnTo>
                  <a:pt x="187023" y="119757"/>
                </a:lnTo>
                <a:lnTo>
                  <a:pt x="187023" y="128656"/>
                </a:lnTo>
                <a:lnTo>
                  <a:pt x="184841" y="132742"/>
                </a:lnTo>
                <a:lnTo>
                  <a:pt x="176548" y="139709"/>
                </a:lnTo>
                <a:lnTo>
                  <a:pt x="170219" y="141451"/>
                </a:lnTo>
                <a:lnTo>
                  <a:pt x="199477" y="141451"/>
                </a:lnTo>
                <a:lnTo>
                  <a:pt x="200805" y="139484"/>
                </a:lnTo>
                <a:lnTo>
                  <a:pt x="204264" y="134054"/>
                </a:lnTo>
                <a:lnTo>
                  <a:pt x="206010" y="128206"/>
                </a:lnTo>
                <a:lnTo>
                  <a:pt x="206010" y="115651"/>
                </a:lnTo>
                <a:lnTo>
                  <a:pt x="204700" y="110341"/>
                </a:lnTo>
                <a:lnTo>
                  <a:pt x="201645" y="106063"/>
                </a:lnTo>
                <a:lnTo>
                  <a:pt x="198808" y="101787"/>
                </a:lnTo>
                <a:lnTo>
                  <a:pt x="152760" y="85161"/>
                </a:lnTo>
                <a:lnTo>
                  <a:pt x="147304" y="83577"/>
                </a:lnTo>
                <a:lnTo>
                  <a:pt x="145340" y="82887"/>
                </a:lnTo>
                <a:lnTo>
                  <a:pt x="142066" y="81575"/>
                </a:lnTo>
                <a:lnTo>
                  <a:pt x="139666" y="79919"/>
                </a:lnTo>
                <a:lnTo>
                  <a:pt x="138356" y="77919"/>
                </a:lnTo>
                <a:lnTo>
                  <a:pt x="136829" y="75988"/>
                </a:lnTo>
                <a:lnTo>
                  <a:pt x="135956" y="73816"/>
                </a:lnTo>
                <a:lnTo>
                  <a:pt x="135956" y="67606"/>
                </a:lnTo>
                <a:lnTo>
                  <a:pt x="137702" y="64295"/>
                </a:lnTo>
                <a:lnTo>
                  <a:pt x="145122" y="58640"/>
                </a:lnTo>
                <a:lnTo>
                  <a:pt x="151232" y="57225"/>
                </a:lnTo>
                <a:lnTo>
                  <a:pt x="196615" y="57225"/>
                </a:lnTo>
                <a:lnTo>
                  <a:pt x="192479" y="51483"/>
                </a:lnTo>
                <a:lnTo>
                  <a:pt x="187678" y="48119"/>
                </a:lnTo>
                <a:lnTo>
                  <a:pt x="174584" y="43153"/>
                </a:lnTo>
                <a:lnTo>
                  <a:pt x="166945" y="41911"/>
                </a:lnTo>
                <a:close/>
              </a:path>
              <a:path w="783590" h="199389">
                <a:moveTo>
                  <a:pt x="196615" y="57225"/>
                </a:moveTo>
                <a:lnTo>
                  <a:pt x="166945" y="57225"/>
                </a:lnTo>
                <a:lnTo>
                  <a:pt x="172619" y="58812"/>
                </a:lnTo>
                <a:lnTo>
                  <a:pt x="180476" y="65157"/>
                </a:lnTo>
                <a:lnTo>
                  <a:pt x="182877" y="69573"/>
                </a:lnTo>
                <a:lnTo>
                  <a:pt x="183750" y="75228"/>
                </a:lnTo>
                <a:lnTo>
                  <a:pt x="202081" y="72746"/>
                </a:lnTo>
                <a:lnTo>
                  <a:pt x="200772" y="65640"/>
                </a:lnTo>
                <a:lnTo>
                  <a:pt x="198590" y="59967"/>
                </a:lnTo>
                <a:lnTo>
                  <a:pt x="196615" y="57225"/>
                </a:lnTo>
                <a:close/>
              </a:path>
              <a:path w="783590" h="199389">
                <a:moveTo>
                  <a:pt x="276064" y="41912"/>
                </a:moveTo>
                <a:lnTo>
                  <a:pt x="234135" y="62457"/>
                </a:lnTo>
                <a:lnTo>
                  <a:pt x="224560" y="99338"/>
                </a:lnTo>
                <a:lnTo>
                  <a:pt x="225457" y="112441"/>
                </a:lnTo>
                <a:lnTo>
                  <a:pt x="246448" y="148442"/>
                </a:lnTo>
                <a:lnTo>
                  <a:pt x="276064" y="156765"/>
                </a:lnTo>
                <a:lnTo>
                  <a:pt x="283108" y="156344"/>
                </a:lnTo>
                <a:lnTo>
                  <a:pt x="313748" y="141451"/>
                </a:lnTo>
                <a:lnTo>
                  <a:pt x="276064" y="141451"/>
                </a:lnTo>
                <a:lnTo>
                  <a:pt x="269339" y="140791"/>
                </a:lnTo>
                <a:lnTo>
                  <a:pt x="244337" y="109229"/>
                </a:lnTo>
                <a:lnTo>
                  <a:pt x="243765" y="99338"/>
                </a:lnTo>
                <a:lnTo>
                  <a:pt x="244337" y="89450"/>
                </a:lnTo>
                <a:lnTo>
                  <a:pt x="266679" y="57328"/>
                </a:lnTo>
                <a:lnTo>
                  <a:pt x="313605" y="57328"/>
                </a:lnTo>
                <a:lnTo>
                  <a:pt x="313164" y="56758"/>
                </a:lnTo>
                <a:lnTo>
                  <a:pt x="305433" y="50262"/>
                </a:lnTo>
                <a:lnTo>
                  <a:pt x="296660" y="45623"/>
                </a:lnTo>
                <a:lnTo>
                  <a:pt x="286863" y="42839"/>
                </a:lnTo>
                <a:lnTo>
                  <a:pt x="276064" y="41912"/>
                </a:lnTo>
                <a:close/>
              </a:path>
              <a:path w="783590" h="199389">
                <a:moveTo>
                  <a:pt x="313605" y="57328"/>
                </a:moveTo>
                <a:lnTo>
                  <a:pt x="285229" y="57328"/>
                </a:lnTo>
                <a:lnTo>
                  <a:pt x="292868" y="60829"/>
                </a:lnTo>
                <a:lnTo>
                  <a:pt x="298978" y="67831"/>
                </a:lnTo>
                <a:lnTo>
                  <a:pt x="308327" y="99338"/>
                </a:lnTo>
                <a:lnTo>
                  <a:pt x="307790" y="108839"/>
                </a:lnTo>
                <a:lnTo>
                  <a:pt x="282653" y="140794"/>
                </a:lnTo>
                <a:lnTo>
                  <a:pt x="276064" y="141451"/>
                </a:lnTo>
                <a:lnTo>
                  <a:pt x="313748" y="141451"/>
                </a:lnTo>
                <a:lnTo>
                  <a:pt x="327567" y="97786"/>
                </a:lnTo>
                <a:lnTo>
                  <a:pt x="326667" y="85405"/>
                </a:lnTo>
                <a:lnTo>
                  <a:pt x="323966" y="74440"/>
                </a:lnTo>
                <a:lnTo>
                  <a:pt x="319465" y="64891"/>
                </a:lnTo>
                <a:lnTo>
                  <a:pt x="313605" y="57328"/>
                </a:lnTo>
                <a:close/>
              </a:path>
              <a:path w="783590" h="199389">
                <a:moveTo>
                  <a:pt x="391729" y="140519"/>
                </a:moveTo>
                <a:lnTo>
                  <a:pt x="369905" y="140519"/>
                </a:lnTo>
                <a:lnTo>
                  <a:pt x="375999" y="147626"/>
                </a:lnTo>
                <a:lnTo>
                  <a:pt x="383136" y="152703"/>
                </a:lnTo>
                <a:lnTo>
                  <a:pt x="391296" y="155749"/>
                </a:lnTo>
                <a:lnTo>
                  <a:pt x="400458" y="156765"/>
                </a:lnTo>
                <a:lnTo>
                  <a:pt x="409914" y="155801"/>
                </a:lnTo>
                <a:lnTo>
                  <a:pt x="418654" y="152911"/>
                </a:lnTo>
                <a:lnTo>
                  <a:pt x="426698" y="148093"/>
                </a:lnTo>
                <a:lnTo>
                  <a:pt x="433955" y="141451"/>
                </a:lnTo>
                <a:lnTo>
                  <a:pt x="398931" y="141451"/>
                </a:lnTo>
                <a:lnTo>
                  <a:pt x="391807" y="140552"/>
                </a:lnTo>
                <a:close/>
              </a:path>
              <a:path w="783590" h="199389">
                <a:moveTo>
                  <a:pt x="371433" y="2597"/>
                </a:moveTo>
                <a:lnTo>
                  <a:pt x="352664" y="2597"/>
                </a:lnTo>
                <a:lnTo>
                  <a:pt x="352664" y="154283"/>
                </a:lnTo>
                <a:lnTo>
                  <a:pt x="369905" y="154283"/>
                </a:lnTo>
                <a:lnTo>
                  <a:pt x="369905" y="140519"/>
                </a:lnTo>
                <a:lnTo>
                  <a:pt x="391729" y="140519"/>
                </a:lnTo>
                <a:lnTo>
                  <a:pt x="370048" y="107707"/>
                </a:lnTo>
                <a:lnTo>
                  <a:pt x="369715" y="99235"/>
                </a:lnTo>
                <a:lnTo>
                  <a:pt x="369737" y="97684"/>
                </a:lnTo>
                <a:lnTo>
                  <a:pt x="384527" y="60761"/>
                </a:lnTo>
                <a:lnTo>
                  <a:pt x="391729" y="57225"/>
                </a:lnTo>
                <a:lnTo>
                  <a:pt x="435388" y="57225"/>
                </a:lnTo>
                <a:lnTo>
                  <a:pt x="434976" y="56708"/>
                </a:lnTo>
                <a:lnTo>
                  <a:pt x="371433" y="56708"/>
                </a:lnTo>
                <a:lnTo>
                  <a:pt x="371433" y="2597"/>
                </a:lnTo>
                <a:close/>
              </a:path>
              <a:path w="783590" h="199389">
                <a:moveTo>
                  <a:pt x="435388" y="57225"/>
                </a:moveTo>
                <a:lnTo>
                  <a:pt x="407878" y="57225"/>
                </a:lnTo>
                <a:lnTo>
                  <a:pt x="414644" y="60639"/>
                </a:lnTo>
                <a:lnTo>
                  <a:pt x="420536" y="67469"/>
                </a:lnTo>
                <a:lnTo>
                  <a:pt x="429047" y="99235"/>
                </a:lnTo>
                <a:lnTo>
                  <a:pt x="428478" y="109087"/>
                </a:lnTo>
                <a:lnTo>
                  <a:pt x="407005" y="141451"/>
                </a:lnTo>
                <a:lnTo>
                  <a:pt x="433955" y="141451"/>
                </a:lnTo>
                <a:lnTo>
                  <a:pt x="447933" y="99235"/>
                </a:lnTo>
                <a:lnTo>
                  <a:pt x="447934" y="89066"/>
                </a:lnTo>
                <a:lnTo>
                  <a:pt x="446943" y="82300"/>
                </a:lnTo>
                <a:lnTo>
                  <a:pt x="442578" y="68366"/>
                </a:lnTo>
                <a:lnTo>
                  <a:pt x="439523" y="62416"/>
                </a:lnTo>
                <a:lnTo>
                  <a:pt x="435388" y="57225"/>
                </a:lnTo>
                <a:close/>
              </a:path>
              <a:path w="783590" h="199389">
                <a:moveTo>
                  <a:pt x="408097" y="41912"/>
                </a:moveTo>
                <a:lnTo>
                  <a:pt x="371433" y="56708"/>
                </a:lnTo>
                <a:lnTo>
                  <a:pt x="434976" y="56708"/>
                </a:lnTo>
                <a:lnTo>
                  <a:pt x="431666" y="52552"/>
                </a:lnTo>
                <a:lnTo>
                  <a:pt x="426647" y="48724"/>
                </a:lnTo>
                <a:lnTo>
                  <a:pt x="420536" y="45997"/>
                </a:lnTo>
                <a:lnTo>
                  <a:pt x="414644" y="43274"/>
                </a:lnTo>
                <a:lnTo>
                  <a:pt x="408097" y="41912"/>
                </a:lnTo>
                <a:close/>
              </a:path>
              <a:path w="783590" h="199389">
                <a:moveTo>
                  <a:pt x="492336" y="44395"/>
                </a:moveTo>
                <a:lnTo>
                  <a:pt x="473786" y="44395"/>
                </a:lnTo>
                <a:lnTo>
                  <a:pt x="473877" y="121619"/>
                </a:lnTo>
                <a:lnTo>
                  <a:pt x="474222" y="126207"/>
                </a:lnTo>
                <a:lnTo>
                  <a:pt x="498883" y="155525"/>
                </a:lnTo>
                <a:lnTo>
                  <a:pt x="511322" y="156765"/>
                </a:lnTo>
                <a:lnTo>
                  <a:pt x="521750" y="155601"/>
                </a:lnTo>
                <a:lnTo>
                  <a:pt x="531073" y="152109"/>
                </a:lnTo>
                <a:lnTo>
                  <a:pt x="539250" y="146288"/>
                </a:lnTo>
                <a:lnTo>
                  <a:pt x="544021" y="140726"/>
                </a:lnTo>
                <a:lnTo>
                  <a:pt x="509358" y="140726"/>
                </a:lnTo>
                <a:lnTo>
                  <a:pt x="504775" y="139329"/>
                </a:lnTo>
                <a:lnTo>
                  <a:pt x="501065" y="136535"/>
                </a:lnTo>
                <a:lnTo>
                  <a:pt x="497137" y="133744"/>
                </a:lnTo>
                <a:lnTo>
                  <a:pt x="494736" y="129896"/>
                </a:lnTo>
                <a:lnTo>
                  <a:pt x="493427" y="125000"/>
                </a:lnTo>
                <a:lnTo>
                  <a:pt x="492772" y="121619"/>
                </a:lnTo>
                <a:lnTo>
                  <a:pt x="492336" y="115067"/>
                </a:lnTo>
                <a:lnTo>
                  <a:pt x="492336" y="44395"/>
                </a:lnTo>
                <a:close/>
              </a:path>
              <a:path w="783590" h="199389">
                <a:moveTo>
                  <a:pt x="562826" y="138140"/>
                </a:moveTo>
                <a:lnTo>
                  <a:pt x="546240" y="138140"/>
                </a:lnTo>
                <a:lnTo>
                  <a:pt x="546240" y="154283"/>
                </a:lnTo>
                <a:lnTo>
                  <a:pt x="562826" y="154283"/>
                </a:lnTo>
                <a:lnTo>
                  <a:pt x="562826" y="138140"/>
                </a:lnTo>
                <a:close/>
              </a:path>
              <a:path w="783590" h="199389">
                <a:moveTo>
                  <a:pt x="562826" y="44395"/>
                </a:moveTo>
                <a:lnTo>
                  <a:pt x="544276" y="44395"/>
                </a:lnTo>
                <a:lnTo>
                  <a:pt x="544276" y="112652"/>
                </a:lnTo>
                <a:lnTo>
                  <a:pt x="543185" y="119809"/>
                </a:lnTo>
                <a:lnTo>
                  <a:pt x="541106" y="125000"/>
                </a:lnTo>
                <a:lnTo>
                  <a:pt x="539038" y="129673"/>
                </a:lnTo>
                <a:lnTo>
                  <a:pt x="535765" y="133571"/>
                </a:lnTo>
                <a:lnTo>
                  <a:pt x="530745" y="136433"/>
                </a:lnTo>
                <a:lnTo>
                  <a:pt x="525944" y="139297"/>
                </a:lnTo>
                <a:lnTo>
                  <a:pt x="520706" y="140726"/>
                </a:lnTo>
                <a:lnTo>
                  <a:pt x="544021" y="140726"/>
                </a:lnTo>
                <a:lnTo>
                  <a:pt x="546240" y="138140"/>
                </a:lnTo>
                <a:lnTo>
                  <a:pt x="562826" y="138140"/>
                </a:lnTo>
                <a:lnTo>
                  <a:pt x="562826" y="44395"/>
                </a:lnTo>
                <a:close/>
              </a:path>
              <a:path w="783590" h="199389">
                <a:moveTo>
                  <a:pt x="617385" y="58880"/>
                </a:moveTo>
                <a:lnTo>
                  <a:pt x="598835" y="58880"/>
                </a:lnTo>
                <a:lnTo>
                  <a:pt x="598835" y="133277"/>
                </a:lnTo>
                <a:lnTo>
                  <a:pt x="599708" y="140606"/>
                </a:lnTo>
                <a:lnTo>
                  <a:pt x="628952" y="155730"/>
                </a:lnTo>
                <a:lnTo>
                  <a:pt x="633535" y="155178"/>
                </a:lnTo>
                <a:lnTo>
                  <a:pt x="638772" y="154076"/>
                </a:lnTo>
                <a:lnTo>
                  <a:pt x="636269" y="138347"/>
                </a:lnTo>
                <a:lnTo>
                  <a:pt x="625242" y="138347"/>
                </a:lnTo>
                <a:lnTo>
                  <a:pt x="623059" y="137900"/>
                </a:lnTo>
                <a:lnTo>
                  <a:pt x="621750" y="137003"/>
                </a:lnTo>
                <a:lnTo>
                  <a:pt x="620222" y="136105"/>
                </a:lnTo>
                <a:lnTo>
                  <a:pt x="619131" y="134898"/>
                </a:lnTo>
                <a:lnTo>
                  <a:pt x="617822" y="131862"/>
                </a:lnTo>
                <a:lnTo>
                  <a:pt x="617385" y="128449"/>
                </a:lnTo>
                <a:lnTo>
                  <a:pt x="617385" y="58880"/>
                </a:lnTo>
                <a:close/>
              </a:path>
              <a:path w="783590" h="199389">
                <a:moveTo>
                  <a:pt x="636154" y="137622"/>
                </a:moveTo>
                <a:lnTo>
                  <a:pt x="632880" y="138105"/>
                </a:lnTo>
                <a:lnTo>
                  <a:pt x="630043" y="138347"/>
                </a:lnTo>
                <a:lnTo>
                  <a:pt x="636269" y="138347"/>
                </a:lnTo>
                <a:lnTo>
                  <a:pt x="636154" y="137622"/>
                </a:lnTo>
                <a:close/>
              </a:path>
              <a:path w="783590" h="199389">
                <a:moveTo>
                  <a:pt x="636154" y="44395"/>
                </a:moveTo>
                <a:lnTo>
                  <a:pt x="585304" y="44395"/>
                </a:lnTo>
                <a:lnTo>
                  <a:pt x="585304" y="58880"/>
                </a:lnTo>
                <a:lnTo>
                  <a:pt x="636154" y="58880"/>
                </a:lnTo>
                <a:lnTo>
                  <a:pt x="636154" y="44395"/>
                </a:lnTo>
                <a:close/>
              </a:path>
              <a:path w="783590" h="199389">
                <a:moveTo>
                  <a:pt x="617385" y="6002"/>
                </a:moveTo>
                <a:lnTo>
                  <a:pt x="598835" y="17177"/>
                </a:lnTo>
                <a:lnTo>
                  <a:pt x="598835" y="44395"/>
                </a:lnTo>
                <a:lnTo>
                  <a:pt x="617385" y="44395"/>
                </a:lnTo>
                <a:lnTo>
                  <a:pt x="617385" y="6002"/>
                </a:lnTo>
                <a:close/>
              </a:path>
              <a:path w="783590" h="199389">
                <a:moveTo>
                  <a:pt x="653176" y="179115"/>
                </a:moveTo>
                <a:lnTo>
                  <a:pt x="655358" y="196603"/>
                </a:lnTo>
                <a:lnTo>
                  <a:pt x="659723" y="198120"/>
                </a:lnTo>
                <a:lnTo>
                  <a:pt x="663651" y="198877"/>
                </a:lnTo>
                <a:lnTo>
                  <a:pt x="673254" y="198877"/>
                </a:lnTo>
                <a:lnTo>
                  <a:pt x="678273" y="197448"/>
                </a:lnTo>
                <a:lnTo>
                  <a:pt x="687003" y="191723"/>
                </a:lnTo>
                <a:lnTo>
                  <a:pt x="690713" y="187222"/>
                </a:lnTo>
                <a:lnTo>
                  <a:pt x="694144" y="180772"/>
                </a:lnTo>
                <a:lnTo>
                  <a:pt x="660814" y="180772"/>
                </a:lnTo>
                <a:lnTo>
                  <a:pt x="657322" y="180220"/>
                </a:lnTo>
                <a:lnTo>
                  <a:pt x="653176" y="179115"/>
                </a:lnTo>
                <a:close/>
              </a:path>
              <a:path w="783590" h="199389">
                <a:moveTo>
                  <a:pt x="665615" y="44395"/>
                </a:moveTo>
                <a:lnTo>
                  <a:pt x="645538" y="44395"/>
                </a:lnTo>
                <a:lnTo>
                  <a:pt x="687221" y="154490"/>
                </a:lnTo>
                <a:lnTo>
                  <a:pt x="686566" y="156490"/>
                </a:lnTo>
                <a:lnTo>
                  <a:pt x="685911" y="158007"/>
                </a:lnTo>
                <a:lnTo>
                  <a:pt x="685693" y="159041"/>
                </a:lnTo>
                <a:lnTo>
                  <a:pt x="683074" y="166423"/>
                </a:lnTo>
                <a:lnTo>
                  <a:pt x="668016" y="180772"/>
                </a:lnTo>
                <a:lnTo>
                  <a:pt x="694144" y="180772"/>
                </a:lnTo>
                <a:lnTo>
                  <a:pt x="712958" y="133484"/>
                </a:lnTo>
                <a:lnTo>
                  <a:pt x="696605" y="133484"/>
                </a:lnTo>
                <a:lnTo>
                  <a:pt x="694760" y="126888"/>
                </a:lnTo>
                <a:lnTo>
                  <a:pt x="692813" y="120447"/>
                </a:lnTo>
                <a:lnTo>
                  <a:pt x="690743" y="114161"/>
                </a:lnTo>
                <a:lnTo>
                  <a:pt x="665615" y="44395"/>
                </a:lnTo>
                <a:close/>
              </a:path>
              <a:path w="783590" h="199389">
                <a:moveTo>
                  <a:pt x="746363" y="44395"/>
                </a:moveTo>
                <a:lnTo>
                  <a:pt x="704243" y="108444"/>
                </a:lnTo>
                <a:lnTo>
                  <a:pt x="696605" y="133484"/>
                </a:lnTo>
                <a:lnTo>
                  <a:pt x="712958" y="133484"/>
                </a:lnTo>
                <a:lnTo>
                  <a:pt x="746363" y="44395"/>
                </a:lnTo>
                <a:close/>
              </a:path>
              <a:path w="783590" h="199389">
                <a:moveTo>
                  <a:pt x="783463" y="2597"/>
                </a:moveTo>
                <a:lnTo>
                  <a:pt x="764913" y="2597"/>
                </a:lnTo>
                <a:lnTo>
                  <a:pt x="764913" y="154283"/>
                </a:lnTo>
                <a:lnTo>
                  <a:pt x="783463" y="154283"/>
                </a:lnTo>
                <a:lnTo>
                  <a:pt x="783463" y="259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9" name="object 119"/>
          <p:cNvSpPr/>
          <p:nvPr/>
        </p:nvSpPr>
        <p:spPr>
          <a:xfrm>
            <a:off x="7376666" y="4428877"/>
            <a:ext cx="819150" cy="199390"/>
          </a:xfrm>
          <a:custGeom>
            <a:avLst/>
            <a:gdLst/>
            <a:ahLst/>
            <a:cxnLst/>
            <a:rect l="l" t="t" r="r" b="b"/>
            <a:pathLst>
              <a:path w="819150" h="199389">
                <a:moveTo>
                  <a:pt x="50194" y="41911"/>
                </a:moveTo>
                <a:lnTo>
                  <a:pt x="13366" y="56928"/>
                </a:lnTo>
                <a:lnTo>
                  <a:pt x="0" y="99753"/>
                </a:lnTo>
                <a:lnTo>
                  <a:pt x="859" y="112715"/>
                </a:lnTo>
                <a:lnTo>
                  <a:pt x="21158" y="148471"/>
                </a:lnTo>
                <a:lnTo>
                  <a:pt x="49976" y="156765"/>
                </a:lnTo>
                <a:lnTo>
                  <a:pt x="58613" y="156095"/>
                </a:lnTo>
                <a:lnTo>
                  <a:pt x="66534" y="154088"/>
                </a:lnTo>
                <a:lnTo>
                  <a:pt x="73760" y="150741"/>
                </a:lnTo>
                <a:lnTo>
                  <a:pt x="80310" y="146056"/>
                </a:lnTo>
                <a:lnTo>
                  <a:pt x="84715" y="141451"/>
                </a:lnTo>
                <a:lnTo>
                  <a:pt x="40591" y="141451"/>
                </a:lnTo>
                <a:lnTo>
                  <a:pt x="33390" y="138105"/>
                </a:lnTo>
                <a:lnTo>
                  <a:pt x="19204" y="99235"/>
                </a:lnTo>
                <a:lnTo>
                  <a:pt x="19740" y="89052"/>
                </a:lnTo>
                <a:lnTo>
                  <a:pt x="41464" y="57225"/>
                </a:lnTo>
                <a:lnTo>
                  <a:pt x="85426" y="57225"/>
                </a:lnTo>
                <a:lnTo>
                  <a:pt x="84546" y="55967"/>
                </a:lnTo>
                <a:lnTo>
                  <a:pt x="79438" y="50965"/>
                </a:lnTo>
                <a:lnTo>
                  <a:pt x="73303" y="47004"/>
                </a:lnTo>
                <a:lnTo>
                  <a:pt x="66371" y="44174"/>
                </a:lnTo>
                <a:lnTo>
                  <a:pt x="58661" y="42477"/>
                </a:lnTo>
                <a:lnTo>
                  <a:pt x="50194" y="41911"/>
                </a:lnTo>
                <a:close/>
              </a:path>
              <a:path w="819150" h="199389">
                <a:moveTo>
                  <a:pt x="77473" y="114032"/>
                </a:moveTo>
                <a:lnTo>
                  <a:pt x="76164" y="123343"/>
                </a:lnTo>
                <a:lnTo>
                  <a:pt x="72890" y="130243"/>
                </a:lnTo>
                <a:lnTo>
                  <a:pt x="63288" y="139209"/>
                </a:lnTo>
                <a:lnTo>
                  <a:pt x="57177" y="141451"/>
                </a:lnTo>
                <a:lnTo>
                  <a:pt x="84715" y="141451"/>
                </a:lnTo>
                <a:lnTo>
                  <a:pt x="85923" y="140188"/>
                </a:lnTo>
                <a:lnTo>
                  <a:pt x="90349" y="133291"/>
                </a:lnTo>
                <a:lnTo>
                  <a:pt x="93630" y="125365"/>
                </a:lnTo>
                <a:lnTo>
                  <a:pt x="95805" y="116411"/>
                </a:lnTo>
                <a:lnTo>
                  <a:pt x="77473" y="114032"/>
                </a:lnTo>
                <a:close/>
              </a:path>
              <a:path w="819150" h="199389">
                <a:moveTo>
                  <a:pt x="85426" y="57225"/>
                </a:moveTo>
                <a:lnTo>
                  <a:pt x="56959" y="57225"/>
                </a:lnTo>
                <a:lnTo>
                  <a:pt x="62415" y="59087"/>
                </a:lnTo>
                <a:lnTo>
                  <a:pt x="71145" y="66537"/>
                </a:lnTo>
                <a:lnTo>
                  <a:pt x="74200" y="72089"/>
                </a:lnTo>
                <a:lnTo>
                  <a:pt x="75946" y="79471"/>
                </a:lnTo>
                <a:lnTo>
                  <a:pt x="94059" y="76677"/>
                </a:lnTo>
                <a:lnTo>
                  <a:pt x="91897" y="68823"/>
                </a:lnTo>
                <a:lnTo>
                  <a:pt x="88713" y="61920"/>
                </a:lnTo>
                <a:lnTo>
                  <a:pt x="85426" y="57225"/>
                </a:lnTo>
                <a:close/>
              </a:path>
              <a:path w="819150" h="199389">
                <a:moveTo>
                  <a:pt x="133560" y="2597"/>
                </a:moveTo>
                <a:lnTo>
                  <a:pt x="114792" y="2597"/>
                </a:lnTo>
                <a:lnTo>
                  <a:pt x="114792" y="154283"/>
                </a:lnTo>
                <a:lnTo>
                  <a:pt x="133560" y="154283"/>
                </a:lnTo>
                <a:lnTo>
                  <a:pt x="133560" y="85541"/>
                </a:lnTo>
                <a:lnTo>
                  <a:pt x="134433" y="78781"/>
                </a:lnTo>
                <a:lnTo>
                  <a:pt x="136615" y="73884"/>
                </a:lnTo>
                <a:lnTo>
                  <a:pt x="138580" y="68986"/>
                </a:lnTo>
                <a:lnTo>
                  <a:pt x="142071" y="65107"/>
                </a:lnTo>
                <a:lnTo>
                  <a:pt x="147091" y="62243"/>
                </a:lnTo>
                <a:lnTo>
                  <a:pt x="151892" y="59380"/>
                </a:lnTo>
                <a:lnTo>
                  <a:pt x="157130" y="57950"/>
                </a:lnTo>
                <a:lnTo>
                  <a:pt x="199601" y="57950"/>
                </a:lnTo>
                <a:lnTo>
                  <a:pt x="199169" y="57018"/>
                </a:lnTo>
                <a:lnTo>
                  <a:pt x="133560" y="57018"/>
                </a:lnTo>
                <a:lnTo>
                  <a:pt x="133560" y="2597"/>
                </a:lnTo>
                <a:close/>
              </a:path>
              <a:path w="819150" h="199389">
                <a:moveTo>
                  <a:pt x="199601" y="57950"/>
                </a:moveTo>
                <a:lnTo>
                  <a:pt x="170006" y="57950"/>
                </a:lnTo>
                <a:lnTo>
                  <a:pt x="175680" y="60071"/>
                </a:lnTo>
                <a:lnTo>
                  <a:pt x="179608" y="64312"/>
                </a:lnTo>
                <a:lnTo>
                  <a:pt x="183755" y="68556"/>
                </a:lnTo>
                <a:lnTo>
                  <a:pt x="185719" y="75333"/>
                </a:lnTo>
                <a:lnTo>
                  <a:pt x="185719" y="154283"/>
                </a:lnTo>
                <a:lnTo>
                  <a:pt x="204269" y="154283"/>
                </a:lnTo>
                <a:lnTo>
                  <a:pt x="204269" y="73884"/>
                </a:lnTo>
                <a:lnTo>
                  <a:pt x="202959" y="65674"/>
                </a:lnTo>
                <a:lnTo>
                  <a:pt x="200559" y="60019"/>
                </a:lnTo>
                <a:lnTo>
                  <a:pt x="199601" y="57950"/>
                </a:lnTo>
                <a:close/>
              </a:path>
              <a:path w="819150" h="199389">
                <a:moveTo>
                  <a:pt x="174589" y="41911"/>
                </a:moveTo>
                <a:lnTo>
                  <a:pt x="133560" y="57018"/>
                </a:lnTo>
                <a:lnTo>
                  <a:pt x="199169" y="57018"/>
                </a:lnTo>
                <a:lnTo>
                  <a:pt x="174589" y="41911"/>
                </a:lnTo>
                <a:close/>
              </a:path>
              <a:path w="819150" h="199389">
                <a:moveTo>
                  <a:pt x="254463" y="2597"/>
                </a:moveTo>
                <a:lnTo>
                  <a:pt x="235695" y="2597"/>
                </a:lnTo>
                <a:lnTo>
                  <a:pt x="235695" y="154283"/>
                </a:lnTo>
                <a:lnTo>
                  <a:pt x="254463" y="154283"/>
                </a:lnTo>
                <a:lnTo>
                  <a:pt x="254463" y="2597"/>
                </a:lnTo>
                <a:close/>
              </a:path>
              <a:path w="819150" h="199389">
                <a:moveTo>
                  <a:pt x="329318" y="41911"/>
                </a:moveTo>
                <a:lnTo>
                  <a:pt x="287390" y="62457"/>
                </a:lnTo>
                <a:lnTo>
                  <a:pt x="277814" y="99338"/>
                </a:lnTo>
                <a:lnTo>
                  <a:pt x="278711" y="112441"/>
                </a:lnTo>
                <a:lnTo>
                  <a:pt x="299734" y="148442"/>
                </a:lnTo>
                <a:lnTo>
                  <a:pt x="329318" y="156765"/>
                </a:lnTo>
                <a:lnTo>
                  <a:pt x="336363" y="156344"/>
                </a:lnTo>
                <a:lnTo>
                  <a:pt x="367003" y="141451"/>
                </a:lnTo>
                <a:lnTo>
                  <a:pt x="329318" y="141451"/>
                </a:lnTo>
                <a:lnTo>
                  <a:pt x="322594" y="140791"/>
                </a:lnTo>
                <a:lnTo>
                  <a:pt x="297592" y="109229"/>
                </a:lnTo>
                <a:lnTo>
                  <a:pt x="297019" y="99338"/>
                </a:lnTo>
                <a:lnTo>
                  <a:pt x="297592" y="89450"/>
                </a:lnTo>
                <a:lnTo>
                  <a:pt x="319934" y="57328"/>
                </a:lnTo>
                <a:lnTo>
                  <a:pt x="366860" y="57328"/>
                </a:lnTo>
                <a:lnTo>
                  <a:pt x="366418" y="56758"/>
                </a:lnTo>
                <a:lnTo>
                  <a:pt x="358688" y="50262"/>
                </a:lnTo>
                <a:lnTo>
                  <a:pt x="349914" y="45623"/>
                </a:lnTo>
                <a:lnTo>
                  <a:pt x="340117" y="42839"/>
                </a:lnTo>
                <a:lnTo>
                  <a:pt x="329318" y="41911"/>
                </a:lnTo>
                <a:close/>
              </a:path>
              <a:path w="819150" h="199389">
                <a:moveTo>
                  <a:pt x="366860" y="57328"/>
                </a:moveTo>
                <a:lnTo>
                  <a:pt x="329318" y="57328"/>
                </a:lnTo>
                <a:lnTo>
                  <a:pt x="335910" y="57984"/>
                </a:lnTo>
                <a:lnTo>
                  <a:pt x="341949" y="59954"/>
                </a:lnTo>
                <a:lnTo>
                  <a:pt x="361561" y="97786"/>
                </a:lnTo>
                <a:lnTo>
                  <a:pt x="361582" y="99338"/>
                </a:lnTo>
                <a:lnTo>
                  <a:pt x="361044" y="108839"/>
                </a:lnTo>
                <a:lnTo>
                  <a:pt x="335907" y="140794"/>
                </a:lnTo>
                <a:lnTo>
                  <a:pt x="329318" y="141451"/>
                </a:lnTo>
                <a:lnTo>
                  <a:pt x="367003" y="141451"/>
                </a:lnTo>
                <a:lnTo>
                  <a:pt x="380822" y="97786"/>
                </a:lnTo>
                <a:lnTo>
                  <a:pt x="379922" y="85405"/>
                </a:lnTo>
                <a:lnTo>
                  <a:pt x="377221" y="74440"/>
                </a:lnTo>
                <a:lnTo>
                  <a:pt x="372720" y="64891"/>
                </a:lnTo>
                <a:lnTo>
                  <a:pt x="366860" y="57328"/>
                </a:lnTo>
                <a:close/>
              </a:path>
              <a:path w="819150" h="199389">
                <a:moveTo>
                  <a:pt x="422723" y="44395"/>
                </a:moveTo>
                <a:lnTo>
                  <a:pt x="405919" y="44395"/>
                </a:lnTo>
                <a:lnTo>
                  <a:pt x="405919" y="154283"/>
                </a:lnTo>
                <a:lnTo>
                  <a:pt x="424469" y="154283"/>
                </a:lnTo>
                <a:lnTo>
                  <a:pt x="424469" y="88887"/>
                </a:lnTo>
                <a:lnTo>
                  <a:pt x="425560" y="81645"/>
                </a:lnTo>
                <a:lnTo>
                  <a:pt x="441492" y="61156"/>
                </a:lnTo>
                <a:lnTo>
                  <a:pt x="460647" y="61156"/>
                </a:lnTo>
                <a:lnTo>
                  <a:pt x="422723" y="61054"/>
                </a:lnTo>
                <a:lnTo>
                  <a:pt x="422723" y="44395"/>
                </a:lnTo>
                <a:close/>
              </a:path>
              <a:path w="819150" h="199389">
                <a:moveTo>
                  <a:pt x="460647" y="61156"/>
                </a:moveTo>
                <a:lnTo>
                  <a:pt x="450003" y="61156"/>
                </a:lnTo>
                <a:lnTo>
                  <a:pt x="454586" y="62501"/>
                </a:lnTo>
                <a:lnTo>
                  <a:pt x="459169" y="65192"/>
                </a:lnTo>
                <a:lnTo>
                  <a:pt x="460647" y="61156"/>
                </a:lnTo>
                <a:close/>
              </a:path>
              <a:path w="819150" h="199389">
                <a:moveTo>
                  <a:pt x="452622" y="41911"/>
                </a:moveTo>
                <a:lnTo>
                  <a:pt x="422723" y="61054"/>
                </a:lnTo>
                <a:lnTo>
                  <a:pt x="460684" y="61054"/>
                </a:lnTo>
                <a:lnTo>
                  <a:pt x="465498" y="47912"/>
                </a:lnTo>
                <a:lnTo>
                  <a:pt x="459169" y="43911"/>
                </a:lnTo>
                <a:lnTo>
                  <a:pt x="452622" y="41911"/>
                </a:lnTo>
                <a:close/>
              </a:path>
              <a:path w="819150" h="199389">
                <a:moveTo>
                  <a:pt x="497360" y="2597"/>
                </a:moveTo>
                <a:lnTo>
                  <a:pt x="478810" y="2597"/>
                </a:lnTo>
                <a:lnTo>
                  <a:pt x="478810" y="24009"/>
                </a:lnTo>
                <a:lnTo>
                  <a:pt x="497360" y="24009"/>
                </a:lnTo>
                <a:lnTo>
                  <a:pt x="497360" y="2597"/>
                </a:lnTo>
                <a:close/>
              </a:path>
              <a:path w="819150" h="199389">
                <a:moveTo>
                  <a:pt x="497360" y="44395"/>
                </a:moveTo>
                <a:lnTo>
                  <a:pt x="478810" y="44395"/>
                </a:lnTo>
                <a:lnTo>
                  <a:pt x="478810" y="154283"/>
                </a:lnTo>
                <a:lnTo>
                  <a:pt x="497360" y="154283"/>
                </a:lnTo>
                <a:lnTo>
                  <a:pt x="497360" y="44395"/>
                </a:lnTo>
                <a:close/>
              </a:path>
              <a:path w="819150" h="199389">
                <a:moveTo>
                  <a:pt x="573525" y="41911"/>
                </a:moveTo>
                <a:lnTo>
                  <a:pt x="532851" y="57755"/>
                </a:lnTo>
                <a:lnTo>
                  <a:pt x="520493" y="99443"/>
                </a:lnTo>
                <a:lnTo>
                  <a:pt x="520865" y="107633"/>
                </a:lnTo>
                <a:lnTo>
                  <a:pt x="538389" y="145542"/>
                </a:lnTo>
                <a:lnTo>
                  <a:pt x="567851" y="156765"/>
                </a:lnTo>
                <a:lnTo>
                  <a:pt x="577385" y="155743"/>
                </a:lnTo>
                <a:lnTo>
                  <a:pt x="585691" y="152678"/>
                </a:lnTo>
                <a:lnTo>
                  <a:pt x="592770" y="147569"/>
                </a:lnTo>
                <a:lnTo>
                  <a:pt x="597775" y="141451"/>
                </a:lnTo>
                <a:lnTo>
                  <a:pt x="561522" y="141451"/>
                </a:lnTo>
                <a:lnTo>
                  <a:pt x="554538" y="137967"/>
                </a:lnTo>
                <a:lnTo>
                  <a:pt x="539698" y="99443"/>
                </a:lnTo>
                <a:lnTo>
                  <a:pt x="540227" y="89256"/>
                </a:lnTo>
                <a:lnTo>
                  <a:pt x="560430" y="57328"/>
                </a:lnTo>
                <a:lnTo>
                  <a:pt x="615863" y="57328"/>
                </a:lnTo>
                <a:lnTo>
                  <a:pt x="615863" y="57018"/>
                </a:lnTo>
                <a:lnTo>
                  <a:pt x="597312" y="57018"/>
                </a:lnTo>
                <a:lnTo>
                  <a:pt x="594039" y="52535"/>
                </a:lnTo>
                <a:lnTo>
                  <a:pt x="589892" y="48896"/>
                </a:lnTo>
                <a:lnTo>
                  <a:pt x="579417" y="43308"/>
                </a:lnTo>
                <a:lnTo>
                  <a:pt x="573525" y="41911"/>
                </a:lnTo>
                <a:close/>
              </a:path>
              <a:path w="819150" h="199389">
                <a:moveTo>
                  <a:pt x="615863" y="140416"/>
                </a:moveTo>
                <a:lnTo>
                  <a:pt x="598622" y="140416"/>
                </a:lnTo>
                <a:lnTo>
                  <a:pt x="598622" y="154283"/>
                </a:lnTo>
                <a:lnTo>
                  <a:pt x="615863" y="154283"/>
                </a:lnTo>
                <a:lnTo>
                  <a:pt x="615863" y="140416"/>
                </a:lnTo>
                <a:close/>
              </a:path>
              <a:path w="819150" h="199389">
                <a:moveTo>
                  <a:pt x="615863" y="57328"/>
                </a:moveTo>
                <a:lnTo>
                  <a:pt x="577235" y="57328"/>
                </a:lnTo>
                <a:lnTo>
                  <a:pt x="584436" y="60846"/>
                </a:lnTo>
                <a:lnTo>
                  <a:pt x="590111" y="67883"/>
                </a:lnTo>
                <a:lnTo>
                  <a:pt x="593960" y="73910"/>
                </a:lnTo>
                <a:lnTo>
                  <a:pt x="596685" y="81438"/>
                </a:lnTo>
                <a:lnTo>
                  <a:pt x="598305" y="90466"/>
                </a:lnTo>
                <a:lnTo>
                  <a:pt x="598840" y="100995"/>
                </a:lnTo>
                <a:lnTo>
                  <a:pt x="598308" y="110581"/>
                </a:lnTo>
                <a:lnTo>
                  <a:pt x="577671" y="141451"/>
                </a:lnTo>
                <a:lnTo>
                  <a:pt x="597775" y="141451"/>
                </a:lnTo>
                <a:lnTo>
                  <a:pt x="598622" y="140416"/>
                </a:lnTo>
                <a:lnTo>
                  <a:pt x="615863" y="140416"/>
                </a:lnTo>
                <a:lnTo>
                  <a:pt x="615863" y="57328"/>
                </a:lnTo>
                <a:close/>
              </a:path>
              <a:path w="819150" h="199389">
                <a:moveTo>
                  <a:pt x="615863" y="2597"/>
                </a:moveTo>
                <a:lnTo>
                  <a:pt x="597312" y="2597"/>
                </a:lnTo>
                <a:lnTo>
                  <a:pt x="597312" y="57018"/>
                </a:lnTo>
                <a:lnTo>
                  <a:pt x="615863" y="57018"/>
                </a:lnTo>
                <a:lnTo>
                  <a:pt x="615863" y="2597"/>
                </a:lnTo>
                <a:close/>
              </a:path>
              <a:path w="819150" h="199389">
                <a:moveTo>
                  <a:pt x="693773" y="41911"/>
                </a:moveTo>
                <a:lnTo>
                  <a:pt x="656673" y="57225"/>
                </a:lnTo>
                <a:lnTo>
                  <a:pt x="642563" y="99131"/>
                </a:lnTo>
                <a:lnTo>
                  <a:pt x="642598" y="101890"/>
                </a:lnTo>
                <a:lnTo>
                  <a:pt x="656454" y="141918"/>
                </a:lnTo>
                <a:lnTo>
                  <a:pt x="694646" y="156765"/>
                </a:lnTo>
                <a:lnTo>
                  <a:pt x="703856" y="156183"/>
                </a:lnTo>
                <a:lnTo>
                  <a:pt x="732566" y="141451"/>
                </a:lnTo>
                <a:lnTo>
                  <a:pt x="685698" y="141451"/>
                </a:lnTo>
                <a:lnTo>
                  <a:pt x="678060" y="138244"/>
                </a:lnTo>
                <a:lnTo>
                  <a:pt x="661692" y="104098"/>
                </a:lnTo>
                <a:lnTo>
                  <a:pt x="743531" y="104098"/>
                </a:lnTo>
                <a:lnTo>
                  <a:pt x="743531" y="101890"/>
                </a:lnTo>
                <a:lnTo>
                  <a:pt x="743744" y="100270"/>
                </a:lnTo>
                <a:lnTo>
                  <a:pt x="743749" y="99131"/>
                </a:lnTo>
                <a:lnTo>
                  <a:pt x="743029" y="88785"/>
                </a:lnTo>
                <a:lnTo>
                  <a:pt x="662565" y="88785"/>
                </a:lnTo>
                <a:lnTo>
                  <a:pt x="663220" y="79196"/>
                </a:lnTo>
                <a:lnTo>
                  <a:pt x="666493" y="71539"/>
                </a:lnTo>
                <a:lnTo>
                  <a:pt x="672386" y="65812"/>
                </a:lnTo>
                <a:lnTo>
                  <a:pt x="678060" y="60087"/>
                </a:lnTo>
                <a:lnTo>
                  <a:pt x="685262" y="57225"/>
                </a:lnTo>
                <a:lnTo>
                  <a:pt x="730009" y="57225"/>
                </a:lnTo>
                <a:lnTo>
                  <a:pt x="729782" y="56915"/>
                </a:lnTo>
                <a:lnTo>
                  <a:pt x="722253" y="50351"/>
                </a:lnTo>
                <a:lnTo>
                  <a:pt x="713742" y="45662"/>
                </a:lnTo>
                <a:lnTo>
                  <a:pt x="704248" y="42849"/>
                </a:lnTo>
                <a:lnTo>
                  <a:pt x="693773" y="41911"/>
                </a:lnTo>
                <a:close/>
              </a:path>
              <a:path w="819150" h="199389">
                <a:moveTo>
                  <a:pt x="723890" y="118895"/>
                </a:moveTo>
                <a:lnTo>
                  <a:pt x="721052" y="126759"/>
                </a:lnTo>
                <a:lnTo>
                  <a:pt x="717124" y="132484"/>
                </a:lnTo>
                <a:lnTo>
                  <a:pt x="707522" y="139659"/>
                </a:lnTo>
                <a:lnTo>
                  <a:pt x="701629" y="141451"/>
                </a:lnTo>
                <a:lnTo>
                  <a:pt x="732566" y="141451"/>
                </a:lnTo>
                <a:lnTo>
                  <a:pt x="736574" y="136251"/>
                </a:lnTo>
                <a:lnTo>
                  <a:pt x="740315" y="129234"/>
                </a:lnTo>
                <a:lnTo>
                  <a:pt x="743094" y="121274"/>
                </a:lnTo>
                <a:lnTo>
                  <a:pt x="723890" y="118895"/>
                </a:lnTo>
                <a:close/>
              </a:path>
              <a:path w="819150" h="199389">
                <a:moveTo>
                  <a:pt x="730009" y="57225"/>
                </a:moveTo>
                <a:lnTo>
                  <a:pt x="703375" y="57225"/>
                </a:lnTo>
                <a:lnTo>
                  <a:pt x="711014" y="60811"/>
                </a:lnTo>
                <a:lnTo>
                  <a:pt x="716906" y="67986"/>
                </a:lnTo>
                <a:lnTo>
                  <a:pt x="720834" y="72609"/>
                </a:lnTo>
                <a:lnTo>
                  <a:pt x="723235" y="79541"/>
                </a:lnTo>
                <a:lnTo>
                  <a:pt x="724108" y="88785"/>
                </a:lnTo>
                <a:lnTo>
                  <a:pt x="743029" y="88785"/>
                </a:lnTo>
                <a:lnTo>
                  <a:pt x="742856" y="86287"/>
                </a:lnTo>
                <a:lnTo>
                  <a:pt x="740203" y="74970"/>
                </a:lnTo>
                <a:lnTo>
                  <a:pt x="735831" y="65179"/>
                </a:lnTo>
                <a:lnTo>
                  <a:pt x="730009" y="57225"/>
                </a:lnTo>
                <a:close/>
              </a:path>
              <a:path w="819150" h="199389">
                <a:moveTo>
                  <a:pt x="782159" y="0"/>
                </a:moveTo>
                <a:lnTo>
                  <a:pt x="768846" y="0"/>
                </a:lnTo>
                <a:lnTo>
                  <a:pt x="774568" y="10092"/>
                </a:lnTo>
                <a:lnTo>
                  <a:pt x="779267" y="18629"/>
                </a:lnTo>
                <a:lnTo>
                  <a:pt x="795253" y="60846"/>
                </a:lnTo>
                <a:lnTo>
                  <a:pt x="799836" y="99443"/>
                </a:lnTo>
                <a:lnTo>
                  <a:pt x="797878" y="124321"/>
                </a:lnTo>
                <a:lnTo>
                  <a:pt x="792034" y="149186"/>
                </a:lnTo>
                <a:lnTo>
                  <a:pt x="782343" y="174039"/>
                </a:lnTo>
                <a:lnTo>
                  <a:pt x="768846" y="198877"/>
                </a:lnTo>
                <a:lnTo>
                  <a:pt x="782159" y="198877"/>
                </a:lnTo>
                <a:lnTo>
                  <a:pt x="802475" y="165974"/>
                </a:lnTo>
                <a:lnTo>
                  <a:pt x="816176" y="126810"/>
                </a:lnTo>
                <a:lnTo>
                  <a:pt x="818822" y="99338"/>
                </a:lnTo>
                <a:lnTo>
                  <a:pt x="818331" y="87154"/>
                </a:lnTo>
                <a:lnTo>
                  <a:pt x="805605" y="39081"/>
                </a:lnTo>
                <a:lnTo>
                  <a:pt x="791202" y="13006"/>
                </a:lnTo>
                <a:lnTo>
                  <a:pt x="78215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20" name="object 120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2222611" y="4212573"/>
            <a:ext cx="1885529" cy="196922"/>
          </a:xfrm>
          <a:prstGeom prst="rect">
            <a:avLst/>
          </a:prstGeom>
        </p:spPr>
      </p:pic>
      <p:pic>
        <p:nvPicPr>
          <p:cNvPr id="121" name="object 121"/>
          <p:cNvPicPr/>
          <p:nvPr/>
        </p:nvPicPr>
        <p:blipFill>
          <a:blip r:embed="rId44" cstate="print"/>
          <a:stretch>
            <a:fillRect/>
          </a:stretch>
        </p:blipFill>
        <p:spPr>
          <a:xfrm>
            <a:off x="2211699" y="2488336"/>
            <a:ext cx="1885529" cy="196834"/>
          </a:xfrm>
          <a:prstGeom prst="rect">
            <a:avLst/>
          </a:prstGeom>
        </p:spPr>
      </p:pic>
      <p:sp>
        <p:nvSpPr>
          <p:cNvPr id="122" name="object 122"/>
          <p:cNvSpPr/>
          <p:nvPr/>
        </p:nvSpPr>
        <p:spPr>
          <a:xfrm>
            <a:off x="9097540" y="1226461"/>
            <a:ext cx="742950" cy="889635"/>
          </a:xfrm>
          <a:custGeom>
            <a:avLst/>
            <a:gdLst/>
            <a:ahLst/>
            <a:cxnLst/>
            <a:rect l="l" t="t" r="r" b="b"/>
            <a:pathLst>
              <a:path w="742950" h="889635">
                <a:moveTo>
                  <a:pt x="446310" y="444664"/>
                </a:moveTo>
                <a:lnTo>
                  <a:pt x="446310" y="0"/>
                </a:lnTo>
              </a:path>
              <a:path w="742950" h="889635">
                <a:moveTo>
                  <a:pt x="446310" y="444664"/>
                </a:moveTo>
                <a:lnTo>
                  <a:pt x="446310" y="889332"/>
                </a:lnTo>
              </a:path>
              <a:path w="742950" h="889635">
                <a:moveTo>
                  <a:pt x="446310" y="444664"/>
                </a:moveTo>
                <a:lnTo>
                  <a:pt x="742616" y="444664"/>
                </a:lnTo>
              </a:path>
              <a:path w="742950" h="889635">
                <a:moveTo>
                  <a:pt x="446310" y="444664"/>
                </a:moveTo>
                <a:lnTo>
                  <a:pt x="0" y="444664"/>
                </a:lnTo>
              </a:path>
            </a:pathLst>
          </a:custGeom>
          <a:ln w="1856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23" name="object 123"/>
          <p:cNvSpPr/>
          <p:nvPr/>
        </p:nvSpPr>
        <p:spPr>
          <a:xfrm>
            <a:off x="9893530" y="1570489"/>
            <a:ext cx="254635" cy="222250"/>
          </a:xfrm>
          <a:custGeom>
            <a:avLst/>
            <a:gdLst/>
            <a:ahLst/>
            <a:cxnLst/>
            <a:rect l="l" t="t" r="r" b="b"/>
            <a:pathLst>
              <a:path w="254634" h="222250">
                <a:moveTo>
                  <a:pt x="101692" y="0"/>
                </a:moveTo>
                <a:lnTo>
                  <a:pt x="61611" y="7295"/>
                </a:lnTo>
                <a:lnTo>
                  <a:pt x="28441" y="28903"/>
                </a:lnTo>
                <a:lnTo>
                  <a:pt x="7243" y="63874"/>
                </a:lnTo>
                <a:lnTo>
                  <a:pt x="0" y="109344"/>
                </a:lnTo>
                <a:lnTo>
                  <a:pt x="714" y="124473"/>
                </a:lnTo>
                <a:lnTo>
                  <a:pt x="11405" y="166872"/>
                </a:lnTo>
                <a:lnTo>
                  <a:pt x="34349" y="199935"/>
                </a:lnTo>
                <a:lnTo>
                  <a:pt x="69675" y="218391"/>
                </a:lnTo>
                <a:lnTo>
                  <a:pt x="101258" y="221930"/>
                </a:lnTo>
                <a:lnTo>
                  <a:pt x="117425" y="220779"/>
                </a:lnTo>
                <a:lnTo>
                  <a:pt x="132307" y="217329"/>
                </a:lnTo>
                <a:lnTo>
                  <a:pt x="145899" y="211587"/>
                </a:lnTo>
                <a:lnTo>
                  <a:pt x="158195" y="203557"/>
                </a:lnTo>
                <a:lnTo>
                  <a:pt x="164415" y="197628"/>
                </a:lnTo>
                <a:lnTo>
                  <a:pt x="98903" y="197628"/>
                </a:lnTo>
                <a:lnTo>
                  <a:pt x="89226" y="196997"/>
                </a:lnTo>
                <a:lnTo>
                  <a:pt x="47634" y="174843"/>
                </a:lnTo>
                <a:lnTo>
                  <a:pt x="31397" y="134827"/>
                </a:lnTo>
                <a:lnTo>
                  <a:pt x="29382" y="109189"/>
                </a:lnTo>
                <a:lnTo>
                  <a:pt x="29806" y="98658"/>
                </a:lnTo>
                <a:lnTo>
                  <a:pt x="40149" y="58519"/>
                </a:lnTo>
                <a:lnTo>
                  <a:pt x="68440" y="30972"/>
                </a:lnTo>
                <a:lnTo>
                  <a:pt x="101103" y="24302"/>
                </a:lnTo>
                <a:lnTo>
                  <a:pt x="164968" y="24302"/>
                </a:lnTo>
                <a:lnTo>
                  <a:pt x="156056" y="16397"/>
                </a:lnTo>
                <a:lnTo>
                  <a:pt x="144393" y="9223"/>
                </a:lnTo>
                <a:lnTo>
                  <a:pt x="131443" y="4099"/>
                </a:lnTo>
                <a:lnTo>
                  <a:pt x="117208" y="1024"/>
                </a:lnTo>
                <a:lnTo>
                  <a:pt x="101692" y="0"/>
                </a:lnTo>
                <a:close/>
              </a:path>
              <a:path w="254634" h="222250">
                <a:moveTo>
                  <a:pt x="161914" y="143033"/>
                </a:moveTo>
                <a:lnTo>
                  <a:pt x="139443" y="183856"/>
                </a:lnTo>
                <a:lnTo>
                  <a:pt x="98903" y="197628"/>
                </a:lnTo>
                <a:lnTo>
                  <a:pt x="164415" y="197628"/>
                </a:lnTo>
                <a:lnTo>
                  <a:pt x="168928" y="193326"/>
                </a:lnTo>
                <a:lnTo>
                  <a:pt x="177880" y="181023"/>
                </a:lnTo>
                <a:lnTo>
                  <a:pt x="185048" y="166646"/>
                </a:lnTo>
                <a:lnTo>
                  <a:pt x="190429" y="150197"/>
                </a:lnTo>
                <a:lnTo>
                  <a:pt x="161914" y="143033"/>
                </a:lnTo>
                <a:close/>
              </a:path>
              <a:path w="254634" h="222250">
                <a:moveTo>
                  <a:pt x="164968" y="24302"/>
                </a:moveTo>
                <a:lnTo>
                  <a:pt x="101103" y="24302"/>
                </a:lnTo>
                <a:lnTo>
                  <a:pt x="111436" y="24968"/>
                </a:lnTo>
                <a:lnTo>
                  <a:pt x="120858" y="26969"/>
                </a:lnTo>
                <a:lnTo>
                  <a:pt x="154525" y="58188"/>
                </a:lnTo>
                <a:lnTo>
                  <a:pt x="158691" y="69108"/>
                </a:lnTo>
                <a:lnTo>
                  <a:pt x="186772" y="62500"/>
                </a:lnTo>
                <a:lnTo>
                  <a:pt x="181593" y="48483"/>
                </a:lnTo>
                <a:lnTo>
                  <a:pt x="174750" y="36125"/>
                </a:lnTo>
                <a:lnTo>
                  <a:pt x="166239" y="25428"/>
                </a:lnTo>
                <a:lnTo>
                  <a:pt x="164968" y="24302"/>
                </a:lnTo>
                <a:close/>
              </a:path>
              <a:path w="254634" h="222250">
                <a:moveTo>
                  <a:pt x="254495" y="3643"/>
                </a:moveTo>
                <a:lnTo>
                  <a:pt x="228056" y="3643"/>
                </a:lnTo>
                <a:lnTo>
                  <a:pt x="228056" y="218256"/>
                </a:lnTo>
                <a:lnTo>
                  <a:pt x="254495" y="218256"/>
                </a:lnTo>
                <a:lnTo>
                  <a:pt x="254495" y="364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4" name="object 124"/>
          <p:cNvSpPr/>
          <p:nvPr/>
        </p:nvSpPr>
        <p:spPr>
          <a:xfrm>
            <a:off x="9183097" y="3080018"/>
            <a:ext cx="740410" cy="873760"/>
          </a:xfrm>
          <a:custGeom>
            <a:avLst/>
            <a:gdLst/>
            <a:ahLst/>
            <a:cxnLst/>
            <a:rect l="l" t="t" r="r" b="b"/>
            <a:pathLst>
              <a:path w="740409" h="873760">
                <a:moveTo>
                  <a:pt x="390202" y="0"/>
                </a:moveTo>
                <a:lnTo>
                  <a:pt x="390202" y="404474"/>
                </a:lnTo>
              </a:path>
              <a:path w="740409" h="873760">
                <a:moveTo>
                  <a:pt x="390202" y="404474"/>
                </a:moveTo>
                <a:lnTo>
                  <a:pt x="0" y="509160"/>
                </a:lnTo>
              </a:path>
              <a:path w="740409" h="873760">
                <a:moveTo>
                  <a:pt x="390202" y="404474"/>
                </a:moveTo>
                <a:lnTo>
                  <a:pt x="740018" y="606711"/>
                </a:lnTo>
              </a:path>
              <a:path w="740409" h="873760">
                <a:moveTo>
                  <a:pt x="740018" y="606711"/>
                </a:moveTo>
                <a:lnTo>
                  <a:pt x="740018" y="873636"/>
                </a:lnTo>
              </a:path>
            </a:pathLst>
          </a:custGeom>
          <a:ln w="1684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125" name="object 125"/>
          <p:cNvPicPr/>
          <p:nvPr/>
        </p:nvPicPr>
        <p:blipFill>
          <a:blip r:embed="rId45" cstate="print"/>
          <a:stretch>
            <a:fillRect/>
          </a:stretch>
        </p:blipFill>
        <p:spPr>
          <a:xfrm>
            <a:off x="9835648" y="3999646"/>
            <a:ext cx="230339" cy="201866"/>
          </a:xfrm>
          <a:prstGeom prst="rect">
            <a:avLst/>
          </a:prstGeom>
        </p:spPr>
      </p:pic>
      <p:sp>
        <p:nvSpPr>
          <p:cNvPr id="126" name="object 126"/>
          <p:cNvSpPr txBox="1"/>
          <p:nvPr/>
        </p:nvSpPr>
        <p:spPr>
          <a:xfrm>
            <a:off x="507288" y="4902964"/>
            <a:ext cx="11325860" cy="137985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241300" marR="5080" indent="-229235">
              <a:lnSpc>
                <a:spcPts val="2380"/>
              </a:lnSpc>
              <a:spcBef>
                <a:spcPts val="180"/>
              </a:spcBef>
              <a:tabLst>
                <a:tab pos="241300" algn="l"/>
              </a:tabLst>
            </a:pPr>
            <a:r>
              <a:rPr sz="2200" spc="-5" dirty="0">
                <a:latin typeface="Arial MT"/>
                <a:cs typeface="Arial MT"/>
              </a:rPr>
              <a:t>•	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In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example</a:t>
            </a:r>
            <a:r>
              <a:rPr sz="22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there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are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two</a:t>
            </a:r>
            <a:r>
              <a:rPr sz="2200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possible</a:t>
            </a:r>
            <a:r>
              <a:rPr sz="2200" spc="3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regiochemistries</a:t>
            </a:r>
            <a:r>
              <a:rPr sz="22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2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addition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(regiochemistry:</a:t>
            </a:r>
            <a:r>
              <a:rPr sz="22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possibility </a:t>
            </a:r>
            <a:r>
              <a:rPr sz="2200" spc="-484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reactions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to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lead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to</a:t>
            </a:r>
            <a:r>
              <a:rPr sz="22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different</a:t>
            </a:r>
            <a:r>
              <a:rPr sz="2200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structural</a:t>
            </a:r>
            <a:r>
              <a:rPr sz="220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isomers: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in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example</a:t>
            </a:r>
            <a:r>
              <a:rPr sz="22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above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which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3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two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possible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C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will</a:t>
            </a:r>
            <a:r>
              <a:rPr sz="22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Cl 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form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a bond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to?)</a:t>
            </a:r>
            <a:endParaRPr sz="220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695"/>
              </a:spcBef>
              <a:tabLst>
                <a:tab pos="241300" algn="l"/>
              </a:tabLst>
            </a:pPr>
            <a:r>
              <a:rPr sz="2200" spc="-5" dirty="0">
                <a:latin typeface="Arial MT"/>
                <a:cs typeface="Arial MT"/>
              </a:rPr>
              <a:t>•	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Addition</a:t>
            </a:r>
            <a:r>
              <a:rPr sz="220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H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to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'</a:t>
            </a:r>
            <a:r>
              <a:rPr sz="2200" i="1" spc="-5" dirty="0">
                <a:latin typeface="Calibri" panose="020F0502020204030204"/>
                <a:cs typeface="Calibri" panose="020F0502020204030204"/>
              </a:rPr>
              <a:t>less</a:t>
            </a:r>
            <a:r>
              <a:rPr sz="2200" i="1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i="1" spc="-15" dirty="0">
                <a:latin typeface="Calibri" panose="020F0502020204030204"/>
                <a:cs typeface="Calibri" panose="020F0502020204030204"/>
              </a:rPr>
              <a:t>substituted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'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C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dirty="0">
                <a:latin typeface="Calibri" panose="020F0502020204030204"/>
                <a:cs typeface="Calibri" panose="020F0502020204030204"/>
              </a:rPr>
              <a:t>of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C=C,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(-Cl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to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'</a:t>
            </a:r>
            <a:r>
              <a:rPr sz="2200" i="1" spc="-5" dirty="0">
                <a:latin typeface="Calibri" panose="020F0502020204030204"/>
                <a:cs typeface="Calibri" panose="020F0502020204030204"/>
              </a:rPr>
              <a:t>more</a:t>
            </a:r>
            <a:r>
              <a:rPr sz="2200" i="1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i="1" spc="-10" dirty="0">
                <a:latin typeface="Calibri" panose="020F0502020204030204"/>
                <a:cs typeface="Calibri" panose="020F0502020204030204"/>
              </a:rPr>
              <a:t>substituted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‘),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is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an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empirical</a:t>
            </a:r>
            <a:r>
              <a:rPr sz="220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rule</a:t>
            </a:r>
            <a:endParaRPr sz="2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7" name="object 127"/>
          <p:cNvSpPr txBox="1"/>
          <p:nvPr/>
        </p:nvSpPr>
        <p:spPr>
          <a:xfrm>
            <a:off x="736193" y="6280124"/>
            <a:ext cx="2694940" cy="304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185"/>
              </a:lnSpc>
            </a:pPr>
            <a:r>
              <a:rPr sz="2200" spc="-30" dirty="0">
                <a:latin typeface="Calibri" panose="020F0502020204030204"/>
                <a:cs typeface="Calibri" panose="020F0502020204030204"/>
              </a:rPr>
              <a:t>(MARKOVNIKOV'S</a:t>
            </a:r>
            <a:r>
              <a:rPr sz="2200" spc="3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Rule)</a:t>
            </a:r>
            <a:endParaRPr sz="2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8" name="object 1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27401" y="210692"/>
            <a:ext cx="653542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Alkenes:</a:t>
            </a:r>
            <a:r>
              <a:rPr spc="-25" dirty="0"/>
              <a:t> </a:t>
            </a:r>
            <a:r>
              <a:rPr spc="-15" dirty="0"/>
              <a:t>orientation</a:t>
            </a:r>
            <a:r>
              <a:rPr spc="-25" dirty="0"/>
              <a:t> </a:t>
            </a:r>
            <a:r>
              <a:rPr spc="-5" dirty="0"/>
              <a:t>of</a:t>
            </a:r>
            <a:r>
              <a:rPr spc="-25" dirty="0"/>
              <a:t> </a:t>
            </a:r>
            <a:r>
              <a:rPr spc="-5" dirty="0"/>
              <a:t>addition</a:t>
            </a:r>
            <a:endParaRPr spc="-5" dirty="0"/>
          </a:p>
        </p:txBody>
      </p:sp>
      <p:grpSp>
        <p:nvGrpSpPr>
          <p:cNvPr id="3" name="object 3"/>
          <p:cNvGrpSpPr/>
          <p:nvPr/>
        </p:nvGrpSpPr>
        <p:grpSpPr>
          <a:xfrm>
            <a:off x="2660076" y="1331511"/>
            <a:ext cx="1138555" cy="805815"/>
            <a:chOff x="2660076" y="1331511"/>
            <a:chExt cx="1138555" cy="805815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3190129" y="1711080"/>
              <a:ext cx="134084" cy="156935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75890" y="1711080"/>
              <a:ext cx="134062" cy="15693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046944" y="1782236"/>
              <a:ext cx="106045" cy="57150"/>
            </a:xfrm>
            <a:custGeom>
              <a:avLst/>
              <a:gdLst/>
              <a:ahLst/>
              <a:cxnLst/>
              <a:rect l="l" t="t" r="r" b="b"/>
              <a:pathLst>
                <a:path w="106044" h="57150">
                  <a:moveTo>
                    <a:pt x="105626" y="0"/>
                  </a:moveTo>
                  <a:lnTo>
                    <a:pt x="0" y="0"/>
                  </a:lnTo>
                </a:path>
                <a:path w="106044" h="57150">
                  <a:moveTo>
                    <a:pt x="105626" y="56531"/>
                  </a:moveTo>
                  <a:lnTo>
                    <a:pt x="0" y="56531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3412359" y="1488882"/>
              <a:ext cx="283210" cy="156845"/>
            </a:xfrm>
            <a:custGeom>
              <a:avLst/>
              <a:gdLst/>
              <a:ahLst/>
              <a:cxnLst/>
              <a:rect l="l" t="t" r="r" b="b"/>
              <a:pathLst>
                <a:path w="283210" h="156844">
                  <a:moveTo>
                    <a:pt x="71581" y="0"/>
                  </a:moveTo>
                  <a:lnTo>
                    <a:pt x="26936" y="14279"/>
                  </a:lnTo>
                  <a:lnTo>
                    <a:pt x="2261" y="54976"/>
                  </a:lnTo>
                  <a:lnTo>
                    <a:pt x="0" y="77267"/>
                  </a:lnTo>
                  <a:lnTo>
                    <a:pt x="499" y="87907"/>
                  </a:lnTo>
                  <a:lnTo>
                    <a:pt x="12478" y="126790"/>
                  </a:lnTo>
                  <a:lnTo>
                    <a:pt x="49048" y="154261"/>
                  </a:lnTo>
                  <a:lnTo>
                    <a:pt x="71275" y="156717"/>
                  </a:lnTo>
                  <a:lnTo>
                    <a:pt x="82668" y="155932"/>
                  </a:lnTo>
                  <a:lnTo>
                    <a:pt x="93146" y="153552"/>
                  </a:lnTo>
                  <a:lnTo>
                    <a:pt x="102711" y="149534"/>
                  </a:lnTo>
                  <a:lnTo>
                    <a:pt x="111366" y="143839"/>
                  </a:lnTo>
                  <a:lnTo>
                    <a:pt x="115695" y="139692"/>
                  </a:lnTo>
                  <a:lnTo>
                    <a:pt x="69617" y="139692"/>
                  </a:lnTo>
                  <a:lnTo>
                    <a:pt x="62813" y="139241"/>
                  </a:lnTo>
                  <a:lnTo>
                    <a:pt x="29536" y="117633"/>
                  </a:lnTo>
                  <a:lnTo>
                    <a:pt x="20688" y="77048"/>
                  </a:lnTo>
                  <a:lnTo>
                    <a:pt x="20987" y="69689"/>
                  </a:lnTo>
                  <a:lnTo>
                    <a:pt x="36506" y="30032"/>
                  </a:lnTo>
                  <a:lnTo>
                    <a:pt x="71166" y="17024"/>
                  </a:lnTo>
                  <a:lnTo>
                    <a:pt x="116033" y="17024"/>
                  </a:lnTo>
                  <a:lnTo>
                    <a:pt x="109860" y="11568"/>
                  </a:lnTo>
                  <a:lnTo>
                    <a:pt x="101651" y="6445"/>
                  </a:lnTo>
                  <a:lnTo>
                    <a:pt x="92537" y="2837"/>
                  </a:lnTo>
                  <a:lnTo>
                    <a:pt x="82515" y="702"/>
                  </a:lnTo>
                  <a:lnTo>
                    <a:pt x="71581" y="0"/>
                  </a:lnTo>
                  <a:close/>
                </a:path>
                <a:path w="283210" h="156844">
                  <a:moveTo>
                    <a:pt x="114006" y="101058"/>
                  </a:moveTo>
                  <a:lnTo>
                    <a:pt x="92014" y="134167"/>
                  </a:lnTo>
                  <a:lnTo>
                    <a:pt x="69617" y="139692"/>
                  </a:lnTo>
                  <a:lnTo>
                    <a:pt x="115695" y="139692"/>
                  </a:lnTo>
                  <a:lnTo>
                    <a:pt x="134084" y="106078"/>
                  </a:lnTo>
                  <a:lnTo>
                    <a:pt x="114006" y="101058"/>
                  </a:lnTo>
                  <a:close/>
                </a:path>
                <a:path w="283210" h="156844">
                  <a:moveTo>
                    <a:pt x="116033" y="17024"/>
                  </a:moveTo>
                  <a:lnTo>
                    <a:pt x="71166" y="17024"/>
                  </a:lnTo>
                  <a:lnTo>
                    <a:pt x="78454" y="17512"/>
                  </a:lnTo>
                  <a:lnTo>
                    <a:pt x="85093" y="18962"/>
                  </a:lnTo>
                  <a:lnTo>
                    <a:pt x="111737" y="48673"/>
                  </a:lnTo>
                  <a:lnTo>
                    <a:pt x="131487" y="44090"/>
                  </a:lnTo>
                  <a:lnTo>
                    <a:pt x="127850" y="34189"/>
                  </a:lnTo>
                  <a:lnTo>
                    <a:pt x="123030" y="25455"/>
                  </a:lnTo>
                  <a:lnTo>
                    <a:pt x="117032" y="17908"/>
                  </a:lnTo>
                  <a:lnTo>
                    <a:pt x="116033" y="17024"/>
                  </a:lnTo>
                  <a:close/>
                </a:path>
                <a:path w="283210" h="156844">
                  <a:moveTo>
                    <a:pt x="184038" y="2619"/>
                  </a:moveTo>
                  <a:lnTo>
                    <a:pt x="163982" y="2619"/>
                  </a:lnTo>
                  <a:lnTo>
                    <a:pt x="163982" y="154316"/>
                  </a:lnTo>
                  <a:lnTo>
                    <a:pt x="184038" y="154316"/>
                  </a:lnTo>
                  <a:lnTo>
                    <a:pt x="184038" y="82723"/>
                  </a:lnTo>
                  <a:lnTo>
                    <a:pt x="282943" y="82723"/>
                  </a:lnTo>
                  <a:lnTo>
                    <a:pt x="282943" y="64825"/>
                  </a:lnTo>
                  <a:lnTo>
                    <a:pt x="184038" y="64825"/>
                  </a:lnTo>
                  <a:lnTo>
                    <a:pt x="184038" y="2619"/>
                  </a:lnTo>
                  <a:close/>
                </a:path>
                <a:path w="283210" h="156844">
                  <a:moveTo>
                    <a:pt x="282943" y="82723"/>
                  </a:moveTo>
                  <a:lnTo>
                    <a:pt x="262887" y="82723"/>
                  </a:lnTo>
                  <a:lnTo>
                    <a:pt x="262887" y="154316"/>
                  </a:lnTo>
                  <a:lnTo>
                    <a:pt x="282943" y="154316"/>
                  </a:lnTo>
                  <a:lnTo>
                    <a:pt x="282943" y="82723"/>
                  </a:lnTo>
                  <a:close/>
                </a:path>
                <a:path w="283210" h="156844">
                  <a:moveTo>
                    <a:pt x="282943" y="2619"/>
                  </a:moveTo>
                  <a:lnTo>
                    <a:pt x="262887" y="2619"/>
                  </a:lnTo>
                  <a:lnTo>
                    <a:pt x="262887" y="64825"/>
                  </a:lnTo>
                  <a:lnTo>
                    <a:pt x="282943" y="64825"/>
                  </a:lnTo>
                  <a:lnTo>
                    <a:pt x="282943" y="26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23695" y="1575972"/>
              <a:ext cx="74484" cy="116337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35867" y="1644290"/>
              <a:ext cx="60325" cy="60325"/>
            </a:xfrm>
            <a:custGeom>
              <a:avLst/>
              <a:gdLst/>
              <a:ahLst/>
              <a:cxnLst/>
              <a:rect l="l" t="t" r="r" b="b"/>
              <a:pathLst>
                <a:path w="60325" h="60325">
                  <a:moveTo>
                    <a:pt x="0" y="60242"/>
                  </a:moveTo>
                  <a:lnTo>
                    <a:pt x="60233" y="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60076" y="1491502"/>
              <a:ext cx="118982" cy="151696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818407" y="1656731"/>
              <a:ext cx="50800" cy="50800"/>
            </a:xfrm>
            <a:custGeom>
              <a:avLst/>
              <a:gdLst/>
              <a:ahLst/>
              <a:cxnLst/>
              <a:rect l="l" t="t" r="r" b="b"/>
              <a:pathLst>
                <a:path w="50800" h="50800">
                  <a:moveTo>
                    <a:pt x="50456" y="50420"/>
                  </a:moveTo>
                  <a:lnTo>
                    <a:pt x="0" y="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60076" y="1935897"/>
              <a:ext cx="118982" cy="151696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810572" y="1866488"/>
              <a:ext cx="49530" cy="49530"/>
            </a:xfrm>
            <a:custGeom>
              <a:avLst/>
              <a:gdLst/>
              <a:ahLst/>
              <a:cxnLst/>
              <a:rect l="l" t="t" r="r" b="b"/>
              <a:pathLst>
                <a:path w="49530" h="49530">
                  <a:moveTo>
                    <a:pt x="49059" y="0"/>
                  </a:moveTo>
                  <a:lnTo>
                    <a:pt x="0" y="4911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3412359" y="1933278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10" h="157480">
                  <a:moveTo>
                    <a:pt x="71581" y="0"/>
                  </a:moveTo>
                  <a:lnTo>
                    <a:pt x="26936" y="14282"/>
                  </a:lnTo>
                  <a:lnTo>
                    <a:pt x="2251" y="55228"/>
                  </a:lnTo>
                  <a:lnTo>
                    <a:pt x="0" y="77267"/>
                  </a:lnTo>
                  <a:lnTo>
                    <a:pt x="499" y="88033"/>
                  </a:lnTo>
                  <a:lnTo>
                    <a:pt x="12478" y="126913"/>
                  </a:lnTo>
                  <a:lnTo>
                    <a:pt x="49048" y="154452"/>
                  </a:lnTo>
                  <a:lnTo>
                    <a:pt x="71275" y="156935"/>
                  </a:lnTo>
                  <a:lnTo>
                    <a:pt x="82668" y="156116"/>
                  </a:lnTo>
                  <a:lnTo>
                    <a:pt x="93146" y="153661"/>
                  </a:lnTo>
                  <a:lnTo>
                    <a:pt x="102711" y="149568"/>
                  </a:lnTo>
                  <a:lnTo>
                    <a:pt x="111366" y="143839"/>
                  </a:lnTo>
                  <a:lnTo>
                    <a:pt x="115753" y="139692"/>
                  </a:lnTo>
                  <a:lnTo>
                    <a:pt x="69617" y="139692"/>
                  </a:lnTo>
                  <a:lnTo>
                    <a:pt x="62813" y="139241"/>
                  </a:lnTo>
                  <a:lnTo>
                    <a:pt x="29536" y="117848"/>
                  </a:lnTo>
                  <a:lnTo>
                    <a:pt x="20688" y="77267"/>
                  </a:lnTo>
                  <a:lnTo>
                    <a:pt x="20987" y="69811"/>
                  </a:lnTo>
                  <a:lnTo>
                    <a:pt x="36506" y="30124"/>
                  </a:lnTo>
                  <a:lnTo>
                    <a:pt x="71166" y="17243"/>
                  </a:lnTo>
                  <a:lnTo>
                    <a:pt x="116185" y="17243"/>
                  </a:lnTo>
                  <a:lnTo>
                    <a:pt x="109860" y="11568"/>
                  </a:lnTo>
                  <a:lnTo>
                    <a:pt x="101651" y="6537"/>
                  </a:lnTo>
                  <a:lnTo>
                    <a:pt x="92537" y="2919"/>
                  </a:lnTo>
                  <a:lnTo>
                    <a:pt x="82515" y="733"/>
                  </a:lnTo>
                  <a:lnTo>
                    <a:pt x="71581" y="0"/>
                  </a:lnTo>
                  <a:close/>
                </a:path>
                <a:path w="283210" h="157480">
                  <a:moveTo>
                    <a:pt x="114006" y="101058"/>
                  </a:moveTo>
                  <a:lnTo>
                    <a:pt x="92014" y="134259"/>
                  </a:lnTo>
                  <a:lnTo>
                    <a:pt x="69617" y="139692"/>
                  </a:lnTo>
                  <a:lnTo>
                    <a:pt x="115753" y="139692"/>
                  </a:lnTo>
                  <a:lnTo>
                    <a:pt x="118936" y="136684"/>
                  </a:lnTo>
                  <a:lnTo>
                    <a:pt x="125245" y="128014"/>
                  </a:lnTo>
                  <a:lnTo>
                    <a:pt x="130303" y="117848"/>
                  </a:lnTo>
                  <a:lnTo>
                    <a:pt x="134084" y="106296"/>
                  </a:lnTo>
                  <a:lnTo>
                    <a:pt x="114006" y="101058"/>
                  </a:lnTo>
                  <a:close/>
                </a:path>
                <a:path w="283210" h="157480">
                  <a:moveTo>
                    <a:pt x="116185" y="17243"/>
                  </a:moveTo>
                  <a:lnTo>
                    <a:pt x="71166" y="17243"/>
                  </a:lnTo>
                  <a:lnTo>
                    <a:pt x="78454" y="17696"/>
                  </a:lnTo>
                  <a:lnTo>
                    <a:pt x="85093" y="19071"/>
                  </a:lnTo>
                  <a:lnTo>
                    <a:pt x="111737" y="48892"/>
                  </a:lnTo>
                  <a:lnTo>
                    <a:pt x="131487" y="44308"/>
                  </a:lnTo>
                  <a:lnTo>
                    <a:pt x="127850" y="34312"/>
                  </a:lnTo>
                  <a:lnTo>
                    <a:pt x="123009" y="25537"/>
                  </a:lnTo>
                  <a:lnTo>
                    <a:pt x="117032" y="18003"/>
                  </a:lnTo>
                  <a:lnTo>
                    <a:pt x="116185" y="17243"/>
                  </a:lnTo>
                  <a:close/>
                </a:path>
                <a:path w="283210" h="157480">
                  <a:moveTo>
                    <a:pt x="184038" y="2619"/>
                  </a:moveTo>
                  <a:lnTo>
                    <a:pt x="163982" y="2619"/>
                  </a:lnTo>
                  <a:lnTo>
                    <a:pt x="163982" y="154316"/>
                  </a:lnTo>
                  <a:lnTo>
                    <a:pt x="184038" y="154316"/>
                  </a:lnTo>
                  <a:lnTo>
                    <a:pt x="184038" y="82723"/>
                  </a:lnTo>
                  <a:lnTo>
                    <a:pt x="282943" y="82723"/>
                  </a:lnTo>
                  <a:lnTo>
                    <a:pt x="282943" y="64825"/>
                  </a:lnTo>
                  <a:lnTo>
                    <a:pt x="184038" y="64825"/>
                  </a:lnTo>
                  <a:lnTo>
                    <a:pt x="184038" y="2619"/>
                  </a:lnTo>
                  <a:close/>
                </a:path>
                <a:path w="283210" h="157480">
                  <a:moveTo>
                    <a:pt x="282943" y="82723"/>
                  </a:moveTo>
                  <a:lnTo>
                    <a:pt x="262887" y="82723"/>
                  </a:lnTo>
                  <a:lnTo>
                    <a:pt x="262887" y="154316"/>
                  </a:lnTo>
                  <a:lnTo>
                    <a:pt x="282943" y="154316"/>
                  </a:lnTo>
                  <a:lnTo>
                    <a:pt x="282943" y="82723"/>
                  </a:lnTo>
                  <a:close/>
                </a:path>
                <a:path w="283210" h="157480">
                  <a:moveTo>
                    <a:pt x="282943" y="2619"/>
                  </a:moveTo>
                  <a:lnTo>
                    <a:pt x="262887" y="2619"/>
                  </a:lnTo>
                  <a:lnTo>
                    <a:pt x="262887" y="64825"/>
                  </a:lnTo>
                  <a:lnTo>
                    <a:pt x="282943" y="64825"/>
                  </a:lnTo>
                  <a:lnTo>
                    <a:pt x="282943" y="26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723695" y="2020585"/>
              <a:ext cx="74484" cy="116337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343811" y="1867797"/>
              <a:ext cx="61594" cy="61594"/>
            </a:xfrm>
            <a:custGeom>
              <a:avLst/>
              <a:gdLst/>
              <a:ahLst/>
              <a:cxnLst/>
              <a:rect l="l" t="t" r="r" b="b"/>
              <a:pathLst>
                <a:path w="61595" h="61594">
                  <a:moveTo>
                    <a:pt x="0" y="0"/>
                  </a:moveTo>
                  <a:lnTo>
                    <a:pt x="61520" y="61551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99219" y="1331511"/>
              <a:ext cx="72039" cy="296190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226574" y="1376692"/>
              <a:ext cx="72039" cy="263450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2891276" y="1121972"/>
            <a:ext cx="501015" cy="157480"/>
            <a:chOff x="2891276" y="1121972"/>
            <a:chExt cx="501015" cy="157480"/>
          </a:xfrm>
        </p:grpSpPr>
        <p:pic>
          <p:nvPicPr>
            <p:cNvPr id="20" name="object 2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891276" y="1124592"/>
              <a:ext cx="121252" cy="151696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200058" y="1121972"/>
              <a:ext cx="191807" cy="156935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049519" y="1200549"/>
              <a:ext cx="113664" cy="0"/>
            </a:xfrm>
            <a:custGeom>
              <a:avLst/>
              <a:gdLst/>
              <a:ahLst/>
              <a:cxnLst/>
              <a:rect l="l" t="t" r="r" b="b"/>
              <a:pathLst>
                <a:path w="113664">
                  <a:moveTo>
                    <a:pt x="0" y="0"/>
                  </a:moveTo>
                  <a:lnTo>
                    <a:pt x="113482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3" name="object 23"/>
          <p:cNvGrpSpPr/>
          <p:nvPr/>
        </p:nvGrpSpPr>
        <p:grpSpPr>
          <a:xfrm>
            <a:off x="3983134" y="1744912"/>
            <a:ext cx="787400" cy="72390"/>
            <a:chOff x="3983134" y="1744912"/>
            <a:chExt cx="787400" cy="72390"/>
          </a:xfrm>
        </p:grpSpPr>
        <p:sp>
          <p:nvSpPr>
            <p:cNvPr id="24" name="object 24"/>
            <p:cNvSpPr/>
            <p:nvPr/>
          </p:nvSpPr>
          <p:spPr>
            <a:xfrm>
              <a:off x="3983134" y="1775688"/>
              <a:ext cx="673735" cy="13335"/>
            </a:xfrm>
            <a:custGeom>
              <a:avLst/>
              <a:gdLst/>
              <a:ahLst/>
              <a:cxnLst/>
              <a:rect l="l" t="t" r="r" b="b"/>
              <a:pathLst>
                <a:path w="673735" h="13335">
                  <a:moveTo>
                    <a:pt x="673695" y="0"/>
                  </a:moveTo>
                  <a:lnTo>
                    <a:pt x="0" y="0"/>
                  </a:lnTo>
                  <a:lnTo>
                    <a:pt x="0" y="13096"/>
                  </a:lnTo>
                  <a:lnTo>
                    <a:pt x="673695" y="13096"/>
                  </a:lnTo>
                  <a:lnTo>
                    <a:pt x="6736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5" name="object 25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636271" y="1744912"/>
              <a:ext cx="133997" cy="72028"/>
            </a:xfrm>
            <a:prstGeom prst="rect">
              <a:avLst/>
            </a:prstGeom>
          </p:spPr>
        </p:pic>
      </p:grpSp>
      <p:grpSp>
        <p:nvGrpSpPr>
          <p:cNvPr id="26" name="object 26"/>
          <p:cNvGrpSpPr/>
          <p:nvPr/>
        </p:nvGrpSpPr>
        <p:grpSpPr>
          <a:xfrm>
            <a:off x="5001381" y="1323653"/>
            <a:ext cx="1163320" cy="1027430"/>
            <a:chOff x="5001381" y="1323653"/>
            <a:chExt cx="1163320" cy="1027430"/>
          </a:xfrm>
        </p:grpSpPr>
        <p:sp>
          <p:nvSpPr>
            <p:cNvPr id="27" name="object 27"/>
            <p:cNvSpPr/>
            <p:nvPr/>
          </p:nvSpPr>
          <p:spPr>
            <a:xfrm>
              <a:off x="5569451" y="1735090"/>
              <a:ext cx="134620" cy="157480"/>
            </a:xfrm>
            <a:custGeom>
              <a:avLst/>
              <a:gdLst/>
              <a:ahLst/>
              <a:cxnLst/>
              <a:rect l="l" t="t" r="r" b="b"/>
              <a:pathLst>
                <a:path w="134620" h="157480">
                  <a:moveTo>
                    <a:pt x="71581" y="0"/>
                  </a:moveTo>
                  <a:lnTo>
                    <a:pt x="26839" y="14282"/>
                  </a:lnTo>
                  <a:lnTo>
                    <a:pt x="2264" y="55167"/>
                  </a:lnTo>
                  <a:lnTo>
                    <a:pt x="0" y="77267"/>
                  </a:lnTo>
                  <a:lnTo>
                    <a:pt x="491" y="87938"/>
                  </a:lnTo>
                  <a:lnTo>
                    <a:pt x="12398" y="126790"/>
                  </a:lnTo>
                  <a:lnTo>
                    <a:pt x="48994" y="154370"/>
                  </a:lnTo>
                  <a:lnTo>
                    <a:pt x="71145" y="156935"/>
                  </a:lnTo>
                  <a:lnTo>
                    <a:pt x="82605" y="156116"/>
                  </a:lnTo>
                  <a:lnTo>
                    <a:pt x="118867" y="136588"/>
                  </a:lnTo>
                  <a:lnTo>
                    <a:pt x="133997" y="106078"/>
                  </a:lnTo>
                  <a:lnTo>
                    <a:pt x="113919" y="101058"/>
                  </a:lnTo>
                  <a:lnTo>
                    <a:pt x="111433" y="110103"/>
                  </a:lnTo>
                  <a:lnTo>
                    <a:pt x="107945" y="117919"/>
                  </a:lnTo>
                  <a:lnTo>
                    <a:pt x="69617" y="139692"/>
                  </a:lnTo>
                  <a:lnTo>
                    <a:pt x="62739" y="139241"/>
                  </a:lnTo>
                  <a:lnTo>
                    <a:pt x="29472" y="117633"/>
                  </a:lnTo>
                  <a:lnTo>
                    <a:pt x="20732" y="77267"/>
                  </a:lnTo>
                  <a:lnTo>
                    <a:pt x="21018" y="69781"/>
                  </a:lnTo>
                  <a:lnTo>
                    <a:pt x="36455" y="30124"/>
                  </a:lnTo>
                  <a:lnTo>
                    <a:pt x="71145" y="17243"/>
                  </a:lnTo>
                  <a:lnTo>
                    <a:pt x="78384" y="17696"/>
                  </a:lnTo>
                  <a:lnTo>
                    <a:pt x="108797" y="41116"/>
                  </a:lnTo>
                  <a:lnTo>
                    <a:pt x="111737" y="48892"/>
                  </a:lnTo>
                  <a:lnTo>
                    <a:pt x="131378" y="44090"/>
                  </a:lnTo>
                  <a:lnTo>
                    <a:pt x="109772" y="11568"/>
                  </a:lnTo>
                  <a:lnTo>
                    <a:pt x="82459" y="733"/>
                  </a:lnTo>
                  <a:lnTo>
                    <a:pt x="7158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8" name="object 2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255190" y="1735090"/>
              <a:ext cx="133997" cy="156935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5426288" y="1806245"/>
              <a:ext cx="106045" cy="0"/>
            </a:xfrm>
            <a:custGeom>
              <a:avLst/>
              <a:gdLst/>
              <a:ahLst/>
              <a:cxnLst/>
              <a:rect l="l" t="t" r="r" b="b"/>
              <a:pathLst>
                <a:path w="106045">
                  <a:moveTo>
                    <a:pt x="105626" y="0"/>
                  </a:moveTo>
                  <a:lnTo>
                    <a:pt x="0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5791179" y="1505471"/>
              <a:ext cx="192405" cy="157480"/>
            </a:xfrm>
            <a:custGeom>
              <a:avLst/>
              <a:gdLst/>
              <a:ahLst/>
              <a:cxnLst/>
              <a:rect l="l" t="t" r="r" b="b"/>
              <a:pathLst>
                <a:path w="192404" h="157480">
                  <a:moveTo>
                    <a:pt x="70926" y="0"/>
                  </a:moveTo>
                  <a:lnTo>
                    <a:pt x="29987" y="11786"/>
                  </a:lnTo>
                  <a:lnTo>
                    <a:pt x="4801" y="46163"/>
                  </a:lnTo>
                  <a:lnTo>
                    <a:pt x="0" y="79886"/>
                  </a:lnTo>
                  <a:lnTo>
                    <a:pt x="1193" y="96788"/>
                  </a:lnTo>
                  <a:lnTo>
                    <a:pt x="19423" y="136199"/>
                  </a:lnTo>
                  <a:lnTo>
                    <a:pt x="54562" y="155629"/>
                  </a:lnTo>
                  <a:lnTo>
                    <a:pt x="68962" y="156935"/>
                  </a:lnTo>
                  <a:lnTo>
                    <a:pt x="80672" y="156164"/>
                  </a:lnTo>
                  <a:lnTo>
                    <a:pt x="116657" y="138092"/>
                  </a:lnTo>
                  <a:lnTo>
                    <a:pt x="122105" y="130743"/>
                  </a:lnTo>
                  <a:lnTo>
                    <a:pt x="68744" y="130743"/>
                  </a:lnTo>
                  <a:lnTo>
                    <a:pt x="60806" y="129968"/>
                  </a:lnTo>
                  <a:lnTo>
                    <a:pt x="34044" y="102177"/>
                  </a:lnTo>
                  <a:lnTo>
                    <a:pt x="31426" y="77485"/>
                  </a:lnTo>
                  <a:lnTo>
                    <a:pt x="32080" y="64873"/>
                  </a:lnTo>
                  <a:lnTo>
                    <a:pt x="54013" y="29275"/>
                  </a:lnTo>
                  <a:lnTo>
                    <a:pt x="69399" y="26192"/>
                  </a:lnTo>
                  <a:lnTo>
                    <a:pt x="123759" y="26192"/>
                  </a:lnTo>
                  <a:lnTo>
                    <a:pt x="120977" y="21905"/>
                  </a:lnTo>
                  <a:lnTo>
                    <a:pt x="116101" y="16588"/>
                  </a:lnTo>
                  <a:lnTo>
                    <a:pt x="106772" y="9300"/>
                  </a:lnTo>
                  <a:lnTo>
                    <a:pt x="96133" y="4119"/>
                  </a:lnTo>
                  <a:lnTo>
                    <a:pt x="84184" y="1026"/>
                  </a:lnTo>
                  <a:lnTo>
                    <a:pt x="70926" y="0"/>
                  </a:lnTo>
                  <a:close/>
                </a:path>
                <a:path w="192404" h="157480">
                  <a:moveTo>
                    <a:pt x="102352" y="98657"/>
                  </a:moveTo>
                  <a:lnTo>
                    <a:pt x="76819" y="130743"/>
                  </a:lnTo>
                  <a:lnTo>
                    <a:pt x="122105" y="130743"/>
                  </a:lnTo>
                  <a:lnTo>
                    <a:pt x="122894" y="129679"/>
                  </a:lnTo>
                  <a:lnTo>
                    <a:pt x="128026" y="119669"/>
                  </a:lnTo>
                  <a:lnTo>
                    <a:pt x="132032" y="108043"/>
                  </a:lnTo>
                  <a:lnTo>
                    <a:pt x="102352" y="98657"/>
                  </a:lnTo>
                  <a:close/>
                </a:path>
                <a:path w="192404" h="157480">
                  <a:moveTo>
                    <a:pt x="123759" y="26192"/>
                  </a:moveTo>
                  <a:lnTo>
                    <a:pt x="77473" y="26192"/>
                  </a:lnTo>
                  <a:lnTo>
                    <a:pt x="84457" y="28593"/>
                  </a:lnTo>
                  <a:lnTo>
                    <a:pt x="90131" y="32958"/>
                  </a:lnTo>
                  <a:lnTo>
                    <a:pt x="95805" y="37542"/>
                  </a:lnTo>
                  <a:lnTo>
                    <a:pt x="99515" y="43872"/>
                  </a:lnTo>
                  <a:lnTo>
                    <a:pt x="101261" y="51729"/>
                  </a:lnTo>
                  <a:lnTo>
                    <a:pt x="131596" y="44526"/>
                  </a:lnTo>
                  <a:lnTo>
                    <a:pt x="128684" y="35895"/>
                  </a:lnTo>
                  <a:lnTo>
                    <a:pt x="125158" y="28347"/>
                  </a:lnTo>
                  <a:lnTo>
                    <a:pt x="123759" y="26192"/>
                  </a:lnTo>
                  <a:close/>
                </a:path>
                <a:path w="192404" h="157480">
                  <a:moveTo>
                    <a:pt x="191829" y="2619"/>
                  </a:moveTo>
                  <a:lnTo>
                    <a:pt x="162586" y="2619"/>
                  </a:lnTo>
                  <a:lnTo>
                    <a:pt x="162586" y="154316"/>
                  </a:lnTo>
                  <a:lnTo>
                    <a:pt x="191829" y="154316"/>
                  </a:lnTo>
                  <a:lnTo>
                    <a:pt x="191829" y="2619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5715233" y="1665898"/>
              <a:ext cx="62865" cy="62865"/>
            </a:xfrm>
            <a:custGeom>
              <a:avLst/>
              <a:gdLst/>
              <a:ahLst/>
              <a:cxnLst/>
              <a:rect l="l" t="t" r="r" b="b"/>
              <a:pathLst>
                <a:path w="62864" h="62864">
                  <a:moveTo>
                    <a:pt x="0" y="62643"/>
                  </a:moveTo>
                  <a:lnTo>
                    <a:pt x="62415" y="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5854675" y="1905126"/>
              <a:ext cx="309880" cy="160655"/>
            </a:xfrm>
            <a:custGeom>
              <a:avLst/>
              <a:gdLst/>
              <a:ahLst/>
              <a:cxnLst/>
              <a:rect l="l" t="t" r="r" b="b"/>
              <a:pathLst>
                <a:path w="309879" h="160655">
                  <a:moveTo>
                    <a:pt x="107378" y="84912"/>
                  </a:moveTo>
                  <a:lnTo>
                    <a:pt x="91224" y="80759"/>
                  </a:lnTo>
                  <a:lnTo>
                    <a:pt x="89217" y="87972"/>
                  </a:lnTo>
                  <a:lnTo>
                    <a:pt x="86474" y="94157"/>
                  </a:lnTo>
                  <a:lnTo>
                    <a:pt x="82905" y="99517"/>
                  </a:lnTo>
                  <a:lnTo>
                    <a:pt x="78574" y="103898"/>
                  </a:lnTo>
                  <a:lnTo>
                    <a:pt x="72453" y="109131"/>
                  </a:lnTo>
                  <a:lnTo>
                    <a:pt x="64820" y="111760"/>
                  </a:lnTo>
                  <a:lnTo>
                    <a:pt x="48450" y="111760"/>
                  </a:lnTo>
                  <a:lnTo>
                    <a:pt x="41465" y="109791"/>
                  </a:lnTo>
                  <a:lnTo>
                    <a:pt x="35140" y="105867"/>
                  </a:lnTo>
                  <a:lnTo>
                    <a:pt x="28816" y="102146"/>
                  </a:lnTo>
                  <a:lnTo>
                    <a:pt x="16598" y="61772"/>
                  </a:lnTo>
                  <a:lnTo>
                    <a:pt x="16586" y="53695"/>
                  </a:lnTo>
                  <a:lnTo>
                    <a:pt x="17894" y="45834"/>
                  </a:lnTo>
                  <a:lnTo>
                    <a:pt x="47574" y="13538"/>
                  </a:lnTo>
                  <a:lnTo>
                    <a:pt x="65036" y="13538"/>
                  </a:lnTo>
                  <a:lnTo>
                    <a:pt x="89484" y="39065"/>
                  </a:lnTo>
                  <a:lnTo>
                    <a:pt x="105194" y="35140"/>
                  </a:lnTo>
                  <a:lnTo>
                    <a:pt x="102285" y="27241"/>
                  </a:lnTo>
                  <a:lnTo>
                    <a:pt x="98450" y="20269"/>
                  </a:lnTo>
                  <a:lnTo>
                    <a:pt x="93687" y="14236"/>
                  </a:lnTo>
                  <a:lnTo>
                    <a:pt x="92887" y="13538"/>
                  </a:lnTo>
                  <a:lnTo>
                    <a:pt x="87960" y="9169"/>
                  </a:lnTo>
                  <a:lnTo>
                    <a:pt x="81368" y="5156"/>
                  </a:lnTo>
                  <a:lnTo>
                    <a:pt x="74066" y="2298"/>
                  </a:lnTo>
                  <a:lnTo>
                    <a:pt x="66078" y="571"/>
                  </a:lnTo>
                  <a:lnTo>
                    <a:pt x="57404" y="0"/>
                  </a:lnTo>
                  <a:lnTo>
                    <a:pt x="49542" y="457"/>
                  </a:lnTo>
                  <a:lnTo>
                    <a:pt x="11214" y="21971"/>
                  </a:lnTo>
                  <a:lnTo>
                    <a:pt x="0" y="61772"/>
                  </a:lnTo>
                  <a:lnTo>
                    <a:pt x="419" y="70319"/>
                  </a:lnTo>
                  <a:lnTo>
                    <a:pt x="14351" y="107581"/>
                  </a:lnTo>
                  <a:lnTo>
                    <a:pt x="56959" y="125285"/>
                  </a:lnTo>
                  <a:lnTo>
                    <a:pt x="66090" y="124663"/>
                  </a:lnTo>
                  <a:lnTo>
                    <a:pt x="100253" y="102260"/>
                  </a:lnTo>
                  <a:lnTo>
                    <a:pt x="104292" y="94157"/>
                  </a:lnTo>
                  <a:lnTo>
                    <a:pt x="107378" y="84912"/>
                  </a:lnTo>
                  <a:close/>
                </a:path>
                <a:path w="309879" h="160655">
                  <a:moveTo>
                    <a:pt x="226314" y="1968"/>
                  </a:moveTo>
                  <a:lnTo>
                    <a:pt x="210388" y="1968"/>
                  </a:lnTo>
                  <a:lnTo>
                    <a:pt x="210388" y="51727"/>
                  </a:lnTo>
                  <a:lnTo>
                    <a:pt x="147320" y="51727"/>
                  </a:lnTo>
                  <a:lnTo>
                    <a:pt x="147320" y="1968"/>
                  </a:lnTo>
                  <a:lnTo>
                    <a:pt x="131165" y="1968"/>
                  </a:lnTo>
                  <a:lnTo>
                    <a:pt x="131165" y="123317"/>
                  </a:lnTo>
                  <a:lnTo>
                    <a:pt x="147320" y="123317"/>
                  </a:lnTo>
                  <a:lnTo>
                    <a:pt x="147320" y="66141"/>
                  </a:lnTo>
                  <a:lnTo>
                    <a:pt x="210388" y="66141"/>
                  </a:lnTo>
                  <a:lnTo>
                    <a:pt x="210388" y="123317"/>
                  </a:lnTo>
                  <a:lnTo>
                    <a:pt x="226314" y="123317"/>
                  </a:lnTo>
                  <a:lnTo>
                    <a:pt x="226314" y="66141"/>
                  </a:lnTo>
                  <a:lnTo>
                    <a:pt x="226314" y="51727"/>
                  </a:lnTo>
                  <a:lnTo>
                    <a:pt x="226314" y="1968"/>
                  </a:lnTo>
                  <a:close/>
                </a:path>
                <a:path w="309879" h="160655">
                  <a:moveTo>
                    <a:pt x="309676" y="125945"/>
                  </a:moveTo>
                  <a:lnTo>
                    <a:pt x="308152" y="121145"/>
                  </a:lnTo>
                  <a:lnTo>
                    <a:pt x="302260" y="113284"/>
                  </a:lnTo>
                  <a:lnTo>
                    <a:pt x="298119" y="110667"/>
                  </a:lnTo>
                  <a:lnTo>
                    <a:pt x="292658" y="109359"/>
                  </a:lnTo>
                  <a:lnTo>
                    <a:pt x="296811" y="107607"/>
                  </a:lnTo>
                  <a:lnTo>
                    <a:pt x="299859" y="104990"/>
                  </a:lnTo>
                  <a:lnTo>
                    <a:pt x="304228" y="98437"/>
                  </a:lnTo>
                  <a:lnTo>
                    <a:pt x="305320" y="94945"/>
                  </a:lnTo>
                  <a:lnTo>
                    <a:pt x="305320" y="86868"/>
                  </a:lnTo>
                  <a:lnTo>
                    <a:pt x="283489" y="67449"/>
                  </a:lnTo>
                  <a:lnTo>
                    <a:pt x="271487" y="67449"/>
                  </a:lnTo>
                  <a:lnTo>
                    <a:pt x="265379" y="69405"/>
                  </a:lnTo>
                  <a:lnTo>
                    <a:pt x="255778" y="77698"/>
                  </a:lnTo>
                  <a:lnTo>
                    <a:pt x="252501" y="83375"/>
                  </a:lnTo>
                  <a:lnTo>
                    <a:pt x="251193" y="91020"/>
                  </a:lnTo>
                  <a:lnTo>
                    <a:pt x="262331" y="92989"/>
                  </a:lnTo>
                  <a:lnTo>
                    <a:pt x="263194" y="87528"/>
                  </a:lnTo>
                  <a:lnTo>
                    <a:pt x="265163" y="83375"/>
                  </a:lnTo>
                  <a:lnTo>
                    <a:pt x="270840" y="77927"/>
                  </a:lnTo>
                  <a:lnTo>
                    <a:pt x="274548" y="76619"/>
                  </a:lnTo>
                  <a:lnTo>
                    <a:pt x="283273" y="76619"/>
                  </a:lnTo>
                  <a:lnTo>
                    <a:pt x="286766" y="77927"/>
                  </a:lnTo>
                  <a:lnTo>
                    <a:pt x="292442" y="83159"/>
                  </a:lnTo>
                  <a:lnTo>
                    <a:pt x="293751" y="86652"/>
                  </a:lnTo>
                  <a:lnTo>
                    <a:pt x="293751" y="95821"/>
                  </a:lnTo>
                  <a:lnTo>
                    <a:pt x="291782" y="99745"/>
                  </a:lnTo>
                  <a:lnTo>
                    <a:pt x="284149" y="104775"/>
                  </a:lnTo>
                  <a:lnTo>
                    <a:pt x="279996" y="105867"/>
                  </a:lnTo>
                  <a:lnTo>
                    <a:pt x="273456" y="105867"/>
                  </a:lnTo>
                  <a:lnTo>
                    <a:pt x="272148" y="115684"/>
                  </a:lnTo>
                  <a:lnTo>
                    <a:pt x="275196" y="114808"/>
                  </a:lnTo>
                  <a:lnTo>
                    <a:pt x="277825" y="114376"/>
                  </a:lnTo>
                  <a:lnTo>
                    <a:pt x="285242" y="114376"/>
                  </a:lnTo>
                  <a:lnTo>
                    <a:pt x="289382" y="116116"/>
                  </a:lnTo>
                  <a:lnTo>
                    <a:pt x="296151" y="122669"/>
                  </a:lnTo>
                  <a:lnTo>
                    <a:pt x="297891" y="127038"/>
                  </a:lnTo>
                  <a:lnTo>
                    <a:pt x="297891" y="137515"/>
                  </a:lnTo>
                  <a:lnTo>
                    <a:pt x="295935" y="142100"/>
                  </a:lnTo>
                  <a:lnTo>
                    <a:pt x="288734" y="149301"/>
                  </a:lnTo>
                  <a:lnTo>
                    <a:pt x="284365" y="151041"/>
                  </a:lnTo>
                  <a:lnTo>
                    <a:pt x="274764" y="151041"/>
                  </a:lnTo>
                  <a:lnTo>
                    <a:pt x="270840" y="149733"/>
                  </a:lnTo>
                  <a:lnTo>
                    <a:pt x="264731" y="144056"/>
                  </a:lnTo>
                  <a:lnTo>
                    <a:pt x="262547" y="139471"/>
                  </a:lnTo>
                  <a:lnTo>
                    <a:pt x="261239" y="133146"/>
                  </a:lnTo>
                  <a:lnTo>
                    <a:pt x="250101" y="134670"/>
                  </a:lnTo>
                  <a:lnTo>
                    <a:pt x="250761" y="142316"/>
                  </a:lnTo>
                  <a:lnTo>
                    <a:pt x="253809" y="148424"/>
                  </a:lnTo>
                  <a:lnTo>
                    <a:pt x="264502" y="158026"/>
                  </a:lnTo>
                  <a:lnTo>
                    <a:pt x="271056" y="160426"/>
                  </a:lnTo>
                  <a:lnTo>
                    <a:pt x="287858" y="160426"/>
                  </a:lnTo>
                  <a:lnTo>
                    <a:pt x="295275" y="157594"/>
                  </a:lnTo>
                  <a:lnTo>
                    <a:pt x="306844" y="146456"/>
                  </a:lnTo>
                  <a:lnTo>
                    <a:pt x="309676" y="139687"/>
                  </a:lnTo>
                  <a:lnTo>
                    <a:pt x="309676" y="1259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5740330" y="1860813"/>
              <a:ext cx="97790" cy="79375"/>
            </a:xfrm>
            <a:custGeom>
              <a:avLst/>
              <a:gdLst/>
              <a:ahLst/>
              <a:cxnLst/>
              <a:rect l="l" t="t" r="r" b="b"/>
              <a:pathLst>
                <a:path w="97789" h="79375">
                  <a:moveTo>
                    <a:pt x="97551" y="25319"/>
                  </a:moveTo>
                  <a:lnTo>
                    <a:pt x="66343" y="79013"/>
                  </a:lnTo>
                </a:path>
                <a:path w="97789" h="79375">
                  <a:moveTo>
                    <a:pt x="8074" y="0"/>
                  </a:moveTo>
                  <a:lnTo>
                    <a:pt x="0" y="14187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5767391" y="2147618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10" h="157480">
                  <a:moveTo>
                    <a:pt x="71581" y="0"/>
                  </a:moveTo>
                  <a:lnTo>
                    <a:pt x="26839" y="14282"/>
                  </a:lnTo>
                  <a:lnTo>
                    <a:pt x="2264" y="55167"/>
                  </a:lnTo>
                  <a:lnTo>
                    <a:pt x="0" y="77267"/>
                  </a:lnTo>
                  <a:lnTo>
                    <a:pt x="494" y="87938"/>
                  </a:lnTo>
                  <a:lnTo>
                    <a:pt x="12490" y="126790"/>
                  </a:lnTo>
                  <a:lnTo>
                    <a:pt x="49103" y="154370"/>
                  </a:lnTo>
                  <a:lnTo>
                    <a:pt x="71363" y="156935"/>
                  </a:lnTo>
                  <a:lnTo>
                    <a:pt x="82697" y="156116"/>
                  </a:lnTo>
                  <a:lnTo>
                    <a:pt x="93132" y="153661"/>
                  </a:lnTo>
                  <a:lnTo>
                    <a:pt x="102666" y="149568"/>
                  </a:lnTo>
                  <a:lnTo>
                    <a:pt x="111300" y="143839"/>
                  </a:lnTo>
                  <a:lnTo>
                    <a:pt x="115628" y="139692"/>
                  </a:lnTo>
                  <a:lnTo>
                    <a:pt x="69617" y="139692"/>
                  </a:lnTo>
                  <a:lnTo>
                    <a:pt x="62831" y="139241"/>
                  </a:lnTo>
                  <a:lnTo>
                    <a:pt x="29594" y="117633"/>
                  </a:lnTo>
                  <a:lnTo>
                    <a:pt x="20732" y="77267"/>
                  </a:lnTo>
                  <a:lnTo>
                    <a:pt x="21022" y="69781"/>
                  </a:lnTo>
                  <a:lnTo>
                    <a:pt x="36459" y="30124"/>
                  </a:lnTo>
                  <a:lnTo>
                    <a:pt x="71145" y="17243"/>
                  </a:lnTo>
                  <a:lnTo>
                    <a:pt x="116255" y="17243"/>
                  </a:lnTo>
                  <a:lnTo>
                    <a:pt x="109772" y="11568"/>
                  </a:lnTo>
                  <a:lnTo>
                    <a:pt x="101626" y="6537"/>
                  </a:lnTo>
                  <a:lnTo>
                    <a:pt x="92559" y="2919"/>
                  </a:lnTo>
                  <a:lnTo>
                    <a:pt x="82551" y="733"/>
                  </a:lnTo>
                  <a:lnTo>
                    <a:pt x="71581" y="0"/>
                  </a:lnTo>
                  <a:close/>
                </a:path>
                <a:path w="283210" h="157480">
                  <a:moveTo>
                    <a:pt x="113919" y="101058"/>
                  </a:moveTo>
                  <a:lnTo>
                    <a:pt x="91990" y="134167"/>
                  </a:lnTo>
                  <a:lnTo>
                    <a:pt x="69617" y="139692"/>
                  </a:lnTo>
                  <a:lnTo>
                    <a:pt x="115628" y="139692"/>
                  </a:lnTo>
                  <a:lnTo>
                    <a:pt x="133997" y="106078"/>
                  </a:lnTo>
                  <a:lnTo>
                    <a:pt x="113919" y="101058"/>
                  </a:lnTo>
                  <a:close/>
                </a:path>
                <a:path w="283210" h="157480">
                  <a:moveTo>
                    <a:pt x="116255" y="17243"/>
                  </a:moveTo>
                  <a:lnTo>
                    <a:pt x="71145" y="17243"/>
                  </a:lnTo>
                  <a:lnTo>
                    <a:pt x="78476" y="17696"/>
                  </a:lnTo>
                  <a:lnTo>
                    <a:pt x="85112" y="19071"/>
                  </a:lnTo>
                  <a:lnTo>
                    <a:pt x="111737" y="48892"/>
                  </a:lnTo>
                  <a:lnTo>
                    <a:pt x="131378" y="44090"/>
                  </a:lnTo>
                  <a:lnTo>
                    <a:pt x="127818" y="34189"/>
                  </a:lnTo>
                  <a:lnTo>
                    <a:pt x="123030" y="25455"/>
                  </a:lnTo>
                  <a:lnTo>
                    <a:pt x="117015" y="17908"/>
                  </a:lnTo>
                  <a:lnTo>
                    <a:pt x="116255" y="17243"/>
                  </a:lnTo>
                  <a:close/>
                </a:path>
                <a:path w="283210" h="157480">
                  <a:moveTo>
                    <a:pt x="183973" y="2619"/>
                  </a:moveTo>
                  <a:lnTo>
                    <a:pt x="163895" y="2619"/>
                  </a:lnTo>
                  <a:lnTo>
                    <a:pt x="163895" y="154316"/>
                  </a:lnTo>
                  <a:lnTo>
                    <a:pt x="183973" y="154316"/>
                  </a:lnTo>
                  <a:lnTo>
                    <a:pt x="183973" y="82723"/>
                  </a:lnTo>
                  <a:lnTo>
                    <a:pt x="282834" y="82723"/>
                  </a:lnTo>
                  <a:lnTo>
                    <a:pt x="282834" y="64825"/>
                  </a:lnTo>
                  <a:lnTo>
                    <a:pt x="183973" y="64825"/>
                  </a:lnTo>
                  <a:lnTo>
                    <a:pt x="183973" y="2619"/>
                  </a:lnTo>
                  <a:close/>
                </a:path>
                <a:path w="283210" h="157480">
                  <a:moveTo>
                    <a:pt x="282834" y="82723"/>
                  </a:moveTo>
                  <a:lnTo>
                    <a:pt x="262974" y="82723"/>
                  </a:lnTo>
                  <a:lnTo>
                    <a:pt x="262974" y="154316"/>
                  </a:lnTo>
                  <a:lnTo>
                    <a:pt x="282834" y="154316"/>
                  </a:lnTo>
                  <a:lnTo>
                    <a:pt x="282834" y="82723"/>
                  </a:lnTo>
                  <a:close/>
                </a:path>
                <a:path w="283210" h="157480">
                  <a:moveTo>
                    <a:pt x="282834" y="2619"/>
                  </a:moveTo>
                  <a:lnTo>
                    <a:pt x="262974" y="2619"/>
                  </a:lnTo>
                  <a:lnTo>
                    <a:pt x="262974" y="64825"/>
                  </a:lnTo>
                  <a:lnTo>
                    <a:pt x="282834" y="64825"/>
                  </a:lnTo>
                  <a:lnTo>
                    <a:pt x="282834" y="26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5" name="object 35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078814" y="2234925"/>
              <a:ext cx="74418" cy="116119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5691227" y="1922146"/>
              <a:ext cx="97790" cy="196215"/>
            </a:xfrm>
            <a:custGeom>
              <a:avLst/>
              <a:gdLst/>
              <a:ahLst/>
              <a:cxnLst/>
              <a:rect l="l" t="t" r="r" b="b"/>
              <a:pathLst>
                <a:path w="97789" h="196214">
                  <a:moveTo>
                    <a:pt x="97769" y="195787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5685334" y="1915380"/>
              <a:ext cx="133350" cy="220979"/>
            </a:xfrm>
            <a:custGeom>
              <a:avLst/>
              <a:gdLst/>
              <a:ahLst/>
              <a:cxnLst/>
              <a:rect l="l" t="t" r="r" b="b"/>
              <a:pathLst>
                <a:path w="133350" h="220980">
                  <a:moveTo>
                    <a:pt x="11784" y="0"/>
                  </a:moveTo>
                  <a:lnTo>
                    <a:pt x="0" y="5674"/>
                  </a:lnTo>
                  <a:lnTo>
                    <a:pt x="73982" y="220669"/>
                  </a:lnTo>
                  <a:lnTo>
                    <a:pt x="133124" y="192294"/>
                  </a:lnTo>
                  <a:lnTo>
                    <a:pt x="117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8" name="object 38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001381" y="1592778"/>
              <a:ext cx="95151" cy="121357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5137124" y="1680959"/>
              <a:ext cx="92710" cy="76200"/>
            </a:xfrm>
            <a:custGeom>
              <a:avLst/>
              <a:gdLst/>
              <a:ahLst/>
              <a:cxnLst/>
              <a:rect l="l" t="t" r="r" b="b"/>
              <a:pathLst>
                <a:path w="92710" h="76200">
                  <a:moveTo>
                    <a:pt x="0" y="53694"/>
                  </a:moveTo>
                  <a:lnTo>
                    <a:pt x="30989" y="0"/>
                  </a:lnTo>
                </a:path>
                <a:path w="92710" h="76200">
                  <a:moveTo>
                    <a:pt x="84021" y="75957"/>
                  </a:moveTo>
                  <a:lnTo>
                    <a:pt x="92313" y="61551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0" name="object 4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28006" y="1323653"/>
              <a:ext cx="118938" cy="151696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5161130" y="1515729"/>
              <a:ext cx="105410" cy="193040"/>
            </a:xfrm>
            <a:custGeom>
              <a:avLst/>
              <a:gdLst/>
              <a:ahLst/>
              <a:cxnLst/>
              <a:rect l="l" t="t" r="r" b="b"/>
              <a:pathLst>
                <a:path w="105410" h="193039">
                  <a:moveTo>
                    <a:pt x="0" y="0"/>
                  </a:moveTo>
                  <a:lnTo>
                    <a:pt x="105189" y="192731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5128613" y="1495867"/>
              <a:ext cx="147320" cy="220345"/>
            </a:xfrm>
            <a:custGeom>
              <a:avLst/>
              <a:gdLst/>
              <a:ahLst/>
              <a:cxnLst/>
              <a:rect l="l" t="t" r="r" b="b"/>
              <a:pathLst>
                <a:path w="147320" h="220344">
                  <a:moveTo>
                    <a:pt x="57177" y="0"/>
                  </a:moveTo>
                  <a:lnTo>
                    <a:pt x="0" y="32085"/>
                  </a:lnTo>
                  <a:lnTo>
                    <a:pt x="135961" y="219796"/>
                  </a:lnTo>
                  <a:lnTo>
                    <a:pt x="147309" y="213248"/>
                  </a:lnTo>
                  <a:lnTo>
                    <a:pt x="571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3" name="object 43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037827" y="1952704"/>
              <a:ext cx="121339" cy="151696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5190811" y="1890497"/>
              <a:ext cx="48260" cy="48260"/>
            </a:xfrm>
            <a:custGeom>
              <a:avLst/>
              <a:gdLst/>
              <a:ahLst/>
              <a:cxnLst/>
              <a:rect l="l" t="t" r="r" b="b"/>
              <a:pathLst>
                <a:path w="48260" h="48260">
                  <a:moveTo>
                    <a:pt x="48011" y="0"/>
                  </a:moveTo>
                  <a:lnTo>
                    <a:pt x="0" y="48019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5" name="object 45"/>
          <p:cNvSpPr/>
          <p:nvPr/>
        </p:nvSpPr>
        <p:spPr>
          <a:xfrm>
            <a:off x="6326513" y="1671137"/>
            <a:ext cx="314325" cy="113664"/>
          </a:xfrm>
          <a:custGeom>
            <a:avLst/>
            <a:gdLst/>
            <a:ahLst/>
            <a:cxnLst/>
            <a:rect l="l" t="t" r="r" b="b"/>
            <a:pathLst>
              <a:path w="314325" h="113664">
                <a:moveTo>
                  <a:pt x="0" y="0"/>
                </a:moveTo>
                <a:lnTo>
                  <a:pt x="314260" y="0"/>
                </a:lnTo>
              </a:path>
              <a:path w="314325" h="113664">
                <a:moveTo>
                  <a:pt x="0" y="56531"/>
                </a:moveTo>
                <a:lnTo>
                  <a:pt x="314260" y="56531"/>
                </a:lnTo>
              </a:path>
              <a:path w="314325" h="113664">
                <a:moveTo>
                  <a:pt x="0" y="113063"/>
                </a:moveTo>
                <a:lnTo>
                  <a:pt x="314260" y="113063"/>
                </a:lnTo>
              </a:path>
            </a:pathLst>
          </a:custGeom>
          <a:ln w="1309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6" name="object 46"/>
          <p:cNvGrpSpPr/>
          <p:nvPr/>
        </p:nvGrpSpPr>
        <p:grpSpPr>
          <a:xfrm>
            <a:off x="6940629" y="1309902"/>
            <a:ext cx="1172210" cy="832485"/>
            <a:chOff x="6940629" y="1309902"/>
            <a:chExt cx="1172210" cy="832485"/>
          </a:xfrm>
        </p:grpSpPr>
        <p:sp>
          <p:nvSpPr>
            <p:cNvPr id="47" name="object 47"/>
            <p:cNvSpPr/>
            <p:nvPr/>
          </p:nvSpPr>
          <p:spPr>
            <a:xfrm>
              <a:off x="6940629" y="1624209"/>
              <a:ext cx="283210" cy="156845"/>
            </a:xfrm>
            <a:custGeom>
              <a:avLst/>
              <a:gdLst/>
              <a:ahLst/>
              <a:cxnLst/>
              <a:rect l="l" t="t" r="r" b="b"/>
              <a:pathLst>
                <a:path w="283209" h="156844">
                  <a:moveTo>
                    <a:pt x="71581" y="0"/>
                  </a:moveTo>
                  <a:lnTo>
                    <a:pt x="27027" y="14248"/>
                  </a:lnTo>
                  <a:lnTo>
                    <a:pt x="2291" y="54976"/>
                  </a:lnTo>
                  <a:lnTo>
                    <a:pt x="0" y="77267"/>
                  </a:lnTo>
                  <a:lnTo>
                    <a:pt x="494" y="87907"/>
                  </a:lnTo>
                  <a:lnTo>
                    <a:pt x="12490" y="126790"/>
                  </a:lnTo>
                  <a:lnTo>
                    <a:pt x="49103" y="154261"/>
                  </a:lnTo>
                  <a:lnTo>
                    <a:pt x="71363" y="156717"/>
                  </a:lnTo>
                  <a:lnTo>
                    <a:pt x="82697" y="155901"/>
                  </a:lnTo>
                  <a:lnTo>
                    <a:pt x="93132" y="153470"/>
                  </a:lnTo>
                  <a:lnTo>
                    <a:pt x="102666" y="149442"/>
                  </a:lnTo>
                  <a:lnTo>
                    <a:pt x="111300" y="143839"/>
                  </a:lnTo>
                  <a:lnTo>
                    <a:pt x="115683" y="139692"/>
                  </a:lnTo>
                  <a:lnTo>
                    <a:pt x="69617" y="139692"/>
                  </a:lnTo>
                  <a:lnTo>
                    <a:pt x="62831" y="139241"/>
                  </a:lnTo>
                  <a:lnTo>
                    <a:pt x="29594" y="117633"/>
                  </a:lnTo>
                  <a:lnTo>
                    <a:pt x="20732" y="77048"/>
                  </a:lnTo>
                  <a:lnTo>
                    <a:pt x="21022" y="69597"/>
                  </a:lnTo>
                  <a:lnTo>
                    <a:pt x="36459" y="30032"/>
                  </a:lnTo>
                  <a:lnTo>
                    <a:pt x="71145" y="17024"/>
                  </a:lnTo>
                  <a:lnTo>
                    <a:pt x="116119" y="17024"/>
                  </a:lnTo>
                  <a:lnTo>
                    <a:pt x="109991" y="11568"/>
                  </a:lnTo>
                  <a:lnTo>
                    <a:pt x="101718" y="6445"/>
                  </a:lnTo>
                  <a:lnTo>
                    <a:pt x="92586" y="2837"/>
                  </a:lnTo>
                  <a:lnTo>
                    <a:pt x="82554" y="702"/>
                  </a:lnTo>
                  <a:lnTo>
                    <a:pt x="71581" y="0"/>
                  </a:lnTo>
                  <a:close/>
                </a:path>
                <a:path w="283209" h="156844">
                  <a:moveTo>
                    <a:pt x="114137" y="101058"/>
                  </a:moveTo>
                  <a:lnTo>
                    <a:pt x="92020" y="134167"/>
                  </a:lnTo>
                  <a:lnTo>
                    <a:pt x="69617" y="139692"/>
                  </a:lnTo>
                  <a:lnTo>
                    <a:pt x="115683" y="139692"/>
                  </a:lnTo>
                  <a:lnTo>
                    <a:pt x="134215" y="106078"/>
                  </a:lnTo>
                  <a:lnTo>
                    <a:pt x="114137" y="101058"/>
                  </a:lnTo>
                  <a:close/>
                </a:path>
                <a:path w="283209" h="156844">
                  <a:moveTo>
                    <a:pt x="116119" y="17024"/>
                  </a:moveTo>
                  <a:lnTo>
                    <a:pt x="71145" y="17024"/>
                  </a:lnTo>
                  <a:lnTo>
                    <a:pt x="78476" y="17512"/>
                  </a:lnTo>
                  <a:lnTo>
                    <a:pt x="85112" y="18962"/>
                  </a:lnTo>
                  <a:lnTo>
                    <a:pt x="111737" y="48673"/>
                  </a:lnTo>
                  <a:lnTo>
                    <a:pt x="131596" y="44090"/>
                  </a:lnTo>
                  <a:lnTo>
                    <a:pt x="127913" y="34189"/>
                  </a:lnTo>
                  <a:lnTo>
                    <a:pt x="123085" y="25455"/>
                  </a:lnTo>
                  <a:lnTo>
                    <a:pt x="117111" y="17908"/>
                  </a:lnTo>
                  <a:lnTo>
                    <a:pt x="116119" y="17024"/>
                  </a:lnTo>
                  <a:close/>
                </a:path>
                <a:path w="283209" h="156844">
                  <a:moveTo>
                    <a:pt x="183973" y="2400"/>
                  </a:moveTo>
                  <a:lnTo>
                    <a:pt x="164113" y="2400"/>
                  </a:lnTo>
                  <a:lnTo>
                    <a:pt x="164113" y="154097"/>
                  </a:lnTo>
                  <a:lnTo>
                    <a:pt x="183973" y="154097"/>
                  </a:lnTo>
                  <a:lnTo>
                    <a:pt x="183973" y="82723"/>
                  </a:lnTo>
                  <a:lnTo>
                    <a:pt x="283052" y="82723"/>
                  </a:lnTo>
                  <a:lnTo>
                    <a:pt x="283052" y="64825"/>
                  </a:lnTo>
                  <a:lnTo>
                    <a:pt x="183973" y="64825"/>
                  </a:lnTo>
                  <a:lnTo>
                    <a:pt x="183973" y="2400"/>
                  </a:lnTo>
                  <a:close/>
                </a:path>
                <a:path w="283209" h="156844">
                  <a:moveTo>
                    <a:pt x="283052" y="82723"/>
                  </a:moveTo>
                  <a:lnTo>
                    <a:pt x="262974" y="82723"/>
                  </a:lnTo>
                  <a:lnTo>
                    <a:pt x="262974" y="154097"/>
                  </a:lnTo>
                  <a:lnTo>
                    <a:pt x="283052" y="154097"/>
                  </a:lnTo>
                  <a:lnTo>
                    <a:pt x="283052" y="82723"/>
                  </a:lnTo>
                  <a:close/>
                </a:path>
                <a:path w="283209" h="156844">
                  <a:moveTo>
                    <a:pt x="283052" y="2400"/>
                  </a:moveTo>
                  <a:lnTo>
                    <a:pt x="262974" y="2400"/>
                  </a:lnTo>
                  <a:lnTo>
                    <a:pt x="262974" y="64825"/>
                  </a:lnTo>
                  <a:lnTo>
                    <a:pt x="283052" y="64825"/>
                  </a:lnTo>
                  <a:lnTo>
                    <a:pt x="283052" y="24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8" name="object 4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7252053" y="1711298"/>
              <a:ext cx="74418" cy="116337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7412238" y="1624209"/>
              <a:ext cx="133997" cy="156717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7360516" y="1695365"/>
              <a:ext cx="14604" cy="0"/>
            </a:xfrm>
            <a:custGeom>
              <a:avLst/>
              <a:gdLst/>
              <a:ahLst/>
              <a:cxnLst/>
              <a:rect l="l" t="t" r="r" b="b"/>
              <a:pathLst>
                <a:path w="14604">
                  <a:moveTo>
                    <a:pt x="0" y="0"/>
                  </a:moveTo>
                  <a:lnTo>
                    <a:pt x="14185" y="0"/>
                  </a:lnTo>
                </a:path>
              </a:pathLst>
            </a:custGeom>
            <a:ln w="13096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7726498" y="1624209"/>
              <a:ext cx="283210" cy="156845"/>
            </a:xfrm>
            <a:custGeom>
              <a:avLst/>
              <a:gdLst/>
              <a:ahLst/>
              <a:cxnLst/>
              <a:rect l="l" t="t" r="r" b="b"/>
              <a:pathLst>
                <a:path w="283209" h="156844">
                  <a:moveTo>
                    <a:pt x="71581" y="0"/>
                  </a:moveTo>
                  <a:lnTo>
                    <a:pt x="26839" y="14248"/>
                  </a:lnTo>
                  <a:lnTo>
                    <a:pt x="2264" y="54976"/>
                  </a:lnTo>
                  <a:lnTo>
                    <a:pt x="0" y="77267"/>
                  </a:lnTo>
                  <a:lnTo>
                    <a:pt x="491" y="87907"/>
                  </a:lnTo>
                  <a:lnTo>
                    <a:pt x="12398" y="126790"/>
                  </a:lnTo>
                  <a:lnTo>
                    <a:pt x="48994" y="154261"/>
                  </a:lnTo>
                  <a:lnTo>
                    <a:pt x="71145" y="156717"/>
                  </a:lnTo>
                  <a:lnTo>
                    <a:pt x="82605" y="155901"/>
                  </a:lnTo>
                  <a:lnTo>
                    <a:pt x="93105" y="153470"/>
                  </a:lnTo>
                  <a:lnTo>
                    <a:pt x="102663" y="149442"/>
                  </a:lnTo>
                  <a:lnTo>
                    <a:pt x="111300" y="143839"/>
                  </a:lnTo>
                  <a:lnTo>
                    <a:pt x="115628" y="139692"/>
                  </a:lnTo>
                  <a:lnTo>
                    <a:pt x="69617" y="139692"/>
                  </a:lnTo>
                  <a:lnTo>
                    <a:pt x="62739" y="139241"/>
                  </a:lnTo>
                  <a:lnTo>
                    <a:pt x="29472" y="117633"/>
                  </a:lnTo>
                  <a:lnTo>
                    <a:pt x="20732" y="77048"/>
                  </a:lnTo>
                  <a:lnTo>
                    <a:pt x="21018" y="69597"/>
                  </a:lnTo>
                  <a:lnTo>
                    <a:pt x="36455" y="30032"/>
                  </a:lnTo>
                  <a:lnTo>
                    <a:pt x="71145" y="17024"/>
                  </a:lnTo>
                  <a:lnTo>
                    <a:pt x="116006" y="17024"/>
                  </a:lnTo>
                  <a:lnTo>
                    <a:pt x="109772" y="11568"/>
                  </a:lnTo>
                  <a:lnTo>
                    <a:pt x="101595" y="6445"/>
                  </a:lnTo>
                  <a:lnTo>
                    <a:pt x="92477" y="2837"/>
                  </a:lnTo>
                  <a:lnTo>
                    <a:pt x="82459" y="702"/>
                  </a:lnTo>
                  <a:lnTo>
                    <a:pt x="71581" y="0"/>
                  </a:lnTo>
                  <a:close/>
                </a:path>
                <a:path w="283209" h="156844">
                  <a:moveTo>
                    <a:pt x="113919" y="101058"/>
                  </a:moveTo>
                  <a:lnTo>
                    <a:pt x="91990" y="134167"/>
                  </a:lnTo>
                  <a:lnTo>
                    <a:pt x="69617" y="139692"/>
                  </a:lnTo>
                  <a:lnTo>
                    <a:pt x="115628" y="139692"/>
                  </a:lnTo>
                  <a:lnTo>
                    <a:pt x="133997" y="106078"/>
                  </a:lnTo>
                  <a:lnTo>
                    <a:pt x="113919" y="101058"/>
                  </a:lnTo>
                  <a:close/>
                </a:path>
                <a:path w="283209" h="156844">
                  <a:moveTo>
                    <a:pt x="116006" y="17024"/>
                  </a:moveTo>
                  <a:lnTo>
                    <a:pt x="71145" y="17024"/>
                  </a:lnTo>
                  <a:lnTo>
                    <a:pt x="78384" y="17512"/>
                  </a:lnTo>
                  <a:lnTo>
                    <a:pt x="85030" y="18962"/>
                  </a:lnTo>
                  <a:lnTo>
                    <a:pt x="111737" y="48673"/>
                  </a:lnTo>
                  <a:lnTo>
                    <a:pt x="131378" y="44090"/>
                  </a:lnTo>
                  <a:lnTo>
                    <a:pt x="127818" y="34189"/>
                  </a:lnTo>
                  <a:lnTo>
                    <a:pt x="123030" y="25455"/>
                  </a:lnTo>
                  <a:lnTo>
                    <a:pt x="117015" y="17908"/>
                  </a:lnTo>
                  <a:lnTo>
                    <a:pt x="116006" y="17024"/>
                  </a:lnTo>
                  <a:close/>
                </a:path>
                <a:path w="283209" h="156844">
                  <a:moveTo>
                    <a:pt x="183973" y="2400"/>
                  </a:moveTo>
                  <a:lnTo>
                    <a:pt x="163895" y="2400"/>
                  </a:lnTo>
                  <a:lnTo>
                    <a:pt x="163895" y="154097"/>
                  </a:lnTo>
                  <a:lnTo>
                    <a:pt x="183973" y="154097"/>
                  </a:lnTo>
                  <a:lnTo>
                    <a:pt x="183973" y="82723"/>
                  </a:lnTo>
                  <a:lnTo>
                    <a:pt x="282834" y="82723"/>
                  </a:lnTo>
                  <a:lnTo>
                    <a:pt x="282834" y="64825"/>
                  </a:lnTo>
                  <a:lnTo>
                    <a:pt x="183973" y="64825"/>
                  </a:lnTo>
                  <a:lnTo>
                    <a:pt x="183973" y="2400"/>
                  </a:lnTo>
                  <a:close/>
                </a:path>
                <a:path w="283209" h="156844">
                  <a:moveTo>
                    <a:pt x="282834" y="82723"/>
                  </a:moveTo>
                  <a:lnTo>
                    <a:pt x="262756" y="82723"/>
                  </a:lnTo>
                  <a:lnTo>
                    <a:pt x="262756" y="154097"/>
                  </a:lnTo>
                  <a:lnTo>
                    <a:pt x="282834" y="154097"/>
                  </a:lnTo>
                  <a:lnTo>
                    <a:pt x="282834" y="82723"/>
                  </a:lnTo>
                  <a:close/>
                </a:path>
                <a:path w="283209" h="156844">
                  <a:moveTo>
                    <a:pt x="282834" y="2400"/>
                  </a:moveTo>
                  <a:lnTo>
                    <a:pt x="262756" y="2400"/>
                  </a:lnTo>
                  <a:lnTo>
                    <a:pt x="262756" y="64825"/>
                  </a:lnTo>
                  <a:lnTo>
                    <a:pt x="282834" y="64825"/>
                  </a:lnTo>
                  <a:lnTo>
                    <a:pt x="282834" y="24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2" name="object 5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8037704" y="1711298"/>
              <a:ext cx="74636" cy="116337"/>
            </a:xfrm>
            <a:prstGeom prst="rect">
              <a:avLst/>
            </a:prstGeom>
          </p:spPr>
        </p:pic>
        <p:sp>
          <p:nvSpPr>
            <p:cNvPr id="53" name="object 53"/>
            <p:cNvSpPr/>
            <p:nvPr/>
          </p:nvSpPr>
          <p:spPr>
            <a:xfrm>
              <a:off x="7583335" y="1695365"/>
              <a:ext cx="106045" cy="0"/>
            </a:xfrm>
            <a:custGeom>
              <a:avLst/>
              <a:gdLst/>
              <a:ahLst/>
              <a:cxnLst/>
              <a:rect l="l" t="t" r="r" b="b"/>
              <a:pathLst>
                <a:path w="106045">
                  <a:moveTo>
                    <a:pt x="0" y="0"/>
                  </a:moveTo>
                  <a:lnTo>
                    <a:pt x="105626" y="0"/>
                  </a:lnTo>
                </a:path>
              </a:pathLst>
            </a:custGeom>
            <a:ln w="13096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7412238" y="1938516"/>
              <a:ext cx="283210" cy="156845"/>
            </a:xfrm>
            <a:custGeom>
              <a:avLst/>
              <a:gdLst/>
              <a:ahLst/>
              <a:cxnLst/>
              <a:rect l="l" t="t" r="r" b="b"/>
              <a:pathLst>
                <a:path w="283209" h="156844">
                  <a:moveTo>
                    <a:pt x="71581" y="0"/>
                  </a:moveTo>
                  <a:lnTo>
                    <a:pt x="26839" y="14248"/>
                  </a:lnTo>
                  <a:lnTo>
                    <a:pt x="2264" y="54976"/>
                  </a:lnTo>
                  <a:lnTo>
                    <a:pt x="0" y="77267"/>
                  </a:lnTo>
                  <a:lnTo>
                    <a:pt x="491" y="87907"/>
                  </a:lnTo>
                  <a:lnTo>
                    <a:pt x="12398" y="126790"/>
                  </a:lnTo>
                  <a:lnTo>
                    <a:pt x="48994" y="154261"/>
                  </a:lnTo>
                  <a:lnTo>
                    <a:pt x="71145" y="156717"/>
                  </a:lnTo>
                  <a:lnTo>
                    <a:pt x="82605" y="155901"/>
                  </a:lnTo>
                  <a:lnTo>
                    <a:pt x="93105" y="153470"/>
                  </a:lnTo>
                  <a:lnTo>
                    <a:pt x="102663" y="149442"/>
                  </a:lnTo>
                  <a:lnTo>
                    <a:pt x="111300" y="143839"/>
                  </a:lnTo>
                  <a:lnTo>
                    <a:pt x="115628" y="139692"/>
                  </a:lnTo>
                  <a:lnTo>
                    <a:pt x="69617" y="139692"/>
                  </a:lnTo>
                  <a:lnTo>
                    <a:pt x="62739" y="139241"/>
                  </a:lnTo>
                  <a:lnTo>
                    <a:pt x="29472" y="117633"/>
                  </a:lnTo>
                  <a:lnTo>
                    <a:pt x="20732" y="77048"/>
                  </a:lnTo>
                  <a:lnTo>
                    <a:pt x="21018" y="69597"/>
                  </a:lnTo>
                  <a:lnTo>
                    <a:pt x="36455" y="30032"/>
                  </a:lnTo>
                  <a:lnTo>
                    <a:pt x="71145" y="17024"/>
                  </a:lnTo>
                  <a:lnTo>
                    <a:pt x="116006" y="17024"/>
                  </a:lnTo>
                  <a:lnTo>
                    <a:pt x="109772" y="11568"/>
                  </a:lnTo>
                  <a:lnTo>
                    <a:pt x="101595" y="6445"/>
                  </a:lnTo>
                  <a:lnTo>
                    <a:pt x="92477" y="2837"/>
                  </a:lnTo>
                  <a:lnTo>
                    <a:pt x="82459" y="702"/>
                  </a:lnTo>
                  <a:lnTo>
                    <a:pt x="71581" y="0"/>
                  </a:lnTo>
                  <a:close/>
                </a:path>
                <a:path w="283209" h="156844">
                  <a:moveTo>
                    <a:pt x="113919" y="101058"/>
                  </a:moveTo>
                  <a:lnTo>
                    <a:pt x="91990" y="134167"/>
                  </a:lnTo>
                  <a:lnTo>
                    <a:pt x="69617" y="139692"/>
                  </a:lnTo>
                  <a:lnTo>
                    <a:pt x="115628" y="139692"/>
                  </a:lnTo>
                  <a:lnTo>
                    <a:pt x="133997" y="106078"/>
                  </a:lnTo>
                  <a:lnTo>
                    <a:pt x="113919" y="101058"/>
                  </a:lnTo>
                  <a:close/>
                </a:path>
                <a:path w="283209" h="156844">
                  <a:moveTo>
                    <a:pt x="116006" y="17024"/>
                  </a:moveTo>
                  <a:lnTo>
                    <a:pt x="71145" y="17024"/>
                  </a:lnTo>
                  <a:lnTo>
                    <a:pt x="78384" y="17512"/>
                  </a:lnTo>
                  <a:lnTo>
                    <a:pt x="85030" y="18962"/>
                  </a:lnTo>
                  <a:lnTo>
                    <a:pt x="111737" y="48673"/>
                  </a:lnTo>
                  <a:lnTo>
                    <a:pt x="131378" y="44090"/>
                  </a:lnTo>
                  <a:lnTo>
                    <a:pt x="127818" y="34189"/>
                  </a:lnTo>
                  <a:lnTo>
                    <a:pt x="123030" y="25455"/>
                  </a:lnTo>
                  <a:lnTo>
                    <a:pt x="117015" y="17908"/>
                  </a:lnTo>
                  <a:lnTo>
                    <a:pt x="116006" y="17024"/>
                  </a:lnTo>
                  <a:close/>
                </a:path>
                <a:path w="283209" h="156844">
                  <a:moveTo>
                    <a:pt x="183973" y="2400"/>
                  </a:moveTo>
                  <a:lnTo>
                    <a:pt x="163895" y="2400"/>
                  </a:lnTo>
                  <a:lnTo>
                    <a:pt x="163895" y="154097"/>
                  </a:lnTo>
                  <a:lnTo>
                    <a:pt x="183973" y="154097"/>
                  </a:lnTo>
                  <a:lnTo>
                    <a:pt x="183973" y="82723"/>
                  </a:lnTo>
                  <a:lnTo>
                    <a:pt x="282834" y="82723"/>
                  </a:lnTo>
                  <a:lnTo>
                    <a:pt x="282834" y="64825"/>
                  </a:lnTo>
                  <a:lnTo>
                    <a:pt x="183973" y="64825"/>
                  </a:lnTo>
                  <a:lnTo>
                    <a:pt x="183973" y="2400"/>
                  </a:lnTo>
                  <a:close/>
                </a:path>
                <a:path w="283209" h="156844">
                  <a:moveTo>
                    <a:pt x="282834" y="82723"/>
                  </a:moveTo>
                  <a:lnTo>
                    <a:pt x="262756" y="82723"/>
                  </a:lnTo>
                  <a:lnTo>
                    <a:pt x="262756" y="154097"/>
                  </a:lnTo>
                  <a:lnTo>
                    <a:pt x="282834" y="154097"/>
                  </a:lnTo>
                  <a:lnTo>
                    <a:pt x="282834" y="82723"/>
                  </a:lnTo>
                  <a:close/>
                </a:path>
                <a:path w="283209" h="156844">
                  <a:moveTo>
                    <a:pt x="282834" y="2400"/>
                  </a:moveTo>
                  <a:lnTo>
                    <a:pt x="262756" y="2400"/>
                  </a:lnTo>
                  <a:lnTo>
                    <a:pt x="262756" y="64825"/>
                  </a:lnTo>
                  <a:lnTo>
                    <a:pt x="282834" y="64825"/>
                  </a:lnTo>
                  <a:lnTo>
                    <a:pt x="282834" y="24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5" name="object 55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7723443" y="2025606"/>
              <a:ext cx="74636" cy="116337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7480328" y="1815413"/>
              <a:ext cx="0" cy="87630"/>
            </a:xfrm>
            <a:custGeom>
              <a:avLst/>
              <a:gdLst/>
              <a:ahLst/>
              <a:cxnLst/>
              <a:rect l="l" t="t" r="r" b="b"/>
              <a:pathLst>
                <a:path h="87630">
                  <a:moveTo>
                    <a:pt x="0" y="0"/>
                  </a:moveTo>
                  <a:lnTo>
                    <a:pt x="0" y="87307"/>
                  </a:lnTo>
                </a:path>
              </a:pathLst>
            </a:custGeom>
            <a:ln w="1309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7" name="object 57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7412238" y="1309902"/>
              <a:ext cx="179172" cy="156717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7480328" y="1501106"/>
              <a:ext cx="0" cy="87630"/>
            </a:xfrm>
            <a:custGeom>
              <a:avLst/>
              <a:gdLst/>
              <a:ahLst/>
              <a:cxnLst/>
              <a:rect l="l" t="t" r="r" b="b"/>
              <a:pathLst>
                <a:path h="87630">
                  <a:moveTo>
                    <a:pt x="0" y="87307"/>
                  </a:moveTo>
                  <a:lnTo>
                    <a:pt x="0" y="0"/>
                  </a:lnTo>
                </a:path>
              </a:pathLst>
            </a:custGeom>
            <a:ln w="1309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59" name="object 59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6489098" y="2313720"/>
            <a:ext cx="2213353" cy="447844"/>
          </a:xfrm>
          <a:prstGeom prst="rect">
            <a:avLst/>
          </a:prstGeom>
        </p:spPr>
      </p:pic>
      <p:grpSp>
        <p:nvGrpSpPr>
          <p:cNvPr id="60" name="object 60"/>
          <p:cNvGrpSpPr/>
          <p:nvPr/>
        </p:nvGrpSpPr>
        <p:grpSpPr>
          <a:xfrm>
            <a:off x="2670988" y="3197601"/>
            <a:ext cx="1138555" cy="805815"/>
            <a:chOff x="2670988" y="3197601"/>
            <a:chExt cx="1138555" cy="805815"/>
          </a:xfrm>
        </p:grpSpPr>
        <p:pic>
          <p:nvPicPr>
            <p:cNvPr id="61" name="object 61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201040" y="3577279"/>
              <a:ext cx="134084" cy="156848"/>
            </a:xfrm>
            <a:prstGeom prst="rect">
              <a:avLst/>
            </a:prstGeom>
          </p:spPr>
        </p:pic>
        <p:pic>
          <p:nvPicPr>
            <p:cNvPr id="62" name="object 6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2886802" y="3577279"/>
              <a:ext cx="134062" cy="156848"/>
            </a:xfrm>
            <a:prstGeom prst="rect">
              <a:avLst/>
            </a:prstGeom>
          </p:spPr>
        </p:pic>
        <p:sp>
          <p:nvSpPr>
            <p:cNvPr id="63" name="object 63"/>
            <p:cNvSpPr/>
            <p:nvPr/>
          </p:nvSpPr>
          <p:spPr>
            <a:xfrm>
              <a:off x="3057856" y="3648413"/>
              <a:ext cx="106045" cy="57150"/>
            </a:xfrm>
            <a:custGeom>
              <a:avLst/>
              <a:gdLst/>
              <a:ahLst/>
              <a:cxnLst/>
              <a:rect l="l" t="t" r="r" b="b"/>
              <a:pathLst>
                <a:path w="106044" h="57150">
                  <a:moveTo>
                    <a:pt x="105626" y="0"/>
                  </a:moveTo>
                  <a:lnTo>
                    <a:pt x="0" y="0"/>
                  </a:lnTo>
                </a:path>
                <a:path w="106044" h="57150">
                  <a:moveTo>
                    <a:pt x="105626" y="56575"/>
                  </a:moveTo>
                  <a:lnTo>
                    <a:pt x="0" y="56575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4" name="object 64"/>
            <p:cNvSpPr/>
            <p:nvPr/>
          </p:nvSpPr>
          <p:spPr>
            <a:xfrm>
              <a:off x="3423271" y="3355016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10" h="157479">
                  <a:moveTo>
                    <a:pt x="71581" y="0"/>
                  </a:moveTo>
                  <a:lnTo>
                    <a:pt x="26936" y="14270"/>
                  </a:lnTo>
                  <a:lnTo>
                    <a:pt x="2250" y="55184"/>
                  </a:lnTo>
                  <a:lnTo>
                    <a:pt x="0" y="77289"/>
                  </a:lnTo>
                  <a:lnTo>
                    <a:pt x="499" y="87983"/>
                  </a:lnTo>
                  <a:lnTo>
                    <a:pt x="12478" y="126879"/>
                  </a:lnTo>
                  <a:lnTo>
                    <a:pt x="49048" y="154367"/>
                  </a:lnTo>
                  <a:lnTo>
                    <a:pt x="71275" y="156869"/>
                  </a:lnTo>
                  <a:lnTo>
                    <a:pt x="82668" y="156059"/>
                  </a:lnTo>
                  <a:lnTo>
                    <a:pt x="93146" y="153625"/>
                  </a:lnTo>
                  <a:lnTo>
                    <a:pt x="102711" y="149567"/>
                  </a:lnTo>
                  <a:lnTo>
                    <a:pt x="111366" y="143882"/>
                  </a:lnTo>
                  <a:lnTo>
                    <a:pt x="115752" y="139692"/>
                  </a:lnTo>
                  <a:lnTo>
                    <a:pt x="69617" y="139692"/>
                  </a:lnTo>
                  <a:lnTo>
                    <a:pt x="62813" y="139246"/>
                  </a:lnTo>
                  <a:lnTo>
                    <a:pt x="29536" y="117741"/>
                  </a:lnTo>
                  <a:lnTo>
                    <a:pt x="20688" y="77201"/>
                  </a:lnTo>
                  <a:lnTo>
                    <a:pt x="20987" y="69748"/>
                  </a:lnTo>
                  <a:lnTo>
                    <a:pt x="36506" y="30109"/>
                  </a:lnTo>
                  <a:lnTo>
                    <a:pt x="71166" y="17177"/>
                  </a:lnTo>
                  <a:lnTo>
                    <a:pt x="116137" y="17177"/>
                  </a:lnTo>
                  <a:lnTo>
                    <a:pt x="109860" y="11590"/>
                  </a:lnTo>
                  <a:lnTo>
                    <a:pt x="101651" y="6519"/>
                  </a:lnTo>
                  <a:lnTo>
                    <a:pt x="92537" y="2897"/>
                  </a:lnTo>
                  <a:lnTo>
                    <a:pt x="82515" y="724"/>
                  </a:lnTo>
                  <a:lnTo>
                    <a:pt x="71581" y="0"/>
                  </a:lnTo>
                  <a:close/>
                </a:path>
                <a:path w="283210" h="157479">
                  <a:moveTo>
                    <a:pt x="114006" y="101102"/>
                  </a:moveTo>
                  <a:lnTo>
                    <a:pt x="92014" y="134213"/>
                  </a:lnTo>
                  <a:lnTo>
                    <a:pt x="69617" y="139692"/>
                  </a:lnTo>
                  <a:lnTo>
                    <a:pt x="115752" y="139692"/>
                  </a:lnTo>
                  <a:lnTo>
                    <a:pt x="118936" y="136651"/>
                  </a:lnTo>
                  <a:lnTo>
                    <a:pt x="125245" y="127954"/>
                  </a:lnTo>
                  <a:lnTo>
                    <a:pt x="130311" y="117741"/>
                  </a:lnTo>
                  <a:lnTo>
                    <a:pt x="134084" y="106165"/>
                  </a:lnTo>
                  <a:lnTo>
                    <a:pt x="114006" y="101102"/>
                  </a:lnTo>
                  <a:close/>
                </a:path>
                <a:path w="283210" h="157479">
                  <a:moveTo>
                    <a:pt x="116137" y="17177"/>
                  </a:moveTo>
                  <a:lnTo>
                    <a:pt x="71166" y="17177"/>
                  </a:lnTo>
                  <a:lnTo>
                    <a:pt x="78454" y="17651"/>
                  </a:lnTo>
                  <a:lnTo>
                    <a:pt x="85093" y="19071"/>
                  </a:lnTo>
                  <a:lnTo>
                    <a:pt x="111737" y="48848"/>
                  </a:lnTo>
                  <a:lnTo>
                    <a:pt x="131487" y="44177"/>
                  </a:lnTo>
                  <a:lnTo>
                    <a:pt x="127850" y="34269"/>
                  </a:lnTo>
                  <a:lnTo>
                    <a:pt x="123030" y="25534"/>
                  </a:lnTo>
                  <a:lnTo>
                    <a:pt x="117032" y="17974"/>
                  </a:lnTo>
                  <a:lnTo>
                    <a:pt x="116137" y="17177"/>
                  </a:lnTo>
                  <a:close/>
                </a:path>
                <a:path w="283210" h="157479">
                  <a:moveTo>
                    <a:pt x="184038" y="2597"/>
                  </a:moveTo>
                  <a:lnTo>
                    <a:pt x="163982" y="2597"/>
                  </a:lnTo>
                  <a:lnTo>
                    <a:pt x="163982" y="154272"/>
                  </a:lnTo>
                  <a:lnTo>
                    <a:pt x="184038" y="154272"/>
                  </a:lnTo>
                  <a:lnTo>
                    <a:pt x="184038" y="82789"/>
                  </a:lnTo>
                  <a:lnTo>
                    <a:pt x="282943" y="82789"/>
                  </a:lnTo>
                  <a:lnTo>
                    <a:pt x="282943" y="64891"/>
                  </a:lnTo>
                  <a:lnTo>
                    <a:pt x="184038" y="64891"/>
                  </a:lnTo>
                  <a:lnTo>
                    <a:pt x="184038" y="2597"/>
                  </a:lnTo>
                  <a:close/>
                </a:path>
                <a:path w="283210" h="157479">
                  <a:moveTo>
                    <a:pt x="282943" y="82789"/>
                  </a:moveTo>
                  <a:lnTo>
                    <a:pt x="262887" y="82789"/>
                  </a:lnTo>
                  <a:lnTo>
                    <a:pt x="262887" y="154272"/>
                  </a:lnTo>
                  <a:lnTo>
                    <a:pt x="282943" y="154272"/>
                  </a:lnTo>
                  <a:lnTo>
                    <a:pt x="282943" y="82789"/>
                  </a:lnTo>
                  <a:close/>
                </a:path>
                <a:path w="283210" h="157479">
                  <a:moveTo>
                    <a:pt x="282943" y="2597"/>
                  </a:moveTo>
                  <a:lnTo>
                    <a:pt x="262887" y="2597"/>
                  </a:lnTo>
                  <a:lnTo>
                    <a:pt x="262887" y="64891"/>
                  </a:lnTo>
                  <a:lnTo>
                    <a:pt x="282943" y="64891"/>
                  </a:lnTo>
                  <a:lnTo>
                    <a:pt x="282943" y="25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5" name="object 65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3734607" y="3442280"/>
              <a:ext cx="74484" cy="116250"/>
            </a:xfrm>
            <a:prstGeom prst="rect">
              <a:avLst/>
            </a:prstGeom>
          </p:spPr>
        </p:pic>
        <p:sp>
          <p:nvSpPr>
            <p:cNvPr id="66" name="object 66"/>
            <p:cNvSpPr/>
            <p:nvPr/>
          </p:nvSpPr>
          <p:spPr>
            <a:xfrm>
              <a:off x="3346779" y="3510467"/>
              <a:ext cx="60325" cy="60325"/>
            </a:xfrm>
            <a:custGeom>
              <a:avLst/>
              <a:gdLst/>
              <a:ahLst/>
              <a:cxnLst/>
              <a:rect l="l" t="t" r="r" b="b"/>
              <a:pathLst>
                <a:path w="60325" h="60325">
                  <a:moveTo>
                    <a:pt x="0" y="60242"/>
                  </a:moveTo>
                  <a:lnTo>
                    <a:pt x="60233" y="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7" name="object 67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670988" y="3357613"/>
              <a:ext cx="118982" cy="151675"/>
            </a:xfrm>
            <a:prstGeom prst="rect">
              <a:avLst/>
            </a:prstGeom>
          </p:spPr>
        </p:pic>
        <p:sp>
          <p:nvSpPr>
            <p:cNvPr id="68" name="object 68"/>
            <p:cNvSpPr/>
            <p:nvPr/>
          </p:nvSpPr>
          <p:spPr>
            <a:xfrm>
              <a:off x="2829319" y="3522865"/>
              <a:ext cx="50800" cy="50800"/>
            </a:xfrm>
            <a:custGeom>
              <a:avLst/>
              <a:gdLst/>
              <a:ahLst/>
              <a:cxnLst/>
              <a:rect l="l" t="t" r="r" b="b"/>
              <a:pathLst>
                <a:path w="50800" h="50800">
                  <a:moveTo>
                    <a:pt x="50456" y="50463"/>
                  </a:moveTo>
                  <a:lnTo>
                    <a:pt x="0" y="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9" name="object 69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2670988" y="3802096"/>
              <a:ext cx="118982" cy="151696"/>
            </a:xfrm>
            <a:prstGeom prst="rect">
              <a:avLst/>
            </a:prstGeom>
          </p:spPr>
        </p:pic>
        <p:sp>
          <p:nvSpPr>
            <p:cNvPr id="70" name="object 70"/>
            <p:cNvSpPr/>
            <p:nvPr/>
          </p:nvSpPr>
          <p:spPr>
            <a:xfrm>
              <a:off x="2821484" y="3732730"/>
              <a:ext cx="49530" cy="49530"/>
            </a:xfrm>
            <a:custGeom>
              <a:avLst/>
              <a:gdLst/>
              <a:ahLst/>
              <a:cxnLst/>
              <a:rect l="l" t="t" r="r" b="b"/>
              <a:pathLst>
                <a:path w="49530" h="49529">
                  <a:moveTo>
                    <a:pt x="49059" y="0"/>
                  </a:moveTo>
                  <a:lnTo>
                    <a:pt x="0" y="49045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1" name="object 71"/>
            <p:cNvSpPr/>
            <p:nvPr/>
          </p:nvSpPr>
          <p:spPr>
            <a:xfrm>
              <a:off x="3423271" y="3799521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10" h="157479">
                  <a:moveTo>
                    <a:pt x="71581" y="0"/>
                  </a:moveTo>
                  <a:lnTo>
                    <a:pt x="26936" y="14257"/>
                  </a:lnTo>
                  <a:lnTo>
                    <a:pt x="2250" y="55175"/>
                  </a:lnTo>
                  <a:lnTo>
                    <a:pt x="0" y="77289"/>
                  </a:lnTo>
                  <a:lnTo>
                    <a:pt x="499" y="87982"/>
                  </a:lnTo>
                  <a:lnTo>
                    <a:pt x="12478" y="126866"/>
                  </a:lnTo>
                  <a:lnTo>
                    <a:pt x="49048" y="154367"/>
                  </a:lnTo>
                  <a:lnTo>
                    <a:pt x="71275" y="156869"/>
                  </a:lnTo>
                  <a:lnTo>
                    <a:pt x="82668" y="156056"/>
                  </a:lnTo>
                  <a:lnTo>
                    <a:pt x="93146" y="153617"/>
                  </a:lnTo>
                  <a:lnTo>
                    <a:pt x="102711" y="149558"/>
                  </a:lnTo>
                  <a:lnTo>
                    <a:pt x="111366" y="143882"/>
                  </a:lnTo>
                  <a:lnTo>
                    <a:pt x="115752" y="139692"/>
                  </a:lnTo>
                  <a:lnTo>
                    <a:pt x="69617" y="139692"/>
                  </a:lnTo>
                  <a:lnTo>
                    <a:pt x="62813" y="139246"/>
                  </a:lnTo>
                  <a:lnTo>
                    <a:pt x="29536" y="117732"/>
                  </a:lnTo>
                  <a:lnTo>
                    <a:pt x="20688" y="77179"/>
                  </a:lnTo>
                  <a:lnTo>
                    <a:pt x="20987" y="69735"/>
                  </a:lnTo>
                  <a:lnTo>
                    <a:pt x="36506" y="30109"/>
                  </a:lnTo>
                  <a:lnTo>
                    <a:pt x="71166" y="17177"/>
                  </a:lnTo>
                  <a:lnTo>
                    <a:pt x="116137" y="17177"/>
                  </a:lnTo>
                  <a:lnTo>
                    <a:pt x="109860" y="11590"/>
                  </a:lnTo>
                  <a:lnTo>
                    <a:pt x="101651" y="6519"/>
                  </a:lnTo>
                  <a:lnTo>
                    <a:pt x="92537" y="2897"/>
                  </a:lnTo>
                  <a:lnTo>
                    <a:pt x="82515" y="724"/>
                  </a:lnTo>
                  <a:lnTo>
                    <a:pt x="71581" y="0"/>
                  </a:lnTo>
                  <a:close/>
                </a:path>
                <a:path w="283210" h="157479">
                  <a:moveTo>
                    <a:pt x="114006" y="101080"/>
                  </a:moveTo>
                  <a:lnTo>
                    <a:pt x="92014" y="134213"/>
                  </a:lnTo>
                  <a:lnTo>
                    <a:pt x="69617" y="139692"/>
                  </a:lnTo>
                  <a:lnTo>
                    <a:pt x="115752" y="139692"/>
                  </a:lnTo>
                  <a:lnTo>
                    <a:pt x="118936" y="136651"/>
                  </a:lnTo>
                  <a:lnTo>
                    <a:pt x="125245" y="127954"/>
                  </a:lnTo>
                  <a:lnTo>
                    <a:pt x="130314" y="117732"/>
                  </a:lnTo>
                  <a:lnTo>
                    <a:pt x="134084" y="106165"/>
                  </a:lnTo>
                  <a:lnTo>
                    <a:pt x="114006" y="101080"/>
                  </a:lnTo>
                  <a:close/>
                </a:path>
                <a:path w="283210" h="157479">
                  <a:moveTo>
                    <a:pt x="116137" y="17177"/>
                  </a:moveTo>
                  <a:lnTo>
                    <a:pt x="71166" y="17177"/>
                  </a:lnTo>
                  <a:lnTo>
                    <a:pt x="78454" y="17648"/>
                  </a:lnTo>
                  <a:lnTo>
                    <a:pt x="85093" y="19063"/>
                  </a:lnTo>
                  <a:lnTo>
                    <a:pt x="111737" y="48826"/>
                  </a:lnTo>
                  <a:lnTo>
                    <a:pt x="131487" y="44177"/>
                  </a:lnTo>
                  <a:lnTo>
                    <a:pt x="127850" y="34269"/>
                  </a:lnTo>
                  <a:lnTo>
                    <a:pt x="123030" y="25534"/>
                  </a:lnTo>
                  <a:lnTo>
                    <a:pt x="117032" y="17974"/>
                  </a:lnTo>
                  <a:lnTo>
                    <a:pt x="116137" y="17177"/>
                  </a:lnTo>
                  <a:close/>
                </a:path>
                <a:path w="283210" h="157479">
                  <a:moveTo>
                    <a:pt x="184038" y="2575"/>
                  </a:moveTo>
                  <a:lnTo>
                    <a:pt x="163982" y="2575"/>
                  </a:lnTo>
                  <a:lnTo>
                    <a:pt x="163982" y="154272"/>
                  </a:lnTo>
                  <a:lnTo>
                    <a:pt x="184038" y="154272"/>
                  </a:lnTo>
                  <a:lnTo>
                    <a:pt x="184038" y="82767"/>
                  </a:lnTo>
                  <a:lnTo>
                    <a:pt x="282943" y="82767"/>
                  </a:lnTo>
                  <a:lnTo>
                    <a:pt x="282943" y="64869"/>
                  </a:lnTo>
                  <a:lnTo>
                    <a:pt x="184038" y="64869"/>
                  </a:lnTo>
                  <a:lnTo>
                    <a:pt x="184038" y="2575"/>
                  </a:lnTo>
                  <a:close/>
                </a:path>
                <a:path w="283210" h="157479">
                  <a:moveTo>
                    <a:pt x="282943" y="82767"/>
                  </a:moveTo>
                  <a:lnTo>
                    <a:pt x="262887" y="82767"/>
                  </a:lnTo>
                  <a:lnTo>
                    <a:pt x="262887" y="154272"/>
                  </a:lnTo>
                  <a:lnTo>
                    <a:pt x="282943" y="154272"/>
                  </a:lnTo>
                  <a:lnTo>
                    <a:pt x="282943" y="82767"/>
                  </a:lnTo>
                  <a:close/>
                </a:path>
                <a:path w="283210" h="157479">
                  <a:moveTo>
                    <a:pt x="282943" y="2575"/>
                  </a:moveTo>
                  <a:lnTo>
                    <a:pt x="262887" y="2575"/>
                  </a:lnTo>
                  <a:lnTo>
                    <a:pt x="262887" y="64869"/>
                  </a:lnTo>
                  <a:lnTo>
                    <a:pt x="282943" y="64869"/>
                  </a:lnTo>
                  <a:lnTo>
                    <a:pt x="282943" y="257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2" name="object 72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3734607" y="3886763"/>
              <a:ext cx="74484" cy="116250"/>
            </a:xfrm>
            <a:prstGeom prst="rect">
              <a:avLst/>
            </a:prstGeom>
          </p:spPr>
        </p:pic>
        <p:sp>
          <p:nvSpPr>
            <p:cNvPr id="73" name="object 73"/>
            <p:cNvSpPr/>
            <p:nvPr/>
          </p:nvSpPr>
          <p:spPr>
            <a:xfrm>
              <a:off x="3354723" y="3734040"/>
              <a:ext cx="61594" cy="61594"/>
            </a:xfrm>
            <a:custGeom>
              <a:avLst/>
              <a:gdLst/>
              <a:ahLst/>
              <a:cxnLst/>
              <a:rect l="l" t="t" r="r" b="b"/>
              <a:pathLst>
                <a:path w="61595" h="61595">
                  <a:moveTo>
                    <a:pt x="0" y="0"/>
                  </a:moveTo>
                  <a:lnTo>
                    <a:pt x="61520" y="6153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74" name="object 74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3237224" y="3197601"/>
              <a:ext cx="72061" cy="296190"/>
            </a:xfrm>
            <a:prstGeom prst="rect">
              <a:avLst/>
            </a:prstGeom>
          </p:spPr>
        </p:pic>
        <p:pic>
          <p:nvPicPr>
            <p:cNvPr id="75" name="object 75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2909869" y="3242782"/>
              <a:ext cx="72061" cy="263450"/>
            </a:xfrm>
            <a:prstGeom prst="rect">
              <a:avLst/>
            </a:prstGeom>
          </p:spPr>
        </p:pic>
      </p:grpSp>
      <p:grpSp>
        <p:nvGrpSpPr>
          <p:cNvPr id="76" name="object 76"/>
          <p:cNvGrpSpPr/>
          <p:nvPr/>
        </p:nvGrpSpPr>
        <p:grpSpPr>
          <a:xfrm>
            <a:off x="2764350" y="2988280"/>
            <a:ext cx="551180" cy="156845"/>
            <a:chOff x="2764350" y="2988280"/>
            <a:chExt cx="551180" cy="156845"/>
          </a:xfrm>
        </p:grpSpPr>
        <p:pic>
          <p:nvPicPr>
            <p:cNvPr id="77" name="object 77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3193664" y="2990856"/>
              <a:ext cx="121252" cy="151696"/>
            </a:xfrm>
            <a:prstGeom prst="rect">
              <a:avLst/>
            </a:prstGeom>
          </p:spPr>
        </p:pic>
        <p:pic>
          <p:nvPicPr>
            <p:cNvPr id="78" name="object 78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2764350" y="2988280"/>
              <a:ext cx="191807" cy="156848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2990901" y="3066726"/>
              <a:ext cx="165735" cy="0"/>
            </a:xfrm>
            <a:custGeom>
              <a:avLst/>
              <a:gdLst/>
              <a:ahLst/>
              <a:cxnLst/>
              <a:rect l="l" t="t" r="r" b="b"/>
              <a:pathLst>
                <a:path w="165735">
                  <a:moveTo>
                    <a:pt x="165466" y="0"/>
                  </a:moveTo>
                  <a:lnTo>
                    <a:pt x="0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0" name="object 80"/>
          <p:cNvGrpSpPr/>
          <p:nvPr/>
        </p:nvGrpSpPr>
        <p:grpSpPr>
          <a:xfrm>
            <a:off x="3994046" y="3611067"/>
            <a:ext cx="787400" cy="72390"/>
            <a:chOff x="3994046" y="3611067"/>
            <a:chExt cx="787400" cy="72390"/>
          </a:xfrm>
        </p:grpSpPr>
        <p:sp>
          <p:nvSpPr>
            <p:cNvPr id="81" name="object 81"/>
            <p:cNvSpPr/>
            <p:nvPr/>
          </p:nvSpPr>
          <p:spPr>
            <a:xfrm>
              <a:off x="3994046" y="3641865"/>
              <a:ext cx="673735" cy="13335"/>
            </a:xfrm>
            <a:custGeom>
              <a:avLst/>
              <a:gdLst/>
              <a:ahLst/>
              <a:cxnLst/>
              <a:rect l="l" t="t" r="r" b="b"/>
              <a:pathLst>
                <a:path w="673735" h="13335">
                  <a:moveTo>
                    <a:pt x="673695" y="0"/>
                  </a:moveTo>
                  <a:lnTo>
                    <a:pt x="0" y="0"/>
                  </a:lnTo>
                  <a:lnTo>
                    <a:pt x="0" y="13095"/>
                  </a:lnTo>
                  <a:lnTo>
                    <a:pt x="673695" y="13095"/>
                  </a:lnTo>
                  <a:lnTo>
                    <a:pt x="6736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2" name="object 82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4647184" y="3611067"/>
              <a:ext cx="133997" cy="72072"/>
            </a:xfrm>
            <a:prstGeom prst="rect">
              <a:avLst/>
            </a:prstGeom>
          </p:spPr>
        </p:pic>
      </p:grpSp>
      <p:grpSp>
        <p:nvGrpSpPr>
          <p:cNvPr id="83" name="object 83"/>
          <p:cNvGrpSpPr/>
          <p:nvPr/>
        </p:nvGrpSpPr>
        <p:grpSpPr>
          <a:xfrm>
            <a:off x="4933728" y="3189786"/>
            <a:ext cx="1242060" cy="1028065"/>
            <a:chOff x="4933728" y="3189786"/>
            <a:chExt cx="1242060" cy="1028065"/>
          </a:xfrm>
        </p:grpSpPr>
        <p:sp>
          <p:nvSpPr>
            <p:cNvPr id="84" name="object 84"/>
            <p:cNvSpPr/>
            <p:nvPr/>
          </p:nvSpPr>
          <p:spPr>
            <a:xfrm>
              <a:off x="5580363" y="3601289"/>
              <a:ext cx="134620" cy="156845"/>
            </a:xfrm>
            <a:custGeom>
              <a:avLst/>
              <a:gdLst/>
              <a:ahLst/>
              <a:cxnLst/>
              <a:rect l="l" t="t" r="r" b="b"/>
              <a:pathLst>
                <a:path w="134620" h="156845">
                  <a:moveTo>
                    <a:pt x="71581" y="0"/>
                  </a:moveTo>
                  <a:lnTo>
                    <a:pt x="26839" y="14257"/>
                  </a:lnTo>
                  <a:lnTo>
                    <a:pt x="2264" y="55104"/>
                  </a:lnTo>
                  <a:lnTo>
                    <a:pt x="0" y="77289"/>
                  </a:lnTo>
                  <a:lnTo>
                    <a:pt x="491" y="87970"/>
                  </a:lnTo>
                  <a:lnTo>
                    <a:pt x="12398" y="126857"/>
                  </a:lnTo>
                  <a:lnTo>
                    <a:pt x="48994" y="154357"/>
                  </a:lnTo>
                  <a:lnTo>
                    <a:pt x="71145" y="156848"/>
                  </a:lnTo>
                  <a:lnTo>
                    <a:pt x="82605" y="156037"/>
                  </a:lnTo>
                  <a:lnTo>
                    <a:pt x="118867" y="136641"/>
                  </a:lnTo>
                  <a:lnTo>
                    <a:pt x="133997" y="106144"/>
                  </a:lnTo>
                  <a:lnTo>
                    <a:pt x="113919" y="101080"/>
                  </a:lnTo>
                  <a:lnTo>
                    <a:pt x="111433" y="110067"/>
                  </a:lnTo>
                  <a:lnTo>
                    <a:pt x="107945" y="117876"/>
                  </a:lnTo>
                  <a:lnTo>
                    <a:pt x="69617" y="139670"/>
                  </a:lnTo>
                  <a:lnTo>
                    <a:pt x="62739" y="139224"/>
                  </a:lnTo>
                  <a:lnTo>
                    <a:pt x="29472" y="117729"/>
                  </a:lnTo>
                  <a:lnTo>
                    <a:pt x="20732" y="77179"/>
                  </a:lnTo>
                  <a:lnTo>
                    <a:pt x="21018" y="69735"/>
                  </a:lnTo>
                  <a:lnTo>
                    <a:pt x="36455" y="30088"/>
                  </a:lnTo>
                  <a:lnTo>
                    <a:pt x="71145" y="17177"/>
                  </a:lnTo>
                  <a:lnTo>
                    <a:pt x="78384" y="17648"/>
                  </a:lnTo>
                  <a:lnTo>
                    <a:pt x="108797" y="41108"/>
                  </a:lnTo>
                  <a:lnTo>
                    <a:pt x="111737" y="48826"/>
                  </a:lnTo>
                  <a:lnTo>
                    <a:pt x="131378" y="44177"/>
                  </a:lnTo>
                  <a:lnTo>
                    <a:pt x="109772" y="11590"/>
                  </a:lnTo>
                  <a:lnTo>
                    <a:pt x="82459" y="724"/>
                  </a:lnTo>
                  <a:lnTo>
                    <a:pt x="7158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5" name="object 85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5266102" y="3601289"/>
              <a:ext cx="133997" cy="156848"/>
            </a:xfrm>
            <a:prstGeom prst="rect">
              <a:avLst/>
            </a:prstGeom>
          </p:spPr>
        </p:pic>
        <p:sp>
          <p:nvSpPr>
            <p:cNvPr id="86" name="object 86"/>
            <p:cNvSpPr/>
            <p:nvPr/>
          </p:nvSpPr>
          <p:spPr>
            <a:xfrm>
              <a:off x="5437199" y="3672423"/>
              <a:ext cx="106045" cy="0"/>
            </a:xfrm>
            <a:custGeom>
              <a:avLst/>
              <a:gdLst/>
              <a:ahLst/>
              <a:cxnLst/>
              <a:rect l="l" t="t" r="r" b="b"/>
              <a:pathLst>
                <a:path w="106045">
                  <a:moveTo>
                    <a:pt x="105626" y="0"/>
                  </a:moveTo>
                  <a:lnTo>
                    <a:pt x="0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7" name="object 87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5807547" y="3374311"/>
              <a:ext cx="121121" cy="151675"/>
            </a:xfrm>
            <a:prstGeom prst="rect">
              <a:avLst/>
            </a:prstGeom>
          </p:spPr>
        </p:pic>
        <p:sp>
          <p:nvSpPr>
            <p:cNvPr id="88" name="object 88"/>
            <p:cNvSpPr/>
            <p:nvPr/>
          </p:nvSpPr>
          <p:spPr>
            <a:xfrm>
              <a:off x="5726144" y="3549755"/>
              <a:ext cx="45085" cy="45085"/>
            </a:xfrm>
            <a:custGeom>
              <a:avLst/>
              <a:gdLst/>
              <a:ahLst/>
              <a:cxnLst/>
              <a:rect l="l" t="t" r="r" b="b"/>
              <a:pathLst>
                <a:path w="45085" h="45085">
                  <a:moveTo>
                    <a:pt x="0" y="44963"/>
                  </a:moveTo>
                  <a:lnTo>
                    <a:pt x="44738" y="0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9" name="object 89"/>
            <p:cNvSpPr/>
            <p:nvPr/>
          </p:nvSpPr>
          <p:spPr>
            <a:xfrm>
              <a:off x="5865597" y="3771213"/>
              <a:ext cx="309880" cy="160655"/>
            </a:xfrm>
            <a:custGeom>
              <a:avLst/>
              <a:gdLst/>
              <a:ahLst/>
              <a:cxnLst/>
              <a:rect l="l" t="t" r="r" b="b"/>
              <a:pathLst>
                <a:path w="309879" h="160654">
                  <a:moveTo>
                    <a:pt x="107365" y="84937"/>
                  </a:moveTo>
                  <a:lnTo>
                    <a:pt x="91211" y="80899"/>
                  </a:lnTo>
                  <a:lnTo>
                    <a:pt x="89204" y="88074"/>
                  </a:lnTo>
                  <a:lnTo>
                    <a:pt x="86474" y="94246"/>
                  </a:lnTo>
                  <a:lnTo>
                    <a:pt x="82905" y="99618"/>
                  </a:lnTo>
                  <a:lnTo>
                    <a:pt x="78562" y="103987"/>
                  </a:lnTo>
                  <a:lnTo>
                    <a:pt x="72453" y="109156"/>
                  </a:lnTo>
                  <a:lnTo>
                    <a:pt x="64808" y="111760"/>
                  </a:lnTo>
                  <a:lnTo>
                    <a:pt x="48437" y="111760"/>
                  </a:lnTo>
                  <a:lnTo>
                    <a:pt x="19164" y="82765"/>
                  </a:lnTo>
                  <a:lnTo>
                    <a:pt x="16586" y="61836"/>
                  </a:lnTo>
                  <a:lnTo>
                    <a:pt x="16586" y="53759"/>
                  </a:lnTo>
                  <a:lnTo>
                    <a:pt x="39928" y="15976"/>
                  </a:lnTo>
                  <a:lnTo>
                    <a:pt x="47574" y="13754"/>
                  </a:lnTo>
                  <a:lnTo>
                    <a:pt x="65024" y="13754"/>
                  </a:lnTo>
                  <a:lnTo>
                    <a:pt x="89471" y="39077"/>
                  </a:lnTo>
                  <a:lnTo>
                    <a:pt x="105181" y="35369"/>
                  </a:lnTo>
                  <a:lnTo>
                    <a:pt x="81356" y="5219"/>
                  </a:lnTo>
                  <a:lnTo>
                    <a:pt x="57391" y="0"/>
                  </a:lnTo>
                  <a:lnTo>
                    <a:pt x="49530" y="457"/>
                  </a:lnTo>
                  <a:lnTo>
                    <a:pt x="11201" y="22136"/>
                  </a:lnTo>
                  <a:lnTo>
                    <a:pt x="0" y="61836"/>
                  </a:lnTo>
                  <a:lnTo>
                    <a:pt x="406" y="70396"/>
                  </a:lnTo>
                  <a:lnTo>
                    <a:pt x="14338" y="107746"/>
                  </a:lnTo>
                  <a:lnTo>
                    <a:pt x="56959" y="125514"/>
                  </a:lnTo>
                  <a:lnTo>
                    <a:pt x="66078" y="124853"/>
                  </a:lnTo>
                  <a:lnTo>
                    <a:pt x="100241" y="102387"/>
                  </a:lnTo>
                  <a:lnTo>
                    <a:pt x="107365" y="84937"/>
                  </a:lnTo>
                  <a:close/>
                </a:path>
                <a:path w="309879" h="160654">
                  <a:moveTo>
                    <a:pt x="226301" y="2082"/>
                  </a:moveTo>
                  <a:lnTo>
                    <a:pt x="210375" y="2082"/>
                  </a:lnTo>
                  <a:lnTo>
                    <a:pt x="210375" y="51904"/>
                  </a:lnTo>
                  <a:lnTo>
                    <a:pt x="147307" y="51904"/>
                  </a:lnTo>
                  <a:lnTo>
                    <a:pt x="147307" y="2082"/>
                  </a:lnTo>
                  <a:lnTo>
                    <a:pt x="131152" y="2082"/>
                  </a:lnTo>
                  <a:lnTo>
                    <a:pt x="131152" y="123431"/>
                  </a:lnTo>
                  <a:lnTo>
                    <a:pt x="147307" y="123431"/>
                  </a:lnTo>
                  <a:lnTo>
                    <a:pt x="147307" y="66230"/>
                  </a:lnTo>
                  <a:lnTo>
                    <a:pt x="210375" y="66230"/>
                  </a:lnTo>
                  <a:lnTo>
                    <a:pt x="210375" y="123431"/>
                  </a:lnTo>
                  <a:lnTo>
                    <a:pt x="226301" y="123431"/>
                  </a:lnTo>
                  <a:lnTo>
                    <a:pt x="226301" y="66230"/>
                  </a:lnTo>
                  <a:lnTo>
                    <a:pt x="226301" y="51904"/>
                  </a:lnTo>
                  <a:lnTo>
                    <a:pt x="226301" y="2082"/>
                  </a:lnTo>
                  <a:close/>
                </a:path>
                <a:path w="309879" h="160654">
                  <a:moveTo>
                    <a:pt x="309676" y="126072"/>
                  </a:moveTo>
                  <a:lnTo>
                    <a:pt x="308140" y="121183"/>
                  </a:lnTo>
                  <a:lnTo>
                    <a:pt x="302247" y="113372"/>
                  </a:lnTo>
                  <a:lnTo>
                    <a:pt x="298107" y="110794"/>
                  </a:lnTo>
                  <a:lnTo>
                    <a:pt x="292646" y="109550"/>
                  </a:lnTo>
                  <a:lnTo>
                    <a:pt x="296799" y="107657"/>
                  </a:lnTo>
                  <a:lnTo>
                    <a:pt x="299847" y="105079"/>
                  </a:lnTo>
                  <a:lnTo>
                    <a:pt x="304215" y="98615"/>
                  </a:lnTo>
                  <a:lnTo>
                    <a:pt x="305308" y="95034"/>
                  </a:lnTo>
                  <a:lnTo>
                    <a:pt x="305308" y="86956"/>
                  </a:lnTo>
                  <a:lnTo>
                    <a:pt x="283489" y="67449"/>
                  </a:lnTo>
                  <a:lnTo>
                    <a:pt x="271475" y="67449"/>
                  </a:lnTo>
                  <a:lnTo>
                    <a:pt x="265366" y="69519"/>
                  </a:lnTo>
                  <a:lnTo>
                    <a:pt x="255765" y="77749"/>
                  </a:lnTo>
                  <a:lnTo>
                    <a:pt x="252488" y="83553"/>
                  </a:lnTo>
                  <a:lnTo>
                    <a:pt x="251180" y="91046"/>
                  </a:lnTo>
                  <a:lnTo>
                    <a:pt x="262318" y="93027"/>
                  </a:lnTo>
                  <a:lnTo>
                    <a:pt x="263182" y="87579"/>
                  </a:lnTo>
                  <a:lnTo>
                    <a:pt x="265150" y="83464"/>
                  </a:lnTo>
                  <a:lnTo>
                    <a:pt x="270827" y="78016"/>
                  </a:lnTo>
                  <a:lnTo>
                    <a:pt x="274535" y="76631"/>
                  </a:lnTo>
                  <a:lnTo>
                    <a:pt x="283260" y="76631"/>
                  </a:lnTo>
                  <a:lnTo>
                    <a:pt x="286753" y="77990"/>
                  </a:lnTo>
                  <a:lnTo>
                    <a:pt x="292430" y="83362"/>
                  </a:lnTo>
                  <a:lnTo>
                    <a:pt x="293738" y="86766"/>
                  </a:lnTo>
                  <a:lnTo>
                    <a:pt x="293738" y="96037"/>
                  </a:lnTo>
                  <a:lnTo>
                    <a:pt x="291782" y="99860"/>
                  </a:lnTo>
                  <a:lnTo>
                    <a:pt x="284137" y="104838"/>
                  </a:lnTo>
                  <a:lnTo>
                    <a:pt x="279996" y="106057"/>
                  </a:lnTo>
                  <a:lnTo>
                    <a:pt x="273443" y="105956"/>
                  </a:lnTo>
                  <a:lnTo>
                    <a:pt x="272135" y="115747"/>
                  </a:lnTo>
                  <a:lnTo>
                    <a:pt x="275196" y="114922"/>
                  </a:lnTo>
                  <a:lnTo>
                    <a:pt x="277812" y="114503"/>
                  </a:lnTo>
                  <a:lnTo>
                    <a:pt x="285229" y="114503"/>
                  </a:lnTo>
                  <a:lnTo>
                    <a:pt x="289382" y="116192"/>
                  </a:lnTo>
                  <a:lnTo>
                    <a:pt x="296138" y="122847"/>
                  </a:lnTo>
                  <a:lnTo>
                    <a:pt x="297891" y="127076"/>
                  </a:lnTo>
                  <a:lnTo>
                    <a:pt x="297891" y="137579"/>
                  </a:lnTo>
                  <a:lnTo>
                    <a:pt x="295922" y="142100"/>
                  </a:lnTo>
                  <a:lnTo>
                    <a:pt x="288721" y="149390"/>
                  </a:lnTo>
                  <a:lnTo>
                    <a:pt x="284353" y="151193"/>
                  </a:lnTo>
                  <a:lnTo>
                    <a:pt x="274751" y="151193"/>
                  </a:lnTo>
                  <a:lnTo>
                    <a:pt x="270827" y="149796"/>
                  </a:lnTo>
                  <a:lnTo>
                    <a:pt x="264718" y="144208"/>
                  </a:lnTo>
                  <a:lnTo>
                    <a:pt x="262534" y="139649"/>
                  </a:lnTo>
                  <a:lnTo>
                    <a:pt x="261226" y="133324"/>
                  </a:lnTo>
                  <a:lnTo>
                    <a:pt x="250088" y="134810"/>
                  </a:lnTo>
                  <a:lnTo>
                    <a:pt x="250748" y="142379"/>
                  </a:lnTo>
                  <a:lnTo>
                    <a:pt x="253809" y="148551"/>
                  </a:lnTo>
                  <a:lnTo>
                    <a:pt x="264502" y="158076"/>
                  </a:lnTo>
                  <a:lnTo>
                    <a:pt x="271043" y="160451"/>
                  </a:lnTo>
                  <a:lnTo>
                    <a:pt x="287845" y="160451"/>
                  </a:lnTo>
                  <a:lnTo>
                    <a:pt x="295262" y="157708"/>
                  </a:lnTo>
                  <a:lnTo>
                    <a:pt x="306832" y="146634"/>
                  </a:lnTo>
                  <a:lnTo>
                    <a:pt x="309676" y="139915"/>
                  </a:lnTo>
                  <a:lnTo>
                    <a:pt x="309676" y="1260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0" name="object 90"/>
            <p:cNvSpPr/>
            <p:nvPr/>
          </p:nvSpPr>
          <p:spPr>
            <a:xfrm>
              <a:off x="5751242" y="3727055"/>
              <a:ext cx="97790" cy="79375"/>
            </a:xfrm>
            <a:custGeom>
              <a:avLst/>
              <a:gdLst/>
              <a:ahLst/>
              <a:cxnLst/>
              <a:rect l="l" t="t" r="r" b="b"/>
              <a:pathLst>
                <a:path w="97789" h="79375">
                  <a:moveTo>
                    <a:pt x="97551" y="25188"/>
                  </a:moveTo>
                  <a:lnTo>
                    <a:pt x="66343" y="79013"/>
                  </a:lnTo>
                </a:path>
                <a:path w="97789" h="79375">
                  <a:moveTo>
                    <a:pt x="8074" y="0"/>
                  </a:moveTo>
                  <a:lnTo>
                    <a:pt x="0" y="14231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1" name="object 91"/>
            <p:cNvSpPr/>
            <p:nvPr/>
          </p:nvSpPr>
          <p:spPr>
            <a:xfrm>
              <a:off x="5778303" y="4013817"/>
              <a:ext cx="283210" cy="156845"/>
            </a:xfrm>
            <a:custGeom>
              <a:avLst/>
              <a:gdLst/>
              <a:ahLst/>
              <a:cxnLst/>
              <a:rect l="l" t="t" r="r" b="b"/>
              <a:pathLst>
                <a:path w="283210" h="156845">
                  <a:moveTo>
                    <a:pt x="71581" y="0"/>
                  </a:moveTo>
                  <a:lnTo>
                    <a:pt x="26839" y="14257"/>
                  </a:lnTo>
                  <a:lnTo>
                    <a:pt x="2253" y="55175"/>
                  </a:lnTo>
                  <a:lnTo>
                    <a:pt x="0" y="77289"/>
                  </a:lnTo>
                  <a:lnTo>
                    <a:pt x="494" y="87970"/>
                  </a:lnTo>
                  <a:lnTo>
                    <a:pt x="12490" y="126857"/>
                  </a:lnTo>
                  <a:lnTo>
                    <a:pt x="49103" y="154357"/>
                  </a:lnTo>
                  <a:lnTo>
                    <a:pt x="71363" y="156848"/>
                  </a:lnTo>
                  <a:lnTo>
                    <a:pt x="82697" y="156037"/>
                  </a:lnTo>
                  <a:lnTo>
                    <a:pt x="93132" y="153604"/>
                  </a:lnTo>
                  <a:lnTo>
                    <a:pt x="102666" y="149545"/>
                  </a:lnTo>
                  <a:lnTo>
                    <a:pt x="111300" y="143861"/>
                  </a:lnTo>
                  <a:lnTo>
                    <a:pt x="115692" y="139670"/>
                  </a:lnTo>
                  <a:lnTo>
                    <a:pt x="69617" y="139670"/>
                  </a:lnTo>
                  <a:lnTo>
                    <a:pt x="62831" y="139224"/>
                  </a:lnTo>
                  <a:lnTo>
                    <a:pt x="29594" y="117729"/>
                  </a:lnTo>
                  <a:lnTo>
                    <a:pt x="20732" y="77179"/>
                  </a:lnTo>
                  <a:lnTo>
                    <a:pt x="21022" y="69735"/>
                  </a:lnTo>
                  <a:lnTo>
                    <a:pt x="36459" y="30088"/>
                  </a:lnTo>
                  <a:lnTo>
                    <a:pt x="71145" y="17177"/>
                  </a:lnTo>
                  <a:lnTo>
                    <a:pt x="116124" y="17177"/>
                  </a:lnTo>
                  <a:lnTo>
                    <a:pt x="109772" y="11590"/>
                  </a:lnTo>
                  <a:lnTo>
                    <a:pt x="101626" y="6519"/>
                  </a:lnTo>
                  <a:lnTo>
                    <a:pt x="92559" y="2897"/>
                  </a:lnTo>
                  <a:lnTo>
                    <a:pt x="82551" y="724"/>
                  </a:lnTo>
                  <a:lnTo>
                    <a:pt x="71581" y="0"/>
                  </a:lnTo>
                  <a:close/>
                </a:path>
                <a:path w="283210" h="156845">
                  <a:moveTo>
                    <a:pt x="113919" y="101080"/>
                  </a:moveTo>
                  <a:lnTo>
                    <a:pt x="91990" y="134209"/>
                  </a:lnTo>
                  <a:lnTo>
                    <a:pt x="69617" y="139670"/>
                  </a:lnTo>
                  <a:lnTo>
                    <a:pt x="115692" y="139670"/>
                  </a:lnTo>
                  <a:lnTo>
                    <a:pt x="118867" y="136641"/>
                  </a:lnTo>
                  <a:lnTo>
                    <a:pt x="125185" y="127949"/>
                  </a:lnTo>
                  <a:lnTo>
                    <a:pt x="130253" y="117729"/>
                  </a:lnTo>
                  <a:lnTo>
                    <a:pt x="133997" y="106144"/>
                  </a:lnTo>
                  <a:lnTo>
                    <a:pt x="113919" y="101080"/>
                  </a:lnTo>
                  <a:close/>
                </a:path>
                <a:path w="283210" h="156845">
                  <a:moveTo>
                    <a:pt x="116124" y="17177"/>
                  </a:moveTo>
                  <a:lnTo>
                    <a:pt x="71145" y="17177"/>
                  </a:lnTo>
                  <a:lnTo>
                    <a:pt x="78476" y="17648"/>
                  </a:lnTo>
                  <a:lnTo>
                    <a:pt x="85112" y="19063"/>
                  </a:lnTo>
                  <a:lnTo>
                    <a:pt x="111737" y="48826"/>
                  </a:lnTo>
                  <a:lnTo>
                    <a:pt x="131378" y="44177"/>
                  </a:lnTo>
                  <a:lnTo>
                    <a:pt x="127818" y="34257"/>
                  </a:lnTo>
                  <a:lnTo>
                    <a:pt x="123030" y="25518"/>
                  </a:lnTo>
                  <a:lnTo>
                    <a:pt x="117015" y="17961"/>
                  </a:lnTo>
                  <a:lnTo>
                    <a:pt x="116124" y="17177"/>
                  </a:lnTo>
                  <a:close/>
                </a:path>
                <a:path w="283210" h="156845">
                  <a:moveTo>
                    <a:pt x="183973" y="2575"/>
                  </a:moveTo>
                  <a:lnTo>
                    <a:pt x="163895" y="2575"/>
                  </a:lnTo>
                  <a:lnTo>
                    <a:pt x="163895" y="154272"/>
                  </a:lnTo>
                  <a:lnTo>
                    <a:pt x="183973" y="154272"/>
                  </a:lnTo>
                  <a:lnTo>
                    <a:pt x="183973" y="82767"/>
                  </a:lnTo>
                  <a:lnTo>
                    <a:pt x="282834" y="82767"/>
                  </a:lnTo>
                  <a:lnTo>
                    <a:pt x="282834" y="64869"/>
                  </a:lnTo>
                  <a:lnTo>
                    <a:pt x="183973" y="64869"/>
                  </a:lnTo>
                  <a:lnTo>
                    <a:pt x="183973" y="2575"/>
                  </a:lnTo>
                  <a:close/>
                </a:path>
                <a:path w="283210" h="156845">
                  <a:moveTo>
                    <a:pt x="282834" y="82767"/>
                  </a:moveTo>
                  <a:lnTo>
                    <a:pt x="262974" y="82767"/>
                  </a:lnTo>
                  <a:lnTo>
                    <a:pt x="262974" y="154272"/>
                  </a:lnTo>
                  <a:lnTo>
                    <a:pt x="282834" y="154272"/>
                  </a:lnTo>
                  <a:lnTo>
                    <a:pt x="282834" y="82767"/>
                  </a:lnTo>
                  <a:close/>
                </a:path>
                <a:path w="283210" h="156845">
                  <a:moveTo>
                    <a:pt x="282834" y="2575"/>
                  </a:moveTo>
                  <a:lnTo>
                    <a:pt x="262974" y="2575"/>
                  </a:lnTo>
                  <a:lnTo>
                    <a:pt x="262974" y="64869"/>
                  </a:lnTo>
                  <a:lnTo>
                    <a:pt x="282834" y="64869"/>
                  </a:lnTo>
                  <a:lnTo>
                    <a:pt x="282834" y="257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2" name="object 92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6089726" y="4101059"/>
              <a:ext cx="74418" cy="116250"/>
            </a:xfrm>
            <a:prstGeom prst="rect">
              <a:avLst/>
            </a:prstGeom>
          </p:spPr>
        </p:pic>
        <p:sp>
          <p:nvSpPr>
            <p:cNvPr id="93" name="object 93"/>
            <p:cNvSpPr/>
            <p:nvPr/>
          </p:nvSpPr>
          <p:spPr>
            <a:xfrm>
              <a:off x="5702138" y="3788323"/>
              <a:ext cx="97790" cy="196215"/>
            </a:xfrm>
            <a:custGeom>
              <a:avLst/>
              <a:gdLst/>
              <a:ahLst/>
              <a:cxnLst/>
              <a:rect l="l" t="t" r="r" b="b"/>
              <a:pathLst>
                <a:path w="97789" h="196214">
                  <a:moveTo>
                    <a:pt x="97769" y="195743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4" name="object 94"/>
            <p:cNvSpPr/>
            <p:nvPr/>
          </p:nvSpPr>
          <p:spPr>
            <a:xfrm>
              <a:off x="5696246" y="3781557"/>
              <a:ext cx="133350" cy="220979"/>
            </a:xfrm>
            <a:custGeom>
              <a:avLst/>
              <a:gdLst/>
              <a:ahLst/>
              <a:cxnLst/>
              <a:rect l="l" t="t" r="r" b="b"/>
              <a:pathLst>
                <a:path w="133350" h="220979">
                  <a:moveTo>
                    <a:pt x="11784" y="0"/>
                  </a:moveTo>
                  <a:lnTo>
                    <a:pt x="0" y="5653"/>
                  </a:lnTo>
                  <a:lnTo>
                    <a:pt x="73982" y="220604"/>
                  </a:lnTo>
                  <a:lnTo>
                    <a:pt x="133124" y="192273"/>
                  </a:lnTo>
                  <a:lnTo>
                    <a:pt x="117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5" name="object 95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5012293" y="3458977"/>
              <a:ext cx="95151" cy="121357"/>
            </a:xfrm>
            <a:prstGeom prst="rect">
              <a:avLst/>
            </a:prstGeom>
          </p:spPr>
        </p:pic>
        <p:sp>
          <p:nvSpPr>
            <p:cNvPr id="96" name="object 96"/>
            <p:cNvSpPr/>
            <p:nvPr/>
          </p:nvSpPr>
          <p:spPr>
            <a:xfrm>
              <a:off x="5148036" y="3547136"/>
              <a:ext cx="92710" cy="76200"/>
            </a:xfrm>
            <a:custGeom>
              <a:avLst/>
              <a:gdLst/>
              <a:ahLst/>
              <a:cxnLst/>
              <a:rect l="l" t="t" r="r" b="b"/>
              <a:pathLst>
                <a:path w="92710" h="76200">
                  <a:moveTo>
                    <a:pt x="0" y="53650"/>
                  </a:moveTo>
                  <a:lnTo>
                    <a:pt x="30989" y="0"/>
                  </a:lnTo>
                </a:path>
                <a:path w="92710" h="76200">
                  <a:moveTo>
                    <a:pt x="84021" y="76001"/>
                  </a:moveTo>
                  <a:lnTo>
                    <a:pt x="92313" y="61617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97" name="object 97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5038918" y="3189786"/>
              <a:ext cx="118938" cy="151696"/>
            </a:xfrm>
            <a:prstGeom prst="rect">
              <a:avLst/>
            </a:prstGeom>
          </p:spPr>
        </p:pic>
        <p:sp>
          <p:nvSpPr>
            <p:cNvPr id="98" name="object 98"/>
            <p:cNvSpPr/>
            <p:nvPr/>
          </p:nvSpPr>
          <p:spPr>
            <a:xfrm>
              <a:off x="5172042" y="3382038"/>
              <a:ext cx="105410" cy="193040"/>
            </a:xfrm>
            <a:custGeom>
              <a:avLst/>
              <a:gdLst/>
              <a:ahLst/>
              <a:cxnLst/>
              <a:rect l="l" t="t" r="r" b="b"/>
              <a:pathLst>
                <a:path w="105410" h="193039">
                  <a:moveTo>
                    <a:pt x="0" y="0"/>
                  </a:moveTo>
                  <a:lnTo>
                    <a:pt x="105189" y="192578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9" name="object 99"/>
            <p:cNvSpPr/>
            <p:nvPr/>
          </p:nvSpPr>
          <p:spPr>
            <a:xfrm>
              <a:off x="5139525" y="3362022"/>
              <a:ext cx="147320" cy="220345"/>
            </a:xfrm>
            <a:custGeom>
              <a:avLst/>
              <a:gdLst/>
              <a:ahLst/>
              <a:cxnLst/>
              <a:rect l="l" t="t" r="r" b="b"/>
              <a:pathLst>
                <a:path w="147320" h="220345">
                  <a:moveTo>
                    <a:pt x="57177" y="0"/>
                  </a:moveTo>
                  <a:lnTo>
                    <a:pt x="0" y="32151"/>
                  </a:lnTo>
                  <a:lnTo>
                    <a:pt x="135961" y="219731"/>
                  </a:lnTo>
                  <a:lnTo>
                    <a:pt x="147309" y="213314"/>
                  </a:lnTo>
                  <a:lnTo>
                    <a:pt x="571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0" name="object 100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4933728" y="3816218"/>
              <a:ext cx="191829" cy="156869"/>
            </a:xfrm>
            <a:prstGeom prst="rect">
              <a:avLst/>
            </a:prstGeom>
          </p:spPr>
        </p:pic>
        <p:sp>
          <p:nvSpPr>
            <p:cNvPr id="101" name="object 101"/>
            <p:cNvSpPr/>
            <p:nvPr/>
          </p:nvSpPr>
          <p:spPr>
            <a:xfrm>
              <a:off x="5179026" y="3756740"/>
              <a:ext cx="71120" cy="71120"/>
            </a:xfrm>
            <a:custGeom>
              <a:avLst/>
              <a:gdLst/>
              <a:ahLst/>
              <a:cxnLst/>
              <a:rect l="l" t="t" r="r" b="b"/>
              <a:pathLst>
                <a:path w="71120" h="71120">
                  <a:moveTo>
                    <a:pt x="70708" y="0"/>
                  </a:moveTo>
                  <a:lnTo>
                    <a:pt x="0" y="70784"/>
                  </a:lnTo>
                </a:path>
              </a:pathLst>
            </a:custGeom>
            <a:ln w="130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2" name="object 102"/>
          <p:cNvSpPr/>
          <p:nvPr/>
        </p:nvSpPr>
        <p:spPr>
          <a:xfrm>
            <a:off x="6337424" y="3537270"/>
            <a:ext cx="314325" cy="113664"/>
          </a:xfrm>
          <a:custGeom>
            <a:avLst/>
            <a:gdLst/>
            <a:ahLst/>
            <a:cxnLst/>
            <a:rect l="l" t="t" r="r" b="b"/>
            <a:pathLst>
              <a:path w="314325" h="113664">
                <a:moveTo>
                  <a:pt x="0" y="0"/>
                </a:moveTo>
                <a:lnTo>
                  <a:pt x="314260" y="0"/>
                </a:lnTo>
              </a:path>
              <a:path w="314325" h="113664">
                <a:moveTo>
                  <a:pt x="0" y="56575"/>
                </a:moveTo>
                <a:lnTo>
                  <a:pt x="314260" y="56575"/>
                </a:lnTo>
              </a:path>
              <a:path w="314325" h="113664">
                <a:moveTo>
                  <a:pt x="0" y="113150"/>
                </a:moveTo>
                <a:lnTo>
                  <a:pt x="314260" y="113150"/>
                </a:lnTo>
              </a:path>
            </a:pathLst>
          </a:custGeom>
          <a:ln w="1309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103" name="object 103"/>
          <p:cNvGrpSpPr/>
          <p:nvPr/>
        </p:nvGrpSpPr>
        <p:grpSpPr>
          <a:xfrm>
            <a:off x="6951541" y="3176014"/>
            <a:ext cx="1172210" cy="832485"/>
            <a:chOff x="6951541" y="3176014"/>
            <a:chExt cx="1172210" cy="832485"/>
          </a:xfrm>
        </p:grpSpPr>
        <p:sp>
          <p:nvSpPr>
            <p:cNvPr id="104" name="object 104"/>
            <p:cNvSpPr/>
            <p:nvPr/>
          </p:nvSpPr>
          <p:spPr>
            <a:xfrm>
              <a:off x="6951541" y="3490321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09" h="157479">
                  <a:moveTo>
                    <a:pt x="71581" y="0"/>
                  </a:moveTo>
                  <a:lnTo>
                    <a:pt x="27027" y="14270"/>
                  </a:lnTo>
                  <a:lnTo>
                    <a:pt x="2280" y="55184"/>
                  </a:lnTo>
                  <a:lnTo>
                    <a:pt x="0" y="77289"/>
                  </a:lnTo>
                  <a:lnTo>
                    <a:pt x="494" y="87983"/>
                  </a:lnTo>
                  <a:lnTo>
                    <a:pt x="12490" y="126879"/>
                  </a:lnTo>
                  <a:lnTo>
                    <a:pt x="49103" y="154370"/>
                  </a:lnTo>
                  <a:lnTo>
                    <a:pt x="71363" y="156869"/>
                  </a:lnTo>
                  <a:lnTo>
                    <a:pt x="82697" y="156059"/>
                  </a:lnTo>
                  <a:lnTo>
                    <a:pt x="93132" y="153625"/>
                  </a:lnTo>
                  <a:lnTo>
                    <a:pt x="102666" y="149567"/>
                  </a:lnTo>
                  <a:lnTo>
                    <a:pt x="111300" y="143882"/>
                  </a:lnTo>
                  <a:lnTo>
                    <a:pt x="115740" y="139692"/>
                  </a:lnTo>
                  <a:lnTo>
                    <a:pt x="69617" y="139692"/>
                  </a:lnTo>
                  <a:lnTo>
                    <a:pt x="62831" y="139246"/>
                  </a:lnTo>
                  <a:lnTo>
                    <a:pt x="29594" y="117741"/>
                  </a:lnTo>
                  <a:lnTo>
                    <a:pt x="20732" y="77201"/>
                  </a:lnTo>
                  <a:lnTo>
                    <a:pt x="21022" y="69748"/>
                  </a:lnTo>
                  <a:lnTo>
                    <a:pt x="36459" y="30109"/>
                  </a:lnTo>
                  <a:lnTo>
                    <a:pt x="71145" y="17177"/>
                  </a:lnTo>
                  <a:lnTo>
                    <a:pt x="116222" y="17177"/>
                  </a:lnTo>
                  <a:lnTo>
                    <a:pt x="109991" y="11590"/>
                  </a:lnTo>
                  <a:lnTo>
                    <a:pt x="101718" y="6519"/>
                  </a:lnTo>
                  <a:lnTo>
                    <a:pt x="92586" y="2897"/>
                  </a:lnTo>
                  <a:lnTo>
                    <a:pt x="82554" y="724"/>
                  </a:lnTo>
                  <a:lnTo>
                    <a:pt x="71581" y="0"/>
                  </a:lnTo>
                  <a:close/>
                </a:path>
                <a:path w="283209" h="157479">
                  <a:moveTo>
                    <a:pt x="114137" y="101102"/>
                  </a:moveTo>
                  <a:lnTo>
                    <a:pt x="92020" y="134213"/>
                  </a:lnTo>
                  <a:lnTo>
                    <a:pt x="69617" y="139692"/>
                  </a:lnTo>
                  <a:lnTo>
                    <a:pt x="115740" y="139692"/>
                  </a:lnTo>
                  <a:lnTo>
                    <a:pt x="118962" y="136651"/>
                  </a:lnTo>
                  <a:lnTo>
                    <a:pt x="125294" y="127954"/>
                  </a:lnTo>
                  <a:lnTo>
                    <a:pt x="130375" y="117741"/>
                  </a:lnTo>
                  <a:lnTo>
                    <a:pt x="134215" y="106165"/>
                  </a:lnTo>
                  <a:lnTo>
                    <a:pt x="114137" y="101102"/>
                  </a:lnTo>
                  <a:close/>
                </a:path>
                <a:path w="283209" h="157479">
                  <a:moveTo>
                    <a:pt x="116222" y="17177"/>
                  </a:moveTo>
                  <a:lnTo>
                    <a:pt x="71145" y="17177"/>
                  </a:lnTo>
                  <a:lnTo>
                    <a:pt x="78476" y="17651"/>
                  </a:lnTo>
                  <a:lnTo>
                    <a:pt x="85112" y="19071"/>
                  </a:lnTo>
                  <a:lnTo>
                    <a:pt x="111737" y="48848"/>
                  </a:lnTo>
                  <a:lnTo>
                    <a:pt x="131596" y="44177"/>
                  </a:lnTo>
                  <a:lnTo>
                    <a:pt x="127913" y="34269"/>
                  </a:lnTo>
                  <a:lnTo>
                    <a:pt x="123085" y="25534"/>
                  </a:lnTo>
                  <a:lnTo>
                    <a:pt x="117111" y="17974"/>
                  </a:lnTo>
                  <a:lnTo>
                    <a:pt x="116222" y="17177"/>
                  </a:lnTo>
                  <a:close/>
                </a:path>
                <a:path w="283209" h="157479">
                  <a:moveTo>
                    <a:pt x="183973" y="2597"/>
                  </a:moveTo>
                  <a:lnTo>
                    <a:pt x="164113" y="2597"/>
                  </a:lnTo>
                  <a:lnTo>
                    <a:pt x="164113" y="154272"/>
                  </a:lnTo>
                  <a:lnTo>
                    <a:pt x="183973" y="154272"/>
                  </a:lnTo>
                  <a:lnTo>
                    <a:pt x="183973" y="82789"/>
                  </a:lnTo>
                  <a:lnTo>
                    <a:pt x="283052" y="82789"/>
                  </a:lnTo>
                  <a:lnTo>
                    <a:pt x="283052" y="64891"/>
                  </a:lnTo>
                  <a:lnTo>
                    <a:pt x="183973" y="64891"/>
                  </a:lnTo>
                  <a:lnTo>
                    <a:pt x="183973" y="2597"/>
                  </a:lnTo>
                  <a:close/>
                </a:path>
                <a:path w="283209" h="157479">
                  <a:moveTo>
                    <a:pt x="283052" y="82789"/>
                  </a:moveTo>
                  <a:lnTo>
                    <a:pt x="262974" y="82789"/>
                  </a:lnTo>
                  <a:lnTo>
                    <a:pt x="262974" y="154272"/>
                  </a:lnTo>
                  <a:lnTo>
                    <a:pt x="283052" y="154272"/>
                  </a:lnTo>
                  <a:lnTo>
                    <a:pt x="283052" y="82789"/>
                  </a:lnTo>
                  <a:close/>
                </a:path>
                <a:path w="283209" h="157479">
                  <a:moveTo>
                    <a:pt x="283052" y="2597"/>
                  </a:moveTo>
                  <a:lnTo>
                    <a:pt x="262974" y="2597"/>
                  </a:lnTo>
                  <a:lnTo>
                    <a:pt x="262974" y="64891"/>
                  </a:lnTo>
                  <a:lnTo>
                    <a:pt x="283052" y="64891"/>
                  </a:lnTo>
                  <a:lnTo>
                    <a:pt x="283052" y="25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5" name="object 105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7261000" y="3577585"/>
              <a:ext cx="75291" cy="114220"/>
            </a:xfrm>
            <a:prstGeom prst="rect">
              <a:avLst/>
            </a:prstGeom>
          </p:spPr>
        </p:pic>
        <p:pic>
          <p:nvPicPr>
            <p:cNvPr id="106" name="object 106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7429479" y="3310838"/>
              <a:ext cx="118938" cy="151696"/>
            </a:xfrm>
            <a:prstGeom prst="rect">
              <a:avLst/>
            </a:prstGeom>
          </p:spPr>
        </p:pic>
        <p:pic>
          <p:nvPicPr>
            <p:cNvPr id="107" name="object 107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7423150" y="3494141"/>
              <a:ext cx="133997" cy="156869"/>
            </a:xfrm>
            <a:prstGeom prst="rect">
              <a:avLst/>
            </a:prstGeom>
          </p:spPr>
        </p:pic>
        <p:sp>
          <p:nvSpPr>
            <p:cNvPr id="108" name="object 108"/>
            <p:cNvSpPr/>
            <p:nvPr/>
          </p:nvSpPr>
          <p:spPr>
            <a:xfrm>
              <a:off x="7371428" y="3561455"/>
              <a:ext cx="14604" cy="0"/>
            </a:xfrm>
            <a:custGeom>
              <a:avLst/>
              <a:gdLst/>
              <a:ahLst/>
              <a:cxnLst/>
              <a:rect l="l" t="t" r="r" b="b"/>
              <a:pathLst>
                <a:path w="14604">
                  <a:moveTo>
                    <a:pt x="0" y="0"/>
                  </a:moveTo>
                  <a:lnTo>
                    <a:pt x="14185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9" name="object 109"/>
            <p:cNvSpPr/>
            <p:nvPr/>
          </p:nvSpPr>
          <p:spPr>
            <a:xfrm>
              <a:off x="7737410" y="3490321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09" h="157479">
                  <a:moveTo>
                    <a:pt x="71581" y="0"/>
                  </a:moveTo>
                  <a:lnTo>
                    <a:pt x="26839" y="14270"/>
                  </a:lnTo>
                  <a:lnTo>
                    <a:pt x="2253" y="55184"/>
                  </a:lnTo>
                  <a:lnTo>
                    <a:pt x="0" y="77289"/>
                  </a:lnTo>
                  <a:lnTo>
                    <a:pt x="491" y="87983"/>
                  </a:lnTo>
                  <a:lnTo>
                    <a:pt x="12398" y="126879"/>
                  </a:lnTo>
                  <a:lnTo>
                    <a:pt x="48994" y="154370"/>
                  </a:lnTo>
                  <a:lnTo>
                    <a:pt x="71145" y="156869"/>
                  </a:lnTo>
                  <a:lnTo>
                    <a:pt x="82605" y="156059"/>
                  </a:lnTo>
                  <a:lnTo>
                    <a:pt x="93105" y="153625"/>
                  </a:lnTo>
                  <a:lnTo>
                    <a:pt x="102663" y="149567"/>
                  </a:lnTo>
                  <a:lnTo>
                    <a:pt x="111300" y="143882"/>
                  </a:lnTo>
                  <a:lnTo>
                    <a:pt x="115685" y="139692"/>
                  </a:lnTo>
                  <a:lnTo>
                    <a:pt x="69617" y="139692"/>
                  </a:lnTo>
                  <a:lnTo>
                    <a:pt x="62739" y="139246"/>
                  </a:lnTo>
                  <a:lnTo>
                    <a:pt x="29472" y="117741"/>
                  </a:lnTo>
                  <a:lnTo>
                    <a:pt x="20732" y="77201"/>
                  </a:lnTo>
                  <a:lnTo>
                    <a:pt x="21018" y="69748"/>
                  </a:lnTo>
                  <a:lnTo>
                    <a:pt x="36455" y="30109"/>
                  </a:lnTo>
                  <a:lnTo>
                    <a:pt x="71145" y="17177"/>
                  </a:lnTo>
                  <a:lnTo>
                    <a:pt x="116112" y="17177"/>
                  </a:lnTo>
                  <a:lnTo>
                    <a:pt x="109772" y="11590"/>
                  </a:lnTo>
                  <a:lnTo>
                    <a:pt x="101595" y="6519"/>
                  </a:lnTo>
                  <a:lnTo>
                    <a:pt x="92477" y="2897"/>
                  </a:lnTo>
                  <a:lnTo>
                    <a:pt x="82459" y="724"/>
                  </a:lnTo>
                  <a:lnTo>
                    <a:pt x="71581" y="0"/>
                  </a:lnTo>
                  <a:close/>
                </a:path>
                <a:path w="283209" h="157479">
                  <a:moveTo>
                    <a:pt x="113919" y="101102"/>
                  </a:moveTo>
                  <a:lnTo>
                    <a:pt x="91990" y="134213"/>
                  </a:lnTo>
                  <a:lnTo>
                    <a:pt x="69617" y="139692"/>
                  </a:lnTo>
                  <a:lnTo>
                    <a:pt x="115685" y="139692"/>
                  </a:lnTo>
                  <a:lnTo>
                    <a:pt x="118867" y="136651"/>
                  </a:lnTo>
                  <a:lnTo>
                    <a:pt x="125185" y="127954"/>
                  </a:lnTo>
                  <a:lnTo>
                    <a:pt x="130252" y="117741"/>
                  </a:lnTo>
                  <a:lnTo>
                    <a:pt x="133997" y="106165"/>
                  </a:lnTo>
                  <a:lnTo>
                    <a:pt x="113919" y="101102"/>
                  </a:lnTo>
                  <a:close/>
                </a:path>
                <a:path w="283209" h="157479">
                  <a:moveTo>
                    <a:pt x="116112" y="17177"/>
                  </a:moveTo>
                  <a:lnTo>
                    <a:pt x="71145" y="17177"/>
                  </a:lnTo>
                  <a:lnTo>
                    <a:pt x="78384" y="17651"/>
                  </a:lnTo>
                  <a:lnTo>
                    <a:pt x="85030" y="19071"/>
                  </a:lnTo>
                  <a:lnTo>
                    <a:pt x="111737" y="48848"/>
                  </a:lnTo>
                  <a:lnTo>
                    <a:pt x="131378" y="44177"/>
                  </a:lnTo>
                  <a:lnTo>
                    <a:pt x="127818" y="34269"/>
                  </a:lnTo>
                  <a:lnTo>
                    <a:pt x="123030" y="25534"/>
                  </a:lnTo>
                  <a:lnTo>
                    <a:pt x="117015" y="17974"/>
                  </a:lnTo>
                  <a:lnTo>
                    <a:pt x="116112" y="17177"/>
                  </a:lnTo>
                  <a:close/>
                </a:path>
                <a:path w="283209" h="157479">
                  <a:moveTo>
                    <a:pt x="183973" y="2597"/>
                  </a:moveTo>
                  <a:lnTo>
                    <a:pt x="163895" y="2597"/>
                  </a:lnTo>
                  <a:lnTo>
                    <a:pt x="163895" y="154272"/>
                  </a:lnTo>
                  <a:lnTo>
                    <a:pt x="183973" y="154272"/>
                  </a:lnTo>
                  <a:lnTo>
                    <a:pt x="183973" y="82789"/>
                  </a:lnTo>
                  <a:lnTo>
                    <a:pt x="282834" y="82789"/>
                  </a:lnTo>
                  <a:lnTo>
                    <a:pt x="282834" y="64891"/>
                  </a:lnTo>
                  <a:lnTo>
                    <a:pt x="183973" y="64891"/>
                  </a:lnTo>
                  <a:lnTo>
                    <a:pt x="183973" y="2597"/>
                  </a:lnTo>
                  <a:close/>
                </a:path>
                <a:path w="283209" h="157479">
                  <a:moveTo>
                    <a:pt x="282834" y="82789"/>
                  </a:moveTo>
                  <a:lnTo>
                    <a:pt x="262756" y="82789"/>
                  </a:lnTo>
                  <a:lnTo>
                    <a:pt x="262756" y="154272"/>
                  </a:lnTo>
                  <a:lnTo>
                    <a:pt x="282834" y="154272"/>
                  </a:lnTo>
                  <a:lnTo>
                    <a:pt x="282834" y="82789"/>
                  </a:lnTo>
                  <a:close/>
                </a:path>
                <a:path w="283209" h="157479">
                  <a:moveTo>
                    <a:pt x="282834" y="2597"/>
                  </a:moveTo>
                  <a:lnTo>
                    <a:pt x="262756" y="2597"/>
                  </a:lnTo>
                  <a:lnTo>
                    <a:pt x="262756" y="64891"/>
                  </a:lnTo>
                  <a:lnTo>
                    <a:pt x="282834" y="64891"/>
                  </a:lnTo>
                  <a:lnTo>
                    <a:pt x="282834" y="25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0" name="object 110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8048615" y="3577585"/>
              <a:ext cx="74636" cy="116250"/>
            </a:xfrm>
            <a:prstGeom prst="rect">
              <a:avLst/>
            </a:prstGeom>
          </p:spPr>
        </p:pic>
        <p:sp>
          <p:nvSpPr>
            <p:cNvPr id="111" name="object 111"/>
            <p:cNvSpPr/>
            <p:nvPr/>
          </p:nvSpPr>
          <p:spPr>
            <a:xfrm>
              <a:off x="7594247" y="3561455"/>
              <a:ext cx="106045" cy="0"/>
            </a:xfrm>
            <a:custGeom>
              <a:avLst/>
              <a:gdLst/>
              <a:ahLst/>
              <a:cxnLst/>
              <a:rect l="l" t="t" r="r" b="b"/>
              <a:pathLst>
                <a:path w="106045">
                  <a:moveTo>
                    <a:pt x="0" y="0"/>
                  </a:moveTo>
                  <a:lnTo>
                    <a:pt x="105626" y="0"/>
                  </a:lnTo>
                </a:path>
              </a:pathLst>
            </a:custGeom>
            <a:ln w="13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2" name="object 112"/>
            <p:cNvSpPr/>
            <p:nvPr/>
          </p:nvSpPr>
          <p:spPr>
            <a:xfrm>
              <a:off x="7423150" y="3804628"/>
              <a:ext cx="283210" cy="157480"/>
            </a:xfrm>
            <a:custGeom>
              <a:avLst/>
              <a:gdLst/>
              <a:ahLst/>
              <a:cxnLst/>
              <a:rect l="l" t="t" r="r" b="b"/>
              <a:pathLst>
                <a:path w="283209" h="157479">
                  <a:moveTo>
                    <a:pt x="71581" y="0"/>
                  </a:moveTo>
                  <a:lnTo>
                    <a:pt x="26839" y="14270"/>
                  </a:lnTo>
                  <a:lnTo>
                    <a:pt x="2253" y="55184"/>
                  </a:lnTo>
                  <a:lnTo>
                    <a:pt x="0" y="77289"/>
                  </a:lnTo>
                  <a:lnTo>
                    <a:pt x="491" y="87983"/>
                  </a:lnTo>
                  <a:lnTo>
                    <a:pt x="12398" y="126879"/>
                  </a:lnTo>
                  <a:lnTo>
                    <a:pt x="48994" y="154370"/>
                  </a:lnTo>
                  <a:lnTo>
                    <a:pt x="71145" y="156869"/>
                  </a:lnTo>
                  <a:lnTo>
                    <a:pt x="82605" y="156059"/>
                  </a:lnTo>
                  <a:lnTo>
                    <a:pt x="93105" y="153625"/>
                  </a:lnTo>
                  <a:lnTo>
                    <a:pt x="102663" y="149567"/>
                  </a:lnTo>
                  <a:lnTo>
                    <a:pt x="111300" y="143882"/>
                  </a:lnTo>
                  <a:lnTo>
                    <a:pt x="115685" y="139692"/>
                  </a:lnTo>
                  <a:lnTo>
                    <a:pt x="69617" y="139692"/>
                  </a:lnTo>
                  <a:lnTo>
                    <a:pt x="62739" y="139246"/>
                  </a:lnTo>
                  <a:lnTo>
                    <a:pt x="29472" y="117741"/>
                  </a:lnTo>
                  <a:lnTo>
                    <a:pt x="20732" y="77201"/>
                  </a:lnTo>
                  <a:lnTo>
                    <a:pt x="21018" y="69748"/>
                  </a:lnTo>
                  <a:lnTo>
                    <a:pt x="36455" y="30109"/>
                  </a:lnTo>
                  <a:lnTo>
                    <a:pt x="71145" y="17177"/>
                  </a:lnTo>
                  <a:lnTo>
                    <a:pt x="116112" y="17177"/>
                  </a:lnTo>
                  <a:lnTo>
                    <a:pt x="109772" y="11590"/>
                  </a:lnTo>
                  <a:lnTo>
                    <a:pt x="101595" y="6519"/>
                  </a:lnTo>
                  <a:lnTo>
                    <a:pt x="92477" y="2897"/>
                  </a:lnTo>
                  <a:lnTo>
                    <a:pt x="82459" y="724"/>
                  </a:lnTo>
                  <a:lnTo>
                    <a:pt x="71581" y="0"/>
                  </a:lnTo>
                  <a:close/>
                </a:path>
                <a:path w="283209" h="157479">
                  <a:moveTo>
                    <a:pt x="113919" y="101102"/>
                  </a:moveTo>
                  <a:lnTo>
                    <a:pt x="91990" y="134222"/>
                  </a:lnTo>
                  <a:lnTo>
                    <a:pt x="69617" y="139692"/>
                  </a:lnTo>
                  <a:lnTo>
                    <a:pt x="115685" y="139692"/>
                  </a:lnTo>
                  <a:lnTo>
                    <a:pt x="118867" y="136651"/>
                  </a:lnTo>
                  <a:lnTo>
                    <a:pt x="125185" y="127954"/>
                  </a:lnTo>
                  <a:lnTo>
                    <a:pt x="130252" y="117741"/>
                  </a:lnTo>
                  <a:lnTo>
                    <a:pt x="133997" y="106165"/>
                  </a:lnTo>
                  <a:lnTo>
                    <a:pt x="113919" y="101102"/>
                  </a:lnTo>
                  <a:close/>
                </a:path>
                <a:path w="283209" h="157479">
                  <a:moveTo>
                    <a:pt x="116112" y="17177"/>
                  </a:moveTo>
                  <a:lnTo>
                    <a:pt x="71145" y="17177"/>
                  </a:lnTo>
                  <a:lnTo>
                    <a:pt x="78384" y="17651"/>
                  </a:lnTo>
                  <a:lnTo>
                    <a:pt x="85030" y="19071"/>
                  </a:lnTo>
                  <a:lnTo>
                    <a:pt x="111737" y="48848"/>
                  </a:lnTo>
                  <a:lnTo>
                    <a:pt x="131378" y="44177"/>
                  </a:lnTo>
                  <a:lnTo>
                    <a:pt x="127818" y="34269"/>
                  </a:lnTo>
                  <a:lnTo>
                    <a:pt x="123030" y="25534"/>
                  </a:lnTo>
                  <a:lnTo>
                    <a:pt x="117015" y="17974"/>
                  </a:lnTo>
                  <a:lnTo>
                    <a:pt x="116112" y="17177"/>
                  </a:lnTo>
                  <a:close/>
                </a:path>
                <a:path w="283209" h="157479">
                  <a:moveTo>
                    <a:pt x="183973" y="2597"/>
                  </a:moveTo>
                  <a:lnTo>
                    <a:pt x="163895" y="2597"/>
                  </a:lnTo>
                  <a:lnTo>
                    <a:pt x="163895" y="154272"/>
                  </a:lnTo>
                  <a:lnTo>
                    <a:pt x="183973" y="154272"/>
                  </a:lnTo>
                  <a:lnTo>
                    <a:pt x="183973" y="82789"/>
                  </a:lnTo>
                  <a:lnTo>
                    <a:pt x="282834" y="82789"/>
                  </a:lnTo>
                  <a:lnTo>
                    <a:pt x="282834" y="64891"/>
                  </a:lnTo>
                  <a:lnTo>
                    <a:pt x="183973" y="64891"/>
                  </a:lnTo>
                  <a:lnTo>
                    <a:pt x="183973" y="2597"/>
                  </a:lnTo>
                  <a:close/>
                </a:path>
                <a:path w="283209" h="157479">
                  <a:moveTo>
                    <a:pt x="282834" y="82789"/>
                  </a:moveTo>
                  <a:lnTo>
                    <a:pt x="262756" y="82789"/>
                  </a:lnTo>
                  <a:lnTo>
                    <a:pt x="262756" y="154272"/>
                  </a:lnTo>
                  <a:lnTo>
                    <a:pt x="282834" y="154272"/>
                  </a:lnTo>
                  <a:lnTo>
                    <a:pt x="282834" y="82789"/>
                  </a:lnTo>
                  <a:close/>
                </a:path>
                <a:path w="283209" h="157479">
                  <a:moveTo>
                    <a:pt x="282834" y="2597"/>
                  </a:moveTo>
                  <a:lnTo>
                    <a:pt x="262756" y="2597"/>
                  </a:lnTo>
                  <a:lnTo>
                    <a:pt x="262756" y="64891"/>
                  </a:lnTo>
                  <a:lnTo>
                    <a:pt x="282834" y="64891"/>
                  </a:lnTo>
                  <a:lnTo>
                    <a:pt x="282834" y="25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3" name="object 113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7734355" y="3891892"/>
              <a:ext cx="74636" cy="116250"/>
            </a:xfrm>
            <a:prstGeom prst="rect">
              <a:avLst/>
            </a:prstGeom>
          </p:spPr>
        </p:pic>
        <p:sp>
          <p:nvSpPr>
            <p:cNvPr id="114" name="object 114"/>
            <p:cNvSpPr/>
            <p:nvPr/>
          </p:nvSpPr>
          <p:spPr>
            <a:xfrm>
              <a:off x="7491240" y="3686676"/>
              <a:ext cx="0" cy="82550"/>
            </a:xfrm>
            <a:custGeom>
              <a:avLst/>
              <a:gdLst/>
              <a:ahLst/>
              <a:cxnLst/>
              <a:rect l="l" t="t" r="r" b="b"/>
              <a:pathLst>
                <a:path h="82550">
                  <a:moveTo>
                    <a:pt x="0" y="0"/>
                  </a:moveTo>
                  <a:lnTo>
                    <a:pt x="0" y="82221"/>
                  </a:lnTo>
                </a:path>
              </a:pathLst>
            </a:custGeom>
            <a:ln w="1309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15" name="object 115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6951541" y="3176014"/>
              <a:ext cx="179172" cy="156869"/>
            </a:xfrm>
            <a:prstGeom prst="rect">
              <a:avLst/>
            </a:prstGeom>
          </p:spPr>
        </p:pic>
        <p:sp>
          <p:nvSpPr>
            <p:cNvPr id="116" name="object 116"/>
            <p:cNvSpPr/>
            <p:nvPr/>
          </p:nvSpPr>
          <p:spPr>
            <a:xfrm>
              <a:off x="7019631" y="3367283"/>
              <a:ext cx="635" cy="88900"/>
            </a:xfrm>
            <a:custGeom>
              <a:avLst/>
              <a:gdLst/>
              <a:ahLst/>
              <a:cxnLst/>
              <a:rect l="l" t="t" r="r" b="b"/>
              <a:pathLst>
                <a:path w="634" h="88900">
                  <a:moveTo>
                    <a:pt x="109" y="-6547"/>
                  </a:moveTo>
                  <a:lnTo>
                    <a:pt x="109" y="94858"/>
                  </a:lnTo>
                </a:path>
              </a:pathLst>
            </a:custGeom>
            <a:ln w="133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17" name="object 117"/>
          <p:cNvPicPr/>
          <p:nvPr/>
        </p:nvPicPr>
        <p:blipFill>
          <a:blip r:embed="rId42" cstate="print"/>
          <a:stretch>
            <a:fillRect/>
          </a:stretch>
        </p:blipFill>
        <p:spPr>
          <a:xfrm>
            <a:off x="6516815" y="4179832"/>
            <a:ext cx="2196548" cy="196922"/>
          </a:xfrm>
          <a:prstGeom prst="rect">
            <a:avLst/>
          </a:prstGeom>
        </p:spPr>
      </p:pic>
      <p:sp>
        <p:nvSpPr>
          <p:cNvPr id="118" name="object 118"/>
          <p:cNvSpPr/>
          <p:nvPr/>
        </p:nvSpPr>
        <p:spPr>
          <a:xfrm>
            <a:off x="6506563" y="4428877"/>
            <a:ext cx="783590" cy="199390"/>
          </a:xfrm>
          <a:custGeom>
            <a:avLst/>
            <a:gdLst/>
            <a:ahLst/>
            <a:cxnLst/>
            <a:rect l="l" t="t" r="r" b="b"/>
            <a:pathLst>
              <a:path w="783590" h="199389">
                <a:moveTo>
                  <a:pt x="50189" y="0"/>
                </a:moveTo>
                <a:lnTo>
                  <a:pt x="19827" y="26032"/>
                </a:lnTo>
                <a:lnTo>
                  <a:pt x="4506" y="63562"/>
                </a:lnTo>
                <a:lnTo>
                  <a:pt x="0" y="99443"/>
                </a:lnTo>
                <a:lnTo>
                  <a:pt x="653" y="113190"/>
                </a:lnTo>
                <a:lnTo>
                  <a:pt x="10688" y="153351"/>
                </a:lnTo>
                <a:lnTo>
                  <a:pt x="29286" y="188738"/>
                </a:lnTo>
                <a:lnTo>
                  <a:pt x="50189" y="198877"/>
                </a:lnTo>
                <a:lnTo>
                  <a:pt x="36600" y="174039"/>
                </a:lnTo>
                <a:lnTo>
                  <a:pt x="26919" y="149186"/>
                </a:lnTo>
                <a:lnTo>
                  <a:pt x="21126" y="124321"/>
                </a:lnTo>
                <a:lnTo>
                  <a:pt x="19202" y="99338"/>
                </a:lnTo>
                <a:lnTo>
                  <a:pt x="19482" y="89677"/>
                </a:lnTo>
                <a:lnTo>
                  <a:pt x="27847" y="45325"/>
                </a:lnTo>
                <a:lnTo>
                  <a:pt x="44375" y="9998"/>
                </a:lnTo>
                <a:lnTo>
                  <a:pt x="50189" y="0"/>
                </a:lnTo>
                <a:close/>
              </a:path>
              <a:path w="783590" h="199389">
                <a:moveTo>
                  <a:pt x="92527" y="2597"/>
                </a:moveTo>
                <a:lnTo>
                  <a:pt x="73977" y="2597"/>
                </a:lnTo>
                <a:lnTo>
                  <a:pt x="73977" y="24009"/>
                </a:lnTo>
                <a:lnTo>
                  <a:pt x="92527" y="24009"/>
                </a:lnTo>
                <a:lnTo>
                  <a:pt x="92527" y="2597"/>
                </a:lnTo>
                <a:close/>
              </a:path>
              <a:path w="783590" h="199389">
                <a:moveTo>
                  <a:pt x="92527" y="44395"/>
                </a:moveTo>
                <a:lnTo>
                  <a:pt x="73977" y="44395"/>
                </a:lnTo>
                <a:lnTo>
                  <a:pt x="73977" y="154283"/>
                </a:lnTo>
                <a:lnTo>
                  <a:pt x="92527" y="154283"/>
                </a:lnTo>
                <a:lnTo>
                  <a:pt x="92527" y="44395"/>
                </a:lnTo>
                <a:close/>
              </a:path>
              <a:path w="783590" h="199389">
                <a:moveTo>
                  <a:pt x="133337" y="118585"/>
                </a:moveTo>
                <a:lnTo>
                  <a:pt x="114787" y="121481"/>
                </a:lnTo>
                <a:lnTo>
                  <a:pt x="116915" y="129688"/>
                </a:lnTo>
                <a:lnTo>
                  <a:pt x="120025" y="136821"/>
                </a:lnTo>
                <a:lnTo>
                  <a:pt x="161926" y="156765"/>
                </a:lnTo>
                <a:lnTo>
                  <a:pt x="170437" y="156765"/>
                </a:lnTo>
                <a:lnTo>
                  <a:pt x="178294" y="155265"/>
                </a:lnTo>
                <a:lnTo>
                  <a:pt x="191824" y="149263"/>
                </a:lnTo>
                <a:lnTo>
                  <a:pt x="197062" y="145022"/>
                </a:lnTo>
                <a:lnTo>
                  <a:pt x="199477" y="141451"/>
                </a:lnTo>
                <a:lnTo>
                  <a:pt x="153196" y="141451"/>
                </a:lnTo>
                <a:lnTo>
                  <a:pt x="146649" y="139484"/>
                </a:lnTo>
                <a:lnTo>
                  <a:pt x="141848" y="135553"/>
                </a:lnTo>
                <a:lnTo>
                  <a:pt x="137265" y="131622"/>
                </a:lnTo>
                <a:lnTo>
                  <a:pt x="134428" y="125965"/>
                </a:lnTo>
                <a:lnTo>
                  <a:pt x="133337" y="118585"/>
                </a:lnTo>
                <a:close/>
              </a:path>
              <a:path w="783590" h="199389">
                <a:moveTo>
                  <a:pt x="166945" y="41911"/>
                </a:moveTo>
                <a:lnTo>
                  <a:pt x="130500" y="49568"/>
                </a:lnTo>
                <a:lnTo>
                  <a:pt x="126572" y="52327"/>
                </a:lnTo>
                <a:lnTo>
                  <a:pt x="123516" y="55793"/>
                </a:lnTo>
                <a:lnTo>
                  <a:pt x="119152" y="64140"/>
                </a:lnTo>
                <a:lnTo>
                  <a:pt x="118060" y="68676"/>
                </a:lnTo>
                <a:lnTo>
                  <a:pt x="118060" y="78954"/>
                </a:lnTo>
                <a:lnTo>
                  <a:pt x="152958" y="105220"/>
                </a:lnTo>
                <a:lnTo>
                  <a:pt x="172619" y="110271"/>
                </a:lnTo>
                <a:lnTo>
                  <a:pt x="178948" y="112375"/>
                </a:lnTo>
                <a:lnTo>
                  <a:pt x="181567" y="114032"/>
                </a:lnTo>
                <a:lnTo>
                  <a:pt x="185059" y="116446"/>
                </a:lnTo>
                <a:lnTo>
                  <a:pt x="187023" y="119757"/>
                </a:lnTo>
                <a:lnTo>
                  <a:pt x="187023" y="128656"/>
                </a:lnTo>
                <a:lnTo>
                  <a:pt x="184841" y="132742"/>
                </a:lnTo>
                <a:lnTo>
                  <a:pt x="176548" y="139709"/>
                </a:lnTo>
                <a:lnTo>
                  <a:pt x="170219" y="141451"/>
                </a:lnTo>
                <a:lnTo>
                  <a:pt x="199477" y="141451"/>
                </a:lnTo>
                <a:lnTo>
                  <a:pt x="200805" y="139484"/>
                </a:lnTo>
                <a:lnTo>
                  <a:pt x="204264" y="134054"/>
                </a:lnTo>
                <a:lnTo>
                  <a:pt x="206010" y="128206"/>
                </a:lnTo>
                <a:lnTo>
                  <a:pt x="206010" y="115651"/>
                </a:lnTo>
                <a:lnTo>
                  <a:pt x="204700" y="110341"/>
                </a:lnTo>
                <a:lnTo>
                  <a:pt x="201645" y="106063"/>
                </a:lnTo>
                <a:lnTo>
                  <a:pt x="198808" y="101787"/>
                </a:lnTo>
                <a:lnTo>
                  <a:pt x="152760" y="85161"/>
                </a:lnTo>
                <a:lnTo>
                  <a:pt x="147304" y="83577"/>
                </a:lnTo>
                <a:lnTo>
                  <a:pt x="145340" y="82887"/>
                </a:lnTo>
                <a:lnTo>
                  <a:pt x="142066" y="81575"/>
                </a:lnTo>
                <a:lnTo>
                  <a:pt x="139666" y="79919"/>
                </a:lnTo>
                <a:lnTo>
                  <a:pt x="138356" y="77919"/>
                </a:lnTo>
                <a:lnTo>
                  <a:pt x="136829" y="75988"/>
                </a:lnTo>
                <a:lnTo>
                  <a:pt x="135956" y="73816"/>
                </a:lnTo>
                <a:lnTo>
                  <a:pt x="135956" y="67606"/>
                </a:lnTo>
                <a:lnTo>
                  <a:pt x="137702" y="64295"/>
                </a:lnTo>
                <a:lnTo>
                  <a:pt x="145122" y="58640"/>
                </a:lnTo>
                <a:lnTo>
                  <a:pt x="151232" y="57225"/>
                </a:lnTo>
                <a:lnTo>
                  <a:pt x="196615" y="57225"/>
                </a:lnTo>
                <a:lnTo>
                  <a:pt x="192479" y="51483"/>
                </a:lnTo>
                <a:lnTo>
                  <a:pt x="187678" y="48119"/>
                </a:lnTo>
                <a:lnTo>
                  <a:pt x="174584" y="43153"/>
                </a:lnTo>
                <a:lnTo>
                  <a:pt x="166945" y="41911"/>
                </a:lnTo>
                <a:close/>
              </a:path>
              <a:path w="783590" h="199389">
                <a:moveTo>
                  <a:pt x="196615" y="57225"/>
                </a:moveTo>
                <a:lnTo>
                  <a:pt x="166945" y="57225"/>
                </a:lnTo>
                <a:lnTo>
                  <a:pt x="172619" y="58812"/>
                </a:lnTo>
                <a:lnTo>
                  <a:pt x="180476" y="65157"/>
                </a:lnTo>
                <a:lnTo>
                  <a:pt x="182877" y="69573"/>
                </a:lnTo>
                <a:lnTo>
                  <a:pt x="183750" y="75228"/>
                </a:lnTo>
                <a:lnTo>
                  <a:pt x="202081" y="72746"/>
                </a:lnTo>
                <a:lnTo>
                  <a:pt x="200772" y="65640"/>
                </a:lnTo>
                <a:lnTo>
                  <a:pt x="198590" y="59967"/>
                </a:lnTo>
                <a:lnTo>
                  <a:pt x="196615" y="57225"/>
                </a:lnTo>
                <a:close/>
              </a:path>
              <a:path w="783590" h="199389">
                <a:moveTo>
                  <a:pt x="276064" y="41912"/>
                </a:moveTo>
                <a:lnTo>
                  <a:pt x="234135" y="62457"/>
                </a:lnTo>
                <a:lnTo>
                  <a:pt x="224560" y="99338"/>
                </a:lnTo>
                <a:lnTo>
                  <a:pt x="225457" y="112441"/>
                </a:lnTo>
                <a:lnTo>
                  <a:pt x="246448" y="148442"/>
                </a:lnTo>
                <a:lnTo>
                  <a:pt x="276064" y="156765"/>
                </a:lnTo>
                <a:lnTo>
                  <a:pt x="283108" y="156344"/>
                </a:lnTo>
                <a:lnTo>
                  <a:pt x="313748" y="141451"/>
                </a:lnTo>
                <a:lnTo>
                  <a:pt x="276064" y="141451"/>
                </a:lnTo>
                <a:lnTo>
                  <a:pt x="269339" y="140791"/>
                </a:lnTo>
                <a:lnTo>
                  <a:pt x="244337" y="109229"/>
                </a:lnTo>
                <a:lnTo>
                  <a:pt x="243765" y="99338"/>
                </a:lnTo>
                <a:lnTo>
                  <a:pt x="244337" y="89450"/>
                </a:lnTo>
                <a:lnTo>
                  <a:pt x="266679" y="57328"/>
                </a:lnTo>
                <a:lnTo>
                  <a:pt x="313605" y="57328"/>
                </a:lnTo>
                <a:lnTo>
                  <a:pt x="313164" y="56758"/>
                </a:lnTo>
                <a:lnTo>
                  <a:pt x="305433" y="50262"/>
                </a:lnTo>
                <a:lnTo>
                  <a:pt x="296660" y="45623"/>
                </a:lnTo>
                <a:lnTo>
                  <a:pt x="286863" y="42839"/>
                </a:lnTo>
                <a:lnTo>
                  <a:pt x="276064" y="41912"/>
                </a:lnTo>
                <a:close/>
              </a:path>
              <a:path w="783590" h="199389">
                <a:moveTo>
                  <a:pt x="313605" y="57328"/>
                </a:moveTo>
                <a:lnTo>
                  <a:pt x="285229" y="57328"/>
                </a:lnTo>
                <a:lnTo>
                  <a:pt x="292868" y="60829"/>
                </a:lnTo>
                <a:lnTo>
                  <a:pt x="298978" y="67831"/>
                </a:lnTo>
                <a:lnTo>
                  <a:pt x="308327" y="99338"/>
                </a:lnTo>
                <a:lnTo>
                  <a:pt x="307790" y="108839"/>
                </a:lnTo>
                <a:lnTo>
                  <a:pt x="282653" y="140794"/>
                </a:lnTo>
                <a:lnTo>
                  <a:pt x="276064" y="141451"/>
                </a:lnTo>
                <a:lnTo>
                  <a:pt x="313748" y="141451"/>
                </a:lnTo>
                <a:lnTo>
                  <a:pt x="327567" y="97786"/>
                </a:lnTo>
                <a:lnTo>
                  <a:pt x="326667" y="85405"/>
                </a:lnTo>
                <a:lnTo>
                  <a:pt x="323966" y="74440"/>
                </a:lnTo>
                <a:lnTo>
                  <a:pt x="319465" y="64891"/>
                </a:lnTo>
                <a:lnTo>
                  <a:pt x="313605" y="57328"/>
                </a:lnTo>
                <a:close/>
              </a:path>
              <a:path w="783590" h="199389">
                <a:moveTo>
                  <a:pt x="391729" y="140519"/>
                </a:moveTo>
                <a:lnTo>
                  <a:pt x="369905" y="140519"/>
                </a:lnTo>
                <a:lnTo>
                  <a:pt x="375999" y="147626"/>
                </a:lnTo>
                <a:lnTo>
                  <a:pt x="383136" y="152703"/>
                </a:lnTo>
                <a:lnTo>
                  <a:pt x="391296" y="155749"/>
                </a:lnTo>
                <a:lnTo>
                  <a:pt x="400458" y="156765"/>
                </a:lnTo>
                <a:lnTo>
                  <a:pt x="409914" y="155801"/>
                </a:lnTo>
                <a:lnTo>
                  <a:pt x="418654" y="152911"/>
                </a:lnTo>
                <a:lnTo>
                  <a:pt x="426698" y="148093"/>
                </a:lnTo>
                <a:lnTo>
                  <a:pt x="433955" y="141451"/>
                </a:lnTo>
                <a:lnTo>
                  <a:pt x="398931" y="141451"/>
                </a:lnTo>
                <a:lnTo>
                  <a:pt x="391807" y="140552"/>
                </a:lnTo>
                <a:close/>
              </a:path>
              <a:path w="783590" h="199389">
                <a:moveTo>
                  <a:pt x="371433" y="2597"/>
                </a:moveTo>
                <a:lnTo>
                  <a:pt x="352664" y="2597"/>
                </a:lnTo>
                <a:lnTo>
                  <a:pt x="352664" y="154283"/>
                </a:lnTo>
                <a:lnTo>
                  <a:pt x="369905" y="154283"/>
                </a:lnTo>
                <a:lnTo>
                  <a:pt x="369905" y="140519"/>
                </a:lnTo>
                <a:lnTo>
                  <a:pt x="391729" y="140519"/>
                </a:lnTo>
                <a:lnTo>
                  <a:pt x="370048" y="107707"/>
                </a:lnTo>
                <a:lnTo>
                  <a:pt x="369715" y="99235"/>
                </a:lnTo>
                <a:lnTo>
                  <a:pt x="369737" y="97684"/>
                </a:lnTo>
                <a:lnTo>
                  <a:pt x="384527" y="60761"/>
                </a:lnTo>
                <a:lnTo>
                  <a:pt x="391729" y="57225"/>
                </a:lnTo>
                <a:lnTo>
                  <a:pt x="435388" y="57225"/>
                </a:lnTo>
                <a:lnTo>
                  <a:pt x="434976" y="56708"/>
                </a:lnTo>
                <a:lnTo>
                  <a:pt x="371433" y="56708"/>
                </a:lnTo>
                <a:lnTo>
                  <a:pt x="371433" y="2597"/>
                </a:lnTo>
                <a:close/>
              </a:path>
              <a:path w="783590" h="199389">
                <a:moveTo>
                  <a:pt x="435388" y="57225"/>
                </a:moveTo>
                <a:lnTo>
                  <a:pt x="407878" y="57225"/>
                </a:lnTo>
                <a:lnTo>
                  <a:pt x="414644" y="60639"/>
                </a:lnTo>
                <a:lnTo>
                  <a:pt x="420536" y="67469"/>
                </a:lnTo>
                <a:lnTo>
                  <a:pt x="429047" y="99235"/>
                </a:lnTo>
                <a:lnTo>
                  <a:pt x="428478" y="109087"/>
                </a:lnTo>
                <a:lnTo>
                  <a:pt x="407005" y="141451"/>
                </a:lnTo>
                <a:lnTo>
                  <a:pt x="433955" y="141451"/>
                </a:lnTo>
                <a:lnTo>
                  <a:pt x="447933" y="99235"/>
                </a:lnTo>
                <a:lnTo>
                  <a:pt x="447934" y="89066"/>
                </a:lnTo>
                <a:lnTo>
                  <a:pt x="446943" y="82300"/>
                </a:lnTo>
                <a:lnTo>
                  <a:pt x="442578" y="68366"/>
                </a:lnTo>
                <a:lnTo>
                  <a:pt x="439523" y="62416"/>
                </a:lnTo>
                <a:lnTo>
                  <a:pt x="435388" y="57225"/>
                </a:lnTo>
                <a:close/>
              </a:path>
              <a:path w="783590" h="199389">
                <a:moveTo>
                  <a:pt x="408097" y="41912"/>
                </a:moveTo>
                <a:lnTo>
                  <a:pt x="371433" y="56708"/>
                </a:lnTo>
                <a:lnTo>
                  <a:pt x="434976" y="56708"/>
                </a:lnTo>
                <a:lnTo>
                  <a:pt x="431666" y="52552"/>
                </a:lnTo>
                <a:lnTo>
                  <a:pt x="426647" y="48724"/>
                </a:lnTo>
                <a:lnTo>
                  <a:pt x="420536" y="45997"/>
                </a:lnTo>
                <a:lnTo>
                  <a:pt x="414644" y="43274"/>
                </a:lnTo>
                <a:lnTo>
                  <a:pt x="408097" y="41912"/>
                </a:lnTo>
                <a:close/>
              </a:path>
              <a:path w="783590" h="199389">
                <a:moveTo>
                  <a:pt x="492336" y="44395"/>
                </a:moveTo>
                <a:lnTo>
                  <a:pt x="473786" y="44395"/>
                </a:lnTo>
                <a:lnTo>
                  <a:pt x="473877" y="121619"/>
                </a:lnTo>
                <a:lnTo>
                  <a:pt x="474222" y="126207"/>
                </a:lnTo>
                <a:lnTo>
                  <a:pt x="498883" y="155525"/>
                </a:lnTo>
                <a:lnTo>
                  <a:pt x="511322" y="156765"/>
                </a:lnTo>
                <a:lnTo>
                  <a:pt x="521750" y="155601"/>
                </a:lnTo>
                <a:lnTo>
                  <a:pt x="531073" y="152109"/>
                </a:lnTo>
                <a:lnTo>
                  <a:pt x="539250" y="146288"/>
                </a:lnTo>
                <a:lnTo>
                  <a:pt x="544021" y="140726"/>
                </a:lnTo>
                <a:lnTo>
                  <a:pt x="509358" y="140726"/>
                </a:lnTo>
                <a:lnTo>
                  <a:pt x="504775" y="139329"/>
                </a:lnTo>
                <a:lnTo>
                  <a:pt x="501065" y="136535"/>
                </a:lnTo>
                <a:lnTo>
                  <a:pt x="497137" y="133744"/>
                </a:lnTo>
                <a:lnTo>
                  <a:pt x="494736" y="129896"/>
                </a:lnTo>
                <a:lnTo>
                  <a:pt x="493427" y="125000"/>
                </a:lnTo>
                <a:lnTo>
                  <a:pt x="492772" y="121619"/>
                </a:lnTo>
                <a:lnTo>
                  <a:pt x="492336" y="115067"/>
                </a:lnTo>
                <a:lnTo>
                  <a:pt x="492336" y="44395"/>
                </a:lnTo>
                <a:close/>
              </a:path>
              <a:path w="783590" h="199389">
                <a:moveTo>
                  <a:pt x="562826" y="138140"/>
                </a:moveTo>
                <a:lnTo>
                  <a:pt x="546240" y="138140"/>
                </a:lnTo>
                <a:lnTo>
                  <a:pt x="546240" y="154283"/>
                </a:lnTo>
                <a:lnTo>
                  <a:pt x="562826" y="154283"/>
                </a:lnTo>
                <a:lnTo>
                  <a:pt x="562826" y="138140"/>
                </a:lnTo>
                <a:close/>
              </a:path>
              <a:path w="783590" h="199389">
                <a:moveTo>
                  <a:pt x="562826" y="44395"/>
                </a:moveTo>
                <a:lnTo>
                  <a:pt x="544276" y="44395"/>
                </a:lnTo>
                <a:lnTo>
                  <a:pt x="544276" y="112652"/>
                </a:lnTo>
                <a:lnTo>
                  <a:pt x="543185" y="119809"/>
                </a:lnTo>
                <a:lnTo>
                  <a:pt x="541106" y="125000"/>
                </a:lnTo>
                <a:lnTo>
                  <a:pt x="539038" y="129673"/>
                </a:lnTo>
                <a:lnTo>
                  <a:pt x="535765" y="133571"/>
                </a:lnTo>
                <a:lnTo>
                  <a:pt x="530745" y="136433"/>
                </a:lnTo>
                <a:lnTo>
                  <a:pt x="525944" y="139297"/>
                </a:lnTo>
                <a:lnTo>
                  <a:pt x="520706" y="140726"/>
                </a:lnTo>
                <a:lnTo>
                  <a:pt x="544021" y="140726"/>
                </a:lnTo>
                <a:lnTo>
                  <a:pt x="546240" y="138140"/>
                </a:lnTo>
                <a:lnTo>
                  <a:pt x="562826" y="138140"/>
                </a:lnTo>
                <a:lnTo>
                  <a:pt x="562826" y="44395"/>
                </a:lnTo>
                <a:close/>
              </a:path>
              <a:path w="783590" h="199389">
                <a:moveTo>
                  <a:pt x="617385" y="58880"/>
                </a:moveTo>
                <a:lnTo>
                  <a:pt x="598835" y="58880"/>
                </a:lnTo>
                <a:lnTo>
                  <a:pt x="598835" y="133277"/>
                </a:lnTo>
                <a:lnTo>
                  <a:pt x="599708" y="140606"/>
                </a:lnTo>
                <a:lnTo>
                  <a:pt x="628952" y="155730"/>
                </a:lnTo>
                <a:lnTo>
                  <a:pt x="633535" y="155178"/>
                </a:lnTo>
                <a:lnTo>
                  <a:pt x="638772" y="154076"/>
                </a:lnTo>
                <a:lnTo>
                  <a:pt x="636269" y="138347"/>
                </a:lnTo>
                <a:lnTo>
                  <a:pt x="625242" y="138347"/>
                </a:lnTo>
                <a:lnTo>
                  <a:pt x="623059" y="137900"/>
                </a:lnTo>
                <a:lnTo>
                  <a:pt x="621750" y="137003"/>
                </a:lnTo>
                <a:lnTo>
                  <a:pt x="620222" y="136105"/>
                </a:lnTo>
                <a:lnTo>
                  <a:pt x="619131" y="134898"/>
                </a:lnTo>
                <a:lnTo>
                  <a:pt x="617822" y="131862"/>
                </a:lnTo>
                <a:lnTo>
                  <a:pt x="617385" y="128449"/>
                </a:lnTo>
                <a:lnTo>
                  <a:pt x="617385" y="58880"/>
                </a:lnTo>
                <a:close/>
              </a:path>
              <a:path w="783590" h="199389">
                <a:moveTo>
                  <a:pt x="636154" y="137622"/>
                </a:moveTo>
                <a:lnTo>
                  <a:pt x="632880" y="138105"/>
                </a:lnTo>
                <a:lnTo>
                  <a:pt x="630043" y="138347"/>
                </a:lnTo>
                <a:lnTo>
                  <a:pt x="636269" y="138347"/>
                </a:lnTo>
                <a:lnTo>
                  <a:pt x="636154" y="137622"/>
                </a:lnTo>
                <a:close/>
              </a:path>
              <a:path w="783590" h="199389">
                <a:moveTo>
                  <a:pt x="636154" y="44395"/>
                </a:moveTo>
                <a:lnTo>
                  <a:pt x="585304" y="44395"/>
                </a:lnTo>
                <a:lnTo>
                  <a:pt x="585304" y="58880"/>
                </a:lnTo>
                <a:lnTo>
                  <a:pt x="636154" y="58880"/>
                </a:lnTo>
                <a:lnTo>
                  <a:pt x="636154" y="44395"/>
                </a:lnTo>
                <a:close/>
              </a:path>
              <a:path w="783590" h="199389">
                <a:moveTo>
                  <a:pt x="617385" y="6002"/>
                </a:moveTo>
                <a:lnTo>
                  <a:pt x="598835" y="17177"/>
                </a:lnTo>
                <a:lnTo>
                  <a:pt x="598835" y="44395"/>
                </a:lnTo>
                <a:lnTo>
                  <a:pt x="617385" y="44395"/>
                </a:lnTo>
                <a:lnTo>
                  <a:pt x="617385" y="6002"/>
                </a:lnTo>
                <a:close/>
              </a:path>
              <a:path w="783590" h="199389">
                <a:moveTo>
                  <a:pt x="653176" y="179115"/>
                </a:moveTo>
                <a:lnTo>
                  <a:pt x="655358" y="196603"/>
                </a:lnTo>
                <a:lnTo>
                  <a:pt x="659723" y="198120"/>
                </a:lnTo>
                <a:lnTo>
                  <a:pt x="663651" y="198877"/>
                </a:lnTo>
                <a:lnTo>
                  <a:pt x="673254" y="198877"/>
                </a:lnTo>
                <a:lnTo>
                  <a:pt x="678273" y="197448"/>
                </a:lnTo>
                <a:lnTo>
                  <a:pt x="687003" y="191723"/>
                </a:lnTo>
                <a:lnTo>
                  <a:pt x="690713" y="187222"/>
                </a:lnTo>
                <a:lnTo>
                  <a:pt x="694144" y="180772"/>
                </a:lnTo>
                <a:lnTo>
                  <a:pt x="660814" y="180772"/>
                </a:lnTo>
                <a:lnTo>
                  <a:pt x="657322" y="180220"/>
                </a:lnTo>
                <a:lnTo>
                  <a:pt x="653176" y="179115"/>
                </a:lnTo>
                <a:close/>
              </a:path>
              <a:path w="783590" h="199389">
                <a:moveTo>
                  <a:pt x="665615" y="44395"/>
                </a:moveTo>
                <a:lnTo>
                  <a:pt x="645538" y="44395"/>
                </a:lnTo>
                <a:lnTo>
                  <a:pt x="687221" y="154490"/>
                </a:lnTo>
                <a:lnTo>
                  <a:pt x="686566" y="156490"/>
                </a:lnTo>
                <a:lnTo>
                  <a:pt x="685911" y="158007"/>
                </a:lnTo>
                <a:lnTo>
                  <a:pt x="685693" y="159041"/>
                </a:lnTo>
                <a:lnTo>
                  <a:pt x="683074" y="166423"/>
                </a:lnTo>
                <a:lnTo>
                  <a:pt x="668016" y="180772"/>
                </a:lnTo>
                <a:lnTo>
                  <a:pt x="694144" y="180772"/>
                </a:lnTo>
                <a:lnTo>
                  <a:pt x="712958" y="133484"/>
                </a:lnTo>
                <a:lnTo>
                  <a:pt x="696605" y="133484"/>
                </a:lnTo>
                <a:lnTo>
                  <a:pt x="694760" y="126888"/>
                </a:lnTo>
                <a:lnTo>
                  <a:pt x="692813" y="120447"/>
                </a:lnTo>
                <a:lnTo>
                  <a:pt x="690743" y="114161"/>
                </a:lnTo>
                <a:lnTo>
                  <a:pt x="665615" y="44395"/>
                </a:lnTo>
                <a:close/>
              </a:path>
              <a:path w="783590" h="199389">
                <a:moveTo>
                  <a:pt x="746363" y="44395"/>
                </a:moveTo>
                <a:lnTo>
                  <a:pt x="704243" y="108444"/>
                </a:lnTo>
                <a:lnTo>
                  <a:pt x="696605" y="133484"/>
                </a:lnTo>
                <a:lnTo>
                  <a:pt x="712958" y="133484"/>
                </a:lnTo>
                <a:lnTo>
                  <a:pt x="746363" y="44395"/>
                </a:lnTo>
                <a:close/>
              </a:path>
              <a:path w="783590" h="199389">
                <a:moveTo>
                  <a:pt x="783463" y="2597"/>
                </a:moveTo>
                <a:lnTo>
                  <a:pt x="764913" y="2597"/>
                </a:lnTo>
                <a:lnTo>
                  <a:pt x="764913" y="154283"/>
                </a:lnTo>
                <a:lnTo>
                  <a:pt x="783463" y="154283"/>
                </a:lnTo>
                <a:lnTo>
                  <a:pt x="783463" y="259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9" name="object 119"/>
          <p:cNvSpPr/>
          <p:nvPr/>
        </p:nvSpPr>
        <p:spPr>
          <a:xfrm>
            <a:off x="7376666" y="4428877"/>
            <a:ext cx="819150" cy="199390"/>
          </a:xfrm>
          <a:custGeom>
            <a:avLst/>
            <a:gdLst/>
            <a:ahLst/>
            <a:cxnLst/>
            <a:rect l="l" t="t" r="r" b="b"/>
            <a:pathLst>
              <a:path w="819150" h="199389">
                <a:moveTo>
                  <a:pt x="50194" y="41911"/>
                </a:moveTo>
                <a:lnTo>
                  <a:pt x="13366" y="56928"/>
                </a:lnTo>
                <a:lnTo>
                  <a:pt x="0" y="99753"/>
                </a:lnTo>
                <a:lnTo>
                  <a:pt x="859" y="112715"/>
                </a:lnTo>
                <a:lnTo>
                  <a:pt x="21158" y="148471"/>
                </a:lnTo>
                <a:lnTo>
                  <a:pt x="49976" y="156765"/>
                </a:lnTo>
                <a:lnTo>
                  <a:pt x="58613" y="156095"/>
                </a:lnTo>
                <a:lnTo>
                  <a:pt x="66534" y="154088"/>
                </a:lnTo>
                <a:lnTo>
                  <a:pt x="73760" y="150741"/>
                </a:lnTo>
                <a:lnTo>
                  <a:pt x="80310" y="146056"/>
                </a:lnTo>
                <a:lnTo>
                  <a:pt x="84715" y="141451"/>
                </a:lnTo>
                <a:lnTo>
                  <a:pt x="40591" y="141451"/>
                </a:lnTo>
                <a:lnTo>
                  <a:pt x="33390" y="138105"/>
                </a:lnTo>
                <a:lnTo>
                  <a:pt x="19204" y="99235"/>
                </a:lnTo>
                <a:lnTo>
                  <a:pt x="19740" y="89052"/>
                </a:lnTo>
                <a:lnTo>
                  <a:pt x="41464" y="57225"/>
                </a:lnTo>
                <a:lnTo>
                  <a:pt x="85426" y="57225"/>
                </a:lnTo>
                <a:lnTo>
                  <a:pt x="84546" y="55967"/>
                </a:lnTo>
                <a:lnTo>
                  <a:pt x="79438" y="50965"/>
                </a:lnTo>
                <a:lnTo>
                  <a:pt x="73303" y="47004"/>
                </a:lnTo>
                <a:lnTo>
                  <a:pt x="66371" y="44174"/>
                </a:lnTo>
                <a:lnTo>
                  <a:pt x="58661" y="42477"/>
                </a:lnTo>
                <a:lnTo>
                  <a:pt x="50194" y="41911"/>
                </a:lnTo>
                <a:close/>
              </a:path>
              <a:path w="819150" h="199389">
                <a:moveTo>
                  <a:pt x="77473" y="114032"/>
                </a:moveTo>
                <a:lnTo>
                  <a:pt x="76164" y="123343"/>
                </a:lnTo>
                <a:lnTo>
                  <a:pt x="72890" y="130243"/>
                </a:lnTo>
                <a:lnTo>
                  <a:pt x="63288" y="139209"/>
                </a:lnTo>
                <a:lnTo>
                  <a:pt x="57177" y="141451"/>
                </a:lnTo>
                <a:lnTo>
                  <a:pt x="84715" y="141451"/>
                </a:lnTo>
                <a:lnTo>
                  <a:pt x="85923" y="140188"/>
                </a:lnTo>
                <a:lnTo>
                  <a:pt x="90349" y="133291"/>
                </a:lnTo>
                <a:lnTo>
                  <a:pt x="93630" y="125365"/>
                </a:lnTo>
                <a:lnTo>
                  <a:pt x="95805" y="116411"/>
                </a:lnTo>
                <a:lnTo>
                  <a:pt x="77473" y="114032"/>
                </a:lnTo>
                <a:close/>
              </a:path>
              <a:path w="819150" h="199389">
                <a:moveTo>
                  <a:pt x="85426" y="57225"/>
                </a:moveTo>
                <a:lnTo>
                  <a:pt x="56959" y="57225"/>
                </a:lnTo>
                <a:lnTo>
                  <a:pt x="62415" y="59087"/>
                </a:lnTo>
                <a:lnTo>
                  <a:pt x="71145" y="66537"/>
                </a:lnTo>
                <a:lnTo>
                  <a:pt x="74200" y="72089"/>
                </a:lnTo>
                <a:lnTo>
                  <a:pt x="75946" y="79471"/>
                </a:lnTo>
                <a:lnTo>
                  <a:pt x="94059" y="76677"/>
                </a:lnTo>
                <a:lnTo>
                  <a:pt x="91897" y="68823"/>
                </a:lnTo>
                <a:lnTo>
                  <a:pt x="88713" y="61920"/>
                </a:lnTo>
                <a:lnTo>
                  <a:pt x="85426" y="57225"/>
                </a:lnTo>
                <a:close/>
              </a:path>
              <a:path w="819150" h="199389">
                <a:moveTo>
                  <a:pt x="133560" y="2597"/>
                </a:moveTo>
                <a:lnTo>
                  <a:pt x="114792" y="2597"/>
                </a:lnTo>
                <a:lnTo>
                  <a:pt x="114792" y="154283"/>
                </a:lnTo>
                <a:lnTo>
                  <a:pt x="133560" y="154283"/>
                </a:lnTo>
                <a:lnTo>
                  <a:pt x="133560" y="85541"/>
                </a:lnTo>
                <a:lnTo>
                  <a:pt x="134433" y="78781"/>
                </a:lnTo>
                <a:lnTo>
                  <a:pt x="136615" y="73884"/>
                </a:lnTo>
                <a:lnTo>
                  <a:pt x="138580" y="68986"/>
                </a:lnTo>
                <a:lnTo>
                  <a:pt x="142071" y="65107"/>
                </a:lnTo>
                <a:lnTo>
                  <a:pt x="147091" y="62243"/>
                </a:lnTo>
                <a:lnTo>
                  <a:pt x="151892" y="59380"/>
                </a:lnTo>
                <a:lnTo>
                  <a:pt x="157130" y="57950"/>
                </a:lnTo>
                <a:lnTo>
                  <a:pt x="199601" y="57950"/>
                </a:lnTo>
                <a:lnTo>
                  <a:pt x="199169" y="57018"/>
                </a:lnTo>
                <a:lnTo>
                  <a:pt x="133560" y="57018"/>
                </a:lnTo>
                <a:lnTo>
                  <a:pt x="133560" y="2597"/>
                </a:lnTo>
                <a:close/>
              </a:path>
              <a:path w="819150" h="199389">
                <a:moveTo>
                  <a:pt x="199601" y="57950"/>
                </a:moveTo>
                <a:lnTo>
                  <a:pt x="170006" y="57950"/>
                </a:lnTo>
                <a:lnTo>
                  <a:pt x="175680" y="60071"/>
                </a:lnTo>
                <a:lnTo>
                  <a:pt x="179608" y="64312"/>
                </a:lnTo>
                <a:lnTo>
                  <a:pt x="183755" y="68556"/>
                </a:lnTo>
                <a:lnTo>
                  <a:pt x="185719" y="75333"/>
                </a:lnTo>
                <a:lnTo>
                  <a:pt x="185719" y="154283"/>
                </a:lnTo>
                <a:lnTo>
                  <a:pt x="204269" y="154283"/>
                </a:lnTo>
                <a:lnTo>
                  <a:pt x="204269" y="73884"/>
                </a:lnTo>
                <a:lnTo>
                  <a:pt x="202959" y="65674"/>
                </a:lnTo>
                <a:lnTo>
                  <a:pt x="200559" y="60019"/>
                </a:lnTo>
                <a:lnTo>
                  <a:pt x="199601" y="57950"/>
                </a:lnTo>
                <a:close/>
              </a:path>
              <a:path w="819150" h="199389">
                <a:moveTo>
                  <a:pt x="174589" y="41911"/>
                </a:moveTo>
                <a:lnTo>
                  <a:pt x="133560" y="57018"/>
                </a:lnTo>
                <a:lnTo>
                  <a:pt x="199169" y="57018"/>
                </a:lnTo>
                <a:lnTo>
                  <a:pt x="174589" y="41911"/>
                </a:lnTo>
                <a:close/>
              </a:path>
              <a:path w="819150" h="199389">
                <a:moveTo>
                  <a:pt x="254463" y="2597"/>
                </a:moveTo>
                <a:lnTo>
                  <a:pt x="235695" y="2597"/>
                </a:lnTo>
                <a:lnTo>
                  <a:pt x="235695" y="154283"/>
                </a:lnTo>
                <a:lnTo>
                  <a:pt x="254463" y="154283"/>
                </a:lnTo>
                <a:lnTo>
                  <a:pt x="254463" y="2597"/>
                </a:lnTo>
                <a:close/>
              </a:path>
              <a:path w="819150" h="199389">
                <a:moveTo>
                  <a:pt x="329318" y="41911"/>
                </a:moveTo>
                <a:lnTo>
                  <a:pt x="287390" y="62457"/>
                </a:lnTo>
                <a:lnTo>
                  <a:pt x="277814" y="99338"/>
                </a:lnTo>
                <a:lnTo>
                  <a:pt x="278711" y="112441"/>
                </a:lnTo>
                <a:lnTo>
                  <a:pt x="299734" y="148442"/>
                </a:lnTo>
                <a:lnTo>
                  <a:pt x="329318" y="156765"/>
                </a:lnTo>
                <a:lnTo>
                  <a:pt x="336363" y="156344"/>
                </a:lnTo>
                <a:lnTo>
                  <a:pt x="367003" y="141451"/>
                </a:lnTo>
                <a:lnTo>
                  <a:pt x="329318" y="141451"/>
                </a:lnTo>
                <a:lnTo>
                  <a:pt x="322594" y="140791"/>
                </a:lnTo>
                <a:lnTo>
                  <a:pt x="297592" y="109229"/>
                </a:lnTo>
                <a:lnTo>
                  <a:pt x="297019" y="99338"/>
                </a:lnTo>
                <a:lnTo>
                  <a:pt x="297592" y="89450"/>
                </a:lnTo>
                <a:lnTo>
                  <a:pt x="319934" y="57328"/>
                </a:lnTo>
                <a:lnTo>
                  <a:pt x="366860" y="57328"/>
                </a:lnTo>
                <a:lnTo>
                  <a:pt x="366418" y="56758"/>
                </a:lnTo>
                <a:lnTo>
                  <a:pt x="358688" y="50262"/>
                </a:lnTo>
                <a:lnTo>
                  <a:pt x="349914" y="45623"/>
                </a:lnTo>
                <a:lnTo>
                  <a:pt x="340117" y="42839"/>
                </a:lnTo>
                <a:lnTo>
                  <a:pt x="329318" y="41911"/>
                </a:lnTo>
                <a:close/>
              </a:path>
              <a:path w="819150" h="199389">
                <a:moveTo>
                  <a:pt x="366860" y="57328"/>
                </a:moveTo>
                <a:lnTo>
                  <a:pt x="329318" y="57328"/>
                </a:lnTo>
                <a:lnTo>
                  <a:pt x="335910" y="57984"/>
                </a:lnTo>
                <a:lnTo>
                  <a:pt x="341949" y="59954"/>
                </a:lnTo>
                <a:lnTo>
                  <a:pt x="361561" y="97786"/>
                </a:lnTo>
                <a:lnTo>
                  <a:pt x="361582" y="99338"/>
                </a:lnTo>
                <a:lnTo>
                  <a:pt x="361044" y="108839"/>
                </a:lnTo>
                <a:lnTo>
                  <a:pt x="335907" y="140794"/>
                </a:lnTo>
                <a:lnTo>
                  <a:pt x="329318" y="141451"/>
                </a:lnTo>
                <a:lnTo>
                  <a:pt x="367003" y="141451"/>
                </a:lnTo>
                <a:lnTo>
                  <a:pt x="380822" y="97786"/>
                </a:lnTo>
                <a:lnTo>
                  <a:pt x="379922" y="85405"/>
                </a:lnTo>
                <a:lnTo>
                  <a:pt x="377221" y="74440"/>
                </a:lnTo>
                <a:lnTo>
                  <a:pt x="372720" y="64891"/>
                </a:lnTo>
                <a:lnTo>
                  <a:pt x="366860" y="57328"/>
                </a:lnTo>
                <a:close/>
              </a:path>
              <a:path w="819150" h="199389">
                <a:moveTo>
                  <a:pt x="422723" y="44395"/>
                </a:moveTo>
                <a:lnTo>
                  <a:pt x="405919" y="44395"/>
                </a:lnTo>
                <a:lnTo>
                  <a:pt x="405919" y="154283"/>
                </a:lnTo>
                <a:lnTo>
                  <a:pt x="424469" y="154283"/>
                </a:lnTo>
                <a:lnTo>
                  <a:pt x="424469" y="88887"/>
                </a:lnTo>
                <a:lnTo>
                  <a:pt x="425560" y="81645"/>
                </a:lnTo>
                <a:lnTo>
                  <a:pt x="441492" y="61156"/>
                </a:lnTo>
                <a:lnTo>
                  <a:pt x="460647" y="61156"/>
                </a:lnTo>
                <a:lnTo>
                  <a:pt x="422723" y="61054"/>
                </a:lnTo>
                <a:lnTo>
                  <a:pt x="422723" y="44395"/>
                </a:lnTo>
                <a:close/>
              </a:path>
              <a:path w="819150" h="199389">
                <a:moveTo>
                  <a:pt x="460647" y="61156"/>
                </a:moveTo>
                <a:lnTo>
                  <a:pt x="450003" y="61156"/>
                </a:lnTo>
                <a:lnTo>
                  <a:pt x="454586" y="62501"/>
                </a:lnTo>
                <a:lnTo>
                  <a:pt x="459169" y="65192"/>
                </a:lnTo>
                <a:lnTo>
                  <a:pt x="460647" y="61156"/>
                </a:lnTo>
                <a:close/>
              </a:path>
              <a:path w="819150" h="199389">
                <a:moveTo>
                  <a:pt x="452622" y="41911"/>
                </a:moveTo>
                <a:lnTo>
                  <a:pt x="422723" y="61054"/>
                </a:lnTo>
                <a:lnTo>
                  <a:pt x="460684" y="61054"/>
                </a:lnTo>
                <a:lnTo>
                  <a:pt x="465498" y="47912"/>
                </a:lnTo>
                <a:lnTo>
                  <a:pt x="459169" y="43911"/>
                </a:lnTo>
                <a:lnTo>
                  <a:pt x="452622" y="41911"/>
                </a:lnTo>
                <a:close/>
              </a:path>
              <a:path w="819150" h="199389">
                <a:moveTo>
                  <a:pt x="497360" y="2597"/>
                </a:moveTo>
                <a:lnTo>
                  <a:pt x="478810" y="2597"/>
                </a:lnTo>
                <a:lnTo>
                  <a:pt x="478810" y="24009"/>
                </a:lnTo>
                <a:lnTo>
                  <a:pt x="497360" y="24009"/>
                </a:lnTo>
                <a:lnTo>
                  <a:pt x="497360" y="2597"/>
                </a:lnTo>
                <a:close/>
              </a:path>
              <a:path w="819150" h="199389">
                <a:moveTo>
                  <a:pt x="497360" y="44395"/>
                </a:moveTo>
                <a:lnTo>
                  <a:pt x="478810" y="44395"/>
                </a:lnTo>
                <a:lnTo>
                  <a:pt x="478810" y="154283"/>
                </a:lnTo>
                <a:lnTo>
                  <a:pt x="497360" y="154283"/>
                </a:lnTo>
                <a:lnTo>
                  <a:pt x="497360" y="44395"/>
                </a:lnTo>
                <a:close/>
              </a:path>
              <a:path w="819150" h="199389">
                <a:moveTo>
                  <a:pt x="573525" y="41911"/>
                </a:moveTo>
                <a:lnTo>
                  <a:pt x="532851" y="57755"/>
                </a:lnTo>
                <a:lnTo>
                  <a:pt x="520493" y="99443"/>
                </a:lnTo>
                <a:lnTo>
                  <a:pt x="520865" y="107633"/>
                </a:lnTo>
                <a:lnTo>
                  <a:pt x="538389" y="145542"/>
                </a:lnTo>
                <a:lnTo>
                  <a:pt x="567851" y="156765"/>
                </a:lnTo>
                <a:lnTo>
                  <a:pt x="577385" y="155743"/>
                </a:lnTo>
                <a:lnTo>
                  <a:pt x="585691" y="152678"/>
                </a:lnTo>
                <a:lnTo>
                  <a:pt x="592770" y="147569"/>
                </a:lnTo>
                <a:lnTo>
                  <a:pt x="597775" y="141451"/>
                </a:lnTo>
                <a:lnTo>
                  <a:pt x="561522" y="141451"/>
                </a:lnTo>
                <a:lnTo>
                  <a:pt x="554538" y="137967"/>
                </a:lnTo>
                <a:lnTo>
                  <a:pt x="539698" y="99443"/>
                </a:lnTo>
                <a:lnTo>
                  <a:pt x="540227" y="89256"/>
                </a:lnTo>
                <a:lnTo>
                  <a:pt x="560430" y="57328"/>
                </a:lnTo>
                <a:lnTo>
                  <a:pt x="615863" y="57328"/>
                </a:lnTo>
                <a:lnTo>
                  <a:pt x="615863" y="57018"/>
                </a:lnTo>
                <a:lnTo>
                  <a:pt x="597312" y="57018"/>
                </a:lnTo>
                <a:lnTo>
                  <a:pt x="594039" y="52535"/>
                </a:lnTo>
                <a:lnTo>
                  <a:pt x="589892" y="48896"/>
                </a:lnTo>
                <a:lnTo>
                  <a:pt x="579417" y="43308"/>
                </a:lnTo>
                <a:lnTo>
                  <a:pt x="573525" y="41911"/>
                </a:lnTo>
                <a:close/>
              </a:path>
              <a:path w="819150" h="199389">
                <a:moveTo>
                  <a:pt x="615863" y="140416"/>
                </a:moveTo>
                <a:lnTo>
                  <a:pt x="598622" y="140416"/>
                </a:lnTo>
                <a:lnTo>
                  <a:pt x="598622" y="154283"/>
                </a:lnTo>
                <a:lnTo>
                  <a:pt x="615863" y="154283"/>
                </a:lnTo>
                <a:lnTo>
                  <a:pt x="615863" y="140416"/>
                </a:lnTo>
                <a:close/>
              </a:path>
              <a:path w="819150" h="199389">
                <a:moveTo>
                  <a:pt x="615863" y="57328"/>
                </a:moveTo>
                <a:lnTo>
                  <a:pt x="577235" y="57328"/>
                </a:lnTo>
                <a:lnTo>
                  <a:pt x="584436" y="60846"/>
                </a:lnTo>
                <a:lnTo>
                  <a:pt x="590111" y="67883"/>
                </a:lnTo>
                <a:lnTo>
                  <a:pt x="593960" y="73910"/>
                </a:lnTo>
                <a:lnTo>
                  <a:pt x="596685" y="81438"/>
                </a:lnTo>
                <a:lnTo>
                  <a:pt x="598305" y="90466"/>
                </a:lnTo>
                <a:lnTo>
                  <a:pt x="598840" y="100995"/>
                </a:lnTo>
                <a:lnTo>
                  <a:pt x="598308" y="110581"/>
                </a:lnTo>
                <a:lnTo>
                  <a:pt x="577671" y="141451"/>
                </a:lnTo>
                <a:lnTo>
                  <a:pt x="597775" y="141451"/>
                </a:lnTo>
                <a:lnTo>
                  <a:pt x="598622" y="140416"/>
                </a:lnTo>
                <a:lnTo>
                  <a:pt x="615863" y="140416"/>
                </a:lnTo>
                <a:lnTo>
                  <a:pt x="615863" y="57328"/>
                </a:lnTo>
                <a:close/>
              </a:path>
              <a:path w="819150" h="199389">
                <a:moveTo>
                  <a:pt x="615863" y="2597"/>
                </a:moveTo>
                <a:lnTo>
                  <a:pt x="597312" y="2597"/>
                </a:lnTo>
                <a:lnTo>
                  <a:pt x="597312" y="57018"/>
                </a:lnTo>
                <a:lnTo>
                  <a:pt x="615863" y="57018"/>
                </a:lnTo>
                <a:lnTo>
                  <a:pt x="615863" y="2597"/>
                </a:lnTo>
                <a:close/>
              </a:path>
              <a:path w="819150" h="199389">
                <a:moveTo>
                  <a:pt x="693773" y="41911"/>
                </a:moveTo>
                <a:lnTo>
                  <a:pt x="656673" y="57225"/>
                </a:lnTo>
                <a:lnTo>
                  <a:pt x="642563" y="99131"/>
                </a:lnTo>
                <a:lnTo>
                  <a:pt x="642598" y="101890"/>
                </a:lnTo>
                <a:lnTo>
                  <a:pt x="656454" y="141918"/>
                </a:lnTo>
                <a:lnTo>
                  <a:pt x="694646" y="156765"/>
                </a:lnTo>
                <a:lnTo>
                  <a:pt x="703856" y="156183"/>
                </a:lnTo>
                <a:lnTo>
                  <a:pt x="732566" y="141451"/>
                </a:lnTo>
                <a:lnTo>
                  <a:pt x="685698" y="141451"/>
                </a:lnTo>
                <a:lnTo>
                  <a:pt x="678060" y="138244"/>
                </a:lnTo>
                <a:lnTo>
                  <a:pt x="661692" y="104098"/>
                </a:lnTo>
                <a:lnTo>
                  <a:pt x="743531" y="104098"/>
                </a:lnTo>
                <a:lnTo>
                  <a:pt x="743531" y="101890"/>
                </a:lnTo>
                <a:lnTo>
                  <a:pt x="743744" y="100270"/>
                </a:lnTo>
                <a:lnTo>
                  <a:pt x="743749" y="99131"/>
                </a:lnTo>
                <a:lnTo>
                  <a:pt x="743029" y="88785"/>
                </a:lnTo>
                <a:lnTo>
                  <a:pt x="662565" y="88785"/>
                </a:lnTo>
                <a:lnTo>
                  <a:pt x="663220" y="79196"/>
                </a:lnTo>
                <a:lnTo>
                  <a:pt x="666493" y="71539"/>
                </a:lnTo>
                <a:lnTo>
                  <a:pt x="672386" y="65812"/>
                </a:lnTo>
                <a:lnTo>
                  <a:pt x="678060" y="60087"/>
                </a:lnTo>
                <a:lnTo>
                  <a:pt x="685262" y="57225"/>
                </a:lnTo>
                <a:lnTo>
                  <a:pt x="730009" y="57225"/>
                </a:lnTo>
                <a:lnTo>
                  <a:pt x="729782" y="56915"/>
                </a:lnTo>
                <a:lnTo>
                  <a:pt x="722253" y="50351"/>
                </a:lnTo>
                <a:lnTo>
                  <a:pt x="713742" y="45662"/>
                </a:lnTo>
                <a:lnTo>
                  <a:pt x="704248" y="42849"/>
                </a:lnTo>
                <a:lnTo>
                  <a:pt x="693773" y="41911"/>
                </a:lnTo>
                <a:close/>
              </a:path>
              <a:path w="819150" h="199389">
                <a:moveTo>
                  <a:pt x="723890" y="118895"/>
                </a:moveTo>
                <a:lnTo>
                  <a:pt x="721052" y="126759"/>
                </a:lnTo>
                <a:lnTo>
                  <a:pt x="717124" y="132484"/>
                </a:lnTo>
                <a:lnTo>
                  <a:pt x="707522" y="139659"/>
                </a:lnTo>
                <a:lnTo>
                  <a:pt x="701629" y="141451"/>
                </a:lnTo>
                <a:lnTo>
                  <a:pt x="732566" y="141451"/>
                </a:lnTo>
                <a:lnTo>
                  <a:pt x="736574" y="136251"/>
                </a:lnTo>
                <a:lnTo>
                  <a:pt x="740315" y="129234"/>
                </a:lnTo>
                <a:lnTo>
                  <a:pt x="743094" y="121274"/>
                </a:lnTo>
                <a:lnTo>
                  <a:pt x="723890" y="118895"/>
                </a:lnTo>
                <a:close/>
              </a:path>
              <a:path w="819150" h="199389">
                <a:moveTo>
                  <a:pt x="730009" y="57225"/>
                </a:moveTo>
                <a:lnTo>
                  <a:pt x="703375" y="57225"/>
                </a:lnTo>
                <a:lnTo>
                  <a:pt x="711014" y="60811"/>
                </a:lnTo>
                <a:lnTo>
                  <a:pt x="716906" y="67986"/>
                </a:lnTo>
                <a:lnTo>
                  <a:pt x="720834" y="72609"/>
                </a:lnTo>
                <a:lnTo>
                  <a:pt x="723235" y="79541"/>
                </a:lnTo>
                <a:lnTo>
                  <a:pt x="724108" y="88785"/>
                </a:lnTo>
                <a:lnTo>
                  <a:pt x="743029" y="88785"/>
                </a:lnTo>
                <a:lnTo>
                  <a:pt x="742856" y="86287"/>
                </a:lnTo>
                <a:lnTo>
                  <a:pt x="740203" y="74970"/>
                </a:lnTo>
                <a:lnTo>
                  <a:pt x="735831" y="65179"/>
                </a:lnTo>
                <a:lnTo>
                  <a:pt x="730009" y="57225"/>
                </a:lnTo>
                <a:close/>
              </a:path>
              <a:path w="819150" h="199389">
                <a:moveTo>
                  <a:pt x="782159" y="0"/>
                </a:moveTo>
                <a:lnTo>
                  <a:pt x="768846" y="0"/>
                </a:lnTo>
                <a:lnTo>
                  <a:pt x="774568" y="10092"/>
                </a:lnTo>
                <a:lnTo>
                  <a:pt x="779267" y="18629"/>
                </a:lnTo>
                <a:lnTo>
                  <a:pt x="795253" y="60846"/>
                </a:lnTo>
                <a:lnTo>
                  <a:pt x="799836" y="99443"/>
                </a:lnTo>
                <a:lnTo>
                  <a:pt x="797878" y="124321"/>
                </a:lnTo>
                <a:lnTo>
                  <a:pt x="792034" y="149186"/>
                </a:lnTo>
                <a:lnTo>
                  <a:pt x="782343" y="174039"/>
                </a:lnTo>
                <a:lnTo>
                  <a:pt x="768846" y="198877"/>
                </a:lnTo>
                <a:lnTo>
                  <a:pt x="782159" y="198877"/>
                </a:lnTo>
                <a:lnTo>
                  <a:pt x="802475" y="165974"/>
                </a:lnTo>
                <a:lnTo>
                  <a:pt x="816176" y="126810"/>
                </a:lnTo>
                <a:lnTo>
                  <a:pt x="818822" y="99338"/>
                </a:lnTo>
                <a:lnTo>
                  <a:pt x="818331" y="87154"/>
                </a:lnTo>
                <a:lnTo>
                  <a:pt x="805605" y="39081"/>
                </a:lnTo>
                <a:lnTo>
                  <a:pt x="791202" y="13006"/>
                </a:lnTo>
                <a:lnTo>
                  <a:pt x="78215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20" name="object 120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2222611" y="4212573"/>
            <a:ext cx="1885529" cy="196922"/>
          </a:xfrm>
          <a:prstGeom prst="rect">
            <a:avLst/>
          </a:prstGeom>
        </p:spPr>
      </p:pic>
      <p:pic>
        <p:nvPicPr>
          <p:cNvPr id="121" name="object 121"/>
          <p:cNvPicPr/>
          <p:nvPr/>
        </p:nvPicPr>
        <p:blipFill>
          <a:blip r:embed="rId44" cstate="print"/>
          <a:stretch>
            <a:fillRect/>
          </a:stretch>
        </p:blipFill>
        <p:spPr>
          <a:xfrm>
            <a:off x="2211699" y="2488336"/>
            <a:ext cx="1885529" cy="196834"/>
          </a:xfrm>
          <a:prstGeom prst="rect">
            <a:avLst/>
          </a:prstGeom>
        </p:spPr>
      </p:pic>
      <p:sp>
        <p:nvSpPr>
          <p:cNvPr id="122" name="object 122"/>
          <p:cNvSpPr/>
          <p:nvPr/>
        </p:nvSpPr>
        <p:spPr>
          <a:xfrm>
            <a:off x="9098226" y="1224928"/>
            <a:ext cx="742950" cy="890269"/>
          </a:xfrm>
          <a:custGeom>
            <a:avLst/>
            <a:gdLst/>
            <a:ahLst/>
            <a:cxnLst/>
            <a:rect l="l" t="t" r="r" b="b"/>
            <a:pathLst>
              <a:path w="742950" h="890269">
                <a:moveTo>
                  <a:pt x="446307" y="444995"/>
                </a:moveTo>
                <a:lnTo>
                  <a:pt x="446307" y="0"/>
                </a:lnTo>
              </a:path>
              <a:path w="742950" h="890269">
                <a:moveTo>
                  <a:pt x="446307" y="444995"/>
                </a:moveTo>
                <a:lnTo>
                  <a:pt x="446307" y="890000"/>
                </a:lnTo>
              </a:path>
              <a:path w="742950" h="890269">
                <a:moveTo>
                  <a:pt x="446307" y="444995"/>
                </a:moveTo>
                <a:lnTo>
                  <a:pt x="742613" y="444995"/>
                </a:lnTo>
              </a:path>
              <a:path w="742950" h="890269">
                <a:moveTo>
                  <a:pt x="446307" y="444995"/>
                </a:moveTo>
                <a:lnTo>
                  <a:pt x="0" y="444995"/>
                </a:lnTo>
              </a:path>
            </a:pathLst>
          </a:custGeom>
          <a:ln w="18569">
            <a:solidFill>
              <a:srgbClr val="FF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23" name="object 123"/>
          <p:cNvSpPr/>
          <p:nvPr/>
        </p:nvSpPr>
        <p:spPr>
          <a:xfrm>
            <a:off x="9894212" y="1569213"/>
            <a:ext cx="254635" cy="222250"/>
          </a:xfrm>
          <a:custGeom>
            <a:avLst/>
            <a:gdLst/>
            <a:ahLst/>
            <a:cxnLst/>
            <a:rect l="l" t="t" r="r" b="b"/>
            <a:pathLst>
              <a:path w="254634" h="222250">
                <a:moveTo>
                  <a:pt x="101692" y="0"/>
                </a:moveTo>
                <a:lnTo>
                  <a:pt x="61611" y="7300"/>
                </a:lnTo>
                <a:lnTo>
                  <a:pt x="28441" y="28936"/>
                </a:lnTo>
                <a:lnTo>
                  <a:pt x="7243" y="63926"/>
                </a:lnTo>
                <a:lnTo>
                  <a:pt x="0" y="109425"/>
                </a:lnTo>
                <a:lnTo>
                  <a:pt x="714" y="124565"/>
                </a:lnTo>
                <a:lnTo>
                  <a:pt x="11405" y="166996"/>
                </a:lnTo>
                <a:lnTo>
                  <a:pt x="34349" y="200084"/>
                </a:lnTo>
                <a:lnTo>
                  <a:pt x="69675" y="218553"/>
                </a:lnTo>
                <a:lnTo>
                  <a:pt x="101258" y="222095"/>
                </a:lnTo>
                <a:lnTo>
                  <a:pt x="117425" y="220948"/>
                </a:lnTo>
                <a:lnTo>
                  <a:pt x="132307" y="217503"/>
                </a:lnTo>
                <a:lnTo>
                  <a:pt x="145899" y="211757"/>
                </a:lnTo>
                <a:lnTo>
                  <a:pt x="158195" y="203709"/>
                </a:lnTo>
                <a:lnTo>
                  <a:pt x="164415" y="197775"/>
                </a:lnTo>
                <a:lnTo>
                  <a:pt x="98903" y="197775"/>
                </a:lnTo>
                <a:lnTo>
                  <a:pt x="89226" y="197144"/>
                </a:lnTo>
                <a:lnTo>
                  <a:pt x="47634" y="174973"/>
                </a:lnTo>
                <a:lnTo>
                  <a:pt x="31397" y="134954"/>
                </a:lnTo>
                <a:lnTo>
                  <a:pt x="29382" y="109301"/>
                </a:lnTo>
                <a:lnTo>
                  <a:pt x="29806" y="98749"/>
                </a:lnTo>
                <a:lnTo>
                  <a:pt x="40149" y="58562"/>
                </a:lnTo>
                <a:lnTo>
                  <a:pt x="68440" y="30995"/>
                </a:lnTo>
                <a:lnTo>
                  <a:pt x="101103" y="24320"/>
                </a:lnTo>
                <a:lnTo>
                  <a:pt x="164968" y="24320"/>
                </a:lnTo>
                <a:lnTo>
                  <a:pt x="156056" y="16409"/>
                </a:lnTo>
                <a:lnTo>
                  <a:pt x="144393" y="9230"/>
                </a:lnTo>
                <a:lnTo>
                  <a:pt x="131443" y="4102"/>
                </a:lnTo>
                <a:lnTo>
                  <a:pt x="117208" y="1025"/>
                </a:lnTo>
                <a:lnTo>
                  <a:pt x="101692" y="0"/>
                </a:lnTo>
                <a:close/>
              </a:path>
              <a:path w="254634" h="222250">
                <a:moveTo>
                  <a:pt x="161914" y="143140"/>
                </a:moveTo>
                <a:lnTo>
                  <a:pt x="139443" y="183993"/>
                </a:lnTo>
                <a:lnTo>
                  <a:pt x="98903" y="197775"/>
                </a:lnTo>
                <a:lnTo>
                  <a:pt x="164415" y="197775"/>
                </a:lnTo>
                <a:lnTo>
                  <a:pt x="168928" y="193470"/>
                </a:lnTo>
                <a:lnTo>
                  <a:pt x="177880" y="181157"/>
                </a:lnTo>
                <a:lnTo>
                  <a:pt x="185048" y="166770"/>
                </a:lnTo>
                <a:lnTo>
                  <a:pt x="190429" y="150309"/>
                </a:lnTo>
                <a:lnTo>
                  <a:pt x="161914" y="143140"/>
                </a:lnTo>
                <a:close/>
              </a:path>
              <a:path w="254634" h="222250">
                <a:moveTo>
                  <a:pt x="164968" y="24320"/>
                </a:moveTo>
                <a:lnTo>
                  <a:pt x="101103" y="24320"/>
                </a:lnTo>
                <a:lnTo>
                  <a:pt x="111436" y="24987"/>
                </a:lnTo>
                <a:lnTo>
                  <a:pt x="120858" y="26989"/>
                </a:lnTo>
                <a:lnTo>
                  <a:pt x="154525" y="58231"/>
                </a:lnTo>
                <a:lnTo>
                  <a:pt x="158691" y="69159"/>
                </a:lnTo>
                <a:lnTo>
                  <a:pt x="186772" y="62546"/>
                </a:lnTo>
                <a:lnTo>
                  <a:pt x="181593" y="48519"/>
                </a:lnTo>
                <a:lnTo>
                  <a:pt x="174750" y="36152"/>
                </a:lnTo>
                <a:lnTo>
                  <a:pt x="166239" y="25447"/>
                </a:lnTo>
                <a:lnTo>
                  <a:pt x="164968" y="24320"/>
                </a:lnTo>
                <a:close/>
              </a:path>
              <a:path w="254634" h="222250">
                <a:moveTo>
                  <a:pt x="254495" y="3677"/>
                </a:moveTo>
                <a:lnTo>
                  <a:pt x="228056" y="3677"/>
                </a:lnTo>
                <a:lnTo>
                  <a:pt x="228056" y="218418"/>
                </a:lnTo>
                <a:lnTo>
                  <a:pt x="254495" y="218418"/>
                </a:lnTo>
                <a:lnTo>
                  <a:pt x="254495" y="367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4" name="object 124"/>
          <p:cNvSpPr/>
          <p:nvPr/>
        </p:nvSpPr>
        <p:spPr>
          <a:xfrm>
            <a:off x="9183097" y="3080018"/>
            <a:ext cx="740410" cy="873760"/>
          </a:xfrm>
          <a:custGeom>
            <a:avLst/>
            <a:gdLst/>
            <a:ahLst/>
            <a:cxnLst/>
            <a:rect l="l" t="t" r="r" b="b"/>
            <a:pathLst>
              <a:path w="740409" h="873760">
                <a:moveTo>
                  <a:pt x="390202" y="0"/>
                </a:moveTo>
                <a:lnTo>
                  <a:pt x="390202" y="404474"/>
                </a:lnTo>
              </a:path>
              <a:path w="740409" h="873760">
                <a:moveTo>
                  <a:pt x="390202" y="404474"/>
                </a:moveTo>
                <a:lnTo>
                  <a:pt x="0" y="509160"/>
                </a:lnTo>
              </a:path>
              <a:path w="740409" h="873760">
                <a:moveTo>
                  <a:pt x="390202" y="404474"/>
                </a:moveTo>
                <a:lnTo>
                  <a:pt x="740018" y="606711"/>
                </a:lnTo>
              </a:path>
              <a:path w="740409" h="873760">
                <a:moveTo>
                  <a:pt x="740018" y="606711"/>
                </a:moveTo>
                <a:lnTo>
                  <a:pt x="740018" y="873636"/>
                </a:lnTo>
              </a:path>
            </a:pathLst>
          </a:custGeom>
          <a:ln w="1684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125" name="object 125"/>
          <p:cNvPicPr/>
          <p:nvPr/>
        </p:nvPicPr>
        <p:blipFill>
          <a:blip r:embed="rId45" cstate="print"/>
          <a:stretch>
            <a:fillRect/>
          </a:stretch>
        </p:blipFill>
        <p:spPr>
          <a:xfrm>
            <a:off x="9835648" y="3999646"/>
            <a:ext cx="230339" cy="201866"/>
          </a:xfrm>
          <a:prstGeom prst="rect">
            <a:avLst/>
          </a:prstGeom>
        </p:spPr>
      </p:pic>
      <p:sp>
        <p:nvSpPr>
          <p:cNvPr id="126" name="object 126"/>
          <p:cNvSpPr txBox="1"/>
          <p:nvPr/>
        </p:nvSpPr>
        <p:spPr>
          <a:xfrm>
            <a:off x="507288" y="4902964"/>
            <a:ext cx="11325860" cy="137985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241300" marR="5080" indent="-229235">
              <a:lnSpc>
                <a:spcPts val="2380"/>
              </a:lnSpc>
              <a:spcBef>
                <a:spcPts val="180"/>
              </a:spcBef>
              <a:tabLst>
                <a:tab pos="241300" algn="l"/>
              </a:tabLst>
            </a:pPr>
            <a:r>
              <a:rPr sz="2200" spc="-5" dirty="0">
                <a:latin typeface="Arial MT"/>
                <a:cs typeface="Arial MT"/>
              </a:rPr>
              <a:t>•	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In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example</a:t>
            </a:r>
            <a:r>
              <a:rPr sz="22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there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are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two</a:t>
            </a:r>
            <a:r>
              <a:rPr sz="2200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possible</a:t>
            </a:r>
            <a:r>
              <a:rPr sz="2200" spc="3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regiochemistries</a:t>
            </a:r>
            <a:r>
              <a:rPr sz="22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2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addition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(regiochemistry:</a:t>
            </a:r>
            <a:r>
              <a:rPr sz="22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possibility </a:t>
            </a:r>
            <a:r>
              <a:rPr sz="2200" spc="-484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reactions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to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lead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to</a:t>
            </a:r>
            <a:r>
              <a:rPr sz="22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different</a:t>
            </a:r>
            <a:r>
              <a:rPr sz="2200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structural</a:t>
            </a:r>
            <a:r>
              <a:rPr sz="220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isomers: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in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example</a:t>
            </a:r>
            <a:r>
              <a:rPr sz="22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above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which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3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two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possible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C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will</a:t>
            </a:r>
            <a:r>
              <a:rPr sz="22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Cl 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form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a bond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to?)</a:t>
            </a:r>
            <a:endParaRPr sz="220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695"/>
              </a:spcBef>
              <a:tabLst>
                <a:tab pos="241300" algn="l"/>
              </a:tabLst>
            </a:pPr>
            <a:r>
              <a:rPr sz="2200" spc="-5" dirty="0">
                <a:latin typeface="Arial MT"/>
                <a:cs typeface="Arial MT"/>
              </a:rPr>
              <a:t>•	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Addition</a:t>
            </a:r>
            <a:r>
              <a:rPr sz="220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H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to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'</a:t>
            </a:r>
            <a:r>
              <a:rPr sz="2200" i="1" spc="-5" dirty="0">
                <a:latin typeface="Calibri" panose="020F0502020204030204"/>
                <a:cs typeface="Calibri" panose="020F0502020204030204"/>
              </a:rPr>
              <a:t>less</a:t>
            </a:r>
            <a:r>
              <a:rPr sz="2200" i="1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i="1" spc="-15" dirty="0">
                <a:latin typeface="Calibri" panose="020F0502020204030204"/>
                <a:cs typeface="Calibri" panose="020F0502020204030204"/>
              </a:rPr>
              <a:t>substituted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'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C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dirty="0">
                <a:latin typeface="Calibri" panose="020F0502020204030204"/>
                <a:cs typeface="Calibri" panose="020F0502020204030204"/>
              </a:rPr>
              <a:t>of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C=C,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(-Cl</a:t>
            </a:r>
            <a:r>
              <a:rPr sz="2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to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'</a:t>
            </a:r>
            <a:r>
              <a:rPr sz="2200" i="1" spc="-5" dirty="0">
                <a:latin typeface="Calibri" panose="020F0502020204030204"/>
                <a:cs typeface="Calibri" panose="020F0502020204030204"/>
              </a:rPr>
              <a:t>more</a:t>
            </a:r>
            <a:r>
              <a:rPr sz="2200" i="1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i="1" spc="-10" dirty="0">
                <a:latin typeface="Calibri" panose="020F0502020204030204"/>
                <a:cs typeface="Calibri" panose="020F0502020204030204"/>
              </a:rPr>
              <a:t>substituted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‘),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is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an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empirical</a:t>
            </a:r>
            <a:r>
              <a:rPr sz="220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rule</a:t>
            </a:r>
            <a:endParaRPr sz="2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7" name="object 127"/>
          <p:cNvSpPr txBox="1"/>
          <p:nvPr/>
        </p:nvSpPr>
        <p:spPr>
          <a:xfrm>
            <a:off x="736193" y="6280124"/>
            <a:ext cx="2694940" cy="304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185"/>
              </a:lnSpc>
            </a:pPr>
            <a:r>
              <a:rPr sz="2200" spc="-30" dirty="0">
                <a:latin typeface="Calibri" panose="020F0502020204030204"/>
                <a:cs typeface="Calibri" panose="020F0502020204030204"/>
              </a:rPr>
              <a:t>(MARKOVNIKOV'S</a:t>
            </a:r>
            <a:r>
              <a:rPr sz="2200" spc="3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Rule)</a:t>
            </a:r>
            <a:endParaRPr sz="2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8" name="object 1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27401" y="267969"/>
            <a:ext cx="653542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Alkenes:</a:t>
            </a:r>
            <a:r>
              <a:rPr spc="-25" dirty="0"/>
              <a:t> </a:t>
            </a:r>
            <a:r>
              <a:rPr spc="-15" dirty="0"/>
              <a:t>orientation</a:t>
            </a:r>
            <a:r>
              <a:rPr spc="-25" dirty="0"/>
              <a:t> </a:t>
            </a:r>
            <a:r>
              <a:rPr spc="-5" dirty="0"/>
              <a:t>of</a:t>
            </a:r>
            <a:r>
              <a:rPr spc="-25" dirty="0"/>
              <a:t> </a:t>
            </a:r>
            <a:r>
              <a:rPr spc="-5" dirty="0"/>
              <a:t>addition</a:t>
            </a:r>
            <a:endParaRPr spc="-5" dirty="0"/>
          </a:p>
        </p:txBody>
      </p:sp>
      <p:sp>
        <p:nvSpPr>
          <p:cNvPr id="3" name="object 3"/>
          <p:cNvSpPr txBox="1"/>
          <p:nvPr/>
        </p:nvSpPr>
        <p:spPr>
          <a:xfrm>
            <a:off x="539191" y="4991227"/>
            <a:ext cx="10761980" cy="150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6700" indent="-228600">
              <a:lnSpc>
                <a:spcPts val="2735"/>
              </a:lnSpc>
              <a:spcBef>
                <a:spcPts val="100"/>
              </a:spcBef>
              <a:buFont typeface="Arial MT"/>
              <a:buChar char="•"/>
              <a:tabLst>
                <a:tab pos="266700" algn="l"/>
                <a:tab pos="614045" algn="l"/>
                <a:tab pos="1216025" algn="l"/>
                <a:tab pos="1697355" algn="l"/>
                <a:tab pos="3319145" algn="l"/>
                <a:tab pos="3785870" algn="l"/>
                <a:tab pos="5382895" algn="l"/>
                <a:tab pos="6288405" algn="l"/>
                <a:tab pos="6710680" algn="l"/>
                <a:tab pos="7294245" algn="l"/>
                <a:tab pos="7940675" algn="l"/>
                <a:tab pos="9120505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It	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can	</a:t>
            </a:r>
            <a:r>
              <a:rPr sz="2400" dirty="0">
                <a:latin typeface="Calibri" panose="020F0502020204030204"/>
                <a:cs typeface="Calibri" panose="020F0502020204030204"/>
              </a:rPr>
              <a:t>be	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rationalised	by	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considering	</a:t>
            </a:r>
            <a:r>
              <a:rPr sz="2400" dirty="0">
                <a:latin typeface="Calibri" panose="020F0502020204030204"/>
                <a:cs typeface="Calibri" panose="020F0502020204030204"/>
              </a:rPr>
              <a:t>which	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of	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	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two	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possible	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intermediate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>
              <a:lnSpc>
                <a:spcPts val="2735"/>
              </a:lnSpc>
            </a:pPr>
            <a:r>
              <a:rPr sz="2400" i="1" spc="-5" dirty="0">
                <a:latin typeface="Calibri" panose="020F0502020204030204"/>
                <a:cs typeface="Calibri" panose="020F0502020204030204"/>
              </a:rPr>
              <a:t>carbenium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 ions</a:t>
            </a:r>
            <a:r>
              <a:rPr sz="2400" i="1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will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more readily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form.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ts val="2735"/>
              </a:lnSpc>
              <a:spcBef>
                <a:spcPts val="720"/>
              </a:spcBef>
              <a:buFont typeface="Arial MT"/>
              <a:buChar char="•"/>
              <a:tabLst>
                <a:tab pos="266700" algn="l"/>
                <a:tab pos="1056005" algn="l"/>
                <a:tab pos="1609090" algn="l"/>
                <a:tab pos="2007235" algn="l"/>
                <a:tab pos="3471545" algn="l"/>
                <a:tab pos="4000500" algn="l"/>
                <a:tab pos="4852670" algn="l"/>
                <a:tab pos="5649595" algn="l"/>
                <a:tab pos="6625590" algn="l"/>
                <a:tab pos="7027545" algn="l"/>
                <a:tab pos="7353300" algn="l"/>
                <a:tab pos="8149590" algn="l"/>
                <a:tab pos="9197975" algn="l"/>
                <a:tab pos="975106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Since	the	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3</a:t>
            </a:r>
            <a:r>
              <a:rPr sz="2400" spc="-15" baseline="24000" dirty="0">
                <a:latin typeface="Calibri" panose="020F0502020204030204"/>
                <a:cs typeface="Calibri" panose="020F0502020204030204"/>
              </a:rPr>
              <a:t>o	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carbenium	</a:t>
            </a:r>
            <a:r>
              <a:rPr sz="2400" dirty="0">
                <a:latin typeface="Calibri" panose="020F0502020204030204"/>
                <a:cs typeface="Calibri" panose="020F0502020204030204"/>
              </a:rPr>
              <a:t>ion	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forms	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more	readily	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(it	</a:t>
            </a:r>
            <a:r>
              <a:rPr sz="2400" dirty="0">
                <a:latin typeface="Calibri" panose="020F0502020204030204"/>
                <a:cs typeface="Calibri" panose="020F0502020204030204"/>
              </a:rPr>
              <a:t>is	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more	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stable),	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the	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product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>
              <a:lnSpc>
                <a:spcPts val="2735"/>
              </a:lnSpc>
            </a:pPr>
            <a:r>
              <a:rPr sz="2400" spc="-10" dirty="0">
                <a:latin typeface="Calibri" panose="020F0502020204030204"/>
                <a:cs typeface="Calibri" panose="020F0502020204030204"/>
              </a:rPr>
              <a:t>derived</a:t>
            </a:r>
            <a:r>
              <a:rPr sz="24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from</a:t>
            </a:r>
            <a:r>
              <a:rPr sz="2400" dirty="0">
                <a:latin typeface="Calibri" panose="020F0502020204030204"/>
                <a:cs typeface="Calibri" panose="020F0502020204030204"/>
              </a:rPr>
              <a:t> this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(</a:t>
            </a:r>
            <a:r>
              <a:rPr sz="2400" spc="-10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2-chloromethylpropane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)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favoured</a:t>
            </a:r>
            <a:endParaRPr sz="24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133470" y="1416769"/>
            <a:ext cx="3230245" cy="2175510"/>
            <a:chOff x="4133470" y="1416769"/>
            <a:chExt cx="3230245" cy="2175510"/>
          </a:xfrm>
        </p:grpSpPr>
        <p:sp>
          <p:nvSpPr>
            <p:cNvPr id="5" name="object 5"/>
            <p:cNvSpPr/>
            <p:nvPr/>
          </p:nvSpPr>
          <p:spPr>
            <a:xfrm>
              <a:off x="4291037" y="1423119"/>
              <a:ext cx="3066415" cy="2134870"/>
            </a:xfrm>
            <a:custGeom>
              <a:avLst/>
              <a:gdLst/>
              <a:ahLst/>
              <a:cxnLst/>
              <a:rect l="l" t="t" r="r" b="b"/>
              <a:pathLst>
                <a:path w="3066415" h="2134870">
                  <a:moveTo>
                    <a:pt x="0" y="2134388"/>
                  </a:moveTo>
                  <a:lnTo>
                    <a:pt x="29737" y="2031629"/>
                  </a:lnTo>
                  <a:lnTo>
                    <a:pt x="35972" y="2009335"/>
                  </a:lnTo>
                  <a:lnTo>
                    <a:pt x="63261" y="1920207"/>
                  </a:lnTo>
                  <a:lnTo>
                    <a:pt x="69447" y="1897912"/>
                  </a:lnTo>
                  <a:lnTo>
                    <a:pt x="96736" y="1812513"/>
                  </a:lnTo>
                  <a:lnTo>
                    <a:pt x="104195" y="1791440"/>
                  </a:lnTo>
                  <a:lnTo>
                    <a:pt x="131485" y="1707279"/>
                  </a:lnTo>
                  <a:lnTo>
                    <a:pt x="138944" y="1687444"/>
                  </a:lnTo>
                  <a:lnTo>
                    <a:pt x="166233" y="1605741"/>
                  </a:lnTo>
                  <a:lnTo>
                    <a:pt x="173659" y="1585939"/>
                  </a:lnTo>
                  <a:lnTo>
                    <a:pt x="202206" y="1507917"/>
                  </a:lnTo>
                  <a:lnTo>
                    <a:pt x="209632" y="1489352"/>
                  </a:lnTo>
                  <a:lnTo>
                    <a:pt x="238194" y="1413838"/>
                  </a:lnTo>
                  <a:lnTo>
                    <a:pt x="245620" y="1395273"/>
                  </a:lnTo>
                  <a:lnTo>
                    <a:pt x="274167" y="1322251"/>
                  </a:lnTo>
                  <a:lnTo>
                    <a:pt x="281593" y="1304907"/>
                  </a:lnTo>
                  <a:lnTo>
                    <a:pt x="311380" y="1234344"/>
                  </a:lnTo>
                  <a:lnTo>
                    <a:pt x="318806" y="1217017"/>
                  </a:lnTo>
                  <a:lnTo>
                    <a:pt x="348576" y="1150134"/>
                  </a:lnTo>
                  <a:lnTo>
                    <a:pt x="356052" y="1134027"/>
                  </a:lnTo>
                  <a:lnTo>
                    <a:pt x="385789" y="1068431"/>
                  </a:lnTo>
                  <a:lnTo>
                    <a:pt x="393264" y="1052325"/>
                  </a:lnTo>
                  <a:lnTo>
                    <a:pt x="424275" y="990442"/>
                  </a:lnTo>
                  <a:lnTo>
                    <a:pt x="431701" y="975574"/>
                  </a:lnTo>
                  <a:lnTo>
                    <a:pt x="461488" y="914928"/>
                  </a:lnTo>
                  <a:lnTo>
                    <a:pt x="470187" y="901281"/>
                  </a:lnTo>
                  <a:lnTo>
                    <a:pt x="499924" y="843094"/>
                  </a:lnTo>
                  <a:lnTo>
                    <a:pt x="508624" y="829480"/>
                  </a:lnTo>
                  <a:lnTo>
                    <a:pt x="538411" y="775023"/>
                  </a:lnTo>
                  <a:lnTo>
                    <a:pt x="547094" y="761376"/>
                  </a:lnTo>
                  <a:lnTo>
                    <a:pt x="578121" y="709411"/>
                  </a:lnTo>
                  <a:lnTo>
                    <a:pt x="585547" y="697001"/>
                  </a:lnTo>
                  <a:lnTo>
                    <a:pt x="616558" y="646273"/>
                  </a:lnTo>
                  <a:lnTo>
                    <a:pt x="623984" y="635118"/>
                  </a:lnTo>
                  <a:lnTo>
                    <a:pt x="654994" y="586849"/>
                  </a:lnTo>
                  <a:lnTo>
                    <a:pt x="663694" y="575710"/>
                  </a:lnTo>
                  <a:lnTo>
                    <a:pt x="694705" y="531121"/>
                  </a:lnTo>
                  <a:lnTo>
                    <a:pt x="702180" y="519982"/>
                  </a:lnTo>
                  <a:lnTo>
                    <a:pt x="733191" y="477885"/>
                  </a:lnTo>
                  <a:lnTo>
                    <a:pt x="741841" y="466746"/>
                  </a:lnTo>
                  <a:lnTo>
                    <a:pt x="772851" y="427125"/>
                  </a:lnTo>
                  <a:lnTo>
                    <a:pt x="780327" y="417207"/>
                  </a:lnTo>
                  <a:lnTo>
                    <a:pt x="812562" y="380077"/>
                  </a:lnTo>
                  <a:lnTo>
                    <a:pt x="819988" y="370159"/>
                  </a:lnTo>
                  <a:lnTo>
                    <a:pt x="851015" y="335488"/>
                  </a:lnTo>
                  <a:lnTo>
                    <a:pt x="859698" y="326841"/>
                  </a:lnTo>
                  <a:lnTo>
                    <a:pt x="890725" y="293408"/>
                  </a:lnTo>
                  <a:lnTo>
                    <a:pt x="898151" y="285982"/>
                  </a:lnTo>
                  <a:lnTo>
                    <a:pt x="930435" y="255057"/>
                  </a:lnTo>
                  <a:lnTo>
                    <a:pt x="937861" y="247598"/>
                  </a:lnTo>
                  <a:lnTo>
                    <a:pt x="968872" y="219148"/>
                  </a:lnTo>
                  <a:lnTo>
                    <a:pt x="977571" y="211689"/>
                  </a:lnTo>
                  <a:lnTo>
                    <a:pt x="1008582" y="185715"/>
                  </a:lnTo>
                  <a:lnTo>
                    <a:pt x="1016008" y="179526"/>
                  </a:lnTo>
                  <a:lnTo>
                    <a:pt x="1047019" y="156011"/>
                  </a:lnTo>
                  <a:lnTo>
                    <a:pt x="1054494" y="149823"/>
                  </a:lnTo>
                  <a:lnTo>
                    <a:pt x="1085505" y="127528"/>
                  </a:lnTo>
                  <a:lnTo>
                    <a:pt x="1092931" y="122561"/>
                  </a:lnTo>
                  <a:lnTo>
                    <a:pt x="1123942" y="102775"/>
                  </a:lnTo>
                  <a:lnTo>
                    <a:pt x="1131417" y="99045"/>
                  </a:lnTo>
                  <a:lnTo>
                    <a:pt x="1162428" y="81718"/>
                  </a:lnTo>
                  <a:lnTo>
                    <a:pt x="1169854" y="76751"/>
                  </a:lnTo>
                  <a:lnTo>
                    <a:pt x="1200865" y="61916"/>
                  </a:lnTo>
                  <a:lnTo>
                    <a:pt x="1208291" y="58186"/>
                  </a:lnTo>
                  <a:lnTo>
                    <a:pt x="1238078" y="45809"/>
                  </a:lnTo>
                  <a:lnTo>
                    <a:pt x="1245537" y="42080"/>
                  </a:lnTo>
                  <a:lnTo>
                    <a:pt x="1275290" y="30941"/>
                  </a:lnTo>
                  <a:lnTo>
                    <a:pt x="1282749" y="28482"/>
                  </a:lnTo>
                  <a:lnTo>
                    <a:pt x="1312536" y="19802"/>
                  </a:lnTo>
                  <a:lnTo>
                    <a:pt x="1319962" y="18564"/>
                  </a:lnTo>
                  <a:lnTo>
                    <a:pt x="1349749" y="11155"/>
                  </a:lnTo>
                  <a:lnTo>
                    <a:pt x="1357175" y="9917"/>
                  </a:lnTo>
                  <a:lnTo>
                    <a:pt x="1385721" y="4967"/>
                  </a:lnTo>
                  <a:lnTo>
                    <a:pt x="1393147" y="3729"/>
                  </a:lnTo>
                  <a:lnTo>
                    <a:pt x="1421694" y="1237"/>
                  </a:lnTo>
                  <a:lnTo>
                    <a:pt x="1429120" y="1237"/>
                  </a:lnTo>
                  <a:lnTo>
                    <a:pt x="1457683" y="0"/>
                  </a:lnTo>
                  <a:lnTo>
                    <a:pt x="1465109" y="0"/>
                  </a:lnTo>
                  <a:lnTo>
                    <a:pt x="1492382" y="2458"/>
                  </a:lnTo>
                  <a:lnTo>
                    <a:pt x="1499857" y="2458"/>
                  </a:lnTo>
                  <a:lnTo>
                    <a:pt x="1561878" y="12376"/>
                  </a:lnTo>
                  <a:lnTo>
                    <a:pt x="1601556" y="23515"/>
                  </a:lnTo>
                  <a:lnTo>
                    <a:pt x="1627638" y="32162"/>
                  </a:lnTo>
                  <a:lnTo>
                    <a:pt x="1633840" y="34671"/>
                  </a:lnTo>
                  <a:lnTo>
                    <a:pt x="1659889" y="45809"/>
                  </a:lnTo>
                  <a:lnTo>
                    <a:pt x="1666074" y="48268"/>
                  </a:lnTo>
                  <a:lnTo>
                    <a:pt x="1692123" y="61916"/>
                  </a:lnTo>
                  <a:lnTo>
                    <a:pt x="1698325" y="65612"/>
                  </a:lnTo>
                  <a:lnTo>
                    <a:pt x="1723150" y="80481"/>
                  </a:lnTo>
                  <a:lnTo>
                    <a:pt x="1729336" y="84177"/>
                  </a:lnTo>
                  <a:lnTo>
                    <a:pt x="1752921" y="100283"/>
                  </a:lnTo>
                  <a:lnTo>
                    <a:pt x="1759123" y="105234"/>
                  </a:lnTo>
                  <a:lnTo>
                    <a:pt x="1782708" y="123799"/>
                  </a:lnTo>
                  <a:lnTo>
                    <a:pt x="1788910" y="128749"/>
                  </a:lnTo>
                  <a:lnTo>
                    <a:pt x="1812461" y="148552"/>
                  </a:lnTo>
                  <a:lnTo>
                    <a:pt x="1817423" y="153503"/>
                  </a:lnTo>
                  <a:lnTo>
                    <a:pt x="1839784" y="175797"/>
                  </a:lnTo>
                  <a:lnTo>
                    <a:pt x="1845969" y="181985"/>
                  </a:lnTo>
                  <a:lnTo>
                    <a:pt x="1867057" y="205501"/>
                  </a:lnTo>
                  <a:lnTo>
                    <a:pt x="1873259" y="211689"/>
                  </a:lnTo>
                  <a:lnTo>
                    <a:pt x="1894346" y="236442"/>
                  </a:lnTo>
                  <a:lnTo>
                    <a:pt x="1899308" y="243901"/>
                  </a:lnTo>
                  <a:lnTo>
                    <a:pt x="1919154" y="271113"/>
                  </a:lnTo>
                  <a:lnTo>
                    <a:pt x="1924116" y="277302"/>
                  </a:lnTo>
                  <a:lnTo>
                    <a:pt x="1943980" y="307055"/>
                  </a:lnTo>
                  <a:lnTo>
                    <a:pt x="1948941" y="314465"/>
                  </a:lnTo>
                  <a:lnTo>
                    <a:pt x="1968805" y="344185"/>
                  </a:lnTo>
                  <a:lnTo>
                    <a:pt x="1972493" y="352832"/>
                  </a:lnTo>
                  <a:lnTo>
                    <a:pt x="1991116" y="385028"/>
                  </a:lnTo>
                  <a:lnTo>
                    <a:pt x="1996077" y="392454"/>
                  </a:lnTo>
                  <a:lnTo>
                    <a:pt x="2013427" y="427125"/>
                  </a:lnTo>
                  <a:lnTo>
                    <a:pt x="2017165" y="435805"/>
                  </a:lnTo>
                  <a:lnTo>
                    <a:pt x="2034514" y="470476"/>
                  </a:lnTo>
                  <a:lnTo>
                    <a:pt x="2038252" y="480344"/>
                  </a:lnTo>
                  <a:lnTo>
                    <a:pt x="2054378" y="517507"/>
                  </a:lnTo>
                  <a:lnTo>
                    <a:pt x="2058115" y="526154"/>
                  </a:lnTo>
                  <a:lnTo>
                    <a:pt x="2073000" y="565792"/>
                  </a:lnTo>
                  <a:lnTo>
                    <a:pt x="2076689" y="575710"/>
                  </a:lnTo>
                  <a:lnTo>
                    <a:pt x="2091590" y="615282"/>
                  </a:lnTo>
                  <a:lnTo>
                    <a:pt x="2095312" y="625200"/>
                  </a:lnTo>
                  <a:lnTo>
                    <a:pt x="2107716" y="667297"/>
                  </a:lnTo>
                  <a:lnTo>
                    <a:pt x="2111437" y="678436"/>
                  </a:lnTo>
                  <a:lnTo>
                    <a:pt x="2123874" y="721787"/>
                  </a:lnTo>
                </a:path>
                <a:path w="3066415" h="2134870">
                  <a:moveTo>
                    <a:pt x="2333507" y="719295"/>
                  </a:moveTo>
                  <a:lnTo>
                    <a:pt x="2350856" y="697001"/>
                  </a:lnTo>
                  <a:lnTo>
                    <a:pt x="2354594" y="693304"/>
                  </a:lnTo>
                  <a:lnTo>
                    <a:pt x="2370719" y="674756"/>
                  </a:lnTo>
                  <a:lnTo>
                    <a:pt x="2374441" y="669789"/>
                  </a:lnTo>
                  <a:lnTo>
                    <a:pt x="2390566" y="652462"/>
                  </a:lnTo>
                  <a:lnTo>
                    <a:pt x="2394304" y="647495"/>
                  </a:lnTo>
                  <a:lnTo>
                    <a:pt x="2409189" y="630167"/>
                  </a:lnTo>
                  <a:lnTo>
                    <a:pt x="2412894" y="625200"/>
                  </a:lnTo>
                  <a:lnTo>
                    <a:pt x="2429053" y="609111"/>
                  </a:lnTo>
                  <a:lnTo>
                    <a:pt x="2467489" y="568251"/>
                  </a:lnTo>
                  <a:lnTo>
                    <a:pt x="2471227" y="564555"/>
                  </a:lnTo>
                  <a:lnTo>
                    <a:pt x="2486112" y="548449"/>
                  </a:lnTo>
                  <a:lnTo>
                    <a:pt x="2489800" y="544719"/>
                  </a:lnTo>
                  <a:lnTo>
                    <a:pt x="2504702" y="531121"/>
                  </a:lnTo>
                  <a:lnTo>
                    <a:pt x="2509664" y="527392"/>
                  </a:lnTo>
                  <a:lnTo>
                    <a:pt x="2524549" y="513794"/>
                  </a:lnTo>
                  <a:lnTo>
                    <a:pt x="2528287" y="510065"/>
                  </a:lnTo>
                  <a:lnTo>
                    <a:pt x="2543188" y="496450"/>
                  </a:lnTo>
                  <a:lnTo>
                    <a:pt x="2546877" y="493991"/>
                  </a:lnTo>
                  <a:lnTo>
                    <a:pt x="2561762" y="481615"/>
                  </a:lnTo>
                  <a:lnTo>
                    <a:pt x="2565499" y="477885"/>
                  </a:lnTo>
                  <a:lnTo>
                    <a:pt x="2581625" y="466746"/>
                  </a:lnTo>
                  <a:lnTo>
                    <a:pt x="2585346" y="464288"/>
                  </a:lnTo>
                  <a:lnTo>
                    <a:pt x="2600248" y="453132"/>
                  </a:lnTo>
                  <a:lnTo>
                    <a:pt x="2603936" y="450640"/>
                  </a:lnTo>
                  <a:lnTo>
                    <a:pt x="2618838" y="441993"/>
                  </a:lnTo>
                  <a:lnTo>
                    <a:pt x="2622559" y="439501"/>
                  </a:lnTo>
                  <a:lnTo>
                    <a:pt x="2638685" y="430854"/>
                  </a:lnTo>
                  <a:lnTo>
                    <a:pt x="2642422" y="428346"/>
                  </a:lnTo>
                  <a:lnTo>
                    <a:pt x="2657308" y="420936"/>
                  </a:lnTo>
                  <a:lnTo>
                    <a:pt x="2660996" y="419699"/>
                  </a:lnTo>
                  <a:lnTo>
                    <a:pt x="2677171" y="413510"/>
                  </a:lnTo>
                  <a:lnTo>
                    <a:pt x="2680859" y="411019"/>
                  </a:lnTo>
                  <a:lnTo>
                    <a:pt x="2695744" y="406101"/>
                  </a:lnTo>
                  <a:lnTo>
                    <a:pt x="2700706" y="404830"/>
                  </a:lnTo>
                  <a:lnTo>
                    <a:pt x="2715608" y="401134"/>
                  </a:lnTo>
                  <a:lnTo>
                    <a:pt x="2719345" y="399913"/>
                  </a:lnTo>
                  <a:lnTo>
                    <a:pt x="2735454" y="397404"/>
                  </a:lnTo>
                  <a:lnTo>
                    <a:pt x="2739192" y="396183"/>
                  </a:lnTo>
                  <a:lnTo>
                    <a:pt x="2755318" y="394946"/>
                  </a:lnTo>
                  <a:lnTo>
                    <a:pt x="2759006" y="394946"/>
                  </a:lnTo>
                  <a:lnTo>
                    <a:pt x="2775165" y="394946"/>
                  </a:lnTo>
                  <a:lnTo>
                    <a:pt x="2778869" y="394946"/>
                  </a:lnTo>
                  <a:lnTo>
                    <a:pt x="2794995" y="396183"/>
                  </a:lnTo>
                  <a:lnTo>
                    <a:pt x="2798716" y="396183"/>
                  </a:lnTo>
                  <a:lnTo>
                    <a:pt x="2816082" y="398642"/>
                  </a:lnTo>
                  <a:lnTo>
                    <a:pt x="2819803" y="398642"/>
                  </a:lnTo>
                  <a:lnTo>
                    <a:pt x="2835929" y="403593"/>
                  </a:lnTo>
                  <a:lnTo>
                    <a:pt x="2839667" y="404830"/>
                  </a:lnTo>
                  <a:lnTo>
                    <a:pt x="2857016" y="409781"/>
                  </a:lnTo>
                  <a:lnTo>
                    <a:pt x="2860754" y="411019"/>
                  </a:lnTo>
                  <a:lnTo>
                    <a:pt x="2878103" y="418478"/>
                  </a:lnTo>
                  <a:lnTo>
                    <a:pt x="2881841" y="419699"/>
                  </a:lnTo>
                  <a:lnTo>
                    <a:pt x="2899224" y="428346"/>
                  </a:lnTo>
                  <a:lnTo>
                    <a:pt x="2902929" y="430854"/>
                  </a:lnTo>
                  <a:lnTo>
                    <a:pt x="2920311" y="440756"/>
                  </a:lnTo>
                  <a:lnTo>
                    <a:pt x="2925273" y="444452"/>
                  </a:lnTo>
                  <a:lnTo>
                    <a:pt x="2942639" y="455591"/>
                  </a:lnTo>
                  <a:lnTo>
                    <a:pt x="2946360" y="459320"/>
                  </a:lnTo>
                  <a:lnTo>
                    <a:pt x="2963726" y="472935"/>
                  </a:lnTo>
                  <a:lnTo>
                    <a:pt x="2968688" y="476664"/>
                  </a:lnTo>
                  <a:lnTo>
                    <a:pt x="2986037" y="491500"/>
                  </a:lnTo>
                  <a:lnTo>
                    <a:pt x="2990999" y="495229"/>
                  </a:lnTo>
                  <a:lnTo>
                    <a:pt x="3009622" y="512556"/>
                  </a:lnTo>
                  <a:lnTo>
                    <a:pt x="3013360" y="517507"/>
                  </a:lnTo>
                  <a:lnTo>
                    <a:pt x="3031949" y="536072"/>
                  </a:lnTo>
                  <a:lnTo>
                    <a:pt x="3036911" y="541039"/>
                  </a:lnTo>
                  <a:lnTo>
                    <a:pt x="3055534" y="562063"/>
                  </a:lnTo>
                  <a:lnTo>
                    <a:pt x="3060496" y="567014"/>
                  </a:lnTo>
                  <a:lnTo>
                    <a:pt x="3066264" y="574315"/>
                  </a:lnTo>
                </a:path>
              </a:pathLst>
            </a:custGeom>
            <a:ln w="1237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4133469" y="2156066"/>
              <a:ext cx="2555875" cy="1436370"/>
            </a:xfrm>
            <a:custGeom>
              <a:avLst/>
              <a:gdLst/>
              <a:ahLst/>
              <a:cxnLst/>
              <a:rect l="l" t="t" r="r" b="b"/>
              <a:pathLst>
                <a:path w="2555875" h="1436370">
                  <a:moveTo>
                    <a:pt x="331216" y="1411363"/>
                  </a:moveTo>
                  <a:lnTo>
                    <a:pt x="0" y="1411363"/>
                  </a:lnTo>
                  <a:lnTo>
                    <a:pt x="0" y="1436128"/>
                  </a:lnTo>
                  <a:lnTo>
                    <a:pt x="331216" y="1436128"/>
                  </a:lnTo>
                  <a:lnTo>
                    <a:pt x="331216" y="1411363"/>
                  </a:lnTo>
                  <a:close/>
                </a:path>
                <a:path w="2555875" h="1436370">
                  <a:moveTo>
                    <a:pt x="2555608" y="0"/>
                  </a:moveTo>
                  <a:lnTo>
                    <a:pt x="2224328" y="0"/>
                  </a:lnTo>
                  <a:lnTo>
                    <a:pt x="2224328" y="24765"/>
                  </a:lnTo>
                  <a:lnTo>
                    <a:pt x="2555608" y="24765"/>
                  </a:lnTo>
                  <a:lnTo>
                    <a:pt x="25556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5684185" y="1512247"/>
              <a:ext cx="74458" cy="12379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684185" y="1512247"/>
              <a:ext cx="74930" cy="1486535"/>
            </a:xfrm>
            <a:custGeom>
              <a:avLst/>
              <a:gdLst/>
              <a:ahLst/>
              <a:cxnLst/>
              <a:rect l="l" t="t" r="r" b="b"/>
              <a:pathLst>
                <a:path w="74929" h="1486535">
                  <a:moveTo>
                    <a:pt x="37212" y="0"/>
                  </a:moveTo>
                  <a:lnTo>
                    <a:pt x="37212" y="1486345"/>
                  </a:lnTo>
                  <a:lnTo>
                    <a:pt x="37212" y="0"/>
                  </a:lnTo>
                </a:path>
                <a:path w="74929" h="1486535">
                  <a:moveTo>
                    <a:pt x="37212" y="0"/>
                  </a:moveTo>
                  <a:lnTo>
                    <a:pt x="74458" y="123799"/>
                  </a:lnTo>
                  <a:lnTo>
                    <a:pt x="37212" y="99045"/>
                  </a:lnTo>
                  <a:lnTo>
                    <a:pt x="0" y="123799"/>
                  </a:lnTo>
                  <a:lnTo>
                    <a:pt x="37212" y="0"/>
                  </a:lnTo>
                </a:path>
              </a:pathLst>
            </a:custGeom>
            <a:ln w="247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4319551" y="2096605"/>
              <a:ext cx="2055495" cy="1433830"/>
            </a:xfrm>
            <a:custGeom>
              <a:avLst/>
              <a:gdLst/>
              <a:ahLst/>
              <a:cxnLst/>
              <a:rect l="l" t="t" r="r" b="b"/>
              <a:pathLst>
                <a:path w="2055495" h="1433829">
                  <a:moveTo>
                    <a:pt x="0" y="1433657"/>
                  </a:moveTo>
                  <a:lnTo>
                    <a:pt x="44671" y="1350717"/>
                  </a:lnTo>
                  <a:lnTo>
                    <a:pt x="54595" y="1333390"/>
                  </a:lnTo>
                  <a:lnTo>
                    <a:pt x="93048" y="1262827"/>
                  </a:lnTo>
                  <a:lnTo>
                    <a:pt x="102971" y="1245483"/>
                  </a:lnTo>
                  <a:lnTo>
                    <a:pt x="141458" y="1177379"/>
                  </a:lnTo>
                  <a:lnTo>
                    <a:pt x="150108" y="1161272"/>
                  </a:lnTo>
                  <a:lnTo>
                    <a:pt x="188594" y="1095676"/>
                  </a:lnTo>
                  <a:lnTo>
                    <a:pt x="197244" y="1079570"/>
                  </a:lnTo>
                  <a:lnTo>
                    <a:pt x="234490" y="1017687"/>
                  </a:lnTo>
                  <a:lnTo>
                    <a:pt x="244380" y="1002819"/>
                  </a:lnTo>
                  <a:lnTo>
                    <a:pt x="281626" y="942157"/>
                  </a:lnTo>
                  <a:lnTo>
                    <a:pt x="290292" y="928559"/>
                  </a:lnTo>
                  <a:lnTo>
                    <a:pt x="327538" y="870373"/>
                  </a:lnTo>
                  <a:lnTo>
                    <a:pt x="336188" y="856725"/>
                  </a:lnTo>
                  <a:lnTo>
                    <a:pt x="372177" y="802268"/>
                  </a:lnTo>
                  <a:lnTo>
                    <a:pt x="380877" y="788654"/>
                  </a:lnTo>
                  <a:lnTo>
                    <a:pt x="416849" y="736656"/>
                  </a:lnTo>
                  <a:lnTo>
                    <a:pt x="425549" y="724279"/>
                  </a:lnTo>
                  <a:lnTo>
                    <a:pt x="460247" y="674740"/>
                  </a:lnTo>
                  <a:lnTo>
                    <a:pt x="468947" y="662363"/>
                  </a:lnTo>
                  <a:lnTo>
                    <a:pt x="503695" y="615315"/>
                  </a:lnTo>
                  <a:lnTo>
                    <a:pt x="547094" y="559587"/>
                  </a:lnTo>
                  <a:lnTo>
                    <a:pt x="589268" y="506368"/>
                  </a:lnTo>
                  <a:lnTo>
                    <a:pt x="597968" y="496483"/>
                  </a:lnTo>
                  <a:lnTo>
                    <a:pt x="631443" y="455624"/>
                  </a:lnTo>
                  <a:lnTo>
                    <a:pt x="640142" y="446944"/>
                  </a:lnTo>
                  <a:lnTo>
                    <a:pt x="672393" y="408543"/>
                  </a:lnTo>
                  <a:lnTo>
                    <a:pt x="681093" y="399896"/>
                  </a:lnTo>
                  <a:lnTo>
                    <a:pt x="713327" y="364004"/>
                  </a:lnTo>
                  <a:lnTo>
                    <a:pt x="722027" y="355324"/>
                  </a:lnTo>
                  <a:lnTo>
                    <a:pt x="754278" y="323145"/>
                  </a:lnTo>
                  <a:lnTo>
                    <a:pt x="761737" y="314465"/>
                  </a:lnTo>
                  <a:lnTo>
                    <a:pt x="793988" y="283523"/>
                  </a:lnTo>
                  <a:lnTo>
                    <a:pt x="801414" y="276097"/>
                  </a:lnTo>
                  <a:lnTo>
                    <a:pt x="833649" y="247631"/>
                  </a:lnTo>
                  <a:lnTo>
                    <a:pt x="841124" y="241442"/>
                  </a:lnTo>
                  <a:lnTo>
                    <a:pt x="872135" y="214181"/>
                  </a:lnTo>
                  <a:lnTo>
                    <a:pt x="879561" y="207993"/>
                  </a:lnTo>
                  <a:lnTo>
                    <a:pt x="910572" y="183239"/>
                  </a:lnTo>
                  <a:lnTo>
                    <a:pt x="918047" y="178289"/>
                  </a:lnTo>
                  <a:lnTo>
                    <a:pt x="947818" y="154773"/>
                  </a:lnTo>
                  <a:lnTo>
                    <a:pt x="955244" y="149806"/>
                  </a:lnTo>
                  <a:lnTo>
                    <a:pt x="985031" y="130020"/>
                  </a:lnTo>
                  <a:lnTo>
                    <a:pt x="992457" y="125053"/>
                  </a:lnTo>
                  <a:lnTo>
                    <a:pt x="1022243" y="106488"/>
                  </a:lnTo>
                  <a:lnTo>
                    <a:pt x="1029669" y="101537"/>
                  </a:lnTo>
                  <a:lnTo>
                    <a:pt x="1058216" y="85431"/>
                  </a:lnTo>
                  <a:lnTo>
                    <a:pt x="1065642" y="81702"/>
                  </a:lnTo>
                  <a:lnTo>
                    <a:pt x="1094205" y="66866"/>
                  </a:lnTo>
                  <a:lnTo>
                    <a:pt x="1101631" y="63137"/>
                  </a:lnTo>
                  <a:lnTo>
                    <a:pt x="1130177" y="50760"/>
                  </a:lnTo>
                  <a:lnTo>
                    <a:pt x="1137603" y="48301"/>
                  </a:lnTo>
                  <a:lnTo>
                    <a:pt x="1164925" y="37162"/>
                  </a:lnTo>
                  <a:lnTo>
                    <a:pt x="1172351" y="34654"/>
                  </a:lnTo>
                  <a:lnTo>
                    <a:pt x="1199641" y="26007"/>
                  </a:lnTo>
                  <a:lnTo>
                    <a:pt x="1207100" y="23515"/>
                  </a:lnTo>
                  <a:lnTo>
                    <a:pt x="1234373" y="16106"/>
                  </a:lnTo>
                  <a:lnTo>
                    <a:pt x="1240575" y="14868"/>
                  </a:lnTo>
                  <a:lnTo>
                    <a:pt x="1267864" y="8680"/>
                  </a:lnTo>
                  <a:lnTo>
                    <a:pt x="1274083" y="7458"/>
                  </a:lnTo>
                  <a:lnTo>
                    <a:pt x="1301372" y="3729"/>
                  </a:lnTo>
                  <a:lnTo>
                    <a:pt x="1307575" y="3729"/>
                  </a:lnTo>
                  <a:lnTo>
                    <a:pt x="1333623" y="1270"/>
                  </a:lnTo>
                  <a:lnTo>
                    <a:pt x="1339809" y="1270"/>
                  </a:lnTo>
                  <a:lnTo>
                    <a:pt x="1365858" y="0"/>
                  </a:lnTo>
                  <a:lnTo>
                    <a:pt x="1372093" y="0"/>
                  </a:lnTo>
                  <a:lnTo>
                    <a:pt x="1398142" y="1270"/>
                  </a:lnTo>
                  <a:lnTo>
                    <a:pt x="1404344" y="1270"/>
                  </a:lnTo>
                  <a:lnTo>
                    <a:pt x="1429169" y="4950"/>
                  </a:lnTo>
                  <a:lnTo>
                    <a:pt x="1435355" y="4950"/>
                  </a:lnTo>
                  <a:lnTo>
                    <a:pt x="1461404" y="8680"/>
                  </a:lnTo>
                  <a:lnTo>
                    <a:pt x="1467606" y="9917"/>
                  </a:lnTo>
                  <a:lnTo>
                    <a:pt x="1491191" y="16106"/>
                  </a:lnTo>
                  <a:lnTo>
                    <a:pt x="1497393" y="17327"/>
                  </a:lnTo>
                  <a:lnTo>
                    <a:pt x="1522201" y="24786"/>
                  </a:lnTo>
                  <a:lnTo>
                    <a:pt x="1528404" y="26007"/>
                  </a:lnTo>
                  <a:lnTo>
                    <a:pt x="1551955" y="34654"/>
                  </a:lnTo>
                  <a:lnTo>
                    <a:pt x="1558190" y="37162"/>
                  </a:lnTo>
                  <a:lnTo>
                    <a:pt x="1581725" y="47031"/>
                  </a:lnTo>
                  <a:lnTo>
                    <a:pt x="1587927" y="49539"/>
                  </a:lnTo>
                  <a:lnTo>
                    <a:pt x="1610288" y="60678"/>
                  </a:lnTo>
                  <a:lnTo>
                    <a:pt x="1616474" y="63137"/>
                  </a:lnTo>
                  <a:lnTo>
                    <a:pt x="1640025" y="75513"/>
                  </a:lnTo>
                  <a:lnTo>
                    <a:pt x="1644987" y="79243"/>
                  </a:lnTo>
                  <a:lnTo>
                    <a:pt x="1668588" y="92857"/>
                  </a:lnTo>
                  <a:lnTo>
                    <a:pt x="1673550" y="95349"/>
                  </a:lnTo>
                  <a:lnTo>
                    <a:pt x="1695861" y="110184"/>
                  </a:lnTo>
                  <a:lnTo>
                    <a:pt x="1702063" y="115135"/>
                  </a:lnTo>
                  <a:lnTo>
                    <a:pt x="1724407" y="130020"/>
                  </a:lnTo>
                  <a:lnTo>
                    <a:pt x="1729386" y="134971"/>
                  </a:lnTo>
                  <a:lnTo>
                    <a:pt x="1751697" y="152314"/>
                  </a:lnTo>
                  <a:lnTo>
                    <a:pt x="1756659" y="155994"/>
                  </a:lnTo>
                  <a:lnTo>
                    <a:pt x="1778986" y="174559"/>
                  </a:lnTo>
                  <a:lnTo>
                    <a:pt x="1783948" y="179526"/>
                  </a:lnTo>
                  <a:lnTo>
                    <a:pt x="1805035" y="198075"/>
                  </a:lnTo>
                  <a:lnTo>
                    <a:pt x="1809997" y="203042"/>
                  </a:lnTo>
                  <a:lnTo>
                    <a:pt x="1831084" y="224099"/>
                  </a:lnTo>
                  <a:lnTo>
                    <a:pt x="1837319" y="229066"/>
                  </a:lnTo>
                  <a:lnTo>
                    <a:pt x="1857133" y="250090"/>
                  </a:lnTo>
                  <a:lnTo>
                    <a:pt x="1863368" y="255040"/>
                  </a:lnTo>
                  <a:lnTo>
                    <a:pt x="1883182" y="277335"/>
                  </a:lnTo>
                  <a:lnTo>
                    <a:pt x="1888144" y="283523"/>
                  </a:lnTo>
                  <a:lnTo>
                    <a:pt x="1909264" y="307039"/>
                  </a:lnTo>
                  <a:lnTo>
                    <a:pt x="1914193" y="312006"/>
                  </a:lnTo>
                  <a:lnTo>
                    <a:pt x="1934056" y="336759"/>
                  </a:lnTo>
                  <a:lnTo>
                    <a:pt x="1939018" y="342947"/>
                  </a:lnTo>
                  <a:lnTo>
                    <a:pt x="1958865" y="367684"/>
                  </a:lnTo>
                  <a:lnTo>
                    <a:pt x="1963826" y="373872"/>
                  </a:lnTo>
                  <a:lnTo>
                    <a:pt x="1983690" y="399896"/>
                  </a:lnTo>
                  <a:lnTo>
                    <a:pt x="1988651" y="406085"/>
                  </a:lnTo>
                  <a:lnTo>
                    <a:pt x="2007241" y="432075"/>
                  </a:lnTo>
                  <a:lnTo>
                    <a:pt x="2012203" y="439518"/>
                  </a:lnTo>
                  <a:lnTo>
                    <a:pt x="2030826" y="466730"/>
                  </a:lnTo>
                  <a:lnTo>
                    <a:pt x="2035788" y="472918"/>
                  </a:lnTo>
                  <a:lnTo>
                    <a:pt x="2054411" y="501401"/>
                  </a:lnTo>
                  <a:lnTo>
                    <a:pt x="2054989" y="502271"/>
                  </a:lnTo>
                </a:path>
              </a:pathLst>
            </a:custGeom>
            <a:ln w="1237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535301" y="2205552"/>
              <a:ext cx="74458" cy="1237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535301" y="2205552"/>
              <a:ext cx="74930" cy="884555"/>
            </a:xfrm>
            <a:custGeom>
              <a:avLst/>
              <a:gdLst/>
              <a:ahLst/>
              <a:cxnLst/>
              <a:rect l="l" t="t" r="r" b="b"/>
              <a:pathLst>
                <a:path w="74929" h="884555">
                  <a:moveTo>
                    <a:pt x="37262" y="0"/>
                  </a:moveTo>
                  <a:lnTo>
                    <a:pt x="37262" y="884126"/>
                  </a:lnTo>
                  <a:lnTo>
                    <a:pt x="37262" y="0"/>
                  </a:lnTo>
                </a:path>
                <a:path w="74929" h="884555">
                  <a:moveTo>
                    <a:pt x="37262" y="0"/>
                  </a:moveTo>
                  <a:lnTo>
                    <a:pt x="74458" y="123799"/>
                  </a:lnTo>
                  <a:lnTo>
                    <a:pt x="37262" y="99045"/>
                  </a:lnTo>
                  <a:lnTo>
                    <a:pt x="0" y="123799"/>
                  </a:lnTo>
                  <a:lnTo>
                    <a:pt x="37262" y="0"/>
                  </a:lnTo>
                </a:path>
              </a:pathLst>
            </a:custGeom>
            <a:ln w="247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/>
          <p:nvPr/>
        </p:nvSpPr>
        <p:spPr>
          <a:xfrm>
            <a:off x="3686845" y="1054197"/>
            <a:ext cx="25400" cy="3189605"/>
          </a:xfrm>
          <a:custGeom>
            <a:avLst/>
            <a:gdLst/>
            <a:ahLst/>
            <a:cxnLst/>
            <a:rect l="l" t="t" r="r" b="b"/>
            <a:pathLst>
              <a:path w="25400" h="3189604">
                <a:moveTo>
                  <a:pt x="24820" y="0"/>
                </a:moveTo>
                <a:lnTo>
                  <a:pt x="0" y="0"/>
                </a:lnTo>
                <a:lnTo>
                  <a:pt x="0" y="3189524"/>
                </a:lnTo>
                <a:lnTo>
                  <a:pt x="24820" y="3174334"/>
                </a:lnTo>
                <a:lnTo>
                  <a:pt x="2482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2818157" y="2519957"/>
            <a:ext cx="694690" cy="30353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800" b="1" spc="10" dirty="0">
                <a:latin typeface="Times New Roman" panose="02020603050405020304"/>
                <a:cs typeface="Times New Roman" panose="02020603050405020304"/>
              </a:rPr>
              <a:t>en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e</a:t>
            </a:r>
            <a:r>
              <a:rPr sz="1800" b="1" spc="10" dirty="0">
                <a:latin typeface="Times New Roman" panose="02020603050405020304"/>
                <a:cs typeface="Times New Roman" panose="02020603050405020304"/>
              </a:rPr>
              <a:t>rgy</a:t>
            </a:r>
            <a:endParaRPr sz="18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3103785" y="1804391"/>
            <a:ext cx="99695" cy="673735"/>
            <a:chOff x="3103785" y="1804391"/>
            <a:chExt cx="99695" cy="673735"/>
          </a:xfrm>
        </p:grpSpPr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6188" y="1816794"/>
              <a:ext cx="74458" cy="123832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116188" y="1816794"/>
              <a:ext cx="74930" cy="661670"/>
            </a:xfrm>
            <a:custGeom>
              <a:avLst/>
              <a:gdLst/>
              <a:ahLst/>
              <a:cxnLst/>
              <a:rect l="l" t="t" r="r" b="b"/>
              <a:pathLst>
                <a:path w="74930" h="661669">
                  <a:moveTo>
                    <a:pt x="37245" y="661142"/>
                  </a:moveTo>
                  <a:lnTo>
                    <a:pt x="37245" y="1270"/>
                  </a:lnTo>
                  <a:lnTo>
                    <a:pt x="37245" y="661142"/>
                  </a:lnTo>
                </a:path>
                <a:path w="74930" h="661669">
                  <a:moveTo>
                    <a:pt x="37245" y="0"/>
                  </a:moveTo>
                  <a:lnTo>
                    <a:pt x="74458" y="123832"/>
                  </a:lnTo>
                  <a:lnTo>
                    <a:pt x="37245" y="99045"/>
                  </a:lnTo>
                  <a:lnTo>
                    <a:pt x="0" y="123832"/>
                  </a:lnTo>
                  <a:lnTo>
                    <a:pt x="37245" y="0"/>
                  </a:lnTo>
                </a:path>
              </a:pathLst>
            </a:custGeom>
            <a:ln w="247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5745320" y="2362725"/>
            <a:ext cx="732790" cy="30353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2700" b="1" spc="7" baseline="12000" dirty="0">
                <a:latin typeface="Times New Roman" panose="02020603050405020304"/>
                <a:cs typeface="Times New Roman" panose="02020603050405020304"/>
              </a:rPr>
              <a:t>E</a:t>
            </a:r>
            <a:r>
              <a:rPr sz="1550" b="1" spc="5" dirty="0">
                <a:latin typeface="Times New Roman" panose="02020603050405020304"/>
                <a:cs typeface="Times New Roman" panose="02020603050405020304"/>
              </a:rPr>
              <a:t>act</a:t>
            </a:r>
            <a:r>
              <a:rPr sz="1550" b="1" spc="-5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2325" b="1" i="1" spc="7" baseline="14000" dirty="0">
                <a:latin typeface="Times New Roman" panose="02020603050405020304"/>
                <a:cs typeface="Times New Roman" panose="02020603050405020304"/>
              </a:rPr>
              <a:t>1</a:t>
            </a:r>
            <a:r>
              <a:rPr sz="2325" b="1" i="1" spc="7" baseline="25000" dirty="0">
                <a:latin typeface="Times New Roman" panose="02020603050405020304"/>
                <a:cs typeface="Times New Roman" panose="02020603050405020304"/>
              </a:rPr>
              <a:t>o</a:t>
            </a:r>
            <a:endParaRPr sz="2325" baseline="250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824349" y="2870315"/>
            <a:ext cx="1748789" cy="132588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028065">
              <a:lnSpc>
                <a:spcPct val="100000"/>
              </a:lnSpc>
              <a:spcBef>
                <a:spcPts val="120"/>
              </a:spcBef>
            </a:pPr>
            <a:r>
              <a:rPr sz="2700" b="1" spc="7" baseline="9000" dirty="0">
                <a:latin typeface="Times New Roman" panose="02020603050405020304"/>
                <a:cs typeface="Times New Roman" panose="02020603050405020304"/>
              </a:rPr>
              <a:t>E</a:t>
            </a:r>
            <a:r>
              <a:rPr sz="1550" b="1" spc="5" dirty="0">
                <a:latin typeface="Times New Roman" panose="02020603050405020304"/>
                <a:cs typeface="Times New Roman" panose="02020603050405020304"/>
              </a:rPr>
              <a:t>act</a:t>
            </a:r>
            <a:r>
              <a:rPr sz="1550" b="1" spc="-4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2325" b="1" i="1" spc="7" baseline="11000" dirty="0">
                <a:latin typeface="Times New Roman" panose="02020603050405020304"/>
                <a:cs typeface="Times New Roman" panose="02020603050405020304"/>
              </a:rPr>
              <a:t>3</a:t>
            </a:r>
            <a:r>
              <a:rPr sz="2325" b="1" i="1" spc="7" baseline="22000" dirty="0">
                <a:latin typeface="Times New Roman" panose="02020603050405020304"/>
                <a:cs typeface="Times New Roman" panose="02020603050405020304"/>
              </a:rPr>
              <a:t>o</a:t>
            </a:r>
            <a:endParaRPr sz="2325" baseline="22000">
              <a:latin typeface="Times New Roman" panose="02020603050405020304"/>
              <a:cs typeface="Times New Roman" panose="02020603050405020304"/>
            </a:endParaRPr>
          </a:p>
          <a:p>
            <a:pPr marL="63500" marR="1379220">
              <a:lnSpc>
                <a:spcPct val="199000"/>
              </a:lnSpc>
              <a:spcBef>
                <a:spcPts val="1840"/>
              </a:spcBef>
            </a:pPr>
            <a:r>
              <a:rPr sz="1300" b="1" spc="-65" dirty="0">
                <a:latin typeface="Times New Roman" panose="02020603050405020304"/>
                <a:cs typeface="Times New Roman" panose="02020603050405020304"/>
              </a:rPr>
              <a:t>C</a:t>
            </a:r>
            <a:r>
              <a:rPr sz="1300" b="1" spc="-40" dirty="0">
                <a:latin typeface="Times New Roman" panose="02020603050405020304"/>
                <a:cs typeface="Times New Roman" panose="02020603050405020304"/>
              </a:rPr>
              <a:t>H</a:t>
            </a:r>
            <a:r>
              <a:rPr sz="1425" b="1" spc="7" baseline="-12000" dirty="0">
                <a:latin typeface="Times New Roman" panose="02020603050405020304"/>
                <a:cs typeface="Times New Roman" panose="02020603050405020304"/>
              </a:rPr>
              <a:t>3  </a:t>
            </a:r>
            <a:r>
              <a:rPr sz="1300" b="1" spc="-5" dirty="0">
                <a:latin typeface="Times New Roman" panose="02020603050405020304"/>
                <a:cs typeface="Times New Roman" panose="02020603050405020304"/>
              </a:rPr>
              <a:t>C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222781" y="3753107"/>
            <a:ext cx="73660" cy="73660"/>
          </a:xfrm>
          <a:custGeom>
            <a:avLst/>
            <a:gdLst/>
            <a:ahLst/>
            <a:cxnLst/>
            <a:rect l="l" t="t" r="r" b="b"/>
            <a:pathLst>
              <a:path w="73660" h="73660">
                <a:moveTo>
                  <a:pt x="73218" y="73055"/>
                </a:moveTo>
                <a:lnTo>
                  <a:pt x="0" y="0"/>
                </a:lnTo>
              </a:path>
            </a:pathLst>
          </a:custGeom>
          <a:ln w="2479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 txBox="1"/>
          <p:nvPr/>
        </p:nvSpPr>
        <p:spPr>
          <a:xfrm>
            <a:off x="7193688" y="1159276"/>
            <a:ext cx="153670" cy="222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spc="-5" dirty="0">
                <a:latin typeface="Times New Roman" panose="02020603050405020304"/>
                <a:cs typeface="Times New Roman" panose="02020603050405020304"/>
              </a:rPr>
              <a:t>H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193688" y="1556681"/>
            <a:ext cx="153670" cy="222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spc="-5" dirty="0">
                <a:latin typeface="Times New Roman" panose="02020603050405020304"/>
                <a:cs typeface="Times New Roman" panose="02020603050405020304"/>
              </a:rPr>
              <a:t>H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241277" y="1159276"/>
            <a:ext cx="923925" cy="6203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 panose="02020603050405020304"/>
                <a:cs typeface="Times New Roman" panose="02020603050405020304"/>
              </a:rPr>
              <a:t>CH</a:t>
            </a:r>
            <a:r>
              <a:rPr sz="1425" b="1" baseline="-12000" dirty="0">
                <a:latin typeface="Times New Roman" panose="02020603050405020304"/>
                <a:cs typeface="Times New Roman" panose="02020603050405020304"/>
              </a:rPr>
              <a:t>3</a:t>
            </a:r>
            <a:endParaRPr sz="1425" baseline="-12000">
              <a:latin typeface="Times New Roman" panose="02020603050405020304"/>
              <a:cs typeface="Times New Roman" panose="02020603050405020304"/>
            </a:endParaRPr>
          </a:p>
          <a:p>
            <a:pPr marL="50800" marR="30480" indent="153670">
              <a:lnSpc>
                <a:spcPct val="100000"/>
              </a:lnSpc>
              <a:tabLst>
                <a:tab pos="484505" algn="l"/>
                <a:tab pos="766445" algn="l"/>
              </a:tabLst>
            </a:pPr>
            <a:r>
              <a:rPr sz="1300" b="1" spc="-5" dirty="0">
                <a:latin typeface="Times New Roman" panose="02020603050405020304"/>
                <a:cs typeface="Times New Roman" panose="02020603050405020304"/>
              </a:rPr>
              <a:t>H	C	C  </a:t>
            </a:r>
            <a:r>
              <a:rPr sz="1300" b="1" dirty="0">
                <a:latin typeface="Times New Roman" panose="02020603050405020304"/>
                <a:cs typeface="Times New Roman" panose="02020603050405020304"/>
              </a:rPr>
              <a:t>CH</a:t>
            </a:r>
            <a:r>
              <a:rPr sz="1425" b="1" baseline="-12000" dirty="0">
                <a:latin typeface="Times New Roman" panose="02020603050405020304"/>
                <a:cs typeface="Times New Roman" panose="02020603050405020304"/>
              </a:rPr>
              <a:t>3</a:t>
            </a:r>
            <a:endParaRPr sz="1425" baseline="-120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6582370" y="1263428"/>
            <a:ext cx="612140" cy="393700"/>
            <a:chOff x="6582370" y="1263428"/>
            <a:chExt cx="612140" cy="393700"/>
          </a:xfrm>
        </p:grpSpPr>
        <p:sp>
          <p:nvSpPr>
            <p:cNvPr id="24" name="object 24"/>
            <p:cNvSpPr/>
            <p:nvPr/>
          </p:nvSpPr>
          <p:spPr>
            <a:xfrm>
              <a:off x="6850335" y="1463972"/>
              <a:ext cx="145415" cy="24765"/>
            </a:xfrm>
            <a:custGeom>
              <a:avLst/>
              <a:gdLst/>
              <a:ahLst/>
              <a:cxnLst/>
              <a:rect l="l" t="t" r="r" b="b"/>
              <a:pathLst>
                <a:path w="145415" h="24765">
                  <a:moveTo>
                    <a:pt x="145146" y="0"/>
                  </a:moveTo>
                  <a:lnTo>
                    <a:pt x="0" y="0"/>
                  </a:lnTo>
                  <a:lnTo>
                    <a:pt x="0" y="24764"/>
                  </a:lnTo>
                  <a:lnTo>
                    <a:pt x="145146" y="24764"/>
                  </a:lnTo>
                  <a:lnTo>
                    <a:pt x="14514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6614621" y="1333991"/>
              <a:ext cx="567055" cy="311150"/>
            </a:xfrm>
            <a:custGeom>
              <a:avLst/>
              <a:gdLst/>
              <a:ahLst/>
              <a:cxnLst/>
              <a:rect l="l" t="t" r="r" b="b"/>
              <a:pathLst>
                <a:path w="567054" h="311150">
                  <a:moveTo>
                    <a:pt x="99234" y="74259"/>
                  </a:moveTo>
                  <a:lnTo>
                    <a:pt x="24808" y="0"/>
                  </a:lnTo>
                </a:path>
                <a:path w="567054" h="311150">
                  <a:moveTo>
                    <a:pt x="99234" y="211689"/>
                  </a:moveTo>
                  <a:lnTo>
                    <a:pt x="0" y="310735"/>
                  </a:lnTo>
                </a:path>
                <a:path w="567054" h="311150">
                  <a:moveTo>
                    <a:pt x="517307" y="74259"/>
                  </a:moveTo>
                  <a:lnTo>
                    <a:pt x="566957" y="24753"/>
                  </a:lnTo>
                </a:path>
                <a:path w="567054" h="311150">
                  <a:moveTo>
                    <a:pt x="517307" y="211689"/>
                  </a:moveTo>
                  <a:lnTo>
                    <a:pt x="566957" y="261196"/>
                  </a:lnTo>
                </a:path>
              </a:pathLst>
            </a:custGeom>
            <a:ln w="247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6582359" y="1294371"/>
              <a:ext cx="488950" cy="194945"/>
            </a:xfrm>
            <a:custGeom>
              <a:avLst/>
              <a:gdLst/>
              <a:ahLst/>
              <a:cxnLst/>
              <a:rect l="l" t="t" r="r" b="b"/>
              <a:pathLst>
                <a:path w="488950" h="194944">
                  <a:moveTo>
                    <a:pt x="131495" y="169608"/>
                  </a:moveTo>
                  <a:lnTo>
                    <a:pt x="0" y="169608"/>
                  </a:lnTo>
                  <a:lnTo>
                    <a:pt x="0" y="194373"/>
                  </a:lnTo>
                  <a:lnTo>
                    <a:pt x="131495" y="194373"/>
                  </a:lnTo>
                  <a:lnTo>
                    <a:pt x="131495" y="169608"/>
                  </a:lnTo>
                  <a:close/>
                </a:path>
                <a:path w="488950" h="194944">
                  <a:moveTo>
                    <a:pt x="488772" y="18580"/>
                  </a:moveTo>
                  <a:lnTo>
                    <a:pt x="470179" y="18580"/>
                  </a:lnTo>
                  <a:lnTo>
                    <a:pt x="470179" y="0"/>
                  </a:lnTo>
                  <a:lnTo>
                    <a:pt x="457796" y="0"/>
                  </a:lnTo>
                  <a:lnTo>
                    <a:pt x="457796" y="18580"/>
                  </a:lnTo>
                  <a:lnTo>
                    <a:pt x="439166" y="18580"/>
                  </a:lnTo>
                  <a:lnTo>
                    <a:pt x="439166" y="30937"/>
                  </a:lnTo>
                  <a:lnTo>
                    <a:pt x="457796" y="30937"/>
                  </a:lnTo>
                  <a:lnTo>
                    <a:pt x="457796" y="49517"/>
                  </a:lnTo>
                  <a:lnTo>
                    <a:pt x="470179" y="49517"/>
                  </a:lnTo>
                  <a:lnTo>
                    <a:pt x="470179" y="30937"/>
                  </a:lnTo>
                  <a:lnTo>
                    <a:pt x="488772" y="30937"/>
                  </a:lnTo>
                  <a:lnTo>
                    <a:pt x="488772" y="185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6996722" y="1269616"/>
              <a:ext cx="98425" cy="97790"/>
            </a:xfrm>
            <a:custGeom>
              <a:avLst/>
              <a:gdLst/>
              <a:ahLst/>
              <a:cxnLst/>
              <a:rect l="l" t="t" r="r" b="b"/>
              <a:pathLst>
                <a:path w="98425" h="97790">
                  <a:moveTo>
                    <a:pt x="0" y="48268"/>
                  </a:moveTo>
                  <a:lnTo>
                    <a:pt x="3721" y="67505"/>
                  </a:lnTo>
                  <a:lnTo>
                    <a:pt x="13952" y="83245"/>
                  </a:lnTo>
                  <a:lnTo>
                    <a:pt x="29298" y="93873"/>
                  </a:lnTo>
                  <a:lnTo>
                    <a:pt x="48360" y="97775"/>
                  </a:lnTo>
                  <a:lnTo>
                    <a:pt x="67642" y="93873"/>
                  </a:lnTo>
                  <a:lnTo>
                    <a:pt x="83422" y="83245"/>
                  </a:lnTo>
                  <a:lnTo>
                    <a:pt x="94080" y="67505"/>
                  </a:lnTo>
                  <a:lnTo>
                    <a:pt x="97993" y="48268"/>
                  </a:lnTo>
                  <a:lnTo>
                    <a:pt x="94080" y="29232"/>
                  </a:lnTo>
                  <a:lnTo>
                    <a:pt x="83422" y="13917"/>
                  </a:lnTo>
                  <a:lnTo>
                    <a:pt x="67642" y="3710"/>
                  </a:lnTo>
                  <a:lnTo>
                    <a:pt x="48360" y="0"/>
                  </a:lnTo>
                  <a:lnTo>
                    <a:pt x="29298" y="3710"/>
                  </a:lnTo>
                  <a:lnTo>
                    <a:pt x="13952" y="13917"/>
                  </a:lnTo>
                  <a:lnTo>
                    <a:pt x="3721" y="29232"/>
                  </a:lnTo>
                  <a:lnTo>
                    <a:pt x="0" y="48268"/>
                  </a:lnTo>
                </a:path>
              </a:pathLst>
            </a:custGeom>
            <a:ln w="1237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8" name="object 28"/>
          <p:cNvSpPr/>
          <p:nvPr/>
        </p:nvSpPr>
        <p:spPr>
          <a:xfrm>
            <a:off x="8420861" y="2506217"/>
            <a:ext cx="923925" cy="818515"/>
          </a:xfrm>
          <a:custGeom>
            <a:avLst/>
            <a:gdLst/>
            <a:ahLst/>
            <a:cxnLst/>
            <a:rect l="l" t="t" r="r" b="b"/>
            <a:pathLst>
              <a:path w="923925" h="818514">
                <a:moveTo>
                  <a:pt x="0" y="818388"/>
                </a:moveTo>
                <a:lnTo>
                  <a:pt x="923544" y="818388"/>
                </a:lnTo>
                <a:lnTo>
                  <a:pt x="923544" y="0"/>
                </a:lnTo>
                <a:lnTo>
                  <a:pt x="0" y="0"/>
                </a:lnTo>
                <a:lnTo>
                  <a:pt x="0" y="818388"/>
                </a:lnTo>
                <a:close/>
              </a:path>
            </a:pathLst>
          </a:custGeom>
          <a:ln w="38100">
            <a:solidFill>
              <a:srgbClr val="FF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" dirty="0"/>
              <a:t>Carbenium</a:t>
            </a:r>
            <a:r>
              <a:rPr spc="-10" dirty="0"/>
              <a:t> </a:t>
            </a:r>
            <a:r>
              <a:rPr spc="-15" dirty="0"/>
              <a:t>ion/carbocation</a:t>
            </a:r>
            <a:r>
              <a:rPr spc="-40" dirty="0"/>
              <a:t> </a:t>
            </a:r>
            <a:r>
              <a:rPr spc="-15" dirty="0"/>
              <a:t>stability</a:t>
            </a:r>
            <a:endParaRPr spc="-15" dirty="0"/>
          </a:p>
        </p:txBody>
      </p:sp>
      <p:sp>
        <p:nvSpPr>
          <p:cNvPr id="3" name="object 3"/>
          <p:cNvSpPr txBox="1"/>
          <p:nvPr/>
        </p:nvSpPr>
        <p:spPr>
          <a:xfrm>
            <a:off x="6782054" y="1653032"/>
            <a:ext cx="4864735" cy="3865245"/>
          </a:xfrm>
          <a:prstGeom prst="rect">
            <a:avLst/>
          </a:prstGeom>
        </p:spPr>
        <p:txBody>
          <a:bodyPr vert="horz" wrap="square" lIns="0" tIns="82550" rIns="0" bIns="0" rtlCol="0">
            <a:spAutoFit/>
          </a:bodyPr>
          <a:lstStyle/>
          <a:p>
            <a:pPr marL="266700" marR="361950" indent="-228600">
              <a:lnSpc>
                <a:spcPts val="2310"/>
              </a:lnSpc>
              <a:spcBef>
                <a:spcPts val="650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25" dirty="0">
                <a:latin typeface="Calibri" panose="020F0502020204030204"/>
                <a:cs typeface="Calibri" panose="020F0502020204030204"/>
              </a:rPr>
              <a:t>Remember,</a:t>
            </a:r>
            <a:r>
              <a:rPr sz="2400" spc="-6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carbenium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ion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high energy 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intermediate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carbocation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491490" indent="-228600">
              <a:lnSpc>
                <a:spcPct val="80000"/>
              </a:lnSpc>
              <a:spcBef>
                <a:spcPts val="100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35" dirty="0">
                <a:latin typeface="Calibri" panose="020F0502020204030204"/>
                <a:cs typeface="Calibri" panose="020F0502020204030204"/>
              </a:rPr>
              <a:t>However, </a:t>
            </a:r>
            <a:r>
              <a:rPr sz="2400" dirty="0">
                <a:latin typeface="Calibri" panose="020F0502020204030204"/>
                <a:cs typeface="Calibri" panose="020F0502020204030204"/>
              </a:rPr>
              <a:t>alkyl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groups are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weakly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‘electron-donating’ (electronic 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effect,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this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an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electronegativity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30480">
              <a:lnSpc>
                <a:spcPct val="80000"/>
              </a:lnSpc>
              <a:spcBef>
                <a:spcPts val="5"/>
              </a:spcBef>
            </a:pPr>
            <a:r>
              <a:rPr sz="2400" dirty="0">
                <a:latin typeface="Calibri" panose="020F0502020204030204"/>
                <a:cs typeface="Calibri" panose="020F0502020204030204"/>
              </a:rPr>
              <a:t>type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effect, </a:t>
            </a:r>
            <a:r>
              <a:rPr sz="2400" dirty="0">
                <a:latin typeface="Calibri" panose="020F0502020204030204"/>
                <a:cs typeface="Calibri" panose="020F0502020204030204"/>
              </a:rPr>
              <a:t>which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some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books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call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“inductive effect”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to 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differentiate </a:t>
            </a:r>
            <a:r>
              <a:rPr sz="2400" dirty="0">
                <a:latin typeface="Calibri" panose="020F0502020204030204"/>
                <a:cs typeface="Calibri" panose="020F0502020204030204"/>
              </a:rPr>
              <a:t>it 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from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“resonance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effect”)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313690" indent="-228600">
              <a:lnSpc>
                <a:spcPts val="2300"/>
              </a:lnSpc>
              <a:spcBef>
                <a:spcPts val="990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So </a:t>
            </a:r>
            <a:r>
              <a:rPr sz="2400" dirty="0">
                <a:latin typeface="Calibri" panose="020F0502020204030204"/>
                <a:cs typeface="Calibri" panose="020F0502020204030204"/>
              </a:rPr>
              <a:t>alkyl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groups </a:t>
            </a:r>
            <a:r>
              <a:rPr sz="2400" dirty="0">
                <a:latin typeface="Calibri" panose="020F0502020204030204"/>
                <a:cs typeface="Calibri" panose="020F0502020204030204"/>
              </a:rPr>
              <a:t>R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(but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not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H) 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attached</a:t>
            </a:r>
            <a:r>
              <a:rPr sz="24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to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C</a:t>
            </a:r>
            <a:r>
              <a:rPr sz="2400" baseline="24000" dirty="0">
                <a:latin typeface="Calibri" panose="020F0502020204030204"/>
                <a:cs typeface="Calibri" panose="020F0502020204030204"/>
              </a:rPr>
              <a:t>+</a:t>
            </a:r>
            <a:r>
              <a:rPr sz="2400" spc="247" baseline="24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lower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its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energy </a:t>
            </a:r>
            <a:r>
              <a:rPr sz="2400" spc="-5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slightly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(</a:t>
            </a:r>
            <a:r>
              <a:rPr sz="2400" i="1" spc="-10" dirty="0">
                <a:latin typeface="Calibri" panose="020F0502020204030204"/>
                <a:cs typeface="Calibri" panose="020F0502020204030204"/>
              </a:rPr>
              <a:t>stabilise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it)</a:t>
            </a:r>
            <a:endParaRPr sz="24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429641" y="1930667"/>
            <a:ext cx="2642235" cy="2759075"/>
            <a:chOff x="1429641" y="1930667"/>
            <a:chExt cx="2642235" cy="2759075"/>
          </a:xfrm>
        </p:grpSpPr>
        <p:sp>
          <p:nvSpPr>
            <p:cNvPr id="5" name="object 5"/>
            <p:cNvSpPr/>
            <p:nvPr/>
          </p:nvSpPr>
          <p:spPr>
            <a:xfrm>
              <a:off x="1575486" y="1936168"/>
              <a:ext cx="2366645" cy="2734310"/>
            </a:xfrm>
            <a:custGeom>
              <a:avLst/>
              <a:gdLst/>
              <a:ahLst/>
              <a:cxnLst/>
              <a:rect l="l" t="t" r="r" b="b"/>
              <a:pathLst>
                <a:path w="2366645" h="2734310">
                  <a:moveTo>
                    <a:pt x="0" y="2733824"/>
                  </a:moveTo>
                  <a:lnTo>
                    <a:pt x="7393" y="2679106"/>
                  </a:lnTo>
                  <a:lnTo>
                    <a:pt x="15243" y="2624689"/>
                  </a:lnTo>
                  <a:lnTo>
                    <a:pt x="23543" y="2570582"/>
                  </a:lnTo>
                  <a:lnTo>
                    <a:pt x="32285" y="2516794"/>
                  </a:lnTo>
                  <a:lnTo>
                    <a:pt x="41465" y="2463333"/>
                  </a:lnTo>
                  <a:lnTo>
                    <a:pt x="51075" y="2410207"/>
                  </a:lnTo>
                  <a:lnTo>
                    <a:pt x="61108" y="2357425"/>
                  </a:lnTo>
                  <a:lnTo>
                    <a:pt x="71560" y="2304996"/>
                  </a:lnTo>
                  <a:lnTo>
                    <a:pt x="82423" y="2252928"/>
                  </a:lnTo>
                  <a:lnTo>
                    <a:pt x="93691" y="2201229"/>
                  </a:lnTo>
                  <a:lnTo>
                    <a:pt x="105357" y="2149909"/>
                  </a:lnTo>
                  <a:lnTo>
                    <a:pt x="117415" y="2098975"/>
                  </a:lnTo>
                  <a:lnTo>
                    <a:pt x="129859" y="2048437"/>
                  </a:lnTo>
                  <a:lnTo>
                    <a:pt x="142683" y="1998302"/>
                  </a:lnTo>
                  <a:lnTo>
                    <a:pt x="155879" y="1948579"/>
                  </a:lnTo>
                  <a:lnTo>
                    <a:pt x="169442" y="1899277"/>
                  </a:lnTo>
                  <a:lnTo>
                    <a:pt x="183366" y="1850404"/>
                  </a:lnTo>
                  <a:lnTo>
                    <a:pt x="197643" y="1801969"/>
                  </a:lnTo>
                  <a:lnTo>
                    <a:pt x="212267" y="1753980"/>
                  </a:lnTo>
                  <a:lnTo>
                    <a:pt x="227233" y="1706446"/>
                  </a:lnTo>
                  <a:lnTo>
                    <a:pt x="242533" y="1659375"/>
                  </a:lnTo>
                  <a:lnTo>
                    <a:pt x="258162" y="1612776"/>
                  </a:lnTo>
                  <a:lnTo>
                    <a:pt x="274112" y="1566657"/>
                  </a:lnTo>
                  <a:lnTo>
                    <a:pt x="290378" y="1521027"/>
                  </a:lnTo>
                  <a:lnTo>
                    <a:pt x="306953" y="1475895"/>
                  </a:lnTo>
                  <a:lnTo>
                    <a:pt x="323831" y="1431268"/>
                  </a:lnTo>
                  <a:lnTo>
                    <a:pt x="341005" y="1387156"/>
                  </a:lnTo>
                  <a:lnTo>
                    <a:pt x="358470" y="1343567"/>
                  </a:lnTo>
                  <a:lnTo>
                    <a:pt x="376217" y="1300509"/>
                  </a:lnTo>
                  <a:lnTo>
                    <a:pt x="394242" y="1257991"/>
                  </a:lnTo>
                  <a:lnTo>
                    <a:pt x="412538" y="1216022"/>
                  </a:lnTo>
                  <a:lnTo>
                    <a:pt x="431099" y="1174609"/>
                  </a:lnTo>
                  <a:lnTo>
                    <a:pt x="449917" y="1133763"/>
                  </a:lnTo>
                  <a:lnTo>
                    <a:pt x="468987" y="1093490"/>
                  </a:lnTo>
                  <a:lnTo>
                    <a:pt x="488302" y="1053799"/>
                  </a:lnTo>
                  <a:lnTo>
                    <a:pt x="507857" y="1014700"/>
                  </a:lnTo>
                  <a:lnTo>
                    <a:pt x="527643" y="976201"/>
                  </a:lnTo>
                  <a:lnTo>
                    <a:pt x="547656" y="938309"/>
                  </a:lnTo>
                  <a:lnTo>
                    <a:pt x="567889" y="901034"/>
                  </a:lnTo>
                  <a:lnTo>
                    <a:pt x="588335" y="864384"/>
                  </a:lnTo>
                  <a:lnTo>
                    <a:pt x="608988" y="828368"/>
                  </a:lnTo>
                  <a:lnTo>
                    <a:pt x="629842" y="792994"/>
                  </a:lnTo>
                  <a:lnTo>
                    <a:pt x="650890" y="758271"/>
                  </a:lnTo>
                  <a:lnTo>
                    <a:pt x="672125" y="724207"/>
                  </a:lnTo>
                  <a:lnTo>
                    <a:pt x="693543" y="690811"/>
                  </a:lnTo>
                  <a:lnTo>
                    <a:pt x="715135" y="658091"/>
                  </a:lnTo>
                  <a:lnTo>
                    <a:pt x="736896" y="626056"/>
                  </a:lnTo>
                  <a:lnTo>
                    <a:pt x="758819" y="594714"/>
                  </a:lnTo>
                  <a:lnTo>
                    <a:pt x="803127" y="534144"/>
                  </a:lnTo>
                  <a:lnTo>
                    <a:pt x="848007" y="476449"/>
                  </a:lnTo>
                  <a:lnTo>
                    <a:pt x="893410" y="421698"/>
                  </a:lnTo>
                  <a:lnTo>
                    <a:pt x="939282" y="369959"/>
                  </a:lnTo>
                  <a:lnTo>
                    <a:pt x="985574" y="321299"/>
                  </a:lnTo>
                  <a:lnTo>
                    <a:pt x="1032234" y="275788"/>
                  </a:lnTo>
                  <a:lnTo>
                    <a:pt x="1079212" y="233493"/>
                  </a:lnTo>
                  <a:lnTo>
                    <a:pt x="1126455" y="194482"/>
                  </a:lnTo>
                  <a:lnTo>
                    <a:pt x="1173914" y="158823"/>
                  </a:lnTo>
                  <a:lnTo>
                    <a:pt x="1221537" y="126585"/>
                  </a:lnTo>
                  <a:lnTo>
                    <a:pt x="1269272" y="97836"/>
                  </a:lnTo>
                  <a:lnTo>
                    <a:pt x="1317070" y="72643"/>
                  </a:lnTo>
                  <a:lnTo>
                    <a:pt x="1364878" y="51076"/>
                  </a:lnTo>
                  <a:lnTo>
                    <a:pt x="1412647" y="33202"/>
                  </a:lnTo>
                  <a:lnTo>
                    <a:pt x="1460324" y="19089"/>
                  </a:lnTo>
                  <a:lnTo>
                    <a:pt x="1507858" y="8805"/>
                  </a:lnTo>
                  <a:lnTo>
                    <a:pt x="1555199" y="2420"/>
                  </a:lnTo>
                  <a:lnTo>
                    <a:pt x="1602295" y="0"/>
                  </a:lnTo>
                  <a:lnTo>
                    <a:pt x="1625736" y="298"/>
                  </a:lnTo>
                  <a:lnTo>
                    <a:pt x="1672370" y="3954"/>
                  </a:lnTo>
                  <a:lnTo>
                    <a:pt x="1718631" y="11747"/>
                  </a:lnTo>
                  <a:lnTo>
                    <a:pt x="1764470" y="23744"/>
                  </a:lnTo>
                  <a:lnTo>
                    <a:pt x="1809834" y="40013"/>
                  </a:lnTo>
                  <a:lnTo>
                    <a:pt x="1854672" y="60623"/>
                  </a:lnTo>
                  <a:lnTo>
                    <a:pt x="1898934" y="85642"/>
                  </a:lnTo>
                  <a:lnTo>
                    <a:pt x="1942569" y="115137"/>
                  </a:lnTo>
                  <a:lnTo>
                    <a:pt x="1985525" y="149178"/>
                  </a:lnTo>
                  <a:lnTo>
                    <a:pt x="2027751" y="187831"/>
                  </a:lnTo>
                  <a:lnTo>
                    <a:pt x="2069196" y="231166"/>
                  </a:lnTo>
                  <a:lnTo>
                    <a:pt x="2109809" y="279251"/>
                  </a:lnTo>
                  <a:lnTo>
                    <a:pt x="2149540" y="332153"/>
                  </a:lnTo>
                  <a:lnTo>
                    <a:pt x="2188336" y="389941"/>
                  </a:lnTo>
                  <a:lnTo>
                    <a:pt x="2226148" y="452683"/>
                  </a:lnTo>
                  <a:lnTo>
                    <a:pt x="2262923" y="520447"/>
                  </a:lnTo>
                  <a:lnTo>
                    <a:pt x="2280906" y="556234"/>
                  </a:lnTo>
                  <a:lnTo>
                    <a:pt x="2298611" y="593301"/>
                  </a:lnTo>
                  <a:lnTo>
                    <a:pt x="2316031" y="631658"/>
                  </a:lnTo>
                  <a:lnTo>
                    <a:pt x="2333160" y="671314"/>
                  </a:lnTo>
                  <a:lnTo>
                    <a:pt x="2349992" y="712276"/>
                  </a:lnTo>
                  <a:lnTo>
                    <a:pt x="2366521" y="754553"/>
                  </a:lnTo>
                </a:path>
              </a:pathLst>
            </a:custGeom>
            <a:ln w="1100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429639" y="2712719"/>
              <a:ext cx="2642235" cy="1976755"/>
            </a:xfrm>
            <a:custGeom>
              <a:avLst/>
              <a:gdLst/>
              <a:ahLst/>
              <a:cxnLst/>
              <a:rect l="l" t="t" r="r" b="b"/>
              <a:pathLst>
                <a:path w="2642235" h="1976754">
                  <a:moveTo>
                    <a:pt x="275170" y="1967979"/>
                  </a:moveTo>
                  <a:lnTo>
                    <a:pt x="272719" y="1965528"/>
                  </a:lnTo>
                  <a:lnTo>
                    <a:pt x="2476" y="1965528"/>
                  </a:lnTo>
                  <a:lnTo>
                    <a:pt x="0" y="1967979"/>
                  </a:lnTo>
                  <a:lnTo>
                    <a:pt x="0" y="1974049"/>
                  </a:lnTo>
                  <a:lnTo>
                    <a:pt x="2476" y="1976526"/>
                  </a:lnTo>
                  <a:lnTo>
                    <a:pt x="269671" y="1976526"/>
                  </a:lnTo>
                  <a:lnTo>
                    <a:pt x="272719" y="1976526"/>
                  </a:lnTo>
                  <a:lnTo>
                    <a:pt x="275170" y="1974049"/>
                  </a:lnTo>
                  <a:lnTo>
                    <a:pt x="275170" y="1967979"/>
                  </a:lnTo>
                  <a:close/>
                </a:path>
                <a:path w="2642235" h="1976754">
                  <a:moveTo>
                    <a:pt x="2641701" y="2565"/>
                  </a:moveTo>
                  <a:lnTo>
                    <a:pt x="2639314" y="0"/>
                  </a:lnTo>
                  <a:lnTo>
                    <a:pt x="2369083" y="0"/>
                  </a:lnTo>
                  <a:lnTo>
                    <a:pt x="2366518" y="2565"/>
                  </a:lnTo>
                  <a:lnTo>
                    <a:pt x="2366518" y="8610"/>
                  </a:lnTo>
                  <a:lnTo>
                    <a:pt x="2369083" y="10998"/>
                  </a:lnTo>
                  <a:lnTo>
                    <a:pt x="2636189" y="10998"/>
                  </a:lnTo>
                  <a:lnTo>
                    <a:pt x="2639314" y="10998"/>
                  </a:lnTo>
                  <a:lnTo>
                    <a:pt x="2641701" y="8610"/>
                  </a:lnTo>
                  <a:lnTo>
                    <a:pt x="2641701" y="25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531807" y="2675511"/>
              <a:ext cx="177031" cy="97311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30119" y="2642341"/>
              <a:ext cx="245826" cy="130481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997043" y="2675511"/>
              <a:ext cx="75765" cy="95112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099041" y="2642349"/>
              <a:ext cx="15875" cy="128905"/>
            </a:xfrm>
            <a:custGeom>
              <a:avLst/>
              <a:gdLst/>
              <a:ahLst/>
              <a:cxnLst/>
              <a:rect l="l" t="t" r="r" b="b"/>
              <a:pathLst>
                <a:path w="15875" h="128905">
                  <a:moveTo>
                    <a:pt x="15773" y="35369"/>
                  </a:moveTo>
                  <a:lnTo>
                    <a:pt x="0" y="35369"/>
                  </a:lnTo>
                  <a:lnTo>
                    <a:pt x="0" y="128282"/>
                  </a:lnTo>
                  <a:lnTo>
                    <a:pt x="15773" y="128282"/>
                  </a:lnTo>
                  <a:lnTo>
                    <a:pt x="15773" y="35369"/>
                  </a:lnTo>
                  <a:close/>
                </a:path>
                <a:path w="15875" h="128905">
                  <a:moveTo>
                    <a:pt x="15773" y="0"/>
                  </a:moveTo>
                  <a:lnTo>
                    <a:pt x="0" y="0"/>
                  </a:lnTo>
                  <a:lnTo>
                    <a:pt x="0" y="18135"/>
                  </a:lnTo>
                  <a:lnTo>
                    <a:pt x="15773" y="18135"/>
                  </a:lnTo>
                  <a:lnTo>
                    <a:pt x="1577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39035" y="2677710"/>
              <a:ext cx="75399" cy="95112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241035" y="2675511"/>
              <a:ext cx="126215" cy="95112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443933" y="2642341"/>
              <a:ext cx="121629" cy="130481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85926" y="2675511"/>
              <a:ext cx="75765" cy="95112"/>
            </a:xfrm>
            <a:prstGeom prst="rect">
              <a:avLst/>
            </a:prstGeom>
          </p:spPr>
        </p:pic>
      </p:grpSp>
      <p:grpSp>
        <p:nvGrpSpPr>
          <p:cNvPr id="15" name="object 15"/>
          <p:cNvGrpSpPr/>
          <p:nvPr/>
        </p:nvGrpSpPr>
        <p:grpSpPr>
          <a:xfrm>
            <a:off x="1279247" y="4800175"/>
            <a:ext cx="523875" cy="130810"/>
            <a:chOff x="1279247" y="4800175"/>
            <a:chExt cx="523875" cy="130810"/>
          </a:xfrm>
        </p:grpSpPr>
        <p:pic>
          <p:nvPicPr>
            <p:cNvPr id="16" name="object 1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279247" y="4833442"/>
              <a:ext cx="85745" cy="97219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1386071" y="4800175"/>
              <a:ext cx="15875" cy="128905"/>
            </a:xfrm>
            <a:custGeom>
              <a:avLst/>
              <a:gdLst/>
              <a:ahLst/>
              <a:cxnLst/>
              <a:rect l="l" t="t" r="r" b="b"/>
              <a:pathLst>
                <a:path w="15875" h="128904">
                  <a:moveTo>
                    <a:pt x="15779" y="0"/>
                  </a:moveTo>
                  <a:lnTo>
                    <a:pt x="0" y="0"/>
                  </a:lnTo>
                  <a:lnTo>
                    <a:pt x="0" y="128379"/>
                  </a:lnTo>
                  <a:lnTo>
                    <a:pt x="15779" y="128379"/>
                  </a:lnTo>
                  <a:lnTo>
                    <a:pt x="1577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426871" y="4800181"/>
              <a:ext cx="172188" cy="130481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620322" y="4833442"/>
              <a:ext cx="75655" cy="95112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716939" y="4833442"/>
              <a:ext cx="85752" cy="97219"/>
            </a:xfrm>
            <a:prstGeom prst="rect">
              <a:avLst/>
            </a:prstGeom>
          </p:spPr>
        </p:pic>
      </p:grpSp>
      <p:grpSp>
        <p:nvGrpSpPr>
          <p:cNvPr id="21" name="object 21"/>
          <p:cNvGrpSpPr/>
          <p:nvPr/>
        </p:nvGrpSpPr>
        <p:grpSpPr>
          <a:xfrm>
            <a:off x="911443" y="1671242"/>
            <a:ext cx="4357370" cy="3564254"/>
            <a:chOff x="911443" y="1671242"/>
            <a:chExt cx="4357370" cy="3564254"/>
          </a:xfrm>
        </p:grpSpPr>
        <p:sp>
          <p:nvSpPr>
            <p:cNvPr id="22" name="object 22"/>
            <p:cNvSpPr/>
            <p:nvPr/>
          </p:nvSpPr>
          <p:spPr>
            <a:xfrm>
              <a:off x="911440" y="1671243"/>
              <a:ext cx="4155440" cy="3564254"/>
            </a:xfrm>
            <a:custGeom>
              <a:avLst/>
              <a:gdLst/>
              <a:ahLst/>
              <a:cxnLst/>
              <a:rect l="l" t="t" r="r" b="b"/>
              <a:pathLst>
                <a:path w="4155440" h="3564254">
                  <a:moveTo>
                    <a:pt x="3968851" y="3534308"/>
                  </a:moveTo>
                  <a:lnTo>
                    <a:pt x="3968737" y="3533952"/>
                  </a:lnTo>
                  <a:lnTo>
                    <a:pt x="3968559" y="3533838"/>
                  </a:lnTo>
                  <a:lnTo>
                    <a:pt x="3968191" y="3533584"/>
                  </a:lnTo>
                  <a:lnTo>
                    <a:pt x="3967746" y="3533660"/>
                  </a:lnTo>
                  <a:lnTo>
                    <a:pt x="3966807" y="3533457"/>
                  </a:lnTo>
                  <a:lnTo>
                    <a:pt x="3859542" y="3504133"/>
                  </a:lnTo>
                  <a:lnTo>
                    <a:pt x="3859212" y="3504044"/>
                  </a:lnTo>
                  <a:lnTo>
                    <a:pt x="3857929" y="3503752"/>
                  </a:lnTo>
                  <a:lnTo>
                    <a:pt x="3856837" y="3505504"/>
                  </a:lnTo>
                  <a:lnTo>
                    <a:pt x="3857383" y="3506203"/>
                  </a:lnTo>
                  <a:lnTo>
                    <a:pt x="3859034" y="3508362"/>
                  </a:lnTo>
                  <a:lnTo>
                    <a:pt x="3861231" y="3511499"/>
                  </a:lnTo>
                  <a:lnTo>
                    <a:pt x="3863619" y="3515436"/>
                  </a:lnTo>
                  <a:lnTo>
                    <a:pt x="3868204" y="3525075"/>
                  </a:lnTo>
                  <a:lnTo>
                    <a:pt x="3868204" y="3524948"/>
                  </a:lnTo>
                  <a:lnTo>
                    <a:pt x="3869601" y="3529292"/>
                  </a:lnTo>
                  <a:lnTo>
                    <a:pt x="36626" y="3529292"/>
                  </a:lnTo>
                  <a:lnTo>
                    <a:pt x="36626" y="99352"/>
                  </a:lnTo>
                  <a:lnTo>
                    <a:pt x="40335" y="100609"/>
                  </a:lnTo>
                  <a:lnTo>
                    <a:pt x="40195" y="100609"/>
                  </a:lnTo>
                  <a:lnTo>
                    <a:pt x="49276" y="105194"/>
                  </a:lnTo>
                  <a:lnTo>
                    <a:pt x="52882" y="107581"/>
                  </a:lnTo>
                  <a:lnTo>
                    <a:pt x="55880" y="109778"/>
                  </a:lnTo>
                  <a:lnTo>
                    <a:pt x="57734" y="111429"/>
                  </a:lnTo>
                  <a:lnTo>
                    <a:pt x="58445" y="111975"/>
                  </a:lnTo>
                  <a:lnTo>
                    <a:pt x="60210" y="110883"/>
                  </a:lnTo>
                  <a:lnTo>
                    <a:pt x="59969" y="109778"/>
                  </a:lnTo>
                  <a:lnTo>
                    <a:pt x="59512" y="108127"/>
                  </a:lnTo>
                  <a:lnTo>
                    <a:pt x="59004" y="106299"/>
                  </a:lnTo>
                  <a:lnTo>
                    <a:pt x="58953" y="106108"/>
                  </a:lnTo>
                  <a:lnTo>
                    <a:pt x="58953" y="106299"/>
                  </a:lnTo>
                  <a:lnTo>
                    <a:pt x="51396" y="76060"/>
                  </a:lnTo>
                  <a:lnTo>
                    <a:pt x="46164" y="55905"/>
                  </a:lnTo>
                  <a:lnTo>
                    <a:pt x="38696" y="26390"/>
                  </a:lnTo>
                  <a:lnTo>
                    <a:pt x="36664" y="18148"/>
                  </a:lnTo>
                  <a:lnTo>
                    <a:pt x="34848" y="10998"/>
                  </a:lnTo>
                  <a:lnTo>
                    <a:pt x="33604" y="6057"/>
                  </a:lnTo>
                  <a:lnTo>
                    <a:pt x="33489" y="5499"/>
                  </a:lnTo>
                  <a:lnTo>
                    <a:pt x="32537" y="2209"/>
                  </a:lnTo>
                  <a:lnTo>
                    <a:pt x="32346" y="1219"/>
                  </a:lnTo>
                  <a:lnTo>
                    <a:pt x="32410" y="927"/>
                  </a:lnTo>
                  <a:lnTo>
                    <a:pt x="32156" y="419"/>
                  </a:lnTo>
                  <a:lnTo>
                    <a:pt x="32029" y="190"/>
                  </a:lnTo>
                  <a:lnTo>
                    <a:pt x="31838" y="190"/>
                  </a:lnTo>
                  <a:lnTo>
                    <a:pt x="31546" y="0"/>
                  </a:lnTo>
                  <a:lnTo>
                    <a:pt x="31203" y="114"/>
                  </a:lnTo>
                  <a:lnTo>
                    <a:pt x="30848" y="0"/>
                  </a:lnTo>
                  <a:lnTo>
                    <a:pt x="30556" y="190"/>
                  </a:lnTo>
                  <a:lnTo>
                    <a:pt x="30378" y="190"/>
                  </a:lnTo>
                  <a:lnTo>
                    <a:pt x="30289" y="355"/>
                  </a:lnTo>
                  <a:lnTo>
                    <a:pt x="29984" y="927"/>
                  </a:lnTo>
                  <a:lnTo>
                    <a:pt x="30060" y="1219"/>
                  </a:lnTo>
                  <a:lnTo>
                    <a:pt x="29845" y="2209"/>
                  </a:lnTo>
                  <a:lnTo>
                    <a:pt x="28702" y="6235"/>
                  </a:lnTo>
                  <a:lnTo>
                    <a:pt x="27330" y="11188"/>
                  </a:lnTo>
                  <a:lnTo>
                    <a:pt x="25463" y="18148"/>
                  </a:lnTo>
                  <a:lnTo>
                    <a:pt x="22936" y="27127"/>
                  </a:lnTo>
                  <a:lnTo>
                    <a:pt x="20650" y="35737"/>
                  </a:lnTo>
                  <a:lnTo>
                    <a:pt x="14998" y="55905"/>
                  </a:lnTo>
                  <a:lnTo>
                    <a:pt x="9499" y="76060"/>
                  </a:lnTo>
                  <a:lnTo>
                    <a:pt x="6819" y="85953"/>
                  </a:lnTo>
                  <a:lnTo>
                    <a:pt x="228" y="109778"/>
                  </a:lnTo>
                  <a:lnTo>
                    <a:pt x="0" y="110883"/>
                  </a:lnTo>
                  <a:lnTo>
                    <a:pt x="1752" y="111975"/>
                  </a:lnTo>
                  <a:lnTo>
                    <a:pt x="2451" y="111429"/>
                  </a:lnTo>
                  <a:lnTo>
                    <a:pt x="4622" y="109778"/>
                  </a:lnTo>
                  <a:lnTo>
                    <a:pt x="7759" y="107581"/>
                  </a:lnTo>
                  <a:lnTo>
                    <a:pt x="7683" y="107759"/>
                  </a:lnTo>
                  <a:lnTo>
                    <a:pt x="7975" y="107581"/>
                  </a:lnTo>
                  <a:lnTo>
                    <a:pt x="11811" y="105194"/>
                  </a:lnTo>
                  <a:lnTo>
                    <a:pt x="21374" y="100609"/>
                  </a:lnTo>
                  <a:lnTo>
                    <a:pt x="21221" y="100609"/>
                  </a:lnTo>
                  <a:lnTo>
                    <a:pt x="25628" y="99237"/>
                  </a:lnTo>
                  <a:lnTo>
                    <a:pt x="25628" y="3534791"/>
                  </a:lnTo>
                  <a:lnTo>
                    <a:pt x="31127" y="3534791"/>
                  </a:lnTo>
                  <a:lnTo>
                    <a:pt x="31127" y="3540290"/>
                  </a:lnTo>
                  <a:lnTo>
                    <a:pt x="3869448" y="3540290"/>
                  </a:lnTo>
                  <a:lnTo>
                    <a:pt x="3868204" y="3543922"/>
                  </a:lnTo>
                  <a:lnTo>
                    <a:pt x="3868204" y="3543770"/>
                  </a:lnTo>
                  <a:lnTo>
                    <a:pt x="3868128" y="3543922"/>
                  </a:lnTo>
                  <a:lnTo>
                    <a:pt x="3863619" y="3552850"/>
                  </a:lnTo>
                  <a:lnTo>
                    <a:pt x="3861231" y="3556431"/>
                  </a:lnTo>
                  <a:lnTo>
                    <a:pt x="3859034" y="3559429"/>
                  </a:lnTo>
                  <a:lnTo>
                    <a:pt x="3857358" y="3561346"/>
                  </a:lnTo>
                  <a:lnTo>
                    <a:pt x="3856837" y="3562007"/>
                  </a:lnTo>
                  <a:lnTo>
                    <a:pt x="3857929" y="3563772"/>
                  </a:lnTo>
                  <a:lnTo>
                    <a:pt x="3859212" y="3563493"/>
                  </a:lnTo>
                  <a:lnTo>
                    <a:pt x="3859542" y="3563378"/>
                  </a:lnTo>
                  <a:lnTo>
                    <a:pt x="3862705" y="3562502"/>
                  </a:lnTo>
                  <a:lnTo>
                    <a:pt x="3871188" y="3560381"/>
                  </a:lnTo>
                  <a:lnTo>
                    <a:pt x="3875176" y="3559352"/>
                  </a:lnTo>
                  <a:lnTo>
                    <a:pt x="3883609" y="3557295"/>
                  </a:lnTo>
                  <a:lnTo>
                    <a:pt x="3900995" y="3552825"/>
                  </a:lnTo>
                  <a:lnTo>
                    <a:pt x="3933215" y="3544633"/>
                  </a:lnTo>
                  <a:lnTo>
                    <a:pt x="3963416" y="3537089"/>
                  </a:lnTo>
                  <a:lnTo>
                    <a:pt x="3966832" y="3536124"/>
                  </a:lnTo>
                  <a:lnTo>
                    <a:pt x="3967759" y="3535908"/>
                  </a:lnTo>
                  <a:lnTo>
                    <a:pt x="3968191" y="3535984"/>
                  </a:lnTo>
                  <a:lnTo>
                    <a:pt x="3968559" y="3535730"/>
                  </a:lnTo>
                  <a:lnTo>
                    <a:pt x="3968737" y="3535616"/>
                  </a:lnTo>
                  <a:lnTo>
                    <a:pt x="3968851" y="3535248"/>
                  </a:lnTo>
                  <a:lnTo>
                    <a:pt x="3968851" y="3534308"/>
                  </a:lnTo>
                  <a:close/>
                </a:path>
                <a:path w="4155440" h="3564254">
                  <a:moveTo>
                    <a:pt x="4074960" y="632625"/>
                  </a:moveTo>
                  <a:lnTo>
                    <a:pt x="4057891" y="628408"/>
                  </a:lnTo>
                  <a:lnTo>
                    <a:pt x="4055808" y="636003"/>
                  </a:lnTo>
                  <a:lnTo>
                    <a:pt x="4052849" y="642581"/>
                  </a:lnTo>
                  <a:lnTo>
                    <a:pt x="4020286" y="661022"/>
                  </a:lnTo>
                  <a:lnTo>
                    <a:pt x="4012577" y="661022"/>
                  </a:lnTo>
                  <a:lnTo>
                    <a:pt x="3981539" y="630326"/>
                  </a:lnTo>
                  <a:lnTo>
                    <a:pt x="3978833" y="608063"/>
                  </a:lnTo>
                  <a:lnTo>
                    <a:pt x="3978833" y="599630"/>
                  </a:lnTo>
                  <a:lnTo>
                    <a:pt x="3996804" y="564451"/>
                  </a:lnTo>
                  <a:lnTo>
                    <a:pt x="4021569" y="557301"/>
                  </a:lnTo>
                  <a:lnTo>
                    <a:pt x="4030192" y="557301"/>
                  </a:lnTo>
                  <a:lnTo>
                    <a:pt x="4037342" y="559498"/>
                  </a:lnTo>
                  <a:lnTo>
                    <a:pt x="4048722" y="567931"/>
                  </a:lnTo>
                  <a:lnTo>
                    <a:pt x="4053128" y="574713"/>
                  </a:lnTo>
                  <a:lnTo>
                    <a:pt x="4056062" y="584060"/>
                  </a:lnTo>
                  <a:lnTo>
                    <a:pt x="4072750" y="580212"/>
                  </a:lnTo>
                  <a:lnTo>
                    <a:pt x="4047426" y="548309"/>
                  </a:lnTo>
                  <a:lnTo>
                    <a:pt x="4021937" y="542823"/>
                  </a:lnTo>
                  <a:lnTo>
                    <a:pt x="4013695" y="543306"/>
                  </a:lnTo>
                  <a:lnTo>
                    <a:pt x="3978300" y="560031"/>
                  </a:lnTo>
                  <a:lnTo>
                    <a:pt x="3961879" y="598525"/>
                  </a:lnTo>
                  <a:lnTo>
                    <a:pt x="3961396" y="608253"/>
                  </a:lnTo>
                  <a:lnTo>
                    <a:pt x="3961815" y="617283"/>
                  </a:lnTo>
                  <a:lnTo>
                    <a:pt x="3976446" y="656717"/>
                  </a:lnTo>
                  <a:lnTo>
                    <a:pt x="4011815" y="674979"/>
                  </a:lnTo>
                  <a:lnTo>
                    <a:pt x="4021759" y="675500"/>
                  </a:lnTo>
                  <a:lnTo>
                    <a:pt x="4031424" y="674814"/>
                  </a:lnTo>
                  <a:lnTo>
                    <a:pt x="4067530" y="651040"/>
                  </a:lnTo>
                  <a:lnTo>
                    <a:pt x="4074960" y="632625"/>
                  </a:lnTo>
                  <a:close/>
                </a:path>
                <a:path w="4155440" h="3564254">
                  <a:moveTo>
                    <a:pt x="4155313" y="549783"/>
                  </a:moveTo>
                  <a:lnTo>
                    <a:pt x="4129074" y="549783"/>
                  </a:lnTo>
                  <a:lnTo>
                    <a:pt x="4129074" y="523582"/>
                  </a:lnTo>
                  <a:lnTo>
                    <a:pt x="4118064" y="523582"/>
                  </a:lnTo>
                  <a:lnTo>
                    <a:pt x="4118064" y="549783"/>
                  </a:lnTo>
                  <a:lnTo>
                    <a:pt x="4092016" y="549783"/>
                  </a:lnTo>
                  <a:lnTo>
                    <a:pt x="4092016" y="560603"/>
                  </a:lnTo>
                  <a:lnTo>
                    <a:pt x="4118064" y="560603"/>
                  </a:lnTo>
                  <a:lnTo>
                    <a:pt x="4118064" y="586994"/>
                  </a:lnTo>
                  <a:lnTo>
                    <a:pt x="4129074" y="586994"/>
                  </a:lnTo>
                  <a:lnTo>
                    <a:pt x="4129074" y="560603"/>
                  </a:lnTo>
                  <a:lnTo>
                    <a:pt x="4155313" y="560603"/>
                  </a:lnTo>
                  <a:lnTo>
                    <a:pt x="4155313" y="5497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3" name="object 23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878166" y="1952364"/>
              <a:ext cx="100898" cy="128282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4924396" y="2107952"/>
              <a:ext cx="11430" cy="83185"/>
            </a:xfrm>
            <a:custGeom>
              <a:avLst/>
              <a:gdLst/>
              <a:ahLst/>
              <a:cxnLst/>
              <a:rect l="l" t="t" r="r" b="b"/>
              <a:pathLst>
                <a:path w="11429" h="83185">
                  <a:moveTo>
                    <a:pt x="8438" y="0"/>
                  </a:moveTo>
                  <a:lnTo>
                    <a:pt x="2384" y="0"/>
                  </a:lnTo>
                  <a:lnTo>
                    <a:pt x="0" y="2565"/>
                  </a:lnTo>
                  <a:lnTo>
                    <a:pt x="0" y="77152"/>
                  </a:lnTo>
                  <a:lnTo>
                    <a:pt x="0" y="80084"/>
                  </a:lnTo>
                  <a:lnTo>
                    <a:pt x="2384" y="82650"/>
                  </a:lnTo>
                  <a:lnTo>
                    <a:pt x="8438" y="82650"/>
                  </a:lnTo>
                  <a:lnTo>
                    <a:pt x="11007" y="80084"/>
                  </a:lnTo>
                  <a:lnTo>
                    <a:pt x="11007" y="2565"/>
                  </a:lnTo>
                  <a:lnTo>
                    <a:pt x="84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5" name="object 25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691411" y="2402819"/>
              <a:ext cx="100898" cy="128282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4813947" y="2339962"/>
              <a:ext cx="352425" cy="1024255"/>
            </a:xfrm>
            <a:custGeom>
              <a:avLst/>
              <a:gdLst/>
              <a:ahLst/>
              <a:cxnLst/>
              <a:rect l="l" t="t" r="r" b="b"/>
              <a:pathLst>
                <a:path w="352425" h="1024254">
                  <a:moveTo>
                    <a:pt x="51549" y="4216"/>
                  </a:moveTo>
                  <a:lnTo>
                    <a:pt x="49352" y="2209"/>
                  </a:lnTo>
                  <a:lnTo>
                    <a:pt x="47155" y="0"/>
                  </a:lnTo>
                  <a:lnTo>
                    <a:pt x="43662" y="0"/>
                  </a:lnTo>
                  <a:lnTo>
                    <a:pt x="41643" y="2209"/>
                  </a:lnTo>
                  <a:lnTo>
                    <a:pt x="0" y="43624"/>
                  </a:lnTo>
                  <a:lnTo>
                    <a:pt x="0" y="47104"/>
                  </a:lnTo>
                  <a:lnTo>
                    <a:pt x="2209" y="49301"/>
                  </a:lnTo>
                  <a:lnTo>
                    <a:pt x="4406" y="51320"/>
                  </a:lnTo>
                  <a:lnTo>
                    <a:pt x="7886" y="51320"/>
                  </a:lnTo>
                  <a:lnTo>
                    <a:pt x="49352" y="9906"/>
                  </a:lnTo>
                  <a:lnTo>
                    <a:pt x="51549" y="7696"/>
                  </a:lnTo>
                  <a:lnTo>
                    <a:pt x="51549" y="4216"/>
                  </a:lnTo>
                  <a:close/>
                </a:path>
                <a:path w="352425" h="1024254">
                  <a:moveTo>
                    <a:pt x="231711" y="43802"/>
                  </a:moveTo>
                  <a:lnTo>
                    <a:pt x="229692" y="41605"/>
                  </a:lnTo>
                  <a:lnTo>
                    <a:pt x="193548" y="5499"/>
                  </a:lnTo>
                  <a:lnTo>
                    <a:pt x="191350" y="3492"/>
                  </a:lnTo>
                  <a:lnTo>
                    <a:pt x="187858" y="3492"/>
                  </a:lnTo>
                  <a:lnTo>
                    <a:pt x="185661" y="5499"/>
                  </a:lnTo>
                  <a:lnTo>
                    <a:pt x="183642" y="7696"/>
                  </a:lnTo>
                  <a:lnTo>
                    <a:pt x="183642" y="11188"/>
                  </a:lnTo>
                  <a:lnTo>
                    <a:pt x="185661" y="13385"/>
                  </a:lnTo>
                  <a:lnTo>
                    <a:pt x="224002" y="51498"/>
                  </a:lnTo>
                  <a:lnTo>
                    <a:pt x="227482" y="51498"/>
                  </a:lnTo>
                  <a:lnTo>
                    <a:pt x="231711" y="47282"/>
                  </a:lnTo>
                  <a:lnTo>
                    <a:pt x="231711" y="43802"/>
                  </a:lnTo>
                  <a:close/>
                </a:path>
                <a:path w="352425" h="1024254">
                  <a:moveTo>
                    <a:pt x="268757" y="980998"/>
                  </a:moveTo>
                  <a:lnTo>
                    <a:pt x="251701" y="976782"/>
                  </a:lnTo>
                  <a:lnTo>
                    <a:pt x="249605" y="984377"/>
                  </a:lnTo>
                  <a:lnTo>
                    <a:pt x="246659" y="990968"/>
                  </a:lnTo>
                  <a:lnTo>
                    <a:pt x="214096" y="1009408"/>
                  </a:lnTo>
                  <a:lnTo>
                    <a:pt x="206387" y="1009408"/>
                  </a:lnTo>
                  <a:lnTo>
                    <a:pt x="175336" y="978712"/>
                  </a:lnTo>
                  <a:lnTo>
                    <a:pt x="172631" y="956437"/>
                  </a:lnTo>
                  <a:lnTo>
                    <a:pt x="172631" y="948016"/>
                  </a:lnTo>
                  <a:lnTo>
                    <a:pt x="190614" y="912825"/>
                  </a:lnTo>
                  <a:lnTo>
                    <a:pt x="215379" y="905675"/>
                  </a:lnTo>
                  <a:lnTo>
                    <a:pt x="224002" y="905675"/>
                  </a:lnTo>
                  <a:lnTo>
                    <a:pt x="231152" y="907884"/>
                  </a:lnTo>
                  <a:lnTo>
                    <a:pt x="242531" y="916305"/>
                  </a:lnTo>
                  <a:lnTo>
                    <a:pt x="246926" y="923086"/>
                  </a:lnTo>
                  <a:lnTo>
                    <a:pt x="249872" y="932434"/>
                  </a:lnTo>
                  <a:lnTo>
                    <a:pt x="266560" y="928585"/>
                  </a:lnTo>
                  <a:lnTo>
                    <a:pt x="241236" y="896696"/>
                  </a:lnTo>
                  <a:lnTo>
                    <a:pt x="215747" y="891197"/>
                  </a:lnTo>
                  <a:lnTo>
                    <a:pt x="207492" y="891679"/>
                  </a:lnTo>
                  <a:lnTo>
                    <a:pt x="172110" y="908405"/>
                  </a:lnTo>
                  <a:lnTo>
                    <a:pt x="155689" y="946899"/>
                  </a:lnTo>
                  <a:lnTo>
                    <a:pt x="155206" y="956627"/>
                  </a:lnTo>
                  <a:lnTo>
                    <a:pt x="155625" y="965669"/>
                  </a:lnTo>
                  <a:lnTo>
                    <a:pt x="170243" y="1005103"/>
                  </a:lnTo>
                  <a:lnTo>
                    <a:pt x="205613" y="1023366"/>
                  </a:lnTo>
                  <a:lnTo>
                    <a:pt x="215557" y="1023886"/>
                  </a:lnTo>
                  <a:lnTo>
                    <a:pt x="225221" y="1023200"/>
                  </a:lnTo>
                  <a:lnTo>
                    <a:pt x="261327" y="999413"/>
                  </a:lnTo>
                  <a:lnTo>
                    <a:pt x="268757" y="980998"/>
                  </a:lnTo>
                  <a:close/>
                </a:path>
                <a:path w="352425" h="1024254">
                  <a:moveTo>
                    <a:pt x="349110" y="898169"/>
                  </a:moveTo>
                  <a:lnTo>
                    <a:pt x="322884" y="898169"/>
                  </a:lnTo>
                  <a:lnTo>
                    <a:pt x="322884" y="871956"/>
                  </a:lnTo>
                  <a:lnTo>
                    <a:pt x="311873" y="871956"/>
                  </a:lnTo>
                  <a:lnTo>
                    <a:pt x="311873" y="898169"/>
                  </a:lnTo>
                  <a:lnTo>
                    <a:pt x="285826" y="898169"/>
                  </a:lnTo>
                  <a:lnTo>
                    <a:pt x="285826" y="908977"/>
                  </a:lnTo>
                  <a:lnTo>
                    <a:pt x="311873" y="908977"/>
                  </a:lnTo>
                  <a:lnTo>
                    <a:pt x="311873" y="935367"/>
                  </a:lnTo>
                  <a:lnTo>
                    <a:pt x="322884" y="935367"/>
                  </a:lnTo>
                  <a:lnTo>
                    <a:pt x="322884" y="908977"/>
                  </a:lnTo>
                  <a:lnTo>
                    <a:pt x="349110" y="908977"/>
                  </a:lnTo>
                  <a:lnTo>
                    <a:pt x="349110" y="898169"/>
                  </a:lnTo>
                  <a:close/>
                </a:path>
                <a:path w="352425" h="1024254">
                  <a:moveTo>
                    <a:pt x="351866" y="62865"/>
                  </a:moveTo>
                  <a:lnTo>
                    <a:pt x="334810" y="62865"/>
                  </a:lnTo>
                  <a:lnTo>
                    <a:pt x="334810" y="115646"/>
                  </a:lnTo>
                  <a:lnTo>
                    <a:pt x="268033" y="115646"/>
                  </a:lnTo>
                  <a:lnTo>
                    <a:pt x="268033" y="62865"/>
                  </a:lnTo>
                  <a:lnTo>
                    <a:pt x="251155" y="62865"/>
                  </a:lnTo>
                  <a:lnTo>
                    <a:pt x="251155" y="191147"/>
                  </a:lnTo>
                  <a:lnTo>
                    <a:pt x="268033" y="191147"/>
                  </a:lnTo>
                  <a:lnTo>
                    <a:pt x="268033" y="130670"/>
                  </a:lnTo>
                  <a:lnTo>
                    <a:pt x="334810" y="130670"/>
                  </a:lnTo>
                  <a:lnTo>
                    <a:pt x="334810" y="191147"/>
                  </a:lnTo>
                  <a:lnTo>
                    <a:pt x="351866" y="191147"/>
                  </a:lnTo>
                  <a:lnTo>
                    <a:pt x="351866" y="628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7" name="object 2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974479" y="2969461"/>
              <a:ext cx="100898" cy="128282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4147286" y="2233675"/>
              <a:ext cx="1121410" cy="1530985"/>
            </a:xfrm>
            <a:custGeom>
              <a:avLst/>
              <a:gdLst/>
              <a:ahLst/>
              <a:cxnLst/>
              <a:rect l="l" t="t" r="r" b="b"/>
              <a:pathLst>
                <a:path w="1121410" h="1530985">
                  <a:moveTo>
                    <a:pt x="177" y="31610"/>
                  </a:moveTo>
                  <a:lnTo>
                    <a:pt x="101" y="31026"/>
                  </a:lnTo>
                  <a:lnTo>
                    <a:pt x="0" y="31343"/>
                  </a:lnTo>
                  <a:lnTo>
                    <a:pt x="177" y="31610"/>
                  </a:lnTo>
                  <a:close/>
                </a:path>
                <a:path w="1121410" h="1530985">
                  <a:moveTo>
                    <a:pt x="41452" y="498932"/>
                  </a:moveTo>
                  <a:lnTo>
                    <a:pt x="41376" y="498335"/>
                  </a:lnTo>
                  <a:lnTo>
                    <a:pt x="41275" y="498652"/>
                  </a:lnTo>
                  <a:lnTo>
                    <a:pt x="41452" y="498932"/>
                  </a:lnTo>
                  <a:close/>
                </a:path>
                <a:path w="1121410" h="1530985">
                  <a:moveTo>
                    <a:pt x="55219" y="952500"/>
                  </a:moveTo>
                  <a:lnTo>
                    <a:pt x="55143" y="951903"/>
                  </a:lnTo>
                  <a:lnTo>
                    <a:pt x="55029" y="952220"/>
                  </a:lnTo>
                  <a:lnTo>
                    <a:pt x="55219" y="952500"/>
                  </a:lnTo>
                  <a:close/>
                </a:path>
                <a:path w="1121410" h="1530985">
                  <a:moveTo>
                    <a:pt x="68973" y="1502283"/>
                  </a:moveTo>
                  <a:lnTo>
                    <a:pt x="68897" y="1501686"/>
                  </a:lnTo>
                  <a:lnTo>
                    <a:pt x="68795" y="1502003"/>
                  </a:lnTo>
                  <a:lnTo>
                    <a:pt x="68973" y="1502283"/>
                  </a:lnTo>
                  <a:close/>
                </a:path>
                <a:path w="1121410" h="1530985">
                  <a:moveTo>
                    <a:pt x="135940" y="28041"/>
                  </a:moveTo>
                  <a:lnTo>
                    <a:pt x="133553" y="25476"/>
                  </a:lnTo>
                  <a:lnTo>
                    <a:pt x="99301" y="25476"/>
                  </a:lnTo>
                  <a:lnTo>
                    <a:pt x="100711" y="21259"/>
                  </a:lnTo>
                  <a:lnTo>
                    <a:pt x="105295" y="11544"/>
                  </a:lnTo>
                  <a:lnTo>
                    <a:pt x="105295" y="11734"/>
                  </a:lnTo>
                  <a:lnTo>
                    <a:pt x="105422" y="11544"/>
                  </a:lnTo>
                  <a:lnTo>
                    <a:pt x="107873" y="7696"/>
                  </a:lnTo>
                  <a:lnTo>
                    <a:pt x="107683" y="7696"/>
                  </a:lnTo>
                  <a:lnTo>
                    <a:pt x="109880" y="4584"/>
                  </a:lnTo>
                  <a:lnTo>
                    <a:pt x="111531" y="2387"/>
                  </a:lnTo>
                  <a:lnTo>
                    <a:pt x="112090" y="1828"/>
                  </a:lnTo>
                  <a:lnTo>
                    <a:pt x="111201" y="368"/>
                  </a:lnTo>
                  <a:lnTo>
                    <a:pt x="110985" y="0"/>
                  </a:lnTo>
                  <a:lnTo>
                    <a:pt x="109702" y="177"/>
                  </a:lnTo>
                  <a:lnTo>
                    <a:pt x="106222" y="1282"/>
                  </a:lnTo>
                  <a:lnTo>
                    <a:pt x="93738" y="4584"/>
                  </a:lnTo>
                  <a:lnTo>
                    <a:pt x="35775" y="20523"/>
                  </a:lnTo>
                  <a:lnTo>
                    <a:pt x="26416" y="22910"/>
                  </a:lnTo>
                  <a:lnTo>
                    <a:pt x="18161" y="25285"/>
                  </a:lnTo>
                  <a:lnTo>
                    <a:pt x="11010" y="27127"/>
                  </a:lnTo>
                  <a:lnTo>
                    <a:pt x="5499" y="28778"/>
                  </a:lnTo>
                  <a:lnTo>
                    <a:pt x="2197" y="29692"/>
                  </a:lnTo>
                  <a:lnTo>
                    <a:pt x="914" y="29870"/>
                  </a:lnTo>
                  <a:lnTo>
                    <a:pt x="368" y="30060"/>
                  </a:lnTo>
                  <a:lnTo>
                    <a:pt x="279" y="30187"/>
                  </a:lnTo>
                  <a:lnTo>
                    <a:pt x="177" y="31610"/>
                  </a:lnTo>
                  <a:lnTo>
                    <a:pt x="177" y="31889"/>
                  </a:lnTo>
                  <a:lnTo>
                    <a:pt x="914" y="32258"/>
                  </a:lnTo>
                  <a:lnTo>
                    <a:pt x="1219" y="32156"/>
                  </a:lnTo>
                  <a:lnTo>
                    <a:pt x="5499" y="33350"/>
                  </a:lnTo>
                  <a:lnTo>
                    <a:pt x="5689" y="33350"/>
                  </a:lnTo>
                  <a:lnTo>
                    <a:pt x="11188" y="34632"/>
                  </a:lnTo>
                  <a:lnTo>
                    <a:pt x="18161" y="36474"/>
                  </a:lnTo>
                  <a:lnTo>
                    <a:pt x="26593" y="38481"/>
                  </a:lnTo>
                  <a:lnTo>
                    <a:pt x="85483" y="53517"/>
                  </a:lnTo>
                  <a:lnTo>
                    <a:pt x="93738" y="55524"/>
                  </a:lnTo>
                  <a:lnTo>
                    <a:pt x="100901" y="57365"/>
                  </a:lnTo>
                  <a:lnTo>
                    <a:pt x="106400" y="58826"/>
                  </a:lnTo>
                  <a:lnTo>
                    <a:pt x="106222" y="58826"/>
                  </a:lnTo>
                  <a:lnTo>
                    <a:pt x="109702" y="59740"/>
                  </a:lnTo>
                  <a:lnTo>
                    <a:pt x="110985" y="59931"/>
                  </a:lnTo>
                  <a:lnTo>
                    <a:pt x="111226" y="59563"/>
                  </a:lnTo>
                  <a:lnTo>
                    <a:pt x="112090" y="58280"/>
                  </a:lnTo>
                  <a:lnTo>
                    <a:pt x="111531" y="57543"/>
                  </a:lnTo>
                  <a:lnTo>
                    <a:pt x="110032" y="55714"/>
                  </a:lnTo>
                  <a:lnTo>
                    <a:pt x="109880" y="55524"/>
                  </a:lnTo>
                  <a:lnTo>
                    <a:pt x="109880" y="55714"/>
                  </a:lnTo>
                  <a:lnTo>
                    <a:pt x="107683" y="52590"/>
                  </a:lnTo>
                  <a:lnTo>
                    <a:pt x="105422" y="49110"/>
                  </a:lnTo>
                  <a:lnTo>
                    <a:pt x="105295" y="48933"/>
                  </a:lnTo>
                  <a:lnTo>
                    <a:pt x="105295" y="49110"/>
                  </a:lnTo>
                  <a:lnTo>
                    <a:pt x="100799" y="40132"/>
                  </a:lnTo>
                  <a:lnTo>
                    <a:pt x="100711" y="39954"/>
                  </a:lnTo>
                  <a:lnTo>
                    <a:pt x="100711" y="40132"/>
                  </a:lnTo>
                  <a:lnTo>
                    <a:pt x="99441" y="36474"/>
                  </a:lnTo>
                  <a:lnTo>
                    <a:pt x="133553" y="36474"/>
                  </a:lnTo>
                  <a:lnTo>
                    <a:pt x="135940" y="34086"/>
                  </a:lnTo>
                  <a:lnTo>
                    <a:pt x="135940" y="28041"/>
                  </a:lnTo>
                  <a:close/>
                </a:path>
                <a:path w="1121410" h="1530985">
                  <a:moveTo>
                    <a:pt x="177215" y="495350"/>
                  </a:moveTo>
                  <a:lnTo>
                    <a:pt x="174828" y="492785"/>
                  </a:lnTo>
                  <a:lnTo>
                    <a:pt x="140576" y="492785"/>
                  </a:lnTo>
                  <a:lnTo>
                    <a:pt x="141986" y="488569"/>
                  </a:lnTo>
                  <a:lnTo>
                    <a:pt x="146583" y="478866"/>
                  </a:lnTo>
                  <a:lnTo>
                    <a:pt x="146583" y="479044"/>
                  </a:lnTo>
                  <a:lnTo>
                    <a:pt x="146697" y="478866"/>
                  </a:lnTo>
                  <a:lnTo>
                    <a:pt x="149148" y="475018"/>
                  </a:lnTo>
                  <a:lnTo>
                    <a:pt x="148958" y="475018"/>
                  </a:lnTo>
                  <a:lnTo>
                    <a:pt x="151168" y="471893"/>
                  </a:lnTo>
                  <a:lnTo>
                    <a:pt x="152819" y="469696"/>
                  </a:lnTo>
                  <a:lnTo>
                    <a:pt x="153365" y="469150"/>
                  </a:lnTo>
                  <a:lnTo>
                    <a:pt x="152488" y="467677"/>
                  </a:lnTo>
                  <a:lnTo>
                    <a:pt x="152260" y="467309"/>
                  </a:lnTo>
                  <a:lnTo>
                    <a:pt x="150977" y="467499"/>
                  </a:lnTo>
                  <a:lnTo>
                    <a:pt x="147497" y="468591"/>
                  </a:lnTo>
                  <a:lnTo>
                    <a:pt x="135013" y="471893"/>
                  </a:lnTo>
                  <a:lnTo>
                    <a:pt x="77050" y="487845"/>
                  </a:lnTo>
                  <a:lnTo>
                    <a:pt x="67691" y="490220"/>
                  </a:lnTo>
                  <a:lnTo>
                    <a:pt x="59436" y="492607"/>
                  </a:lnTo>
                  <a:lnTo>
                    <a:pt x="52285" y="494436"/>
                  </a:lnTo>
                  <a:lnTo>
                    <a:pt x="46774" y="496087"/>
                  </a:lnTo>
                  <a:lnTo>
                    <a:pt x="43472" y="497001"/>
                  </a:lnTo>
                  <a:lnTo>
                    <a:pt x="42189" y="497192"/>
                  </a:lnTo>
                  <a:lnTo>
                    <a:pt x="41643" y="497370"/>
                  </a:lnTo>
                  <a:lnTo>
                    <a:pt x="41554" y="497509"/>
                  </a:lnTo>
                  <a:lnTo>
                    <a:pt x="41452" y="498932"/>
                  </a:lnTo>
                  <a:lnTo>
                    <a:pt x="41452" y="499198"/>
                  </a:lnTo>
                  <a:lnTo>
                    <a:pt x="42189" y="499567"/>
                  </a:lnTo>
                  <a:lnTo>
                    <a:pt x="42494" y="499465"/>
                  </a:lnTo>
                  <a:lnTo>
                    <a:pt x="46774" y="500672"/>
                  </a:lnTo>
                  <a:lnTo>
                    <a:pt x="46964" y="500672"/>
                  </a:lnTo>
                  <a:lnTo>
                    <a:pt x="52463" y="501954"/>
                  </a:lnTo>
                  <a:lnTo>
                    <a:pt x="59436" y="503783"/>
                  </a:lnTo>
                  <a:lnTo>
                    <a:pt x="67881" y="505802"/>
                  </a:lnTo>
                  <a:lnTo>
                    <a:pt x="126758" y="520827"/>
                  </a:lnTo>
                  <a:lnTo>
                    <a:pt x="135013" y="522846"/>
                  </a:lnTo>
                  <a:lnTo>
                    <a:pt x="142176" y="524675"/>
                  </a:lnTo>
                  <a:lnTo>
                    <a:pt x="147675" y="526135"/>
                  </a:lnTo>
                  <a:lnTo>
                    <a:pt x="147497" y="526135"/>
                  </a:lnTo>
                  <a:lnTo>
                    <a:pt x="150977" y="527062"/>
                  </a:lnTo>
                  <a:lnTo>
                    <a:pt x="152260" y="527240"/>
                  </a:lnTo>
                  <a:lnTo>
                    <a:pt x="152514" y="526872"/>
                  </a:lnTo>
                  <a:lnTo>
                    <a:pt x="153365" y="525589"/>
                  </a:lnTo>
                  <a:lnTo>
                    <a:pt x="152819" y="524852"/>
                  </a:lnTo>
                  <a:lnTo>
                    <a:pt x="151307" y="523024"/>
                  </a:lnTo>
                  <a:lnTo>
                    <a:pt x="151168" y="522846"/>
                  </a:lnTo>
                  <a:lnTo>
                    <a:pt x="151168" y="523024"/>
                  </a:lnTo>
                  <a:lnTo>
                    <a:pt x="148958" y="519912"/>
                  </a:lnTo>
                  <a:lnTo>
                    <a:pt x="146697" y="516432"/>
                  </a:lnTo>
                  <a:lnTo>
                    <a:pt x="146583" y="516242"/>
                  </a:lnTo>
                  <a:lnTo>
                    <a:pt x="146583" y="516432"/>
                  </a:lnTo>
                  <a:lnTo>
                    <a:pt x="142087" y="507453"/>
                  </a:lnTo>
                  <a:lnTo>
                    <a:pt x="141986" y="507263"/>
                  </a:lnTo>
                  <a:lnTo>
                    <a:pt x="141986" y="507453"/>
                  </a:lnTo>
                  <a:lnTo>
                    <a:pt x="140703" y="503783"/>
                  </a:lnTo>
                  <a:lnTo>
                    <a:pt x="174828" y="503783"/>
                  </a:lnTo>
                  <a:lnTo>
                    <a:pt x="177215" y="501396"/>
                  </a:lnTo>
                  <a:lnTo>
                    <a:pt x="177215" y="495350"/>
                  </a:lnTo>
                  <a:close/>
                </a:path>
                <a:path w="1121410" h="1530985">
                  <a:moveTo>
                    <a:pt x="190969" y="948918"/>
                  </a:moveTo>
                  <a:lnTo>
                    <a:pt x="188582" y="946353"/>
                  </a:lnTo>
                  <a:lnTo>
                    <a:pt x="154343" y="946353"/>
                  </a:lnTo>
                  <a:lnTo>
                    <a:pt x="155752" y="942149"/>
                  </a:lnTo>
                  <a:lnTo>
                    <a:pt x="160337" y="932434"/>
                  </a:lnTo>
                  <a:lnTo>
                    <a:pt x="160337" y="932611"/>
                  </a:lnTo>
                  <a:lnTo>
                    <a:pt x="160451" y="932434"/>
                  </a:lnTo>
                  <a:lnTo>
                    <a:pt x="162902" y="928585"/>
                  </a:lnTo>
                  <a:lnTo>
                    <a:pt x="162725" y="928585"/>
                  </a:lnTo>
                  <a:lnTo>
                    <a:pt x="164922" y="925461"/>
                  </a:lnTo>
                  <a:lnTo>
                    <a:pt x="166573" y="923264"/>
                  </a:lnTo>
                  <a:lnTo>
                    <a:pt x="167119" y="922718"/>
                  </a:lnTo>
                  <a:lnTo>
                    <a:pt x="166243" y="921258"/>
                  </a:lnTo>
                  <a:lnTo>
                    <a:pt x="166027" y="920889"/>
                  </a:lnTo>
                  <a:lnTo>
                    <a:pt x="164744" y="921067"/>
                  </a:lnTo>
                  <a:lnTo>
                    <a:pt x="161251" y="922172"/>
                  </a:lnTo>
                  <a:lnTo>
                    <a:pt x="148780" y="925461"/>
                  </a:lnTo>
                  <a:lnTo>
                    <a:pt x="90805" y="941412"/>
                  </a:lnTo>
                  <a:lnTo>
                    <a:pt x="81445" y="943787"/>
                  </a:lnTo>
                  <a:lnTo>
                    <a:pt x="73190" y="946175"/>
                  </a:lnTo>
                  <a:lnTo>
                    <a:pt x="66040" y="948004"/>
                  </a:lnTo>
                  <a:lnTo>
                    <a:pt x="60540" y="949655"/>
                  </a:lnTo>
                  <a:lnTo>
                    <a:pt x="57238" y="950569"/>
                  </a:lnTo>
                  <a:lnTo>
                    <a:pt x="55956" y="950760"/>
                  </a:lnTo>
                  <a:lnTo>
                    <a:pt x="55397" y="950937"/>
                  </a:lnTo>
                  <a:lnTo>
                    <a:pt x="55308" y="951077"/>
                  </a:lnTo>
                  <a:lnTo>
                    <a:pt x="55219" y="952500"/>
                  </a:lnTo>
                  <a:lnTo>
                    <a:pt x="55219" y="952766"/>
                  </a:lnTo>
                  <a:lnTo>
                    <a:pt x="55956" y="953135"/>
                  </a:lnTo>
                  <a:lnTo>
                    <a:pt x="56248" y="953033"/>
                  </a:lnTo>
                  <a:lnTo>
                    <a:pt x="60540" y="954239"/>
                  </a:lnTo>
                  <a:lnTo>
                    <a:pt x="60718" y="954239"/>
                  </a:lnTo>
                  <a:lnTo>
                    <a:pt x="66230" y="955522"/>
                  </a:lnTo>
                  <a:lnTo>
                    <a:pt x="73190" y="957351"/>
                  </a:lnTo>
                  <a:lnTo>
                    <a:pt x="81635" y="959370"/>
                  </a:lnTo>
                  <a:lnTo>
                    <a:pt x="140525" y="974394"/>
                  </a:lnTo>
                  <a:lnTo>
                    <a:pt x="148780" y="976414"/>
                  </a:lnTo>
                  <a:lnTo>
                    <a:pt x="155930" y="978242"/>
                  </a:lnTo>
                  <a:lnTo>
                    <a:pt x="161442" y="979716"/>
                  </a:lnTo>
                  <a:lnTo>
                    <a:pt x="161251" y="979716"/>
                  </a:lnTo>
                  <a:lnTo>
                    <a:pt x="164744" y="980630"/>
                  </a:lnTo>
                  <a:lnTo>
                    <a:pt x="166027" y="980808"/>
                  </a:lnTo>
                  <a:lnTo>
                    <a:pt x="166268" y="980440"/>
                  </a:lnTo>
                  <a:lnTo>
                    <a:pt x="167119" y="979157"/>
                  </a:lnTo>
                  <a:lnTo>
                    <a:pt x="166573" y="978433"/>
                  </a:lnTo>
                  <a:lnTo>
                    <a:pt x="165074" y="976591"/>
                  </a:lnTo>
                  <a:lnTo>
                    <a:pt x="164922" y="976414"/>
                  </a:lnTo>
                  <a:lnTo>
                    <a:pt x="164922" y="976591"/>
                  </a:lnTo>
                  <a:lnTo>
                    <a:pt x="162725" y="973480"/>
                  </a:lnTo>
                  <a:lnTo>
                    <a:pt x="160451" y="970000"/>
                  </a:lnTo>
                  <a:lnTo>
                    <a:pt x="160337" y="969810"/>
                  </a:lnTo>
                  <a:lnTo>
                    <a:pt x="160337" y="970000"/>
                  </a:lnTo>
                  <a:lnTo>
                    <a:pt x="155841" y="961021"/>
                  </a:lnTo>
                  <a:lnTo>
                    <a:pt x="155752" y="960831"/>
                  </a:lnTo>
                  <a:lnTo>
                    <a:pt x="155752" y="961021"/>
                  </a:lnTo>
                  <a:lnTo>
                    <a:pt x="154470" y="957351"/>
                  </a:lnTo>
                  <a:lnTo>
                    <a:pt x="188582" y="957351"/>
                  </a:lnTo>
                  <a:lnTo>
                    <a:pt x="190969" y="954976"/>
                  </a:lnTo>
                  <a:lnTo>
                    <a:pt x="190969" y="948918"/>
                  </a:lnTo>
                  <a:close/>
                </a:path>
                <a:path w="1121410" h="1530985">
                  <a:moveTo>
                    <a:pt x="204736" y="1498701"/>
                  </a:moveTo>
                  <a:lnTo>
                    <a:pt x="202349" y="1496136"/>
                  </a:lnTo>
                  <a:lnTo>
                    <a:pt x="168097" y="1496136"/>
                  </a:lnTo>
                  <a:lnTo>
                    <a:pt x="169506" y="1491919"/>
                  </a:lnTo>
                  <a:lnTo>
                    <a:pt x="174091" y="1482217"/>
                  </a:lnTo>
                  <a:lnTo>
                    <a:pt x="174091" y="1482394"/>
                  </a:lnTo>
                  <a:lnTo>
                    <a:pt x="174205" y="1482217"/>
                  </a:lnTo>
                  <a:lnTo>
                    <a:pt x="176657" y="1478368"/>
                  </a:lnTo>
                  <a:lnTo>
                    <a:pt x="176479" y="1478368"/>
                  </a:lnTo>
                  <a:lnTo>
                    <a:pt x="178676" y="1475244"/>
                  </a:lnTo>
                  <a:lnTo>
                    <a:pt x="180327" y="1473047"/>
                  </a:lnTo>
                  <a:lnTo>
                    <a:pt x="180886" y="1472501"/>
                  </a:lnTo>
                  <a:lnTo>
                    <a:pt x="179997" y="1471028"/>
                  </a:lnTo>
                  <a:lnTo>
                    <a:pt x="179781" y="1470672"/>
                  </a:lnTo>
                  <a:lnTo>
                    <a:pt x="178498" y="1470850"/>
                  </a:lnTo>
                  <a:lnTo>
                    <a:pt x="175006" y="1471955"/>
                  </a:lnTo>
                  <a:lnTo>
                    <a:pt x="162534" y="1475244"/>
                  </a:lnTo>
                  <a:lnTo>
                    <a:pt x="104571" y="1491195"/>
                  </a:lnTo>
                  <a:lnTo>
                    <a:pt x="95211" y="1493570"/>
                  </a:lnTo>
                  <a:lnTo>
                    <a:pt x="86956" y="1495958"/>
                  </a:lnTo>
                  <a:lnTo>
                    <a:pt x="79794" y="1497787"/>
                  </a:lnTo>
                  <a:lnTo>
                    <a:pt x="74295" y="1499438"/>
                  </a:lnTo>
                  <a:lnTo>
                    <a:pt x="70993" y="1500352"/>
                  </a:lnTo>
                  <a:lnTo>
                    <a:pt x="69710" y="1500543"/>
                  </a:lnTo>
                  <a:lnTo>
                    <a:pt x="69164" y="1500720"/>
                  </a:lnTo>
                  <a:lnTo>
                    <a:pt x="69062" y="1500860"/>
                  </a:lnTo>
                  <a:lnTo>
                    <a:pt x="68973" y="1502283"/>
                  </a:lnTo>
                  <a:lnTo>
                    <a:pt x="68973" y="1502549"/>
                  </a:lnTo>
                  <a:lnTo>
                    <a:pt x="69710" y="1502918"/>
                  </a:lnTo>
                  <a:lnTo>
                    <a:pt x="70015" y="1502816"/>
                  </a:lnTo>
                  <a:lnTo>
                    <a:pt x="74295" y="1504022"/>
                  </a:lnTo>
                  <a:lnTo>
                    <a:pt x="74485" y="1504022"/>
                  </a:lnTo>
                  <a:lnTo>
                    <a:pt x="79984" y="1505305"/>
                  </a:lnTo>
                  <a:lnTo>
                    <a:pt x="86956" y="1507134"/>
                  </a:lnTo>
                  <a:lnTo>
                    <a:pt x="95389" y="1509153"/>
                  </a:lnTo>
                  <a:lnTo>
                    <a:pt x="166712" y="1527289"/>
                  </a:lnTo>
                  <a:lnTo>
                    <a:pt x="175196" y="1529422"/>
                  </a:lnTo>
                  <a:lnTo>
                    <a:pt x="175006" y="1529397"/>
                  </a:lnTo>
                  <a:lnTo>
                    <a:pt x="178498" y="1530375"/>
                  </a:lnTo>
                  <a:lnTo>
                    <a:pt x="179781" y="1530667"/>
                  </a:lnTo>
                  <a:lnTo>
                    <a:pt x="180022" y="1530286"/>
                  </a:lnTo>
                  <a:lnTo>
                    <a:pt x="180886" y="1528902"/>
                  </a:lnTo>
                  <a:lnTo>
                    <a:pt x="180327" y="1528191"/>
                  </a:lnTo>
                  <a:lnTo>
                    <a:pt x="178727" y="1526324"/>
                  </a:lnTo>
                  <a:lnTo>
                    <a:pt x="176479" y="1523263"/>
                  </a:lnTo>
                  <a:lnTo>
                    <a:pt x="174218" y="1519783"/>
                  </a:lnTo>
                  <a:lnTo>
                    <a:pt x="174091" y="1519593"/>
                  </a:lnTo>
                  <a:lnTo>
                    <a:pt x="174091" y="1519783"/>
                  </a:lnTo>
                  <a:lnTo>
                    <a:pt x="169595" y="1510804"/>
                  </a:lnTo>
                  <a:lnTo>
                    <a:pt x="169506" y="1510614"/>
                  </a:lnTo>
                  <a:lnTo>
                    <a:pt x="169506" y="1510804"/>
                  </a:lnTo>
                  <a:lnTo>
                    <a:pt x="168224" y="1507134"/>
                  </a:lnTo>
                  <a:lnTo>
                    <a:pt x="202349" y="1507134"/>
                  </a:lnTo>
                  <a:lnTo>
                    <a:pt x="204736" y="1504759"/>
                  </a:lnTo>
                  <a:lnTo>
                    <a:pt x="204736" y="1498701"/>
                  </a:lnTo>
                  <a:close/>
                </a:path>
                <a:path w="1121410" h="1530985">
                  <a:moveTo>
                    <a:pt x="228396" y="28041"/>
                  </a:moveTo>
                  <a:lnTo>
                    <a:pt x="226009" y="25476"/>
                  </a:lnTo>
                  <a:lnTo>
                    <a:pt x="184734" y="25476"/>
                  </a:lnTo>
                  <a:lnTo>
                    <a:pt x="182168" y="28041"/>
                  </a:lnTo>
                  <a:lnTo>
                    <a:pt x="182168" y="34086"/>
                  </a:lnTo>
                  <a:lnTo>
                    <a:pt x="184734" y="36474"/>
                  </a:lnTo>
                  <a:lnTo>
                    <a:pt x="226009" y="36474"/>
                  </a:lnTo>
                  <a:lnTo>
                    <a:pt x="228396" y="34086"/>
                  </a:lnTo>
                  <a:lnTo>
                    <a:pt x="228396" y="28041"/>
                  </a:lnTo>
                  <a:close/>
                </a:path>
                <a:path w="1121410" h="1530985">
                  <a:moveTo>
                    <a:pt x="269671" y="495350"/>
                  </a:moveTo>
                  <a:lnTo>
                    <a:pt x="267284" y="492785"/>
                  </a:lnTo>
                  <a:lnTo>
                    <a:pt x="226009" y="492785"/>
                  </a:lnTo>
                  <a:lnTo>
                    <a:pt x="223443" y="495350"/>
                  </a:lnTo>
                  <a:lnTo>
                    <a:pt x="223443" y="501396"/>
                  </a:lnTo>
                  <a:lnTo>
                    <a:pt x="226009" y="503783"/>
                  </a:lnTo>
                  <a:lnTo>
                    <a:pt x="267284" y="503783"/>
                  </a:lnTo>
                  <a:lnTo>
                    <a:pt x="269671" y="501396"/>
                  </a:lnTo>
                  <a:lnTo>
                    <a:pt x="269671" y="495350"/>
                  </a:lnTo>
                  <a:close/>
                </a:path>
                <a:path w="1121410" h="1530985">
                  <a:moveTo>
                    <a:pt x="283438" y="948918"/>
                  </a:moveTo>
                  <a:lnTo>
                    <a:pt x="281051" y="946353"/>
                  </a:lnTo>
                  <a:lnTo>
                    <a:pt x="239776" y="946353"/>
                  </a:lnTo>
                  <a:lnTo>
                    <a:pt x="237197" y="948918"/>
                  </a:lnTo>
                  <a:lnTo>
                    <a:pt x="237197" y="954976"/>
                  </a:lnTo>
                  <a:lnTo>
                    <a:pt x="239776" y="957351"/>
                  </a:lnTo>
                  <a:lnTo>
                    <a:pt x="281051" y="957351"/>
                  </a:lnTo>
                  <a:lnTo>
                    <a:pt x="283438" y="954976"/>
                  </a:lnTo>
                  <a:lnTo>
                    <a:pt x="283438" y="948918"/>
                  </a:lnTo>
                  <a:close/>
                </a:path>
                <a:path w="1121410" h="1530985">
                  <a:moveTo>
                    <a:pt x="297192" y="1498701"/>
                  </a:moveTo>
                  <a:lnTo>
                    <a:pt x="294805" y="1496136"/>
                  </a:lnTo>
                  <a:lnTo>
                    <a:pt x="253530" y="1496136"/>
                  </a:lnTo>
                  <a:lnTo>
                    <a:pt x="250964" y="1498701"/>
                  </a:lnTo>
                  <a:lnTo>
                    <a:pt x="250964" y="1504759"/>
                  </a:lnTo>
                  <a:lnTo>
                    <a:pt x="253530" y="1507134"/>
                  </a:lnTo>
                  <a:lnTo>
                    <a:pt x="294805" y="1507134"/>
                  </a:lnTo>
                  <a:lnTo>
                    <a:pt x="297192" y="1504759"/>
                  </a:lnTo>
                  <a:lnTo>
                    <a:pt x="297192" y="1498701"/>
                  </a:lnTo>
                  <a:close/>
                </a:path>
                <a:path w="1121410" h="1530985">
                  <a:moveTo>
                    <a:pt x="320852" y="28041"/>
                  </a:moveTo>
                  <a:lnTo>
                    <a:pt x="318477" y="25476"/>
                  </a:lnTo>
                  <a:lnTo>
                    <a:pt x="277190" y="25476"/>
                  </a:lnTo>
                  <a:lnTo>
                    <a:pt x="274624" y="28041"/>
                  </a:lnTo>
                  <a:lnTo>
                    <a:pt x="274624" y="34086"/>
                  </a:lnTo>
                  <a:lnTo>
                    <a:pt x="277190" y="36474"/>
                  </a:lnTo>
                  <a:lnTo>
                    <a:pt x="318477" y="36474"/>
                  </a:lnTo>
                  <a:lnTo>
                    <a:pt x="320852" y="34086"/>
                  </a:lnTo>
                  <a:lnTo>
                    <a:pt x="320852" y="28041"/>
                  </a:lnTo>
                  <a:close/>
                </a:path>
                <a:path w="1121410" h="1530985">
                  <a:moveTo>
                    <a:pt x="362127" y="495350"/>
                  </a:moveTo>
                  <a:lnTo>
                    <a:pt x="359752" y="492785"/>
                  </a:lnTo>
                  <a:lnTo>
                    <a:pt x="318477" y="492785"/>
                  </a:lnTo>
                  <a:lnTo>
                    <a:pt x="315899" y="495350"/>
                  </a:lnTo>
                  <a:lnTo>
                    <a:pt x="315899" y="501396"/>
                  </a:lnTo>
                  <a:lnTo>
                    <a:pt x="318477" y="503783"/>
                  </a:lnTo>
                  <a:lnTo>
                    <a:pt x="359752" y="503783"/>
                  </a:lnTo>
                  <a:lnTo>
                    <a:pt x="362127" y="501396"/>
                  </a:lnTo>
                  <a:lnTo>
                    <a:pt x="362127" y="495350"/>
                  </a:lnTo>
                  <a:close/>
                </a:path>
                <a:path w="1121410" h="1530985">
                  <a:moveTo>
                    <a:pt x="375894" y="948918"/>
                  </a:moveTo>
                  <a:lnTo>
                    <a:pt x="373507" y="946353"/>
                  </a:lnTo>
                  <a:lnTo>
                    <a:pt x="332232" y="946353"/>
                  </a:lnTo>
                  <a:lnTo>
                    <a:pt x="329666" y="948918"/>
                  </a:lnTo>
                  <a:lnTo>
                    <a:pt x="329666" y="954976"/>
                  </a:lnTo>
                  <a:lnTo>
                    <a:pt x="332232" y="957351"/>
                  </a:lnTo>
                  <a:lnTo>
                    <a:pt x="373507" y="957351"/>
                  </a:lnTo>
                  <a:lnTo>
                    <a:pt x="375894" y="954976"/>
                  </a:lnTo>
                  <a:lnTo>
                    <a:pt x="375894" y="948918"/>
                  </a:lnTo>
                  <a:close/>
                </a:path>
                <a:path w="1121410" h="1530985">
                  <a:moveTo>
                    <a:pt x="389648" y="1498701"/>
                  </a:moveTo>
                  <a:lnTo>
                    <a:pt x="387261" y="1496136"/>
                  </a:lnTo>
                  <a:lnTo>
                    <a:pt x="345986" y="1496136"/>
                  </a:lnTo>
                  <a:lnTo>
                    <a:pt x="343420" y="1498701"/>
                  </a:lnTo>
                  <a:lnTo>
                    <a:pt x="343420" y="1504759"/>
                  </a:lnTo>
                  <a:lnTo>
                    <a:pt x="345986" y="1507134"/>
                  </a:lnTo>
                  <a:lnTo>
                    <a:pt x="387261" y="1507134"/>
                  </a:lnTo>
                  <a:lnTo>
                    <a:pt x="389648" y="1504759"/>
                  </a:lnTo>
                  <a:lnTo>
                    <a:pt x="389648" y="1498701"/>
                  </a:lnTo>
                  <a:close/>
                </a:path>
                <a:path w="1121410" h="1530985">
                  <a:moveTo>
                    <a:pt x="413321" y="28041"/>
                  </a:moveTo>
                  <a:lnTo>
                    <a:pt x="410933" y="25476"/>
                  </a:lnTo>
                  <a:lnTo>
                    <a:pt x="369658" y="25476"/>
                  </a:lnTo>
                  <a:lnTo>
                    <a:pt x="367093" y="28041"/>
                  </a:lnTo>
                  <a:lnTo>
                    <a:pt x="367093" y="34086"/>
                  </a:lnTo>
                  <a:lnTo>
                    <a:pt x="369658" y="36474"/>
                  </a:lnTo>
                  <a:lnTo>
                    <a:pt x="410933" y="36474"/>
                  </a:lnTo>
                  <a:lnTo>
                    <a:pt x="413321" y="34086"/>
                  </a:lnTo>
                  <a:lnTo>
                    <a:pt x="413321" y="28041"/>
                  </a:lnTo>
                  <a:close/>
                </a:path>
                <a:path w="1121410" h="1530985">
                  <a:moveTo>
                    <a:pt x="454596" y="495350"/>
                  </a:moveTo>
                  <a:lnTo>
                    <a:pt x="452208" y="492785"/>
                  </a:lnTo>
                  <a:lnTo>
                    <a:pt x="410933" y="492785"/>
                  </a:lnTo>
                  <a:lnTo>
                    <a:pt x="408368" y="495350"/>
                  </a:lnTo>
                  <a:lnTo>
                    <a:pt x="408368" y="501396"/>
                  </a:lnTo>
                  <a:lnTo>
                    <a:pt x="410933" y="503783"/>
                  </a:lnTo>
                  <a:lnTo>
                    <a:pt x="452208" y="503783"/>
                  </a:lnTo>
                  <a:lnTo>
                    <a:pt x="454596" y="501396"/>
                  </a:lnTo>
                  <a:lnTo>
                    <a:pt x="454596" y="495350"/>
                  </a:lnTo>
                  <a:close/>
                </a:path>
                <a:path w="1121410" h="1530985">
                  <a:moveTo>
                    <a:pt x="468350" y="948918"/>
                  </a:moveTo>
                  <a:lnTo>
                    <a:pt x="465963" y="946353"/>
                  </a:lnTo>
                  <a:lnTo>
                    <a:pt x="424688" y="946353"/>
                  </a:lnTo>
                  <a:lnTo>
                    <a:pt x="422122" y="948918"/>
                  </a:lnTo>
                  <a:lnTo>
                    <a:pt x="422122" y="954976"/>
                  </a:lnTo>
                  <a:lnTo>
                    <a:pt x="424688" y="957351"/>
                  </a:lnTo>
                  <a:lnTo>
                    <a:pt x="465963" y="957351"/>
                  </a:lnTo>
                  <a:lnTo>
                    <a:pt x="468350" y="954976"/>
                  </a:lnTo>
                  <a:lnTo>
                    <a:pt x="468350" y="948918"/>
                  </a:lnTo>
                  <a:close/>
                </a:path>
                <a:path w="1121410" h="1530985">
                  <a:moveTo>
                    <a:pt x="482117" y="1498701"/>
                  </a:moveTo>
                  <a:lnTo>
                    <a:pt x="479729" y="1496136"/>
                  </a:lnTo>
                  <a:lnTo>
                    <a:pt x="438454" y="1496136"/>
                  </a:lnTo>
                  <a:lnTo>
                    <a:pt x="435876" y="1498701"/>
                  </a:lnTo>
                  <a:lnTo>
                    <a:pt x="435876" y="1504759"/>
                  </a:lnTo>
                  <a:lnTo>
                    <a:pt x="438454" y="1507134"/>
                  </a:lnTo>
                  <a:lnTo>
                    <a:pt x="479729" y="1507134"/>
                  </a:lnTo>
                  <a:lnTo>
                    <a:pt x="482117" y="1504759"/>
                  </a:lnTo>
                  <a:lnTo>
                    <a:pt x="482117" y="1498701"/>
                  </a:lnTo>
                  <a:close/>
                </a:path>
                <a:path w="1121410" h="1530985">
                  <a:moveTo>
                    <a:pt x="547052" y="495350"/>
                  </a:moveTo>
                  <a:lnTo>
                    <a:pt x="544664" y="492785"/>
                  </a:lnTo>
                  <a:lnTo>
                    <a:pt x="503389" y="492785"/>
                  </a:lnTo>
                  <a:lnTo>
                    <a:pt x="500824" y="495350"/>
                  </a:lnTo>
                  <a:lnTo>
                    <a:pt x="500824" y="501396"/>
                  </a:lnTo>
                  <a:lnTo>
                    <a:pt x="503389" y="503783"/>
                  </a:lnTo>
                  <a:lnTo>
                    <a:pt x="544664" y="503783"/>
                  </a:lnTo>
                  <a:lnTo>
                    <a:pt x="547052" y="501396"/>
                  </a:lnTo>
                  <a:lnTo>
                    <a:pt x="547052" y="495350"/>
                  </a:lnTo>
                  <a:close/>
                </a:path>
                <a:path w="1121410" h="1530985">
                  <a:moveTo>
                    <a:pt x="560819" y="948918"/>
                  </a:moveTo>
                  <a:lnTo>
                    <a:pt x="558431" y="946353"/>
                  </a:lnTo>
                  <a:lnTo>
                    <a:pt x="517156" y="946353"/>
                  </a:lnTo>
                  <a:lnTo>
                    <a:pt x="514578" y="948918"/>
                  </a:lnTo>
                  <a:lnTo>
                    <a:pt x="514578" y="954976"/>
                  </a:lnTo>
                  <a:lnTo>
                    <a:pt x="517156" y="957351"/>
                  </a:lnTo>
                  <a:lnTo>
                    <a:pt x="558431" y="957351"/>
                  </a:lnTo>
                  <a:lnTo>
                    <a:pt x="560819" y="954976"/>
                  </a:lnTo>
                  <a:lnTo>
                    <a:pt x="560819" y="948918"/>
                  </a:lnTo>
                  <a:close/>
                </a:path>
                <a:path w="1121410" h="1530985">
                  <a:moveTo>
                    <a:pt x="574573" y="1498701"/>
                  </a:moveTo>
                  <a:lnTo>
                    <a:pt x="572185" y="1496136"/>
                  </a:lnTo>
                  <a:lnTo>
                    <a:pt x="530910" y="1496136"/>
                  </a:lnTo>
                  <a:lnTo>
                    <a:pt x="528345" y="1498701"/>
                  </a:lnTo>
                  <a:lnTo>
                    <a:pt x="528345" y="1504759"/>
                  </a:lnTo>
                  <a:lnTo>
                    <a:pt x="530910" y="1507134"/>
                  </a:lnTo>
                  <a:lnTo>
                    <a:pt x="572185" y="1507134"/>
                  </a:lnTo>
                  <a:lnTo>
                    <a:pt x="574573" y="1504759"/>
                  </a:lnTo>
                  <a:lnTo>
                    <a:pt x="574573" y="1498701"/>
                  </a:lnTo>
                  <a:close/>
                </a:path>
                <a:path w="1121410" h="1530985">
                  <a:moveTo>
                    <a:pt x="625754" y="948918"/>
                  </a:moveTo>
                  <a:lnTo>
                    <a:pt x="623366" y="946353"/>
                  </a:lnTo>
                  <a:lnTo>
                    <a:pt x="609612" y="946353"/>
                  </a:lnTo>
                  <a:lnTo>
                    <a:pt x="607047" y="948918"/>
                  </a:lnTo>
                  <a:lnTo>
                    <a:pt x="607047" y="954976"/>
                  </a:lnTo>
                  <a:lnTo>
                    <a:pt x="609612" y="957351"/>
                  </a:lnTo>
                  <a:lnTo>
                    <a:pt x="623366" y="957351"/>
                  </a:lnTo>
                  <a:lnTo>
                    <a:pt x="625754" y="954976"/>
                  </a:lnTo>
                  <a:lnTo>
                    <a:pt x="625754" y="948918"/>
                  </a:lnTo>
                  <a:close/>
                </a:path>
                <a:path w="1121410" h="1530985">
                  <a:moveTo>
                    <a:pt x="639508" y="495350"/>
                  </a:moveTo>
                  <a:lnTo>
                    <a:pt x="637133" y="492785"/>
                  </a:lnTo>
                  <a:lnTo>
                    <a:pt x="595858" y="492785"/>
                  </a:lnTo>
                  <a:lnTo>
                    <a:pt x="593280" y="495350"/>
                  </a:lnTo>
                  <a:lnTo>
                    <a:pt x="593280" y="501396"/>
                  </a:lnTo>
                  <a:lnTo>
                    <a:pt x="595858" y="503783"/>
                  </a:lnTo>
                  <a:lnTo>
                    <a:pt x="637133" y="503783"/>
                  </a:lnTo>
                  <a:lnTo>
                    <a:pt x="639508" y="501396"/>
                  </a:lnTo>
                  <a:lnTo>
                    <a:pt x="639508" y="495350"/>
                  </a:lnTo>
                  <a:close/>
                </a:path>
                <a:path w="1121410" h="1530985">
                  <a:moveTo>
                    <a:pt x="667029" y="1498701"/>
                  </a:moveTo>
                  <a:lnTo>
                    <a:pt x="664641" y="1496136"/>
                  </a:lnTo>
                  <a:lnTo>
                    <a:pt x="623366" y="1496136"/>
                  </a:lnTo>
                  <a:lnTo>
                    <a:pt x="620801" y="1498701"/>
                  </a:lnTo>
                  <a:lnTo>
                    <a:pt x="620801" y="1504759"/>
                  </a:lnTo>
                  <a:lnTo>
                    <a:pt x="623366" y="1507134"/>
                  </a:lnTo>
                  <a:lnTo>
                    <a:pt x="664641" y="1507134"/>
                  </a:lnTo>
                  <a:lnTo>
                    <a:pt x="667029" y="1504759"/>
                  </a:lnTo>
                  <a:lnTo>
                    <a:pt x="667029" y="1498701"/>
                  </a:lnTo>
                  <a:close/>
                </a:path>
                <a:path w="1121410" h="1530985">
                  <a:moveTo>
                    <a:pt x="731977" y="495350"/>
                  </a:moveTo>
                  <a:lnTo>
                    <a:pt x="729589" y="492785"/>
                  </a:lnTo>
                  <a:lnTo>
                    <a:pt x="688314" y="492785"/>
                  </a:lnTo>
                  <a:lnTo>
                    <a:pt x="685749" y="495350"/>
                  </a:lnTo>
                  <a:lnTo>
                    <a:pt x="685749" y="501396"/>
                  </a:lnTo>
                  <a:lnTo>
                    <a:pt x="688314" y="503783"/>
                  </a:lnTo>
                  <a:lnTo>
                    <a:pt x="729589" y="503783"/>
                  </a:lnTo>
                  <a:lnTo>
                    <a:pt x="731977" y="501396"/>
                  </a:lnTo>
                  <a:lnTo>
                    <a:pt x="731977" y="495350"/>
                  </a:lnTo>
                  <a:close/>
                </a:path>
                <a:path w="1121410" h="1530985">
                  <a:moveTo>
                    <a:pt x="747750" y="1314526"/>
                  </a:moveTo>
                  <a:lnTo>
                    <a:pt x="725373" y="1279715"/>
                  </a:lnTo>
                  <a:lnTo>
                    <a:pt x="720966" y="1272743"/>
                  </a:lnTo>
                  <a:lnTo>
                    <a:pt x="716203" y="1267066"/>
                  </a:lnTo>
                  <a:lnTo>
                    <a:pt x="711238" y="1262672"/>
                  </a:lnTo>
                  <a:lnTo>
                    <a:pt x="708863" y="1260462"/>
                  </a:lnTo>
                  <a:lnTo>
                    <a:pt x="705561" y="1258265"/>
                  </a:lnTo>
                  <a:lnTo>
                    <a:pt x="703884" y="1257541"/>
                  </a:lnTo>
                  <a:lnTo>
                    <a:pt x="700976" y="1256258"/>
                  </a:lnTo>
                  <a:lnTo>
                    <a:pt x="709599" y="1254493"/>
                  </a:lnTo>
                  <a:lnTo>
                    <a:pt x="717042" y="1251940"/>
                  </a:lnTo>
                  <a:lnTo>
                    <a:pt x="723290" y="1248575"/>
                  </a:lnTo>
                  <a:lnTo>
                    <a:pt x="728306" y="1244346"/>
                  </a:lnTo>
                  <a:lnTo>
                    <a:pt x="729691" y="1242872"/>
                  </a:lnTo>
                  <a:lnTo>
                    <a:pt x="734174" y="1238110"/>
                  </a:lnTo>
                  <a:lnTo>
                    <a:pt x="737108" y="1230414"/>
                  </a:lnTo>
                  <a:lnTo>
                    <a:pt x="737108" y="1214107"/>
                  </a:lnTo>
                  <a:lnTo>
                    <a:pt x="735457" y="1207693"/>
                  </a:lnTo>
                  <a:lnTo>
                    <a:pt x="730897" y="1200353"/>
                  </a:lnTo>
                  <a:lnTo>
                    <a:pt x="728306" y="1196136"/>
                  </a:lnTo>
                  <a:lnTo>
                    <a:pt x="723531" y="1191933"/>
                  </a:lnTo>
                  <a:lnTo>
                    <a:pt x="719683" y="1190536"/>
                  </a:lnTo>
                  <a:lnTo>
                    <a:pt x="719683" y="1215199"/>
                  </a:lnTo>
                  <a:lnTo>
                    <a:pt x="719683" y="1225461"/>
                  </a:lnTo>
                  <a:lnTo>
                    <a:pt x="718578" y="1229309"/>
                  </a:lnTo>
                  <a:lnTo>
                    <a:pt x="716203" y="1232789"/>
                  </a:lnTo>
                  <a:lnTo>
                    <a:pt x="713994" y="1236281"/>
                  </a:lnTo>
                  <a:lnTo>
                    <a:pt x="710692" y="1238846"/>
                  </a:lnTo>
                  <a:lnTo>
                    <a:pt x="701890" y="1242136"/>
                  </a:lnTo>
                  <a:lnTo>
                    <a:pt x="695833" y="1242872"/>
                  </a:lnTo>
                  <a:lnTo>
                    <a:pt x="651433" y="1242872"/>
                  </a:lnTo>
                  <a:lnTo>
                    <a:pt x="651433" y="1200353"/>
                  </a:lnTo>
                  <a:lnTo>
                    <a:pt x="701700" y="1200353"/>
                  </a:lnTo>
                  <a:lnTo>
                    <a:pt x="708672" y="1202372"/>
                  </a:lnTo>
                  <a:lnTo>
                    <a:pt x="713079" y="1206220"/>
                  </a:lnTo>
                  <a:lnTo>
                    <a:pt x="717486" y="1210259"/>
                  </a:lnTo>
                  <a:lnTo>
                    <a:pt x="719683" y="1215199"/>
                  </a:lnTo>
                  <a:lnTo>
                    <a:pt x="719683" y="1190536"/>
                  </a:lnTo>
                  <a:lnTo>
                    <a:pt x="691426" y="1186243"/>
                  </a:lnTo>
                  <a:lnTo>
                    <a:pt x="634377" y="1186243"/>
                  </a:lnTo>
                  <a:lnTo>
                    <a:pt x="634377" y="1314526"/>
                  </a:lnTo>
                  <a:lnTo>
                    <a:pt x="651433" y="1314526"/>
                  </a:lnTo>
                  <a:lnTo>
                    <a:pt x="651433" y="1257541"/>
                  </a:lnTo>
                  <a:lnTo>
                    <a:pt x="675652" y="1257541"/>
                  </a:lnTo>
                  <a:lnTo>
                    <a:pt x="678776" y="1257719"/>
                  </a:lnTo>
                  <a:lnTo>
                    <a:pt x="680605" y="1258265"/>
                  </a:lnTo>
                  <a:lnTo>
                    <a:pt x="683361" y="1258824"/>
                  </a:lnTo>
                  <a:lnTo>
                    <a:pt x="709409" y="1287957"/>
                  </a:lnTo>
                  <a:lnTo>
                    <a:pt x="726287" y="1314526"/>
                  </a:lnTo>
                  <a:lnTo>
                    <a:pt x="747750" y="1314526"/>
                  </a:lnTo>
                  <a:close/>
                </a:path>
                <a:path w="1121410" h="1530985">
                  <a:moveTo>
                    <a:pt x="759498" y="1498701"/>
                  </a:moveTo>
                  <a:lnTo>
                    <a:pt x="757110" y="1496136"/>
                  </a:lnTo>
                  <a:lnTo>
                    <a:pt x="715835" y="1496136"/>
                  </a:lnTo>
                  <a:lnTo>
                    <a:pt x="713257" y="1498701"/>
                  </a:lnTo>
                  <a:lnTo>
                    <a:pt x="713257" y="1504759"/>
                  </a:lnTo>
                  <a:lnTo>
                    <a:pt x="715835" y="1507134"/>
                  </a:lnTo>
                  <a:lnTo>
                    <a:pt x="757110" y="1507134"/>
                  </a:lnTo>
                  <a:lnTo>
                    <a:pt x="759498" y="1504759"/>
                  </a:lnTo>
                  <a:lnTo>
                    <a:pt x="759498" y="1498701"/>
                  </a:lnTo>
                  <a:close/>
                </a:path>
                <a:path w="1121410" h="1530985">
                  <a:moveTo>
                    <a:pt x="814527" y="1127607"/>
                  </a:moveTo>
                  <a:lnTo>
                    <a:pt x="812330" y="1125588"/>
                  </a:lnTo>
                  <a:lnTo>
                    <a:pt x="810120" y="1123391"/>
                  </a:lnTo>
                  <a:lnTo>
                    <a:pt x="806640" y="1123391"/>
                  </a:lnTo>
                  <a:lnTo>
                    <a:pt x="804621" y="1125588"/>
                  </a:lnTo>
                  <a:lnTo>
                    <a:pt x="753440" y="1176528"/>
                  </a:lnTo>
                  <a:lnTo>
                    <a:pt x="751420" y="1178737"/>
                  </a:lnTo>
                  <a:lnTo>
                    <a:pt x="751420" y="1182217"/>
                  </a:lnTo>
                  <a:lnTo>
                    <a:pt x="755637" y="1186434"/>
                  </a:lnTo>
                  <a:lnTo>
                    <a:pt x="759129" y="1186434"/>
                  </a:lnTo>
                  <a:lnTo>
                    <a:pt x="812330" y="1133284"/>
                  </a:lnTo>
                  <a:lnTo>
                    <a:pt x="814527" y="1131087"/>
                  </a:lnTo>
                  <a:lnTo>
                    <a:pt x="814527" y="1127607"/>
                  </a:lnTo>
                  <a:close/>
                </a:path>
                <a:path w="1121410" h="1530985">
                  <a:moveTo>
                    <a:pt x="824433" y="495350"/>
                  </a:moveTo>
                  <a:lnTo>
                    <a:pt x="822045" y="492785"/>
                  </a:lnTo>
                  <a:lnTo>
                    <a:pt x="780770" y="492785"/>
                  </a:lnTo>
                  <a:lnTo>
                    <a:pt x="778205" y="495350"/>
                  </a:lnTo>
                  <a:lnTo>
                    <a:pt x="778205" y="501396"/>
                  </a:lnTo>
                  <a:lnTo>
                    <a:pt x="780770" y="503783"/>
                  </a:lnTo>
                  <a:lnTo>
                    <a:pt x="822045" y="503783"/>
                  </a:lnTo>
                  <a:lnTo>
                    <a:pt x="824433" y="501396"/>
                  </a:lnTo>
                  <a:lnTo>
                    <a:pt x="824433" y="495350"/>
                  </a:lnTo>
                  <a:close/>
                </a:path>
                <a:path w="1121410" h="1530985">
                  <a:moveTo>
                    <a:pt x="851954" y="1498701"/>
                  </a:moveTo>
                  <a:lnTo>
                    <a:pt x="849566" y="1496136"/>
                  </a:lnTo>
                  <a:lnTo>
                    <a:pt x="808291" y="1496136"/>
                  </a:lnTo>
                  <a:lnTo>
                    <a:pt x="805726" y="1498701"/>
                  </a:lnTo>
                  <a:lnTo>
                    <a:pt x="805726" y="1504759"/>
                  </a:lnTo>
                  <a:lnTo>
                    <a:pt x="808291" y="1507134"/>
                  </a:lnTo>
                  <a:lnTo>
                    <a:pt x="849566" y="1507134"/>
                  </a:lnTo>
                  <a:lnTo>
                    <a:pt x="851954" y="1504759"/>
                  </a:lnTo>
                  <a:lnTo>
                    <a:pt x="851954" y="1498701"/>
                  </a:lnTo>
                  <a:close/>
                </a:path>
                <a:path w="1121410" h="1530985">
                  <a:moveTo>
                    <a:pt x="884428" y="891743"/>
                  </a:moveTo>
                  <a:lnTo>
                    <a:pt x="881849" y="889177"/>
                  </a:lnTo>
                  <a:lnTo>
                    <a:pt x="875804" y="889177"/>
                  </a:lnTo>
                  <a:lnTo>
                    <a:pt x="873417" y="891743"/>
                  </a:lnTo>
                  <a:lnTo>
                    <a:pt x="873417" y="968527"/>
                  </a:lnTo>
                  <a:lnTo>
                    <a:pt x="873417" y="971461"/>
                  </a:lnTo>
                  <a:lnTo>
                    <a:pt x="875804" y="974026"/>
                  </a:lnTo>
                  <a:lnTo>
                    <a:pt x="881849" y="974026"/>
                  </a:lnTo>
                  <a:lnTo>
                    <a:pt x="884428" y="971461"/>
                  </a:lnTo>
                  <a:lnTo>
                    <a:pt x="884428" y="891743"/>
                  </a:lnTo>
                  <a:close/>
                </a:path>
                <a:path w="1121410" h="1530985">
                  <a:moveTo>
                    <a:pt x="916889" y="495350"/>
                  </a:moveTo>
                  <a:lnTo>
                    <a:pt x="914514" y="492785"/>
                  </a:lnTo>
                  <a:lnTo>
                    <a:pt x="873239" y="492785"/>
                  </a:lnTo>
                  <a:lnTo>
                    <a:pt x="870661" y="495350"/>
                  </a:lnTo>
                  <a:lnTo>
                    <a:pt x="870661" y="501396"/>
                  </a:lnTo>
                  <a:lnTo>
                    <a:pt x="873239" y="503783"/>
                  </a:lnTo>
                  <a:lnTo>
                    <a:pt x="914514" y="503783"/>
                  </a:lnTo>
                  <a:lnTo>
                    <a:pt x="916889" y="501396"/>
                  </a:lnTo>
                  <a:lnTo>
                    <a:pt x="916889" y="495350"/>
                  </a:lnTo>
                  <a:close/>
                </a:path>
                <a:path w="1121410" h="1530985">
                  <a:moveTo>
                    <a:pt x="944410" y="1498701"/>
                  </a:moveTo>
                  <a:lnTo>
                    <a:pt x="942022" y="1496136"/>
                  </a:lnTo>
                  <a:lnTo>
                    <a:pt x="900747" y="1496136"/>
                  </a:lnTo>
                  <a:lnTo>
                    <a:pt x="898182" y="1498701"/>
                  </a:lnTo>
                  <a:lnTo>
                    <a:pt x="898182" y="1504759"/>
                  </a:lnTo>
                  <a:lnTo>
                    <a:pt x="900747" y="1507134"/>
                  </a:lnTo>
                  <a:lnTo>
                    <a:pt x="942022" y="1507134"/>
                  </a:lnTo>
                  <a:lnTo>
                    <a:pt x="944410" y="1504759"/>
                  </a:lnTo>
                  <a:lnTo>
                    <a:pt x="944410" y="1498701"/>
                  </a:lnTo>
                  <a:close/>
                </a:path>
                <a:path w="1121410" h="1530985">
                  <a:moveTo>
                    <a:pt x="991933" y="1164259"/>
                  </a:moveTo>
                  <a:lnTo>
                    <a:pt x="956525" y="1128890"/>
                  </a:lnTo>
                  <a:lnTo>
                    <a:pt x="954316" y="1126871"/>
                  </a:lnTo>
                  <a:lnTo>
                    <a:pt x="950836" y="1126871"/>
                  </a:lnTo>
                  <a:lnTo>
                    <a:pt x="948626" y="1128890"/>
                  </a:lnTo>
                  <a:lnTo>
                    <a:pt x="946619" y="1131087"/>
                  </a:lnTo>
                  <a:lnTo>
                    <a:pt x="946619" y="1134567"/>
                  </a:lnTo>
                  <a:lnTo>
                    <a:pt x="948626" y="1136764"/>
                  </a:lnTo>
                  <a:lnTo>
                    <a:pt x="984034" y="1171956"/>
                  </a:lnTo>
                  <a:lnTo>
                    <a:pt x="987526" y="1171956"/>
                  </a:lnTo>
                  <a:lnTo>
                    <a:pt x="989723" y="1169936"/>
                  </a:lnTo>
                  <a:lnTo>
                    <a:pt x="991933" y="1167739"/>
                  </a:lnTo>
                  <a:lnTo>
                    <a:pt x="991933" y="1164259"/>
                  </a:lnTo>
                  <a:close/>
                </a:path>
                <a:path w="1121410" h="1530985">
                  <a:moveTo>
                    <a:pt x="1009357" y="495350"/>
                  </a:moveTo>
                  <a:lnTo>
                    <a:pt x="1006970" y="492785"/>
                  </a:lnTo>
                  <a:lnTo>
                    <a:pt x="965695" y="492785"/>
                  </a:lnTo>
                  <a:lnTo>
                    <a:pt x="963129" y="495350"/>
                  </a:lnTo>
                  <a:lnTo>
                    <a:pt x="963129" y="501396"/>
                  </a:lnTo>
                  <a:lnTo>
                    <a:pt x="965695" y="503783"/>
                  </a:lnTo>
                  <a:lnTo>
                    <a:pt x="1006970" y="503783"/>
                  </a:lnTo>
                  <a:lnTo>
                    <a:pt x="1009357" y="501396"/>
                  </a:lnTo>
                  <a:lnTo>
                    <a:pt x="1009357" y="495350"/>
                  </a:lnTo>
                  <a:close/>
                </a:path>
                <a:path w="1121410" h="1530985">
                  <a:moveTo>
                    <a:pt x="1036878" y="1498701"/>
                  </a:moveTo>
                  <a:lnTo>
                    <a:pt x="1034491" y="1496136"/>
                  </a:lnTo>
                  <a:lnTo>
                    <a:pt x="993216" y="1496136"/>
                  </a:lnTo>
                  <a:lnTo>
                    <a:pt x="990638" y="1498701"/>
                  </a:lnTo>
                  <a:lnTo>
                    <a:pt x="990638" y="1504759"/>
                  </a:lnTo>
                  <a:lnTo>
                    <a:pt x="993216" y="1507134"/>
                  </a:lnTo>
                  <a:lnTo>
                    <a:pt x="1034491" y="1507134"/>
                  </a:lnTo>
                  <a:lnTo>
                    <a:pt x="1036878" y="1504759"/>
                  </a:lnTo>
                  <a:lnTo>
                    <a:pt x="1036878" y="1498701"/>
                  </a:lnTo>
                  <a:close/>
                </a:path>
                <a:path w="1121410" h="1530985">
                  <a:moveTo>
                    <a:pt x="1121257" y="1314526"/>
                  </a:moveTo>
                  <a:lnTo>
                    <a:pt x="1098880" y="1279715"/>
                  </a:lnTo>
                  <a:lnTo>
                    <a:pt x="1094473" y="1272743"/>
                  </a:lnTo>
                  <a:lnTo>
                    <a:pt x="1089888" y="1267066"/>
                  </a:lnTo>
                  <a:lnTo>
                    <a:pt x="1084757" y="1262672"/>
                  </a:lnTo>
                  <a:lnTo>
                    <a:pt x="1082548" y="1260462"/>
                  </a:lnTo>
                  <a:lnTo>
                    <a:pt x="1079068" y="1258265"/>
                  </a:lnTo>
                  <a:lnTo>
                    <a:pt x="1077468" y="1257541"/>
                  </a:lnTo>
                  <a:lnTo>
                    <a:pt x="1074661" y="1256258"/>
                  </a:lnTo>
                  <a:lnTo>
                    <a:pt x="1083271" y="1254493"/>
                  </a:lnTo>
                  <a:lnTo>
                    <a:pt x="1090676" y="1251940"/>
                  </a:lnTo>
                  <a:lnTo>
                    <a:pt x="1096899" y="1248575"/>
                  </a:lnTo>
                  <a:lnTo>
                    <a:pt x="1102004" y="1244346"/>
                  </a:lnTo>
                  <a:lnTo>
                    <a:pt x="1103376" y="1242872"/>
                  </a:lnTo>
                  <a:lnTo>
                    <a:pt x="1107871" y="1238110"/>
                  </a:lnTo>
                  <a:lnTo>
                    <a:pt x="1110805" y="1230414"/>
                  </a:lnTo>
                  <a:lnTo>
                    <a:pt x="1110805" y="1214107"/>
                  </a:lnTo>
                  <a:lnTo>
                    <a:pt x="1108964" y="1207693"/>
                  </a:lnTo>
                  <a:lnTo>
                    <a:pt x="1105484" y="1201826"/>
                  </a:lnTo>
                  <a:lnTo>
                    <a:pt x="1104531" y="1200353"/>
                  </a:lnTo>
                  <a:lnTo>
                    <a:pt x="1101813" y="1196136"/>
                  </a:lnTo>
                  <a:lnTo>
                    <a:pt x="1097051" y="1191933"/>
                  </a:lnTo>
                  <a:lnTo>
                    <a:pt x="1093190" y="1190485"/>
                  </a:lnTo>
                  <a:lnTo>
                    <a:pt x="1093190" y="1215199"/>
                  </a:lnTo>
                  <a:lnTo>
                    <a:pt x="1093190" y="1225461"/>
                  </a:lnTo>
                  <a:lnTo>
                    <a:pt x="1069340" y="1242872"/>
                  </a:lnTo>
                  <a:lnTo>
                    <a:pt x="1025131" y="1242872"/>
                  </a:lnTo>
                  <a:lnTo>
                    <a:pt x="1025131" y="1200353"/>
                  </a:lnTo>
                  <a:lnTo>
                    <a:pt x="1075220" y="1200353"/>
                  </a:lnTo>
                  <a:lnTo>
                    <a:pt x="1082179" y="1202372"/>
                  </a:lnTo>
                  <a:lnTo>
                    <a:pt x="1086586" y="1206220"/>
                  </a:lnTo>
                  <a:lnTo>
                    <a:pt x="1090993" y="1210259"/>
                  </a:lnTo>
                  <a:lnTo>
                    <a:pt x="1093190" y="1215199"/>
                  </a:lnTo>
                  <a:lnTo>
                    <a:pt x="1093190" y="1190485"/>
                  </a:lnTo>
                  <a:lnTo>
                    <a:pt x="1064945" y="1186243"/>
                  </a:lnTo>
                  <a:lnTo>
                    <a:pt x="1008075" y="1186243"/>
                  </a:lnTo>
                  <a:lnTo>
                    <a:pt x="1008075" y="1314526"/>
                  </a:lnTo>
                  <a:lnTo>
                    <a:pt x="1025131" y="1314526"/>
                  </a:lnTo>
                  <a:lnTo>
                    <a:pt x="1025131" y="1257541"/>
                  </a:lnTo>
                  <a:lnTo>
                    <a:pt x="1049159" y="1257541"/>
                  </a:lnTo>
                  <a:lnTo>
                    <a:pt x="1052283" y="1257719"/>
                  </a:lnTo>
                  <a:lnTo>
                    <a:pt x="1054303" y="1258265"/>
                  </a:lnTo>
                  <a:lnTo>
                    <a:pt x="1056868" y="1258824"/>
                  </a:lnTo>
                  <a:lnTo>
                    <a:pt x="1059434" y="1259916"/>
                  </a:lnTo>
                  <a:lnTo>
                    <a:pt x="1064577" y="1263218"/>
                  </a:lnTo>
                  <a:lnTo>
                    <a:pt x="1067511" y="1266151"/>
                  </a:lnTo>
                  <a:lnTo>
                    <a:pt x="1070622" y="1270177"/>
                  </a:lnTo>
                  <a:lnTo>
                    <a:pt x="1073924" y="1274216"/>
                  </a:lnTo>
                  <a:lnTo>
                    <a:pt x="1077963" y="1280261"/>
                  </a:lnTo>
                  <a:lnTo>
                    <a:pt x="1099985" y="1314526"/>
                  </a:lnTo>
                  <a:lnTo>
                    <a:pt x="1121257" y="13145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9" name="object 29"/>
          <p:cNvGrpSpPr/>
          <p:nvPr/>
        </p:nvGrpSpPr>
        <p:grpSpPr>
          <a:xfrm>
            <a:off x="247417" y="3170315"/>
            <a:ext cx="552450" cy="133350"/>
            <a:chOff x="247417" y="3170315"/>
            <a:chExt cx="552450" cy="133350"/>
          </a:xfrm>
        </p:grpSpPr>
        <p:pic>
          <p:nvPicPr>
            <p:cNvPr id="30" name="object 3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247417" y="3170315"/>
              <a:ext cx="85822" cy="97311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354493" y="3170315"/>
              <a:ext cx="75661" cy="95112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451124" y="3170315"/>
              <a:ext cx="85744" cy="97311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557948" y="3170315"/>
              <a:ext cx="241643" cy="132864"/>
            </a:xfrm>
            <a:prstGeom prst="rect">
              <a:avLst/>
            </a:prstGeom>
          </p:spPr>
        </p:pic>
      </p:grpSp>
      <p:grpSp>
        <p:nvGrpSpPr>
          <p:cNvPr id="34" name="object 34"/>
          <p:cNvGrpSpPr/>
          <p:nvPr/>
        </p:nvGrpSpPr>
        <p:grpSpPr>
          <a:xfrm>
            <a:off x="2756720" y="5391196"/>
            <a:ext cx="627380" cy="130810"/>
            <a:chOff x="2756720" y="5391196"/>
            <a:chExt cx="627380" cy="130810"/>
          </a:xfrm>
        </p:grpSpPr>
        <p:sp>
          <p:nvSpPr>
            <p:cNvPr id="35" name="object 35"/>
            <p:cNvSpPr/>
            <p:nvPr/>
          </p:nvSpPr>
          <p:spPr>
            <a:xfrm>
              <a:off x="2756712" y="5391200"/>
              <a:ext cx="531495" cy="130810"/>
            </a:xfrm>
            <a:custGeom>
              <a:avLst/>
              <a:gdLst/>
              <a:ahLst/>
              <a:cxnLst/>
              <a:rect l="l" t="t" r="r" b="b"/>
              <a:pathLst>
                <a:path w="531495" h="130810">
                  <a:moveTo>
                    <a:pt x="50444" y="38354"/>
                  </a:moveTo>
                  <a:lnTo>
                    <a:pt x="44945" y="34963"/>
                  </a:lnTo>
                  <a:lnTo>
                    <a:pt x="39624" y="33274"/>
                  </a:lnTo>
                  <a:lnTo>
                    <a:pt x="30632" y="33274"/>
                  </a:lnTo>
                  <a:lnTo>
                    <a:pt x="27152" y="34328"/>
                  </a:lnTo>
                  <a:lnTo>
                    <a:pt x="21094" y="38531"/>
                  </a:lnTo>
                  <a:lnTo>
                    <a:pt x="17792" y="42875"/>
                  </a:lnTo>
                  <a:lnTo>
                    <a:pt x="14122" y="49479"/>
                  </a:lnTo>
                  <a:lnTo>
                    <a:pt x="14122" y="35369"/>
                  </a:lnTo>
                  <a:lnTo>
                    <a:pt x="0" y="35369"/>
                  </a:lnTo>
                  <a:lnTo>
                    <a:pt x="0" y="128371"/>
                  </a:lnTo>
                  <a:lnTo>
                    <a:pt x="15773" y="128371"/>
                  </a:lnTo>
                  <a:lnTo>
                    <a:pt x="15773" y="73025"/>
                  </a:lnTo>
                  <a:lnTo>
                    <a:pt x="16510" y="66903"/>
                  </a:lnTo>
                  <a:lnTo>
                    <a:pt x="19443" y="57619"/>
                  </a:lnTo>
                  <a:lnTo>
                    <a:pt x="21463" y="54737"/>
                  </a:lnTo>
                  <a:lnTo>
                    <a:pt x="26974" y="50596"/>
                  </a:lnTo>
                  <a:lnTo>
                    <a:pt x="30086" y="49568"/>
                  </a:lnTo>
                  <a:lnTo>
                    <a:pt x="37426" y="49568"/>
                  </a:lnTo>
                  <a:lnTo>
                    <a:pt x="41275" y="50698"/>
                  </a:lnTo>
                  <a:lnTo>
                    <a:pt x="45135" y="52971"/>
                  </a:lnTo>
                  <a:lnTo>
                    <a:pt x="50444" y="38354"/>
                  </a:lnTo>
                  <a:close/>
                </a:path>
                <a:path w="531495" h="130810">
                  <a:moveTo>
                    <a:pt x="144005" y="81699"/>
                  </a:moveTo>
                  <a:lnTo>
                    <a:pt x="127317" y="41783"/>
                  </a:lnTo>
                  <a:lnTo>
                    <a:pt x="127317" y="72936"/>
                  </a:lnTo>
                  <a:lnTo>
                    <a:pt x="75222" y="72936"/>
                  </a:lnTo>
                  <a:lnTo>
                    <a:pt x="75768" y="64833"/>
                  </a:lnTo>
                  <a:lnTo>
                    <a:pt x="78524" y="58343"/>
                  </a:lnTo>
                  <a:lnTo>
                    <a:pt x="88430" y="48653"/>
                  </a:lnTo>
                  <a:lnTo>
                    <a:pt x="94475" y="46228"/>
                  </a:lnTo>
                  <a:lnTo>
                    <a:pt x="109702" y="46228"/>
                  </a:lnTo>
                  <a:lnTo>
                    <a:pt x="116306" y="49263"/>
                  </a:lnTo>
                  <a:lnTo>
                    <a:pt x="121259" y="55333"/>
                  </a:lnTo>
                  <a:lnTo>
                    <a:pt x="124561" y="59258"/>
                  </a:lnTo>
                  <a:lnTo>
                    <a:pt x="126580" y="65125"/>
                  </a:lnTo>
                  <a:lnTo>
                    <a:pt x="127317" y="72936"/>
                  </a:lnTo>
                  <a:lnTo>
                    <a:pt x="127317" y="41783"/>
                  </a:lnTo>
                  <a:lnTo>
                    <a:pt x="125755" y="40411"/>
                  </a:lnTo>
                  <a:lnTo>
                    <a:pt x="118579" y="36449"/>
                  </a:lnTo>
                  <a:lnTo>
                    <a:pt x="110540" y="34061"/>
                  </a:lnTo>
                  <a:lnTo>
                    <a:pt x="101638" y="33274"/>
                  </a:lnTo>
                  <a:lnTo>
                    <a:pt x="92443" y="34086"/>
                  </a:lnTo>
                  <a:lnTo>
                    <a:pt x="61188" y="61823"/>
                  </a:lnTo>
                  <a:lnTo>
                    <a:pt x="58216" y="81699"/>
                  </a:lnTo>
                  <a:lnTo>
                    <a:pt x="58254" y="84035"/>
                  </a:lnTo>
                  <a:lnTo>
                    <a:pt x="76619" y="123405"/>
                  </a:lnTo>
                  <a:lnTo>
                    <a:pt x="102552" y="130479"/>
                  </a:lnTo>
                  <a:lnTo>
                    <a:pt x="110299" y="129984"/>
                  </a:lnTo>
                  <a:lnTo>
                    <a:pt x="134543" y="117513"/>
                  </a:lnTo>
                  <a:lnTo>
                    <a:pt x="137960" y="113118"/>
                  </a:lnTo>
                  <a:lnTo>
                    <a:pt x="141122" y="107175"/>
                  </a:lnTo>
                  <a:lnTo>
                    <a:pt x="143459" y="100444"/>
                  </a:lnTo>
                  <a:lnTo>
                    <a:pt x="127139" y="98425"/>
                  </a:lnTo>
                  <a:lnTo>
                    <a:pt x="124752" y="105079"/>
                  </a:lnTo>
                  <a:lnTo>
                    <a:pt x="121450" y="109931"/>
                  </a:lnTo>
                  <a:lnTo>
                    <a:pt x="113372" y="116001"/>
                  </a:lnTo>
                  <a:lnTo>
                    <a:pt x="108419" y="117513"/>
                  </a:lnTo>
                  <a:lnTo>
                    <a:pt x="94843" y="117513"/>
                  </a:lnTo>
                  <a:lnTo>
                    <a:pt x="88239" y="114808"/>
                  </a:lnTo>
                  <a:lnTo>
                    <a:pt x="77965" y="103936"/>
                  </a:lnTo>
                  <a:lnTo>
                    <a:pt x="75031" y="96113"/>
                  </a:lnTo>
                  <a:lnTo>
                    <a:pt x="74485" y="85902"/>
                  </a:lnTo>
                  <a:lnTo>
                    <a:pt x="143827" y="85902"/>
                  </a:lnTo>
                  <a:lnTo>
                    <a:pt x="143827" y="84035"/>
                  </a:lnTo>
                  <a:lnTo>
                    <a:pt x="144005" y="82664"/>
                  </a:lnTo>
                  <a:lnTo>
                    <a:pt x="144005" y="81699"/>
                  </a:lnTo>
                  <a:close/>
                </a:path>
                <a:path w="531495" h="130810">
                  <a:moveTo>
                    <a:pt x="245643" y="128371"/>
                  </a:moveTo>
                  <a:lnTo>
                    <a:pt x="240512" y="81699"/>
                  </a:lnTo>
                  <a:lnTo>
                    <a:pt x="240411" y="58813"/>
                  </a:lnTo>
                  <a:lnTo>
                    <a:pt x="234823" y="43129"/>
                  </a:lnTo>
                  <a:lnTo>
                    <a:pt x="232613" y="40297"/>
                  </a:lnTo>
                  <a:lnTo>
                    <a:pt x="228955" y="37947"/>
                  </a:lnTo>
                  <a:lnTo>
                    <a:pt x="219049" y="34201"/>
                  </a:lnTo>
                  <a:lnTo>
                    <a:pt x="212432" y="33274"/>
                  </a:lnTo>
                  <a:lnTo>
                    <a:pt x="196481" y="33274"/>
                  </a:lnTo>
                  <a:lnTo>
                    <a:pt x="189509" y="34366"/>
                  </a:lnTo>
                  <a:lnTo>
                    <a:pt x="177393" y="38747"/>
                  </a:lnTo>
                  <a:lnTo>
                    <a:pt x="172631" y="41871"/>
                  </a:lnTo>
                  <a:lnTo>
                    <a:pt x="169481" y="45961"/>
                  </a:lnTo>
                  <a:lnTo>
                    <a:pt x="166204" y="49987"/>
                  </a:lnTo>
                  <a:lnTo>
                    <a:pt x="164007" y="55308"/>
                  </a:lnTo>
                  <a:lnTo>
                    <a:pt x="162534" y="61912"/>
                  </a:lnTo>
                  <a:lnTo>
                    <a:pt x="177952" y="64008"/>
                  </a:lnTo>
                  <a:lnTo>
                    <a:pt x="179603" y="57416"/>
                  </a:lnTo>
                  <a:lnTo>
                    <a:pt x="182346" y="52819"/>
                  </a:lnTo>
                  <a:lnTo>
                    <a:pt x="189318" y="47625"/>
                  </a:lnTo>
                  <a:lnTo>
                    <a:pt x="194830" y="46316"/>
                  </a:lnTo>
                  <a:lnTo>
                    <a:pt x="210235" y="46316"/>
                  </a:lnTo>
                  <a:lnTo>
                    <a:pt x="216293" y="48094"/>
                  </a:lnTo>
                  <a:lnTo>
                    <a:pt x="220332" y="51663"/>
                  </a:lnTo>
                  <a:lnTo>
                    <a:pt x="223266" y="54292"/>
                  </a:lnTo>
                  <a:lnTo>
                    <a:pt x="224726" y="58813"/>
                  </a:lnTo>
                  <a:lnTo>
                    <a:pt x="224726" y="67195"/>
                  </a:lnTo>
                  <a:lnTo>
                    <a:pt x="224548" y="69354"/>
                  </a:lnTo>
                  <a:lnTo>
                    <a:pt x="224548" y="81699"/>
                  </a:lnTo>
                  <a:lnTo>
                    <a:pt x="206933" y="116801"/>
                  </a:lnTo>
                  <a:lnTo>
                    <a:pt x="201434" y="118122"/>
                  </a:lnTo>
                  <a:lnTo>
                    <a:pt x="189318" y="118122"/>
                  </a:lnTo>
                  <a:lnTo>
                    <a:pt x="184556" y="116725"/>
                  </a:lnTo>
                  <a:lnTo>
                    <a:pt x="178320" y="111125"/>
                  </a:lnTo>
                  <a:lnTo>
                    <a:pt x="176771" y="107861"/>
                  </a:lnTo>
                  <a:lnTo>
                    <a:pt x="176669" y="100672"/>
                  </a:lnTo>
                  <a:lnTo>
                    <a:pt x="177393" y="98171"/>
                  </a:lnTo>
                  <a:lnTo>
                    <a:pt x="198869" y="87655"/>
                  </a:lnTo>
                  <a:lnTo>
                    <a:pt x="206870" y="86360"/>
                  </a:lnTo>
                  <a:lnTo>
                    <a:pt x="213842" y="84937"/>
                  </a:lnTo>
                  <a:lnTo>
                    <a:pt x="219735" y="83388"/>
                  </a:lnTo>
                  <a:lnTo>
                    <a:pt x="224548" y="81699"/>
                  </a:lnTo>
                  <a:lnTo>
                    <a:pt x="224548" y="69354"/>
                  </a:lnTo>
                  <a:lnTo>
                    <a:pt x="219494" y="70878"/>
                  </a:lnTo>
                  <a:lnTo>
                    <a:pt x="213131" y="72288"/>
                  </a:lnTo>
                  <a:lnTo>
                    <a:pt x="205460" y="73583"/>
                  </a:lnTo>
                  <a:lnTo>
                    <a:pt x="196481" y="74777"/>
                  </a:lnTo>
                  <a:lnTo>
                    <a:pt x="190246" y="75539"/>
                  </a:lnTo>
                  <a:lnTo>
                    <a:pt x="185470" y="76327"/>
                  </a:lnTo>
                  <a:lnTo>
                    <a:pt x="178320" y="78308"/>
                  </a:lnTo>
                  <a:lnTo>
                    <a:pt x="174459" y="80035"/>
                  </a:lnTo>
                  <a:lnTo>
                    <a:pt x="171157" y="82308"/>
                  </a:lnTo>
                  <a:lnTo>
                    <a:pt x="167678" y="84594"/>
                  </a:lnTo>
                  <a:lnTo>
                    <a:pt x="165087" y="87655"/>
                  </a:lnTo>
                  <a:lnTo>
                    <a:pt x="162902" y="91376"/>
                  </a:lnTo>
                  <a:lnTo>
                    <a:pt x="160883" y="95148"/>
                  </a:lnTo>
                  <a:lnTo>
                    <a:pt x="159791" y="99301"/>
                  </a:lnTo>
                  <a:lnTo>
                    <a:pt x="159791" y="111620"/>
                  </a:lnTo>
                  <a:lnTo>
                    <a:pt x="162534" y="117995"/>
                  </a:lnTo>
                  <a:lnTo>
                    <a:pt x="173545" y="127977"/>
                  </a:lnTo>
                  <a:lnTo>
                    <a:pt x="181432" y="130479"/>
                  </a:lnTo>
                  <a:lnTo>
                    <a:pt x="197942" y="130479"/>
                  </a:lnTo>
                  <a:lnTo>
                    <a:pt x="224561" y="118122"/>
                  </a:lnTo>
                  <a:lnTo>
                    <a:pt x="226009" y="116903"/>
                  </a:lnTo>
                  <a:lnTo>
                    <a:pt x="226377" y="121285"/>
                  </a:lnTo>
                  <a:lnTo>
                    <a:pt x="227482" y="125107"/>
                  </a:lnTo>
                  <a:lnTo>
                    <a:pt x="229133" y="128371"/>
                  </a:lnTo>
                  <a:lnTo>
                    <a:pt x="245643" y="128371"/>
                  </a:lnTo>
                  <a:close/>
                </a:path>
                <a:path w="531495" h="130810">
                  <a:moveTo>
                    <a:pt x="343242" y="96329"/>
                  </a:moveTo>
                  <a:lnTo>
                    <a:pt x="327825" y="94310"/>
                  </a:lnTo>
                  <a:lnTo>
                    <a:pt x="326732" y="102196"/>
                  </a:lnTo>
                  <a:lnTo>
                    <a:pt x="323977" y="108026"/>
                  </a:lnTo>
                  <a:lnTo>
                    <a:pt x="315722" y="115620"/>
                  </a:lnTo>
                  <a:lnTo>
                    <a:pt x="310591" y="117513"/>
                  </a:lnTo>
                  <a:lnTo>
                    <a:pt x="296646" y="117513"/>
                  </a:lnTo>
                  <a:lnTo>
                    <a:pt x="278485" y="81788"/>
                  </a:lnTo>
                  <a:lnTo>
                    <a:pt x="278930" y="73164"/>
                  </a:lnTo>
                  <a:lnTo>
                    <a:pt x="297192" y="46228"/>
                  </a:lnTo>
                  <a:lnTo>
                    <a:pt x="310400" y="46228"/>
                  </a:lnTo>
                  <a:lnTo>
                    <a:pt x="314985" y="47815"/>
                  </a:lnTo>
                  <a:lnTo>
                    <a:pt x="322326" y="54114"/>
                  </a:lnTo>
                  <a:lnTo>
                    <a:pt x="324891" y="58813"/>
                  </a:lnTo>
                  <a:lnTo>
                    <a:pt x="326364" y="65062"/>
                  </a:lnTo>
                  <a:lnTo>
                    <a:pt x="341769" y="62699"/>
                  </a:lnTo>
                  <a:lnTo>
                    <a:pt x="311861" y="33756"/>
                  </a:lnTo>
                  <a:lnTo>
                    <a:pt x="304533" y="33274"/>
                  </a:lnTo>
                  <a:lnTo>
                    <a:pt x="296646" y="33274"/>
                  </a:lnTo>
                  <a:lnTo>
                    <a:pt x="264947" y="61747"/>
                  </a:lnTo>
                  <a:lnTo>
                    <a:pt x="262153" y="82219"/>
                  </a:lnTo>
                  <a:lnTo>
                    <a:pt x="262877" y="93192"/>
                  </a:lnTo>
                  <a:lnTo>
                    <a:pt x="287362" y="127355"/>
                  </a:lnTo>
                  <a:lnTo>
                    <a:pt x="304533" y="130479"/>
                  </a:lnTo>
                  <a:lnTo>
                    <a:pt x="311823" y="129908"/>
                  </a:lnTo>
                  <a:lnTo>
                    <a:pt x="341490" y="103898"/>
                  </a:lnTo>
                  <a:lnTo>
                    <a:pt x="343242" y="96329"/>
                  </a:lnTo>
                  <a:close/>
                </a:path>
                <a:path w="531495" h="130810">
                  <a:moveTo>
                    <a:pt x="395528" y="128206"/>
                  </a:moveTo>
                  <a:lnTo>
                    <a:pt x="393141" y="114274"/>
                  </a:lnTo>
                  <a:lnTo>
                    <a:pt x="387997" y="114884"/>
                  </a:lnTo>
                  <a:lnTo>
                    <a:pt x="383971" y="114884"/>
                  </a:lnTo>
                  <a:lnTo>
                    <a:pt x="377367" y="106514"/>
                  </a:lnTo>
                  <a:lnTo>
                    <a:pt x="377367" y="47637"/>
                  </a:lnTo>
                  <a:lnTo>
                    <a:pt x="393141" y="47637"/>
                  </a:lnTo>
                  <a:lnTo>
                    <a:pt x="393141" y="35369"/>
                  </a:lnTo>
                  <a:lnTo>
                    <a:pt x="377367" y="35369"/>
                  </a:lnTo>
                  <a:lnTo>
                    <a:pt x="377367" y="2882"/>
                  </a:lnTo>
                  <a:lnTo>
                    <a:pt x="361581" y="12331"/>
                  </a:lnTo>
                  <a:lnTo>
                    <a:pt x="361581" y="35369"/>
                  </a:lnTo>
                  <a:lnTo>
                    <a:pt x="350024" y="35369"/>
                  </a:lnTo>
                  <a:lnTo>
                    <a:pt x="350024" y="47637"/>
                  </a:lnTo>
                  <a:lnTo>
                    <a:pt x="361581" y="47637"/>
                  </a:lnTo>
                  <a:lnTo>
                    <a:pt x="361581" y="110604"/>
                  </a:lnTo>
                  <a:lnTo>
                    <a:pt x="362318" y="116801"/>
                  </a:lnTo>
                  <a:lnTo>
                    <a:pt x="364883" y="122694"/>
                  </a:lnTo>
                  <a:lnTo>
                    <a:pt x="367093" y="125082"/>
                  </a:lnTo>
                  <a:lnTo>
                    <a:pt x="373329" y="128701"/>
                  </a:lnTo>
                  <a:lnTo>
                    <a:pt x="377736" y="129603"/>
                  </a:lnTo>
                  <a:lnTo>
                    <a:pt x="387083" y="129603"/>
                  </a:lnTo>
                  <a:lnTo>
                    <a:pt x="390944" y="129133"/>
                  </a:lnTo>
                  <a:lnTo>
                    <a:pt x="395528" y="128206"/>
                  </a:lnTo>
                  <a:close/>
                </a:path>
                <a:path w="531495" h="130810">
                  <a:moveTo>
                    <a:pt x="425056" y="35369"/>
                  </a:moveTo>
                  <a:lnTo>
                    <a:pt x="409282" y="35369"/>
                  </a:lnTo>
                  <a:lnTo>
                    <a:pt x="409282" y="128371"/>
                  </a:lnTo>
                  <a:lnTo>
                    <a:pt x="425056" y="128371"/>
                  </a:lnTo>
                  <a:lnTo>
                    <a:pt x="425056" y="35369"/>
                  </a:lnTo>
                  <a:close/>
                </a:path>
                <a:path w="531495" h="130810">
                  <a:moveTo>
                    <a:pt x="425056" y="0"/>
                  </a:moveTo>
                  <a:lnTo>
                    <a:pt x="409282" y="0"/>
                  </a:lnTo>
                  <a:lnTo>
                    <a:pt x="409282" y="18122"/>
                  </a:lnTo>
                  <a:lnTo>
                    <a:pt x="425056" y="18122"/>
                  </a:lnTo>
                  <a:lnTo>
                    <a:pt x="425056" y="0"/>
                  </a:lnTo>
                  <a:close/>
                </a:path>
                <a:path w="531495" h="130810">
                  <a:moveTo>
                    <a:pt x="530910" y="80556"/>
                  </a:moveTo>
                  <a:lnTo>
                    <a:pt x="530161" y="70078"/>
                  </a:lnTo>
                  <a:lnTo>
                    <a:pt x="527888" y="60807"/>
                  </a:lnTo>
                  <a:lnTo>
                    <a:pt x="524103" y="52717"/>
                  </a:lnTo>
                  <a:lnTo>
                    <a:pt x="519176" y="46316"/>
                  </a:lnTo>
                  <a:lnTo>
                    <a:pt x="518807" y="45834"/>
                  </a:lnTo>
                  <a:lnTo>
                    <a:pt x="514743" y="42468"/>
                  </a:lnTo>
                  <a:lnTo>
                    <a:pt x="514743" y="81876"/>
                  </a:lnTo>
                  <a:lnTo>
                    <a:pt x="514311" y="89052"/>
                  </a:lnTo>
                  <a:lnTo>
                    <a:pt x="495134" y="117513"/>
                  </a:lnTo>
                  <a:lnTo>
                    <a:pt x="479361" y="117513"/>
                  </a:lnTo>
                  <a:lnTo>
                    <a:pt x="459917" y="81876"/>
                  </a:lnTo>
                  <a:lnTo>
                    <a:pt x="460400" y="73507"/>
                  </a:lnTo>
                  <a:lnTo>
                    <a:pt x="479361" y="46316"/>
                  </a:lnTo>
                  <a:lnTo>
                    <a:pt x="495134" y="46316"/>
                  </a:lnTo>
                  <a:lnTo>
                    <a:pt x="514718" y="80556"/>
                  </a:lnTo>
                  <a:lnTo>
                    <a:pt x="514743" y="81876"/>
                  </a:lnTo>
                  <a:lnTo>
                    <a:pt x="514743" y="42468"/>
                  </a:lnTo>
                  <a:lnTo>
                    <a:pt x="512203" y="40347"/>
                  </a:lnTo>
                  <a:lnTo>
                    <a:pt x="504748" y="36410"/>
                  </a:lnTo>
                  <a:lnTo>
                    <a:pt x="496443" y="34061"/>
                  </a:lnTo>
                  <a:lnTo>
                    <a:pt x="487248" y="33274"/>
                  </a:lnTo>
                  <a:lnTo>
                    <a:pt x="479005" y="33921"/>
                  </a:lnTo>
                  <a:lnTo>
                    <a:pt x="447255" y="59385"/>
                  </a:lnTo>
                  <a:lnTo>
                    <a:pt x="443585" y="81876"/>
                  </a:lnTo>
                  <a:lnTo>
                    <a:pt x="444347" y="92964"/>
                  </a:lnTo>
                  <a:lnTo>
                    <a:pt x="469620" y="127342"/>
                  </a:lnTo>
                  <a:lnTo>
                    <a:pt x="487248" y="130479"/>
                  </a:lnTo>
                  <a:lnTo>
                    <a:pt x="495503" y="130479"/>
                  </a:lnTo>
                  <a:lnTo>
                    <a:pt x="527900" y="103174"/>
                  </a:lnTo>
                  <a:lnTo>
                    <a:pt x="530567" y="89052"/>
                  </a:lnTo>
                  <a:lnTo>
                    <a:pt x="530910" y="805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6" name="object 3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3307995" y="5424467"/>
              <a:ext cx="75765" cy="95101"/>
            </a:xfrm>
            <a:prstGeom prst="rect">
              <a:avLst/>
            </a:prstGeom>
          </p:spPr>
        </p:pic>
      </p:grpSp>
      <p:grpSp>
        <p:nvGrpSpPr>
          <p:cNvPr id="37" name="object 37"/>
          <p:cNvGrpSpPr/>
          <p:nvPr/>
        </p:nvGrpSpPr>
        <p:grpSpPr>
          <a:xfrm>
            <a:off x="5324323" y="2107035"/>
            <a:ext cx="1289685" cy="878205"/>
            <a:chOff x="5324323" y="2107035"/>
            <a:chExt cx="1289685" cy="878205"/>
          </a:xfrm>
        </p:grpSpPr>
        <p:sp>
          <p:nvSpPr>
            <p:cNvPr id="38" name="object 38"/>
            <p:cNvSpPr/>
            <p:nvPr/>
          </p:nvSpPr>
          <p:spPr>
            <a:xfrm>
              <a:off x="5505755" y="2648394"/>
              <a:ext cx="194310" cy="152400"/>
            </a:xfrm>
            <a:custGeom>
              <a:avLst/>
              <a:gdLst/>
              <a:ahLst/>
              <a:cxnLst/>
              <a:rect l="l" t="t" r="r" b="b"/>
              <a:pathLst>
                <a:path w="194310" h="152400">
                  <a:moveTo>
                    <a:pt x="113550" y="109042"/>
                  </a:moveTo>
                  <a:lnTo>
                    <a:pt x="96494" y="104825"/>
                  </a:lnTo>
                  <a:lnTo>
                    <a:pt x="94399" y="112420"/>
                  </a:lnTo>
                  <a:lnTo>
                    <a:pt x="91452" y="119011"/>
                  </a:lnTo>
                  <a:lnTo>
                    <a:pt x="58889" y="137452"/>
                  </a:lnTo>
                  <a:lnTo>
                    <a:pt x="51181" y="137452"/>
                  </a:lnTo>
                  <a:lnTo>
                    <a:pt x="20129" y="106756"/>
                  </a:lnTo>
                  <a:lnTo>
                    <a:pt x="17424" y="84480"/>
                  </a:lnTo>
                  <a:lnTo>
                    <a:pt x="17424" y="76047"/>
                  </a:lnTo>
                  <a:lnTo>
                    <a:pt x="35407" y="40868"/>
                  </a:lnTo>
                  <a:lnTo>
                    <a:pt x="60172" y="33718"/>
                  </a:lnTo>
                  <a:lnTo>
                    <a:pt x="68795" y="33718"/>
                  </a:lnTo>
                  <a:lnTo>
                    <a:pt x="75946" y="35915"/>
                  </a:lnTo>
                  <a:lnTo>
                    <a:pt x="87325" y="44348"/>
                  </a:lnTo>
                  <a:lnTo>
                    <a:pt x="91719" y="51130"/>
                  </a:lnTo>
                  <a:lnTo>
                    <a:pt x="94653" y="60477"/>
                  </a:lnTo>
                  <a:lnTo>
                    <a:pt x="111353" y="56629"/>
                  </a:lnTo>
                  <a:lnTo>
                    <a:pt x="86029" y="24726"/>
                  </a:lnTo>
                  <a:lnTo>
                    <a:pt x="60540" y="19240"/>
                  </a:lnTo>
                  <a:lnTo>
                    <a:pt x="52285" y="19723"/>
                  </a:lnTo>
                  <a:lnTo>
                    <a:pt x="16903" y="36449"/>
                  </a:lnTo>
                  <a:lnTo>
                    <a:pt x="482" y="74942"/>
                  </a:lnTo>
                  <a:lnTo>
                    <a:pt x="0" y="84670"/>
                  </a:lnTo>
                  <a:lnTo>
                    <a:pt x="419" y="93713"/>
                  </a:lnTo>
                  <a:lnTo>
                    <a:pt x="15036" y="133134"/>
                  </a:lnTo>
                  <a:lnTo>
                    <a:pt x="50406" y="151409"/>
                  </a:lnTo>
                  <a:lnTo>
                    <a:pt x="60350" y="151930"/>
                  </a:lnTo>
                  <a:lnTo>
                    <a:pt x="70015" y="151231"/>
                  </a:lnTo>
                  <a:lnTo>
                    <a:pt x="106121" y="127457"/>
                  </a:lnTo>
                  <a:lnTo>
                    <a:pt x="113550" y="109042"/>
                  </a:lnTo>
                  <a:close/>
                </a:path>
                <a:path w="194310" h="152400">
                  <a:moveTo>
                    <a:pt x="193903" y="26212"/>
                  </a:moveTo>
                  <a:lnTo>
                    <a:pt x="167678" y="26212"/>
                  </a:lnTo>
                  <a:lnTo>
                    <a:pt x="167678" y="0"/>
                  </a:lnTo>
                  <a:lnTo>
                    <a:pt x="156667" y="0"/>
                  </a:lnTo>
                  <a:lnTo>
                    <a:pt x="156667" y="26212"/>
                  </a:lnTo>
                  <a:lnTo>
                    <a:pt x="130619" y="26212"/>
                  </a:lnTo>
                  <a:lnTo>
                    <a:pt x="130619" y="37020"/>
                  </a:lnTo>
                  <a:lnTo>
                    <a:pt x="156667" y="37020"/>
                  </a:lnTo>
                  <a:lnTo>
                    <a:pt x="156667" y="63411"/>
                  </a:lnTo>
                  <a:lnTo>
                    <a:pt x="167678" y="63411"/>
                  </a:lnTo>
                  <a:lnTo>
                    <a:pt x="167678" y="37020"/>
                  </a:lnTo>
                  <a:lnTo>
                    <a:pt x="193903" y="37020"/>
                  </a:lnTo>
                  <a:lnTo>
                    <a:pt x="193903" y="262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9" name="object 39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511078" y="2405934"/>
              <a:ext cx="100898" cy="128282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5557308" y="2559324"/>
              <a:ext cx="11430" cy="85090"/>
            </a:xfrm>
            <a:custGeom>
              <a:avLst/>
              <a:gdLst/>
              <a:ahLst/>
              <a:cxnLst/>
              <a:rect l="l" t="t" r="r" b="b"/>
              <a:pathLst>
                <a:path w="11429" h="85089">
                  <a:moveTo>
                    <a:pt x="8438" y="0"/>
                  </a:moveTo>
                  <a:lnTo>
                    <a:pt x="2384" y="0"/>
                  </a:lnTo>
                  <a:lnTo>
                    <a:pt x="0" y="2565"/>
                  </a:lnTo>
                  <a:lnTo>
                    <a:pt x="0" y="79351"/>
                  </a:lnTo>
                  <a:lnTo>
                    <a:pt x="0" y="82284"/>
                  </a:lnTo>
                  <a:lnTo>
                    <a:pt x="2384" y="84849"/>
                  </a:lnTo>
                  <a:lnTo>
                    <a:pt x="8438" y="84849"/>
                  </a:lnTo>
                  <a:lnTo>
                    <a:pt x="11007" y="82284"/>
                  </a:lnTo>
                  <a:lnTo>
                    <a:pt x="11007" y="2565"/>
                  </a:lnTo>
                  <a:lnTo>
                    <a:pt x="84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1" name="object 41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5324323" y="2856389"/>
              <a:ext cx="100898" cy="128282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5446865" y="2793542"/>
              <a:ext cx="358775" cy="191135"/>
            </a:xfrm>
            <a:custGeom>
              <a:avLst/>
              <a:gdLst/>
              <a:ahLst/>
              <a:cxnLst/>
              <a:rect l="l" t="t" r="r" b="b"/>
              <a:pathLst>
                <a:path w="358775" h="191135">
                  <a:moveTo>
                    <a:pt x="51549" y="4203"/>
                  </a:moveTo>
                  <a:lnTo>
                    <a:pt x="49352" y="2197"/>
                  </a:lnTo>
                  <a:lnTo>
                    <a:pt x="47142" y="0"/>
                  </a:lnTo>
                  <a:lnTo>
                    <a:pt x="43662" y="0"/>
                  </a:lnTo>
                  <a:lnTo>
                    <a:pt x="41643" y="2197"/>
                  </a:lnTo>
                  <a:lnTo>
                    <a:pt x="0" y="43611"/>
                  </a:lnTo>
                  <a:lnTo>
                    <a:pt x="0" y="47091"/>
                  </a:lnTo>
                  <a:lnTo>
                    <a:pt x="2197" y="49288"/>
                  </a:lnTo>
                  <a:lnTo>
                    <a:pt x="4406" y="51308"/>
                  </a:lnTo>
                  <a:lnTo>
                    <a:pt x="7886" y="51308"/>
                  </a:lnTo>
                  <a:lnTo>
                    <a:pt x="49352" y="9893"/>
                  </a:lnTo>
                  <a:lnTo>
                    <a:pt x="51549" y="7696"/>
                  </a:lnTo>
                  <a:lnTo>
                    <a:pt x="51549" y="4203"/>
                  </a:lnTo>
                  <a:close/>
                </a:path>
                <a:path w="358775" h="191135">
                  <a:moveTo>
                    <a:pt x="230047" y="41960"/>
                  </a:moveTo>
                  <a:lnTo>
                    <a:pt x="193535" y="5486"/>
                  </a:lnTo>
                  <a:lnTo>
                    <a:pt x="191338" y="3479"/>
                  </a:lnTo>
                  <a:lnTo>
                    <a:pt x="187858" y="3479"/>
                  </a:lnTo>
                  <a:lnTo>
                    <a:pt x="185648" y="5486"/>
                  </a:lnTo>
                  <a:lnTo>
                    <a:pt x="183629" y="7696"/>
                  </a:lnTo>
                  <a:lnTo>
                    <a:pt x="183629" y="11176"/>
                  </a:lnTo>
                  <a:lnTo>
                    <a:pt x="185648" y="13373"/>
                  </a:lnTo>
                  <a:lnTo>
                    <a:pt x="222161" y="49657"/>
                  </a:lnTo>
                  <a:lnTo>
                    <a:pt x="225640" y="49657"/>
                  </a:lnTo>
                  <a:lnTo>
                    <a:pt x="227850" y="47637"/>
                  </a:lnTo>
                  <a:lnTo>
                    <a:pt x="230047" y="45440"/>
                  </a:lnTo>
                  <a:lnTo>
                    <a:pt x="230047" y="41960"/>
                  </a:lnTo>
                  <a:close/>
                </a:path>
                <a:path w="358775" h="191135">
                  <a:moveTo>
                    <a:pt x="358279" y="191135"/>
                  </a:moveTo>
                  <a:lnTo>
                    <a:pt x="335902" y="156311"/>
                  </a:lnTo>
                  <a:lnTo>
                    <a:pt x="331495" y="149352"/>
                  </a:lnTo>
                  <a:lnTo>
                    <a:pt x="326910" y="143675"/>
                  </a:lnTo>
                  <a:lnTo>
                    <a:pt x="321779" y="139268"/>
                  </a:lnTo>
                  <a:lnTo>
                    <a:pt x="319570" y="137071"/>
                  </a:lnTo>
                  <a:lnTo>
                    <a:pt x="316090" y="134874"/>
                  </a:lnTo>
                  <a:lnTo>
                    <a:pt x="314490" y="134137"/>
                  </a:lnTo>
                  <a:lnTo>
                    <a:pt x="311683" y="132854"/>
                  </a:lnTo>
                  <a:lnTo>
                    <a:pt x="320294" y="131102"/>
                  </a:lnTo>
                  <a:lnTo>
                    <a:pt x="347827" y="107022"/>
                  </a:lnTo>
                  <a:lnTo>
                    <a:pt x="347827" y="90703"/>
                  </a:lnTo>
                  <a:lnTo>
                    <a:pt x="345986" y="84289"/>
                  </a:lnTo>
                  <a:lnTo>
                    <a:pt x="342506" y="78435"/>
                  </a:lnTo>
                  <a:lnTo>
                    <a:pt x="341553" y="76962"/>
                  </a:lnTo>
                  <a:lnTo>
                    <a:pt x="338836" y="72745"/>
                  </a:lnTo>
                  <a:lnTo>
                    <a:pt x="334060" y="68529"/>
                  </a:lnTo>
                  <a:lnTo>
                    <a:pt x="330212" y="67094"/>
                  </a:lnTo>
                  <a:lnTo>
                    <a:pt x="330212" y="91808"/>
                  </a:lnTo>
                  <a:lnTo>
                    <a:pt x="330212" y="102069"/>
                  </a:lnTo>
                  <a:lnTo>
                    <a:pt x="306362" y="119481"/>
                  </a:lnTo>
                  <a:lnTo>
                    <a:pt x="262153" y="119481"/>
                  </a:lnTo>
                  <a:lnTo>
                    <a:pt x="262153" y="76962"/>
                  </a:lnTo>
                  <a:lnTo>
                    <a:pt x="312229" y="76962"/>
                  </a:lnTo>
                  <a:lnTo>
                    <a:pt x="319201" y="78981"/>
                  </a:lnTo>
                  <a:lnTo>
                    <a:pt x="323608" y="82829"/>
                  </a:lnTo>
                  <a:lnTo>
                    <a:pt x="328015" y="86855"/>
                  </a:lnTo>
                  <a:lnTo>
                    <a:pt x="330212" y="91808"/>
                  </a:lnTo>
                  <a:lnTo>
                    <a:pt x="330212" y="67094"/>
                  </a:lnTo>
                  <a:lnTo>
                    <a:pt x="301967" y="62852"/>
                  </a:lnTo>
                  <a:lnTo>
                    <a:pt x="245097" y="62852"/>
                  </a:lnTo>
                  <a:lnTo>
                    <a:pt x="245097" y="191135"/>
                  </a:lnTo>
                  <a:lnTo>
                    <a:pt x="262153" y="191135"/>
                  </a:lnTo>
                  <a:lnTo>
                    <a:pt x="262153" y="134137"/>
                  </a:lnTo>
                  <a:lnTo>
                    <a:pt x="286181" y="134137"/>
                  </a:lnTo>
                  <a:lnTo>
                    <a:pt x="289306" y="134327"/>
                  </a:lnTo>
                  <a:lnTo>
                    <a:pt x="291325" y="134874"/>
                  </a:lnTo>
                  <a:lnTo>
                    <a:pt x="293890" y="135420"/>
                  </a:lnTo>
                  <a:lnTo>
                    <a:pt x="296456" y="136525"/>
                  </a:lnTo>
                  <a:lnTo>
                    <a:pt x="301599" y="139827"/>
                  </a:lnTo>
                  <a:lnTo>
                    <a:pt x="304533" y="142760"/>
                  </a:lnTo>
                  <a:lnTo>
                    <a:pt x="307644" y="146786"/>
                  </a:lnTo>
                  <a:lnTo>
                    <a:pt x="310946" y="150812"/>
                  </a:lnTo>
                  <a:lnTo>
                    <a:pt x="314985" y="156870"/>
                  </a:lnTo>
                  <a:lnTo>
                    <a:pt x="337007" y="191135"/>
                  </a:lnTo>
                  <a:lnTo>
                    <a:pt x="358279" y="19113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3" name="object 4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962555" y="2235685"/>
              <a:ext cx="126215" cy="95112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109759" y="2202418"/>
              <a:ext cx="366467" cy="166131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5919627" y="2178508"/>
              <a:ext cx="694690" cy="281305"/>
            </a:xfrm>
            <a:custGeom>
              <a:avLst/>
              <a:gdLst/>
              <a:ahLst/>
              <a:cxnLst/>
              <a:rect l="l" t="t" r="r" b="b"/>
              <a:pathLst>
                <a:path w="694690" h="281305">
                  <a:moveTo>
                    <a:pt x="650339" y="0"/>
                  </a:moveTo>
                  <a:lnTo>
                    <a:pt x="650339" y="171348"/>
                  </a:lnTo>
                  <a:lnTo>
                    <a:pt x="645154" y="197042"/>
                  </a:lnTo>
                  <a:lnTo>
                    <a:pt x="631008" y="218011"/>
                  </a:lnTo>
                  <a:lnTo>
                    <a:pt x="610017" y="232142"/>
                  </a:lnTo>
                  <a:lnTo>
                    <a:pt x="584296" y="237322"/>
                  </a:lnTo>
                  <a:lnTo>
                    <a:pt x="0" y="237322"/>
                  </a:lnTo>
                  <a:lnTo>
                    <a:pt x="44028" y="281305"/>
                  </a:lnTo>
                  <a:lnTo>
                    <a:pt x="628325" y="281305"/>
                  </a:lnTo>
                  <a:lnTo>
                    <a:pt x="654046" y="276125"/>
                  </a:lnTo>
                  <a:lnTo>
                    <a:pt x="675037" y="261994"/>
                  </a:lnTo>
                  <a:lnTo>
                    <a:pt x="689182" y="241025"/>
                  </a:lnTo>
                  <a:lnTo>
                    <a:pt x="694368" y="215331"/>
                  </a:lnTo>
                  <a:lnTo>
                    <a:pt x="694368" y="43982"/>
                  </a:lnTo>
                  <a:lnTo>
                    <a:pt x="65033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5853584" y="2112534"/>
              <a:ext cx="716915" cy="303530"/>
            </a:xfrm>
            <a:custGeom>
              <a:avLst/>
              <a:gdLst/>
              <a:ahLst/>
              <a:cxnLst/>
              <a:rect l="l" t="t" r="r" b="b"/>
              <a:pathLst>
                <a:path w="716915" h="303530">
                  <a:moveTo>
                    <a:pt x="0" y="237322"/>
                  </a:moveTo>
                  <a:lnTo>
                    <a:pt x="0" y="210549"/>
                  </a:lnTo>
                  <a:lnTo>
                    <a:pt x="0" y="151648"/>
                  </a:lnTo>
                  <a:lnTo>
                    <a:pt x="0" y="92747"/>
                  </a:lnTo>
                  <a:lnTo>
                    <a:pt x="0" y="65973"/>
                  </a:lnTo>
                  <a:lnTo>
                    <a:pt x="5185" y="40357"/>
                  </a:lnTo>
                  <a:lnTo>
                    <a:pt x="19331" y="19379"/>
                  </a:lnTo>
                  <a:lnTo>
                    <a:pt x="40322" y="5205"/>
                  </a:lnTo>
                  <a:lnTo>
                    <a:pt x="66042" y="0"/>
                  </a:lnTo>
                  <a:lnTo>
                    <a:pt x="157339" y="0"/>
                  </a:lnTo>
                  <a:lnTo>
                    <a:pt x="358191" y="0"/>
                  </a:lnTo>
                  <a:lnTo>
                    <a:pt x="559043" y="0"/>
                  </a:lnTo>
                  <a:lnTo>
                    <a:pt x="650339" y="0"/>
                  </a:lnTo>
                  <a:lnTo>
                    <a:pt x="676060" y="5205"/>
                  </a:lnTo>
                  <a:lnTo>
                    <a:pt x="697051" y="19379"/>
                  </a:lnTo>
                  <a:lnTo>
                    <a:pt x="711197" y="40357"/>
                  </a:lnTo>
                  <a:lnTo>
                    <a:pt x="716382" y="65973"/>
                  </a:lnTo>
                  <a:lnTo>
                    <a:pt x="716382" y="92747"/>
                  </a:lnTo>
                  <a:lnTo>
                    <a:pt x="716382" y="151648"/>
                  </a:lnTo>
                  <a:lnTo>
                    <a:pt x="716382" y="210549"/>
                  </a:lnTo>
                  <a:lnTo>
                    <a:pt x="716382" y="237322"/>
                  </a:lnTo>
                  <a:lnTo>
                    <a:pt x="711197" y="263016"/>
                  </a:lnTo>
                  <a:lnTo>
                    <a:pt x="697051" y="283985"/>
                  </a:lnTo>
                  <a:lnTo>
                    <a:pt x="676060" y="298116"/>
                  </a:lnTo>
                  <a:lnTo>
                    <a:pt x="650339" y="303296"/>
                  </a:lnTo>
                  <a:lnTo>
                    <a:pt x="559043" y="303296"/>
                  </a:lnTo>
                  <a:lnTo>
                    <a:pt x="358191" y="303296"/>
                  </a:lnTo>
                  <a:lnTo>
                    <a:pt x="157339" y="303296"/>
                  </a:lnTo>
                  <a:lnTo>
                    <a:pt x="66042" y="303296"/>
                  </a:lnTo>
                  <a:lnTo>
                    <a:pt x="40322" y="298116"/>
                  </a:lnTo>
                  <a:lnTo>
                    <a:pt x="19331" y="283985"/>
                  </a:lnTo>
                  <a:lnTo>
                    <a:pt x="5185" y="263016"/>
                  </a:lnTo>
                  <a:lnTo>
                    <a:pt x="0" y="237322"/>
                  </a:lnTo>
                  <a:lnTo>
                    <a:pt x="0" y="210549"/>
                  </a:lnTo>
                  <a:lnTo>
                    <a:pt x="0" y="151648"/>
                  </a:lnTo>
                  <a:lnTo>
                    <a:pt x="0" y="92747"/>
                  </a:lnTo>
                  <a:lnTo>
                    <a:pt x="0" y="65973"/>
                  </a:lnTo>
                </a:path>
              </a:pathLst>
            </a:custGeom>
            <a:ln w="1099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5970444" y="2683025"/>
              <a:ext cx="47625" cy="128905"/>
            </a:xfrm>
            <a:custGeom>
              <a:avLst/>
              <a:gdLst/>
              <a:ahLst/>
              <a:cxnLst/>
              <a:rect l="l" t="t" r="r" b="b"/>
              <a:pathLst>
                <a:path w="47625" h="128905">
                  <a:moveTo>
                    <a:pt x="47330" y="0"/>
                  </a:moveTo>
                  <a:lnTo>
                    <a:pt x="37057" y="0"/>
                  </a:lnTo>
                  <a:lnTo>
                    <a:pt x="34305" y="5497"/>
                  </a:lnTo>
                  <a:lnTo>
                    <a:pt x="29719" y="11178"/>
                  </a:lnTo>
                  <a:lnTo>
                    <a:pt x="17955" y="21378"/>
                  </a:lnTo>
                  <a:lnTo>
                    <a:pt x="12383" y="25335"/>
                  </a:lnTo>
                  <a:lnTo>
                    <a:pt x="6397" y="28949"/>
                  </a:lnTo>
                  <a:lnTo>
                    <a:pt x="0" y="32253"/>
                  </a:lnTo>
                  <a:lnTo>
                    <a:pt x="0" y="47464"/>
                  </a:lnTo>
                  <a:lnTo>
                    <a:pt x="31553" y="28405"/>
                  </a:lnTo>
                  <a:lnTo>
                    <a:pt x="31553" y="128832"/>
                  </a:lnTo>
                  <a:lnTo>
                    <a:pt x="47330" y="128832"/>
                  </a:lnTo>
                  <a:lnTo>
                    <a:pt x="4733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8" name="object 48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6057033" y="2670013"/>
              <a:ext cx="65125" cy="72571"/>
            </a:xfrm>
            <a:prstGeom prst="rect">
              <a:avLst/>
            </a:prstGeom>
          </p:spPr>
        </p:pic>
        <p:sp>
          <p:nvSpPr>
            <p:cNvPr id="49" name="object 49"/>
            <p:cNvSpPr/>
            <p:nvPr/>
          </p:nvSpPr>
          <p:spPr>
            <a:xfrm>
              <a:off x="5974663" y="2665065"/>
              <a:ext cx="281940" cy="248920"/>
            </a:xfrm>
            <a:custGeom>
              <a:avLst/>
              <a:gdLst/>
              <a:ahLst/>
              <a:cxnLst/>
              <a:rect l="l" t="t" r="r" b="b"/>
              <a:pathLst>
                <a:path w="281939" h="248919">
                  <a:moveTo>
                    <a:pt x="215556" y="0"/>
                  </a:moveTo>
                  <a:lnTo>
                    <a:pt x="237571" y="21991"/>
                  </a:lnTo>
                  <a:lnTo>
                    <a:pt x="237571" y="138361"/>
                  </a:lnTo>
                  <a:lnTo>
                    <a:pt x="232385" y="164055"/>
                  </a:lnTo>
                  <a:lnTo>
                    <a:pt x="218239" y="185024"/>
                  </a:lnTo>
                  <a:lnTo>
                    <a:pt x="197248" y="199155"/>
                  </a:lnTo>
                  <a:lnTo>
                    <a:pt x="171528" y="204335"/>
                  </a:lnTo>
                  <a:lnTo>
                    <a:pt x="0" y="204335"/>
                  </a:lnTo>
                  <a:lnTo>
                    <a:pt x="44028" y="248318"/>
                  </a:lnTo>
                  <a:lnTo>
                    <a:pt x="215556" y="248318"/>
                  </a:lnTo>
                  <a:lnTo>
                    <a:pt x="241277" y="243138"/>
                  </a:lnTo>
                  <a:lnTo>
                    <a:pt x="262268" y="229007"/>
                  </a:lnTo>
                  <a:lnTo>
                    <a:pt x="276414" y="208038"/>
                  </a:lnTo>
                  <a:lnTo>
                    <a:pt x="281599" y="182344"/>
                  </a:lnTo>
                  <a:lnTo>
                    <a:pt x="281599" y="65973"/>
                  </a:lnTo>
                  <a:lnTo>
                    <a:pt x="276414" y="40357"/>
                  </a:lnTo>
                  <a:lnTo>
                    <a:pt x="262268" y="19379"/>
                  </a:lnTo>
                  <a:lnTo>
                    <a:pt x="241277" y="5205"/>
                  </a:lnTo>
                  <a:lnTo>
                    <a:pt x="21555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0" name="object 50"/>
            <p:cNvSpPr/>
            <p:nvPr/>
          </p:nvSpPr>
          <p:spPr>
            <a:xfrm>
              <a:off x="5908620" y="2621082"/>
              <a:ext cx="304165" cy="248920"/>
            </a:xfrm>
            <a:custGeom>
              <a:avLst/>
              <a:gdLst/>
              <a:ahLst/>
              <a:cxnLst/>
              <a:rect l="l" t="t" r="r" b="b"/>
              <a:pathLst>
                <a:path w="304164" h="248919">
                  <a:moveTo>
                    <a:pt x="0" y="182344"/>
                  </a:moveTo>
                  <a:lnTo>
                    <a:pt x="0" y="164161"/>
                  </a:lnTo>
                  <a:lnTo>
                    <a:pt x="0" y="124159"/>
                  </a:lnTo>
                  <a:lnTo>
                    <a:pt x="0" y="84156"/>
                  </a:lnTo>
                  <a:lnTo>
                    <a:pt x="0" y="65973"/>
                  </a:lnTo>
                  <a:lnTo>
                    <a:pt x="5185" y="40357"/>
                  </a:lnTo>
                  <a:lnTo>
                    <a:pt x="19331" y="19379"/>
                  </a:lnTo>
                  <a:lnTo>
                    <a:pt x="40322" y="5205"/>
                  </a:lnTo>
                  <a:lnTo>
                    <a:pt x="66042" y="0"/>
                  </a:lnTo>
                  <a:lnTo>
                    <a:pt x="92844" y="0"/>
                  </a:lnTo>
                  <a:lnTo>
                    <a:pt x="151807" y="0"/>
                  </a:lnTo>
                  <a:lnTo>
                    <a:pt x="210769" y="0"/>
                  </a:lnTo>
                  <a:lnTo>
                    <a:pt x="237571" y="0"/>
                  </a:lnTo>
                  <a:lnTo>
                    <a:pt x="263291" y="5205"/>
                  </a:lnTo>
                  <a:lnTo>
                    <a:pt x="284282" y="19379"/>
                  </a:lnTo>
                  <a:lnTo>
                    <a:pt x="298428" y="40357"/>
                  </a:lnTo>
                  <a:lnTo>
                    <a:pt x="303614" y="65973"/>
                  </a:lnTo>
                  <a:lnTo>
                    <a:pt x="303614" y="84156"/>
                  </a:lnTo>
                  <a:lnTo>
                    <a:pt x="303614" y="124159"/>
                  </a:lnTo>
                  <a:lnTo>
                    <a:pt x="303614" y="164161"/>
                  </a:lnTo>
                  <a:lnTo>
                    <a:pt x="303614" y="182344"/>
                  </a:lnTo>
                  <a:lnTo>
                    <a:pt x="298428" y="208038"/>
                  </a:lnTo>
                  <a:lnTo>
                    <a:pt x="284282" y="229007"/>
                  </a:lnTo>
                  <a:lnTo>
                    <a:pt x="263291" y="243138"/>
                  </a:lnTo>
                  <a:lnTo>
                    <a:pt x="237571" y="248318"/>
                  </a:lnTo>
                  <a:lnTo>
                    <a:pt x="210769" y="248318"/>
                  </a:lnTo>
                  <a:lnTo>
                    <a:pt x="151807" y="248318"/>
                  </a:lnTo>
                  <a:lnTo>
                    <a:pt x="92844" y="248318"/>
                  </a:lnTo>
                  <a:lnTo>
                    <a:pt x="66042" y="248318"/>
                  </a:lnTo>
                  <a:lnTo>
                    <a:pt x="40322" y="243138"/>
                  </a:lnTo>
                  <a:lnTo>
                    <a:pt x="19331" y="229007"/>
                  </a:lnTo>
                  <a:lnTo>
                    <a:pt x="5185" y="208038"/>
                  </a:lnTo>
                  <a:lnTo>
                    <a:pt x="0" y="182344"/>
                  </a:lnTo>
                  <a:lnTo>
                    <a:pt x="0" y="164161"/>
                  </a:lnTo>
                  <a:lnTo>
                    <a:pt x="0" y="124159"/>
                  </a:lnTo>
                  <a:lnTo>
                    <a:pt x="0" y="84156"/>
                  </a:lnTo>
                  <a:lnTo>
                    <a:pt x="0" y="65973"/>
                  </a:lnTo>
                </a:path>
              </a:pathLst>
            </a:custGeom>
            <a:ln w="110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1" name="object 51"/>
          <p:cNvGrpSpPr/>
          <p:nvPr/>
        </p:nvGrpSpPr>
        <p:grpSpPr>
          <a:xfrm>
            <a:off x="5318269" y="3491754"/>
            <a:ext cx="487045" cy="579120"/>
            <a:chOff x="5318269" y="3491754"/>
            <a:chExt cx="487045" cy="579120"/>
          </a:xfrm>
        </p:grpSpPr>
        <p:sp>
          <p:nvSpPr>
            <p:cNvPr id="52" name="object 52"/>
            <p:cNvSpPr/>
            <p:nvPr/>
          </p:nvSpPr>
          <p:spPr>
            <a:xfrm>
              <a:off x="5505754" y="3734219"/>
              <a:ext cx="194310" cy="152400"/>
            </a:xfrm>
            <a:custGeom>
              <a:avLst/>
              <a:gdLst/>
              <a:ahLst/>
              <a:cxnLst/>
              <a:rect l="l" t="t" r="r" b="b"/>
              <a:pathLst>
                <a:path w="194310" h="152400">
                  <a:moveTo>
                    <a:pt x="113550" y="109042"/>
                  </a:moveTo>
                  <a:lnTo>
                    <a:pt x="96494" y="104749"/>
                  </a:lnTo>
                  <a:lnTo>
                    <a:pt x="94399" y="112344"/>
                  </a:lnTo>
                  <a:lnTo>
                    <a:pt x="91452" y="118960"/>
                  </a:lnTo>
                  <a:lnTo>
                    <a:pt x="58889" y="137401"/>
                  </a:lnTo>
                  <a:lnTo>
                    <a:pt x="51181" y="137401"/>
                  </a:lnTo>
                  <a:lnTo>
                    <a:pt x="20129" y="106743"/>
                  </a:lnTo>
                  <a:lnTo>
                    <a:pt x="17424" y="84518"/>
                  </a:lnTo>
                  <a:lnTo>
                    <a:pt x="17424" y="76047"/>
                  </a:lnTo>
                  <a:lnTo>
                    <a:pt x="35407" y="40805"/>
                  </a:lnTo>
                  <a:lnTo>
                    <a:pt x="60172" y="33718"/>
                  </a:lnTo>
                  <a:lnTo>
                    <a:pt x="68795" y="33718"/>
                  </a:lnTo>
                  <a:lnTo>
                    <a:pt x="75946" y="35864"/>
                  </a:lnTo>
                  <a:lnTo>
                    <a:pt x="87325" y="44386"/>
                  </a:lnTo>
                  <a:lnTo>
                    <a:pt x="91719" y="51181"/>
                  </a:lnTo>
                  <a:lnTo>
                    <a:pt x="94653" y="60528"/>
                  </a:lnTo>
                  <a:lnTo>
                    <a:pt x="111353" y="56591"/>
                  </a:lnTo>
                  <a:lnTo>
                    <a:pt x="86029" y="24739"/>
                  </a:lnTo>
                  <a:lnTo>
                    <a:pt x="60540" y="19240"/>
                  </a:lnTo>
                  <a:lnTo>
                    <a:pt x="52285" y="19723"/>
                  </a:lnTo>
                  <a:lnTo>
                    <a:pt x="16903" y="36487"/>
                  </a:lnTo>
                  <a:lnTo>
                    <a:pt x="482" y="74891"/>
                  </a:lnTo>
                  <a:lnTo>
                    <a:pt x="0" y="84607"/>
                  </a:lnTo>
                  <a:lnTo>
                    <a:pt x="419" y="93649"/>
                  </a:lnTo>
                  <a:lnTo>
                    <a:pt x="15036" y="133146"/>
                  </a:lnTo>
                  <a:lnTo>
                    <a:pt x="50406" y="151409"/>
                  </a:lnTo>
                  <a:lnTo>
                    <a:pt x="60350" y="151942"/>
                  </a:lnTo>
                  <a:lnTo>
                    <a:pt x="70015" y="151244"/>
                  </a:lnTo>
                  <a:lnTo>
                    <a:pt x="106121" y="127482"/>
                  </a:lnTo>
                  <a:lnTo>
                    <a:pt x="113550" y="109042"/>
                  </a:lnTo>
                  <a:close/>
                </a:path>
                <a:path w="194310" h="152400">
                  <a:moveTo>
                    <a:pt x="193903" y="26111"/>
                  </a:moveTo>
                  <a:lnTo>
                    <a:pt x="167678" y="26111"/>
                  </a:lnTo>
                  <a:lnTo>
                    <a:pt x="167678" y="0"/>
                  </a:lnTo>
                  <a:lnTo>
                    <a:pt x="156667" y="0"/>
                  </a:lnTo>
                  <a:lnTo>
                    <a:pt x="156667" y="26111"/>
                  </a:lnTo>
                  <a:lnTo>
                    <a:pt x="130619" y="26111"/>
                  </a:lnTo>
                  <a:lnTo>
                    <a:pt x="130619" y="37084"/>
                  </a:lnTo>
                  <a:lnTo>
                    <a:pt x="156667" y="37084"/>
                  </a:lnTo>
                  <a:lnTo>
                    <a:pt x="156667" y="63347"/>
                  </a:lnTo>
                  <a:lnTo>
                    <a:pt x="167678" y="63347"/>
                  </a:lnTo>
                  <a:lnTo>
                    <a:pt x="167678" y="37084"/>
                  </a:lnTo>
                  <a:lnTo>
                    <a:pt x="193903" y="37084"/>
                  </a:lnTo>
                  <a:lnTo>
                    <a:pt x="193903" y="26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3" name="object 53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5505207" y="3491754"/>
              <a:ext cx="113190" cy="128282"/>
            </a:xfrm>
            <a:prstGeom prst="rect">
              <a:avLst/>
            </a:prstGeom>
          </p:spPr>
        </p:pic>
        <p:sp>
          <p:nvSpPr>
            <p:cNvPr id="54" name="object 54"/>
            <p:cNvSpPr/>
            <p:nvPr/>
          </p:nvSpPr>
          <p:spPr>
            <a:xfrm>
              <a:off x="5318264" y="3645153"/>
              <a:ext cx="487045" cy="425450"/>
            </a:xfrm>
            <a:custGeom>
              <a:avLst/>
              <a:gdLst/>
              <a:ahLst/>
              <a:cxnLst/>
              <a:rect l="l" t="t" r="r" b="b"/>
              <a:pathLst>
                <a:path w="487045" h="425450">
                  <a:moveTo>
                    <a:pt x="113372" y="425411"/>
                  </a:moveTo>
                  <a:lnTo>
                    <a:pt x="86588" y="383654"/>
                  </a:lnTo>
                  <a:lnTo>
                    <a:pt x="66586" y="367017"/>
                  </a:lnTo>
                  <a:lnTo>
                    <a:pt x="75222" y="365315"/>
                  </a:lnTo>
                  <a:lnTo>
                    <a:pt x="82664" y="362762"/>
                  </a:lnTo>
                  <a:lnTo>
                    <a:pt x="88912" y="359359"/>
                  </a:lnTo>
                  <a:lnTo>
                    <a:pt x="93929" y="355104"/>
                  </a:lnTo>
                  <a:lnTo>
                    <a:pt x="95237" y="353707"/>
                  </a:lnTo>
                  <a:lnTo>
                    <a:pt x="99796" y="348856"/>
                  </a:lnTo>
                  <a:lnTo>
                    <a:pt x="102730" y="341172"/>
                  </a:lnTo>
                  <a:lnTo>
                    <a:pt x="102730" y="325005"/>
                  </a:lnTo>
                  <a:lnTo>
                    <a:pt x="101079" y="318554"/>
                  </a:lnTo>
                  <a:lnTo>
                    <a:pt x="97409" y="312712"/>
                  </a:lnTo>
                  <a:lnTo>
                    <a:pt x="96520" y="311226"/>
                  </a:lnTo>
                  <a:lnTo>
                    <a:pt x="93929" y="306882"/>
                  </a:lnTo>
                  <a:lnTo>
                    <a:pt x="89154" y="302818"/>
                  </a:lnTo>
                  <a:lnTo>
                    <a:pt x="85305" y="301358"/>
                  </a:lnTo>
                  <a:lnTo>
                    <a:pt x="85305" y="325996"/>
                  </a:lnTo>
                  <a:lnTo>
                    <a:pt x="85305" y="336219"/>
                  </a:lnTo>
                  <a:lnTo>
                    <a:pt x="84201" y="340055"/>
                  </a:lnTo>
                  <a:lnTo>
                    <a:pt x="81813" y="343585"/>
                  </a:lnTo>
                  <a:lnTo>
                    <a:pt x="79616" y="347116"/>
                  </a:lnTo>
                  <a:lnTo>
                    <a:pt x="76314" y="349694"/>
                  </a:lnTo>
                  <a:lnTo>
                    <a:pt x="67513" y="352907"/>
                  </a:lnTo>
                  <a:lnTo>
                    <a:pt x="61455" y="353707"/>
                  </a:lnTo>
                  <a:lnTo>
                    <a:pt x="17056" y="353707"/>
                  </a:lnTo>
                  <a:lnTo>
                    <a:pt x="17056" y="311226"/>
                  </a:lnTo>
                  <a:lnTo>
                    <a:pt x="67322" y="311226"/>
                  </a:lnTo>
                  <a:lnTo>
                    <a:pt x="74295" y="313194"/>
                  </a:lnTo>
                  <a:lnTo>
                    <a:pt x="83108" y="321017"/>
                  </a:lnTo>
                  <a:lnTo>
                    <a:pt x="85305" y="325996"/>
                  </a:lnTo>
                  <a:lnTo>
                    <a:pt x="85305" y="301358"/>
                  </a:lnTo>
                  <a:lnTo>
                    <a:pt x="57048" y="297040"/>
                  </a:lnTo>
                  <a:lnTo>
                    <a:pt x="0" y="297040"/>
                  </a:lnTo>
                  <a:lnTo>
                    <a:pt x="0" y="425411"/>
                  </a:lnTo>
                  <a:lnTo>
                    <a:pt x="17056" y="425411"/>
                  </a:lnTo>
                  <a:lnTo>
                    <a:pt x="17056" y="368401"/>
                  </a:lnTo>
                  <a:lnTo>
                    <a:pt x="41275" y="368401"/>
                  </a:lnTo>
                  <a:lnTo>
                    <a:pt x="75031" y="398716"/>
                  </a:lnTo>
                  <a:lnTo>
                    <a:pt x="91909" y="425411"/>
                  </a:lnTo>
                  <a:lnTo>
                    <a:pt x="113372" y="425411"/>
                  </a:lnTo>
                  <a:close/>
                </a:path>
                <a:path w="487045" h="425450">
                  <a:moveTo>
                    <a:pt x="180149" y="238467"/>
                  </a:moveTo>
                  <a:lnTo>
                    <a:pt x="175742" y="234188"/>
                  </a:lnTo>
                  <a:lnTo>
                    <a:pt x="172262" y="234188"/>
                  </a:lnTo>
                  <a:lnTo>
                    <a:pt x="170243" y="236334"/>
                  </a:lnTo>
                  <a:lnTo>
                    <a:pt x="119062" y="287350"/>
                  </a:lnTo>
                  <a:lnTo>
                    <a:pt x="117043" y="289496"/>
                  </a:lnTo>
                  <a:lnTo>
                    <a:pt x="117043" y="292976"/>
                  </a:lnTo>
                  <a:lnTo>
                    <a:pt x="119062" y="295122"/>
                  </a:lnTo>
                  <a:lnTo>
                    <a:pt x="121259" y="297268"/>
                  </a:lnTo>
                  <a:lnTo>
                    <a:pt x="124752" y="297268"/>
                  </a:lnTo>
                  <a:lnTo>
                    <a:pt x="177952" y="244094"/>
                  </a:lnTo>
                  <a:lnTo>
                    <a:pt x="180149" y="241960"/>
                  </a:lnTo>
                  <a:lnTo>
                    <a:pt x="180149" y="238467"/>
                  </a:lnTo>
                  <a:close/>
                </a:path>
                <a:path w="487045" h="425450">
                  <a:moveTo>
                    <a:pt x="250050" y="2565"/>
                  </a:moveTo>
                  <a:lnTo>
                    <a:pt x="247472" y="0"/>
                  </a:lnTo>
                  <a:lnTo>
                    <a:pt x="241427" y="0"/>
                  </a:lnTo>
                  <a:lnTo>
                    <a:pt x="239039" y="2565"/>
                  </a:lnTo>
                  <a:lnTo>
                    <a:pt x="239039" y="79349"/>
                  </a:lnTo>
                  <a:lnTo>
                    <a:pt x="239039" y="82283"/>
                  </a:lnTo>
                  <a:lnTo>
                    <a:pt x="241427" y="84848"/>
                  </a:lnTo>
                  <a:lnTo>
                    <a:pt x="247472" y="84848"/>
                  </a:lnTo>
                  <a:lnTo>
                    <a:pt x="250050" y="82283"/>
                  </a:lnTo>
                  <a:lnTo>
                    <a:pt x="250050" y="2565"/>
                  </a:lnTo>
                  <a:close/>
                </a:path>
                <a:path w="487045" h="425450">
                  <a:moveTo>
                    <a:pt x="357543" y="275069"/>
                  </a:moveTo>
                  <a:lnTo>
                    <a:pt x="322135" y="239737"/>
                  </a:lnTo>
                  <a:lnTo>
                    <a:pt x="319938" y="237591"/>
                  </a:lnTo>
                  <a:lnTo>
                    <a:pt x="316458" y="237591"/>
                  </a:lnTo>
                  <a:lnTo>
                    <a:pt x="314248" y="239737"/>
                  </a:lnTo>
                  <a:lnTo>
                    <a:pt x="312229" y="241896"/>
                  </a:lnTo>
                  <a:lnTo>
                    <a:pt x="312229" y="245376"/>
                  </a:lnTo>
                  <a:lnTo>
                    <a:pt x="314248" y="247523"/>
                  </a:lnTo>
                  <a:lnTo>
                    <a:pt x="347637" y="280720"/>
                  </a:lnTo>
                  <a:lnTo>
                    <a:pt x="349656" y="282854"/>
                  </a:lnTo>
                  <a:lnTo>
                    <a:pt x="353148" y="282854"/>
                  </a:lnTo>
                  <a:lnTo>
                    <a:pt x="357543" y="278549"/>
                  </a:lnTo>
                  <a:lnTo>
                    <a:pt x="357543" y="275069"/>
                  </a:lnTo>
                  <a:close/>
                </a:path>
                <a:path w="487045" h="425450">
                  <a:moveTo>
                    <a:pt x="486879" y="425411"/>
                  </a:moveTo>
                  <a:lnTo>
                    <a:pt x="460095" y="383654"/>
                  </a:lnTo>
                  <a:lnTo>
                    <a:pt x="455510" y="377952"/>
                  </a:lnTo>
                  <a:lnTo>
                    <a:pt x="450380" y="373405"/>
                  </a:lnTo>
                  <a:lnTo>
                    <a:pt x="448170" y="371297"/>
                  </a:lnTo>
                  <a:lnTo>
                    <a:pt x="444690" y="369176"/>
                  </a:lnTo>
                  <a:lnTo>
                    <a:pt x="443115" y="368401"/>
                  </a:lnTo>
                  <a:lnTo>
                    <a:pt x="440283" y="367017"/>
                  </a:lnTo>
                  <a:lnTo>
                    <a:pt x="448894" y="365315"/>
                  </a:lnTo>
                  <a:lnTo>
                    <a:pt x="456285" y="362762"/>
                  </a:lnTo>
                  <a:lnTo>
                    <a:pt x="462521" y="359359"/>
                  </a:lnTo>
                  <a:lnTo>
                    <a:pt x="467614" y="355104"/>
                  </a:lnTo>
                  <a:lnTo>
                    <a:pt x="468922" y="353707"/>
                  </a:lnTo>
                  <a:lnTo>
                    <a:pt x="473494" y="348856"/>
                  </a:lnTo>
                  <a:lnTo>
                    <a:pt x="476427" y="341172"/>
                  </a:lnTo>
                  <a:lnTo>
                    <a:pt x="476427" y="325005"/>
                  </a:lnTo>
                  <a:lnTo>
                    <a:pt x="474586" y="318554"/>
                  </a:lnTo>
                  <a:lnTo>
                    <a:pt x="471106" y="312712"/>
                  </a:lnTo>
                  <a:lnTo>
                    <a:pt x="470166" y="311226"/>
                  </a:lnTo>
                  <a:lnTo>
                    <a:pt x="467436" y="306882"/>
                  </a:lnTo>
                  <a:lnTo>
                    <a:pt x="462661" y="302818"/>
                  </a:lnTo>
                  <a:lnTo>
                    <a:pt x="458812" y="301307"/>
                  </a:lnTo>
                  <a:lnTo>
                    <a:pt x="458812" y="325996"/>
                  </a:lnTo>
                  <a:lnTo>
                    <a:pt x="458812" y="336219"/>
                  </a:lnTo>
                  <a:lnTo>
                    <a:pt x="434962" y="353707"/>
                  </a:lnTo>
                  <a:lnTo>
                    <a:pt x="390753" y="353707"/>
                  </a:lnTo>
                  <a:lnTo>
                    <a:pt x="390753" y="311226"/>
                  </a:lnTo>
                  <a:lnTo>
                    <a:pt x="440829" y="311226"/>
                  </a:lnTo>
                  <a:lnTo>
                    <a:pt x="447802" y="313194"/>
                  </a:lnTo>
                  <a:lnTo>
                    <a:pt x="456615" y="321017"/>
                  </a:lnTo>
                  <a:lnTo>
                    <a:pt x="458812" y="325996"/>
                  </a:lnTo>
                  <a:lnTo>
                    <a:pt x="458812" y="301307"/>
                  </a:lnTo>
                  <a:lnTo>
                    <a:pt x="430568" y="297040"/>
                  </a:lnTo>
                  <a:lnTo>
                    <a:pt x="373697" y="297040"/>
                  </a:lnTo>
                  <a:lnTo>
                    <a:pt x="373697" y="425411"/>
                  </a:lnTo>
                  <a:lnTo>
                    <a:pt x="390753" y="425411"/>
                  </a:lnTo>
                  <a:lnTo>
                    <a:pt x="390753" y="368401"/>
                  </a:lnTo>
                  <a:lnTo>
                    <a:pt x="414782" y="368401"/>
                  </a:lnTo>
                  <a:lnTo>
                    <a:pt x="436245" y="381038"/>
                  </a:lnTo>
                  <a:lnTo>
                    <a:pt x="439547" y="385114"/>
                  </a:lnTo>
                  <a:lnTo>
                    <a:pt x="443585" y="391007"/>
                  </a:lnTo>
                  <a:lnTo>
                    <a:pt x="465607" y="425411"/>
                  </a:lnTo>
                  <a:lnTo>
                    <a:pt x="486879" y="4254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5" name="object 55"/>
          <p:cNvGrpSpPr/>
          <p:nvPr/>
        </p:nvGrpSpPr>
        <p:grpSpPr>
          <a:xfrm>
            <a:off x="5889361" y="3137875"/>
            <a:ext cx="353695" cy="297815"/>
            <a:chOff x="5889361" y="3137875"/>
            <a:chExt cx="353695" cy="297815"/>
          </a:xfrm>
        </p:grpSpPr>
        <p:pic>
          <p:nvPicPr>
            <p:cNvPr id="56" name="object 56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5956134" y="3206051"/>
              <a:ext cx="166024" cy="141843"/>
            </a:xfrm>
            <a:prstGeom prst="rect">
              <a:avLst/>
            </a:prstGeom>
          </p:spPr>
        </p:pic>
        <p:sp>
          <p:nvSpPr>
            <p:cNvPr id="57" name="object 57"/>
            <p:cNvSpPr/>
            <p:nvPr/>
          </p:nvSpPr>
          <p:spPr>
            <a:xfrm>
              <a:off x="5960904" y="3187358"/>
              <a:ext cx="281940" cy="248920"/>
            </a:xfrm>
            <a:custGeom>
              <a:avLst/>
              <a:gdLst/>
              <a:ahLst/>
              <a:cxnLst/>
              <a:rect l="l" t="t" r="r" b="b"/>
              <a:pathLst>
                <a:path w="281939" h="248920">
                  <a:moveTo>
                    <a:pt x="215556" y="0"/>
                  </a:moveTo>
                  <a:lnTo>
                    <a:pt x="237571" y="21991"/>
                  </a:lnTo>
                  <a:lnTo>
                    <a:pt x="237571" y="138361"/>
                  </a:lnTo>
                  <a:lnTo>
                    <a:pt x="232385" y="164055"/>
                  </a:lnTo>
                  <a:lnTo>
                    <a:pt x="218239" y="185024"/>
                  </a:lnTo>
                  <a:lnTo>
                    <a:pt x="197248" y="199155"/>
                  </a:lnTo>
                  <a:lnTo>
                    <a:pt x="171528" y="204335"/>
                  </a:lnTo>
                  <a:lnTo>
                    <a:pt x="0" y="204335"/>
                  </a:lnTo>
                  <a:lnTo>
                    <a:pt x="44028" y="248318"/>
                  </a:lnTo>
                  <a:lnTo>
                    <a:pt x="215556" y="248318"/>
                  </a:lnTo>
                  <a:lnTo>
                    <a:pt x="241277" y="243138"/>
                  </a:lnTo>
                  <a:lnTo>
                    <a:pt x="262268" y="229007"/>
                  </a:lnTo>
                  <a:lnTo>
                    <a:pt x="276414" y="208038"/>
                  </a:lnTo>
                  <a:lnTo>
                    <a:pt x="281599" y="182344"/>
                  </a:lnTo>
                  <a:lnTo>
                    <a:pt x="281599" y="65973"/>
                  </a:lnTo>
                  <a:lnTo>
                    <a:pt x="276414" y="40357"/>
                  </a:lnTo>
                  <a:lnTo>
                    <a:pt x="262268" y="19379"/>
                  </a:lnTo>
                  <a:lnTo>
                    <a:pt x="241277" y="5205"/>
                  </a:lnTo>
                  <a:lnTo>
                    <a:pt x="21555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5894861" y="3143376"/>
              <a:ext cx="304165" cy="248920"/>
            </a:xfrm>
            <a:custGeom>
              <a:avLst/>
              <a:gdLst/>
              <a:ahLst/>
              <a:cxnLst/>
              <a:rect l="l" t="t" r="r" b="b"/>
              <a:pathLst>
                <a:path w="304164" h="248920">
                  <a:moveTo>
                    <a:pt x="0" y="182344"/>
                  </a:moveTo>
                  <a:lnTo>
                    <a:pt x="0" y="164161"/>
                  </a:lnTo>
                  <a:lnTo>
                    <a:pt x="0" y="124159"/>
                  </a:lnTo>
                  <a:lnTo>
                    <a:pt x="0" y="84156"/>
                  </a:lnTo>
                  <a:lnTo>
                    <a:pt x="0" y="65973"/>
                  </a:lnTo>
                  <a:lnTo>
                    <a:pt x="5185" y="40357"/>
                  </a:lnTo>
                  <a:lnTo>
                    <a:pt x="19331" y="19379"/>
                  </a:lnTo>
                  <a:lnTo>
                    <a:pt x="40322" y="5205"/>
                  </a:lnTo>
                  <a:lnTo>
                    <a:pt x="66042" y="0"/>
                  </a:lnTo>
                  <a:lnTo>
                    <a:pt x="92844" y="0"/>
                  </a:lnTo>
                  <a:lnTo>
                    <a:pt x="151807" y="0"/>
                  </a:lnTo>
                  <a:lnTo>
                    <a:pt x="210769" y="0"/>
                  </a:lnTo>
                  <a:lnTo>
                    <a:pt x="237571" y="0"/>
                  </a:lnTo>
                  <a:lnTo>
                    <a:pt x="263291" y="5205"/>
                  </a:lnTo>
                  <a:lnTo>
                    <a:pt x="284282" y="19379"/>
                  </a:lnTo>
                  <a:lnTo>
                    <a:pt x="298428" y="40357"/>
                  </a:lnTo>
                  <a:lnTo>
                    <a:pt x="303614" y="65973"/>
                  </a:lnTo>
                  <a:lnTo>
                    <a:pt x="303614" y="84156"/>
                  </a:lnTo>
                  <a:lnTo>
                    <a:pt x="303614" y="124159"/>
                  </a:lnTo>
                  <a:lnTo>
                    <a:pt x="303614" y="164161"/>
                  </a:lnTo>
                  <a:lnTo>
                    <a:pt x="303614" y="182344"/>
                  </a:lnTo>
                  <a:lnTo>
                    <a:pt x="298428" y="208038"/>
                  </a:lnTo>
                  <a:lnTo>
                    <a:pt x="284282" y="229007"/>
                  </a:lnTo>
                  <a:lnTo>
                    <a:pt x="263291" y="243138"/>
                  </a:lnTo>
                  <a:lnTo>
                    <a:pt x="237571" y="248318"/>
                  </a:lnTo>
                  <a:lnTo>
                    <a:pt x="210769" y="248318"/>
                  </a:lnTo>
                  <a:lnTo>
                    <a:pt x="151807" y="248318"/>
                  </a:lnTo>
                  <a:lnTo>
                    <a:pt x="92844" y="248318"/>
                  </a:lnTo>
                  <a:lnTo>
                    <a:pt x="66042" y="248318"/>
                  </a:lnTo>
                  <a:lnTo>
                    <a:pt x="40322" y="243138"/>
                  </a:lnTo>
                  <a:lnTo>
                    <a:pt x="19331" y="229007"/>
                  </a:lnTo>
                  <a:lnTo>
                    <a:pt x="5185" y="208038"/>
                  </a:lnTo>
                  <a:lnTo>
                    <a:pt x="0" y="182344"/>
                  </a:lnTo>
                  <a:lnTo>
                    <a:pt x="0" y="164161"/>
                  </a:lnTo>
                  <a:lnTo>
                    <a:pt x="0" y="124159"/>
                  </a:lnTo>
                  <a:lnTo>
                    <a:pt x="0" y="84156"/>
                  </a:lnTo>
                  <a:lnTo>
                    <a:pt x="0" y="65973"/>
                  </a:lnTo>
                </a:path>
              </a:pathLst>
            </a:custGeom>
            <a:ln w="110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9" name="object 59"/>
          <p:cNvGrpSpPr/>
          <p:nvPr/>
        </p:nvGrpSpPr>
        <p:grpSpPr>
          <a:xfrm>
            <a:off x="5889361" y="3618935"/>
            <a:ext cx="339725" cy="298450"/>
            <a:chOff x="5889361" y="3618935"/>
            <a:chExt cx="339725" cy="298450"/>
          </a:xfrm>
        </p:grpSpPr>
        <p:pic>
          <p:nvPicPr>
            <p:cNvPr id="60" name="object 60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5958336" y="3673366"/>
              <a:ext cx="163823" cy="144152"/>
            </a:xfrm>
            <a:prstGeom prst="rect">
              <a:avLst/>
            </a:prstGeom>
          </p:spPr>
        </p:pic>
        <p:sp>
          <p:nvSpPr>
            <p:cNvPr id="61" name="object 61"/>
            <p:cNvSpPr/>
            <p:nvPr/>
          </p:nvSpPr>
          <p:spPr>
            <a:xfrm>
              <a:off x="5960904" y="3668418"/>
              <a:ext cx="267970" cy="248920"/>
            </a:xfrm>
            <a:custGeom>
              <a:avLst/>
              <a:gdLst/>
              <a:ahLst/>
              <a:cxnLst/>
              <a:rect l="l" t="t" r="r" b="b"/>
              <a:pathLst>
                <a:path w="267970" h="248920">
                  <a:moveTo>
                    <a:pt x="201797" y="0"/>
                  </a:moveTo>
                  <a:lnTo>
                    <a:pt x="223812" y="21991"/>
                  </a:lnTo>
                  <a:lnTo>
                    <a:pt x="223812" y="138416"/>
                  </a:lnTo>
                  <a:lnTo>
                    <a:pt x="218626" y="164087"/>
                  </a:lnTo>
                  <a:lnTo>
                    <a:pt x="204480" y="185058"/>
                  </a:lnTo>
                  <a:lnTo>
                    <a:pt x="183489" y="199202"/>
                  </a:lnTo>
                  <a:lnTo>
                    <a:pt x="157769" y="204390"/>
                  </a:lnTo>
                  <a:lnTo>
                    <a:pt x="0" y="204390"/>
                  </a:lnTo>
                  <a:lnTo>
                    <a:pt x="44028" y="248373"/>
                  </a:lnTo>
                  <a:lnTo>
                    <a:pt x="201797" y="248373"/>
                  </a:lnTo>
                  <a:lnTo>
                    <a:pt x="227518" y="243185"/>
                  </a:lnTo>
                  <a:lnTo>
                    <a:pt x="248509" y="229041"/>
                  </a:lnTo>
                  <a:lnTo>
                    <a:pt x="262655" y="208069"/>
                  </a:lnTo>
                  <a:lnTo>
                    <a:pt x="267840" y="182399"/>
                  </a:lnTo>
                  <a:lnTo>
                    <a:pt x="267840" y="65973"/>
                  </a:lnTo>
                  <a:lnTo>
                    <a:pt x="262655" y="40357"/>
                  </a:lnTo>
                  <a:lnTo>
                    <a:pt x="248509" y="19379"/>
                  </a:lnTo>
                  <a:lnTo>
                    <a:pt x="227518" y="5205"/>
                  </a:lnTo>
                  <a:lnTo>
                    <a:pt x="20179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2" name="object 62"/>
            <p:cNvSpPr/>
            <p:nvPr/>
          </p:nvSpPr>
          <p:spPr>
            <a:xfrm>
              <a:off x="5894861" y="3624435"/>
              <a:ext cx="290195" cy="248920"/>
            </a:xfrm>
            <a:custGeom>
              <a:avLst/>
              <a:gdLst/>
              <a:ahLst/>
              <a:cxnLst/>
              <a:rect l="l" t="t" r="r" b="b"/>
              <a:pathLst>
                <a:path w="290195" h="248920">
                  <a:moveTo>
                    <a:pt x="0" y="182399"/>
                  </a:moveTo>
                  <a:lnTo>
                    <a:pt x="0" y="164207"/>
                  </a:lnTo>
                  <a:lnTo>
                    <a:pt x="0" y="124186"/>
                  </a:lnTo>
                  <a:lnTo>
                    <a:pt x="0" y="84165"/>
                  </a:lnTo>
                  <a:lnTo>
                    <a:pt x="0" y="65973"/>
                  </a:lnTo>
                  <a:lnTo>
                    <a:pt x="5185" y="40357"/>
                  </a:lnTo>
                  <a:lnTo>
                    <a:pt x="19331" y="19379"/>
                  </a:lnTo>
                  <a:lnTo>
                    <a:pt x="40322" y="5205"/>
                  </a:lnTo>
                  <a:lnTo>
                    <a:pt x="66042" y="0"/>
                  </a:lnTo>
                  <a:lnTo>
                    <a:pt x="90694" y="0"/>
                  </a:lnTo>
                  <a:lnTo>
                    <a:pt x="144927" y="0"/>
                  </a:lnTo>
                  <a:lnTo>
                    <a:pt x="199160" y="0"/>
                  </a:lnTo>
                  <a:lnTo>
                    <a:pt x="223812" y="0"/>
                  </a:lnTo>
                  <a:lnTo>
                    <a:pt x="249532" y="5205"/>
                  </a:lnTo>
                  <a:lnTo>
                    <a:pt x="270523" y="19379"/>
                  </a:lnTo>
                  <a:lnTo>
                    <a:pt x="284669" y="40357"/>
                  </a:lnTo>
                  <a:lnTo>
                    <a:pt x="289855" y="65973"/>
                  </a:lnTo>
                  <a:lnTo>
                    <a:pt x="289855" y="84165"/>
                  </a:lnTo>
                  <a:lnTo>
                    <a:pt x="289855" y="124186"/>
                  </a:lnTo>
                  <a:lnTo>
                    <a:pt x="289855" y="164207"/>
                  </a:lnTo>
                  <a:lnTo>
                    <a:pt x="289855" y="182399"/>
                  </a:lnTo>
                  <a:lnTo>
                    <a:pt x="284669" y="208069"/>
                  </a:lnTo>
                  <a:lnTo>
                    <a:pt x="270523" y="229041"/>
                  </a:lnTo>
                  <a:lnTo>
                    <a:pt x="249532" y="243185"/>
                  </a:lnTo>
                  <a:lnTo>
                    <a:pt x="223812" y="248373"/>
                  </a:lnTo>
                  <a:lnTo>
                    <a:pt x="199160" y="248373"/>
                  </a:lnTo>
                  <a:lnTo>
                    <a:pt x="144927" y="248373"/>
                  </a:lnTo>
                  <a:lnTo>
                    <a:pt x="90694" y="248373"/>
                  </a:lnTo>
                  <a:lnTo>
                    <a:pt x="66042" y="248373"/>
                  </a:lnTo>
                  <a:lnTo>
                    <a:pt x="40322" y="243185"/>
                  </a:lnTo>
                  <a:lnTo>
                    <a:pt x="19331" y="229041"/>
                  </a:lnTo>
                  <a:lnTo>
                    <a:pt x="5185" y="208069"/>
                  </a:lnTo>
                  <a:lnTo>
                    <a:pt x="0" y="182399"/>
                  </a:lnTo>
                  <a:lnTo>
                    <a:pt x="0" y="164207"/>
                  </a:lnTo>
                  <a:lnTo>
                    <a:pt x="0" y="124186"/>
                  </a:lnTo>
                  <a:lnTo>
                    <a:pt x="0" y="84165"/>
                  </a:lnTo>
                  <a:lnTo>
                    <a:pt x="0" y="65973"/>
                  </a:lnTo>
                </a:path>
              </a:pathLst>
            </a:custGeom>
            <a:ln w="110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3" name="object 6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" dirty="0"/>
              <a:t>Carbenium</a:t>
            </a:r>
            <a:r>
              <a:rPr spc="-10" dirty="0"/>
              <a:t> </a:t>
            </a:r>
            <a:r>
              <a:rPr spc="-15" dirty="0"/>
              <a:t>ion/carbocation</a:t>
            </a:r>
            <a:r>
              <a:rPr spc="-40" dirty="0"/>
              <a:t> </a:t>
            </a:r>
            <a:r>
              <a:rPr spc="-15" dirty="0"/>
              <a:t>stability</a:t>
            </a:r>
            <a:endParaRPr spc="-15" dirty="0"/>
          </a:p>
        </p:txBody>
      </p:sp>
      <p:sp>
        <p:nvSpPr>
          <p:cNvPr id="3" name="object 3"/>
          <p:cNvSpPr txBox="1"/>
          <p:nvPr/>
        </p:nvSpPr>
        <p:spPr>
          <a:xfrm>
            <a:off x="7787131" y="2006041"/>
            <a:ext cx="3849370" cy="416369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241300" marR="12700" indent="-228600">
              <a:lnSpc>
                <a:spcPct val="90000"/>
              </a:lnSpc>
              <a:spcBef>
                <a:spcPts val="43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order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 of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alkyl 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i="1" spc="-10" dirty="0">
                <a:latin typeface="Calibri" panose="020F0502020204030204"/>
                <a:cs typeface="Calibri" panose="020F0502020204030204"/>
              </a:rPr>
              <a:t>carbenium </a:t>
            </a:r>
            <a:r>
              <a:rPr sz="2800" i="1" spc="-5" dirty="0">
                <a:latin typeface="Calibri" panose="020F0502020204030204"/>
                <a:cs typeface="Calibri" panose="020F0502020204030204"/>
              </a:rPr>
              <a:t>ion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stability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(</a:t>
            </a:r>
            <a:r>
              <a:rPr sz="2800" i="1" spc="-5" dirty="0">
                <a:latin typeface="Calibri" panose="020F0502020204030204"/>
                <a:cs typeface="Calibri" panose="020F0502020204030204"/>
              </a:rPr>
              <a:t>i.e.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ease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formation)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is </a:t>
            </a:r>
            <a:r>
              <a:rPr sz="2800" spc="-6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as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shown</a:t>
            </a:r>
            <a:endParaRPr sz="2800">
              <a:latin typeface="Calibri" panose="020F0502020204030204"/>
              <a:cs typeface="Calibri" panose="020F0502020204030204"/>
            </a:endParaRPr>
          </a:p>
          <a:p>
            <a:pPr marL="241300" marR="172720" indent="-228600">
              <a:lnSpc>
                <a:spcPts val="3020"/>
              </a:lnSpc>
              <a:spcBef>
                <a:spcPts val="105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i="1" spc="-10" dirty="0">
                <a:latin typeface="Calibri" panose="020F0502020204030204"/>
                <a:cs typeface="Calibri" panose="020F0502020204030204"/>
              </a:rPr>
              <a:t>Remember</a:t>
            </a:r>
            <a:r>
              <a:rPr sz="2800" i="1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(</a:t>
            </a:r>
            <a:r>
              <a:rPr sz="2800" b="1" spc="-10" dirty="0">
                <a:latin typeface="Calibri" panose="020F0502020204030204"/>
                <a:cs typeface="Calibri" panose="020F0502020204030204"/>
              </a:rPr>
              <a:t>from </a:t>
            </a:r>
            <a:r>
              <a:rPr sz="2800" b="1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b="1" spc="-10" dirty="0">
                <a:latin typeface="Calibri" panose="020F0502020204030204"/>
                <a:cs typeface="Calibri" panose="020F0502020204030204"/>
              </a:rPr>
              <a:t>earlier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)</a:t>
            </a:r>
            <a:r>
              <a:rPr sz="28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that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resonance- </a:t>
            </a:r>
            <a:r>
              <a:rPr sz="2800" spc="-6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delocalised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carbenium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 ions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are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also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 stabilised</a:t>
            </a:r>
            <a:endParaRPr sz="2800">
              <a:latin typeface="Calibri" panose="020F0502020204030204"/>
              <a:cs typeface="Calibri" panose="020F0502020204030204"/>
            </a:endParaRPr>
          </a:p>
          <a:p>
            <a:pPr marL="241300" marR="5080" indent="-228600">
              <a:lnSpc>
                <a:spcPts val="3020"/>
              </a:lnSpc>
              <a:spcBef>
                <a:spcPts val="101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-5" dirty="0">
                <a:latin typeface="Calibri" panose="020F0502020204030204"/>
                <a:cs typeface="Calibri" panose="020F0502020204030204"/>
              </a:rPr>
              <a:t>If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these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are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included,</a:t>
            </a:r>
            <a:r>
              <a:rPr sz="2800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the </a:t>
            </a:r>
            <a:r>
              <a:rPr sz="2800" spc="-6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order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is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as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shown</a:t>
            </a:r>
            <a:endParaRPr sz="2800"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6644387" y="1715697"/>
            <a:ext cx="145058" cy="854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4734101" y="1715697"/>
            <a:ext cx="539750" cy="700405"/>
            <a:chOff x="4734101" y="1715697"/>
            <a:chExt cx="539750" cy="700405"/>
          </a:xfrm>
        </p:grpSpPr>
        <p:sp>
          <p:nvSpPr>
            <p:cNvPr id="6" name="object 6"/>
            <p:cNvSpPr/>
            <p:nvPr/>
          </p:nvSpPr>
          <p:spPr>
            <a:xfrm>
              <a:off x="4994942" y="2089844"/>
              <a:ext cx="163830" cy="189865"/>
            </a:xfrm>
            <a:custGeom>
              <a:avLst/>
              <a:gdLst/>
              <a:ahLst/>
              <a:cxnLst/>
              <a:rect l="l" t="t" r="r" b="b"/>
              <a:pathLst>
                <a:path w="163829" h="189864">
                  <a:moveTo>
                    <a:pt x="87034" y="0"/>
                  </a:moveTo>
                  <a:lnTo>
                    <a:pt x="42198" y="11082"/>
                  </a:lnTo>
                  <a:lnTo>
                    <a:pt x="10813" y="43490"/>
                  </a:lnTo>
                  <a:lnTo>
                    <a:pt x="0" y="93503"/>
                  </a:lnTo>
                  <a:lnTo>
                    <a:pt x="597" y="106437"/>
                  </a:lnTo>
                  <a:lnTo>
                    <a:pt x="15099" y="153486"/>
                  </a:lnTo>
                  <a:lnTo>
                    <a:pt x="48236" y="182987"/>
                  </a:lnTo>
                  <a:lnTo>
                    <a:pt x="86771" y="189784"/>
                  </a:lnTo>
                  <a:lnTo>
                    <a:pt x="100663" y="188802"/>
                  </a:lnTo>
                  <a:lnTo>
                    <a:pt x="144823" y="165332"/>
                  </a:lnTo>
                  <a:lnTo>
                    <a:pt x="163256" y="128453"/>
                  </a:lnTo>
                  <a:lnTo>
                    <a:pt x="138728" y="122322"/>
                  </a:lnTo>
                  <a:lnTo>
                    <a:pt x="135608" y="133184"/>
                  </a:lnTo>
                  <a:lnTo>
                    <a:pt x="131376" y="142623"/>
                  </a:lnTo>
                  <a:lnTo>
                    <a:pt x="94551" y="168272"/>
                  </a:lnTo>
                  <a:lnTo>
                    <a:pt x="84661" y="169009"/>
                  </a:lnTo>
                  <a:lnTo>
                    <a:pt x="76456" y="168468"/>
                  </a:lnTo>
                  <a:lnTo>
                    <a:pt x="40814" y="149517"/>
                  </a:lnTo>
                  <a:lnTo>
                    <a:pt x="25496" y="104721"/>
                  </a:lnTo>
                  <a:lnTo>
                    <a:pt x="25055" y="93399"/>
                  </a:lnTo>
                  <a:lnTo>
                    <a:pt x="25442" y="84385"/>
                  </a:lnTo>
                  <a:lnTo>
                    <a:pt x="38803" y="42799"/>
                  </a:lnTo>
                  <a:lnTo>
                    <a:pt x="76419" y="21409"/>
                  </a:lnTo>
                  <a:lnTo>
                    <a:pt x="86507" y="20775"/>
                  </a:lnTo>
                  <a:lnTo>
                    <a:pt x="95408" y="21345"/>
                  </a:lnTo>
                  <a:lnTo>
                    <a:pt x="128112" y="41787"/>
                  </a:lnTo>
                  <a:lnTo>
                    <a:pt x="136091" y="59078"/>
                  </a:lnTo>
                  <a:lnTo>
                    <a:pt x="160091" y="53445"/>
                  </a:lnTo>
                  <a:lnTo>
                    <a:pt x="133717" y="14016"/>
                  </a:lnTo>
                  <a:lnTo>
                    <a:pt x="100337" y="874"/>
                  </a:lnTo>
                  <a:lnTo>
                    <a:pt x="870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82727" y="2062466"/>
              <a:ext cx="90991" cy="90517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02591" y="1715697"/>
              <a:ext cx="145058" cy="18354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734090" y="1938286"/>
              <a:ext cx="350520" cy="477520"/>
            </a:xfrm>
            <a:custGeom>
              <a:avLst/>
              <a:gdLst/>
              <a:ahLst/>
              <a:cxnLst/>
              <a:rect l="l" t="t" r="r" b="b"/>
              <a:pathLst>
                <a:path w="350520" h="477519">
                  <a:moveTo>
                    <a:pt x="24536" y="421462"/>
                  </a:moveTo>
                  <a:lnTo>
                    <a:pt x="0" y="421462"/>
                  </a:lnTo>
                  <a:lnTo>
                    <a:pt x="0" y="477329"/>
                  </a:lnTo>
                  <a:lnTo>
                    <a:pt x="24536" y="469430"/>
                  </a:lnTo>
                  <a:lnTo>
                    <a:pt x="24536" y="421462"/>
                  </a:lnTo>
                  <a:close/>
                </a:path>
                <a:path w="350520" h="477519">
                  <a:moveTo>
                    <a:pt x="145059" y="421462"/>
                  </a:moveTo>
                  <a:lnTo>
                    <a:pt x="120535" y="421462"/>
                  </a:lnTo>
                  <a:lnTo>
                    <a:pt x="120535" y="438556"/>
                  </a:lnTo>
                  <a:lnTo>
                    <a:pt x="145059" y="430669"/>
                  </a:lnTo>
                  <a:lnTo>
                    <a:pt x="145059" y="421462"/>
                  </a:lnTo>
                  <a:close/>
                </a:path>
                <a:path w="350520" h="477519">
                  <a:moveTo>
                    <a:pt x="250291" y="337731"/>
                  </a:moveTo>
                  <a:lnTo>
                    <a:pt x="243967" y="331597"/>
                  </a:lnTo>
                  <a:lnTo>
                    <a:pt x="238950" y="331597"/>
                  </a:lnTo>
                  <a:lnTo>
                    <a:pt x="236054" y="334670"/>
                  </a:lnTo>
                  <a:lnTo>
                    <a:pt x="176187" y="393979"/>
                  </a:lnTo>
                  <a:lnTo>
                    <a:pt x="176187" y="398957"/>
                  </a:lnTo>
                  <a:lnTo>
                    <a:pt x="182511" y="405091"/>
                  </a:lnTo>
                  <a:lnTo>
                    <a:pt x="187528" y="405091"/>
                  </a:lnTo>
                  <a:lnTo>
                    <a:pt x="190423" y="402031"/>
                  </a:lnTo>
                  <a:lnTo>
                    <a:pt x="247129" y="345770"/>
                  </a:lnTo>
                  <a:lnTo>
                    <a:pt x="250291" y="342709"/>
                  </a:lnTo>
                  <a:lnTo>
                    <a:pt x="250291" y="337731"/>
                  </a:lnTo>
                  <a:close/>
                </a:path>
                <a:path w="350520" h="477519">
                  <a:moveTo>
                    <a:pt x="350520" y="3543"/>
                  </a:moveTo>
                  <a:lnTo>
                    <a:pt x="347091" y="0"/>
                  </a:lnTo>
                  <a:lnTo>
                    <a:pt x="338391" y="0"/>
                  </a:lnTo>
                  <a:lnTo>
                    <a:pt x="334695" y="3543"/>
                  </a:lnTo>
                  <a:lnTo>
                    <a:pt x="334695" y="110172"/>
                  </a:lnTo>
                  <a:lnTo>
                    <a:pt x="334695" y="114515"/>
                  </a:lnTo>
                  <a:lnTo>
                    <a:pt x="338391" y="118033"/>
                  </a:lnTo>
                  <a:lnTo>
                    <a:pt x="347091" y="118033"/>
                  </a:lnTo>
                  <a:lnTo>
                    <a:pt x="350520" y="114515"/>
                  </a:lnTo>
                  <a:lnTo>
                    <a:pt x="350520" y="35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0" name="object 10"/>
          <p:cNvGrpSpPr/>
          <p:nvPr/>
        </p:nvGrpSpPr>
        <p:grpSpPr>
          <a:xfrm>
            <a:off x="3222145" y="1656750"/>
            <a:ext cx="700405" cy="828040"/>
            <a:chOff x="3222145" y="1656750"/>
            <a:chExt cx="700405" cy="828040"/>
          </a:xfrm>
        </p:grpSpPr>
        <p:sp>
          <p:nvSpPr>
            <p:cNvPr id="11" name="object 11"/>
            <p:cNvSpPr/>
            <p:nvPr/>
          </p:nvSpPr>
          <p:spPr>
            <a:xfrm>
              <a:off x="3491505" y="2030896"/>
              <a:ext cx="163830" cy="189865"/>
            </a:xfrm>
            <a:custGeom>
              <a:avLst/>
              <a:gdLst/>
              <a:ahLst/>
              <a:cxnLst/>
              <a:rect l="l" t="t" r="r" b="b"/>
              <a:pathLst>
                <a:path w="163829" h="189864">
                  <a:moveTo>
                    <a:pt x="87219" y="0"/>
                  </a:moveTo>
                  <a:lnTo>
                    <a:pt x="42409" y="11082"/>
                  </a:lnTo>
                  <a:lnTo>
                    <a:pt x="11024" y="43490"/>
                  </a:lnTo>
                  <a:lnTo>
                    <a:pt x="0" y="93503"/>
                  </a:lnTo>
                  <a:lnTo>
                    <a:pt x="612" y="106437"/>
                  </a:lnTo>
                  <a:lnTo>
                    <a:pt x="15203" y="153486"/>
                  </a:lnTo>
                  <a:lnTo>
                    <a:pt x="48296" y="182987"/>
                  </a:lnTo>
                  <a:lnTo>
                    <a:pt x="86823" y="189784"/>
                  </a:lnTo>
                  <a:lnTo>
                    <a:pt x="100705" y="188802"/>
                  </a:lnTo>
                  <a:lnTo>
                    <a:pt x="144891" y="165332"/>
                  </a:lnTo>
                  <a:lnTo>
                    <a:pt x="163335" y="128453"/>
                  </a:lnTo>
                  <a:lnTo>
                    <a:pt x="138886" y="122322"/>
                  </a:lnTo>
                  <a:lnTo>
                    <a:pt x="135796" y="133184"/>
                  </a:lnTo>
                  <a:lnTo>
                    <a:pt x="131551" y="142623"/>
                  </a:lnTo>
                  <a:lnTo>
                    <a:pt x="94694" y="168272"/>
                  </a:lnTo>
                  <a:lnTo>
                    <a:pt x="84819" y="169009"/>
                  </a:lnTo>
                  <a:lnTo>
                    <a:pt x="76525" y="168468"/>
                  </a:lnTo>
                  <a:lnTo>
                    <a:pt x="40853" y="149517"/>
                  </a:lnTo>
                  <a:lnTo>
                    <a:pt x="25643" y="104721"/>
                  </a:lnTo>
                  <a:lnTo>
                    <a:pt x="25213" y="93399"/>
                  </a:lnTo>
                  <a:lnTo>
                    <a:pt x="25575" y="84385"/>
                  </a:lnTo>
                  <a:lnTo>
                    <a:pt x="38928" y="42799"/>
                  </a:lnTo>
                  <a:lnTo>
                    <a:pt x="76496" y="21409"/>
                  </a:lnTo>
                  <a:lnTo>
                    <a:pt x="86718" y="20775"/>
                  </a:lnTo>
                  <a:lnTo>
                    <a:pt x="95584" y="21345"/>
                  </a:lnTo>
                  <a:lnTo>
                    <a:pt x="128238" y="41787"/>
                  </a:lnTo>
                  <a:lnTo>
                    <a:pt x="136117" y="59078"/>
                  </a:lnTo>
                  <a:lnTo>
                    <a:pt x="160197" y="53445"/>
                  </a:lnTo>
                  <a:lnTo>
                    <a:pt x="133849" y="14016"/>
                  </a:lnTo>
                  <a:lnTo>
                    <a:pt x="100532" y="874"/>
                  </a:lnTo>
                  <a:lnTo>
                    <a:pt x="8721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679264" y="2003518"/>
              <a:ext cx="91017" cy="90517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499312" y="1656750"/>
              <a:ext cx="144952" cy="18354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3222142" y="1879345"/>
              <a:ext cx="359410" cy="605155"/>
            </a:xfrm>
            <a:custGeom>
              <a:avLst/>
              <a:gdLst/>
              <a:ahLst/>
              <a:cxnLst/>
              <a:rect l="l" t="t" r="r" b="b"/>
              <a:pathLst>
                <a:path w="359410" h="605155">
                  <a:moveTo>
                    <a:pt x="162826" y="604977"/>
                  </a:moveTo>
                  <a:lnTo>
                    <a:pt x="130708" y="555015"/>
                  </a:lnTo>
                  <a:lnTo>
                    <a:pt x="102120" y="524573"/>
                  </a:lnTo>
                  <a:lnTo>
                    <a:pt x="99822" y="523481"/>
                  </a:lnTo>
                  <a:lnTo>
                    <a:pt x="95656" y="521487"/>
                  </a:lnTo>
                  <a:lnTo>
                    <a:pt x="134975" y="504456"/>
                  </a:lnTo>
                  <a:lnTo>
                    <a:pt x="136563" y="502437"/>
                  </a:lnTo>
                  <a:lnTo>
                    <a:pt x="140550" y="497370"/>
                  </a:lnTo>
                  <a:lnTo>
                    <a:pt x="144538" y="489521"/>
                  </a:lnTo>
                  <a:lnTo>
                    <a:pt x="146926" y="480910"/>
                  </a:lnTo>
                  <a:lnTo>
                    <a:pt x="147713" y="471525"/>
                  </a:lnTo>
                  <a:lnTo>
                    <a:pt x="147231" y="464121"/>
                  </a:lnTo>
                  <a:lnTo>
                    <a:pt x="125577" y="429336"/>
                  </a:lnTo>
                  <a:lnTo>
                    <a:pt x="122504" y="427850"/>
                  </a:lnTo>
                  <a:lnTo>
                    <a:pt x="122504" y="462851"/>
                  </a:lnTo>
                  <a:lnTo>
                    <a:pt x="122504" y="477443"/>
                  </a:lnTo>
                  <a:lnTo>
                    <a:pt x="91948" y="501586"/>
                  </a:lnTo>
                  <a:lnTo>
                    <a:pt x="77012" y="502437"/>
                  </a:lnTo>
                  <a:lnTo>
                    <a:pt x="24447" y="502437"/>
                  </a:lnTo>
                  <a:lnTo>
                    <a:pt x="24447" y="441731"/>
                  </a:lnTo>
                  <a:lnTo>
                    <a:pt x="82918" y="441731"/>
                  </a:lnTo>
                  <a:lnTo>
                    <a:pt x="119341" y="455701"/>
                  </a:lnTo>
                  <a:lnTo>
                    <a:pt x="122504" y="462851"/>
                  </a:lnTo>
                  <a:lnTo>
                    <a:pt x="122504" y="427850"/>
                  </a:lnTo>
                  <a:lnTo>
                    <a:pt x="81915" y="421462"/>
                  </a:lnTo>
                  <a:lnTo>
                    <a:pt x="0" y="421462"/>
                  </a:lnTo>
                  <a:lnTo>
                    <a:pt x="0" y="604977"/>
                  </a:lnTo>
                  <a:lnTo>
                    <a:pt x="24447" y="604977"/>
                  </a:lnTo>
                  <a:lnTo>
                    <a:pt x="24447" y="523481"/>
                  </a:lnTo>
                  <a:lnTo>
                    <a:pt x="59105" y="523481"/>
                  </a:lnTo>
                  <a:lnTo>
                    <a:pt x="93687" y="546366"/>
                  </a:lnTo>
                  <a:lnTo>
                    <a:pt x="132080" y="604977"/>
                  </a:lnTo>
                  <a:lnTo>
                    <a:pt x="162826" y="604977"/>
                  </a:lnTo>
                  <a:close/>
                </a:path>
                <a:path w="359410" h="605155">
                  <a:moveTo>
                    <a:pt x="258864" y="337731"/>
                  </a:moveTo>
                  <a:lnTo>
                    <a:pt x="252666" y="331597"/>
                  </a:lnTo>
                  <a:lnTo>
                    <a:pt x="247650" y="331597"/>
                  </a:lnTo>
                  <a:lnTo>
                    <a:pt x="168084" y="410641"/>
                  </a:lnTo>
                  <a:lnTo>
                    <a:pt x="168084" y="415620"/>
                  </a:lnTo>
                  <a:lnTo>
                    <a:pt x="174256" y="421767"/>
                  </a:lnTo>
                  <a:lnTo>
                    <a:pt x="179260" y="421767"/>
                  </a:lnTo>
                  <a:lnTo>
                    <a:pt x="255752" y="345770"/>
                  </a:lnTo>
                  <a:lnTo>
                    <a:pt x="258864" y="342709"/>
                  </a:lnTo>
                  <a:lnTo>
                    <a:pt x="258864" y="337731"/>
                  </a:lnTo>
                  <a:close/>
                </a:path>
                <a:path w="359410" h="605155">
                  <a:moveTo>
                    <a:pt x="359244" y="3530"/>
                  </a:moveTo>
                  <a:lnTo>
                    <a:pt x="355701" y="0"/>
                  </a:lnTo>
                  <a:lnTo>
                    <a:pt x="346951" y="0"/>
                  </a:lnTo>
                  <a:lnTo>
                    <a:pt x="343420" y="3530"/>
                  </a:lnTo>
                  <a:lnTo>
                    <a:pt x="343420" y="110159"/>
                  </a:lnTo>
                  <a:lnTo>
                    <a:pt x="343420" y="114515"/>
                  </a:lnTo>
                  <a:lnTo>
                    <a:pt x="346951" y="118021"/>
                  </a:lnTo>
                  <a:lnTo>
                    <a:pt x="355701" y="118021"/>
                  </a:lnTo>
                  <a:lnTo>
                    <a:pt x="359244" y="114515"/>
                  </a:lnTo>
                  <a:lnTo>
                    <a:pt x="359244" y="353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759257" y="2300797"/>
              <a:ext cx="162834" cy="183523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670877" y="2215808"/>
              <a:ext cx="65405" cy="64769"/>
            </a:xfrm>
            <a:custGeom>
              <a:avLst/>
              <a:gdLst/>
              <a:ahLst/>
              <a:cxnLst/>
              <a:rect l="l" t="t" r="r" b="b"/>
              <a:pathLst>
                <a:path w="65404" h="64769">
                  <a:moveTo>
                    <a:pt x="11182" y="0"/>
                  </a:moveTo>
                  <a:lnTo>
                    <a:pt x="6171" y="0"/>
                  </a:lnTo>
                  <a:lnTo>
                    <a:pt x="0" y="6130"/>
                  </a:lnTo>
                  <a:lnTo>
                    <a:pt x="0" y="11108"/>
                  </a:lnTo>
                  <a:lnTo>
                    <a:pt x="53935" y="64685"/>
                  </a:lnTo>
                  <a:lnTo>
                    <a:pt x="58946" y="64685"/>
                  </a:lnTo>
                  <a:lnTo>
                    <a:pt x="65117" y="58554"/>
                  </a:lnTo>
                  <a:lnTo>
                    <a:pt x="65117" y="53576"/>
                  </a:lnTo>
                  <a:lnTo>
                    <a:pt x="14268" y="3065"/>
                  </a:lnTo>
                  <a:lnTo>
                    <a:pt x="1118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7" name="object 17"/>
          <p:cNvGrpSpPr/>
          <p:nvPr/>
        </p:nvGrpSpPr>
        <p:grpSpPr>
          <a:xfrm>
            <a:off x="1659478" y="1637101"/>
            <a:ext cx="700405" cy="828040"/>
            <a:chOff x="1659478" y="1637101"/>
            <a:chExt cx="700405" cy="828040"/>
          </a:xfrm>
        </p:grpSpPr>
        <p:sp>
          <p:nvSpPr>
            <p:cNvPr id="18" name="object 18"/>
            <p:cNvSpPr/>
            <p:nvPr/>
          </p:nvSpPr>
          <p:spPr>
            <a:xfrm>
              <a:off x="1928832" y="2011247"/>
              <a:ext cx="163830" cy="189865"/>
            </a:xfrm>
            <a:custGeom>
              <a:avLst/>
              <a:gdLst/>
              <a:ahLst/>
              <a:cxnLst/>
              <a:rect l="l" t="t" r="r" b="b"/>
              <a:pathLst>
                <a:path w="163830" h="189864">
                  <a:moveTo>
                    <a:pt x="87219" y="0"/>
                  </a:moveTo>
                  <a:lnTo>
                    <a:pt x="42409" y="11082"/>
                  </a:lnTo>
                  <a:lnTo>
                    <a:pt x="11024" y="43490"/>
                  </a:lnTo>
                  <a:lnTo>
                    <a:pt x="0" y="93503"/>
                  </a:lnTo>
                  <a:lnTo>
                    <a:pt x="612" y="106437"/>
                  </a:lnTo>
                  <a:lnTo>
                    <a:pt x="15203" y="153486"/>
                  </a:lnTo>
                  <a:lnTo>
                    <a:pt x="48300" y="182987"/>
                  </a:lnTo>
                  <a:lnTo>
                    <a:pt x="86850" y="189784"/>
                  </a:lnTo>
                  <a:lnTo>
                    <a:pt x="100716" y="188802"/>
                  </a:lnTo>
                  <a:lnTo>
                    <a:pt x="144891" y="165332"/>
                  </a:lnTo>
                  <a:lnTo>
                    <a:pt x="163335" y="128453"/>
                  </a:lnTo>
                  <a:lnTo>
                    <a:pt x="138886" y="122322"/>
                  </a:lnTo>
                  <a:lnTo>
                    <a:pt x="135796" y="133184"/>
                  </a:lnTo>
                  <a:lnTo>
                    <a:pt x="131551" y="142623"/>
                  </a:lnTo>
                  <a:lnTo>
                    <a:pt x="94694" y="168272"/>
                  </a:lnTo>
                  <a:lnTo>
                    <a:pt x="84819" y="169009"/>
                  </a:lnTo>
                  <a:lnTo>
                    <a:pt x="76525" y="168468"/>
                  </a:lnTo>
                  <a:lnTo>
                    <a:pt x="40853" y="149517"/>
                  </a:lnTo>
                  <a:lnTo>
                    <a:pt x="25643" y="104721"/>
                  </a:lnTo>
                  <a:lnTo>
                    <a:pt x="25213" y="93399"/>
                  </a:lnTo>
                  <a:lnTo>
                    <a:pt x="25575" y="84385"/>
                  </a:lnTo>
                  <a:lnTo>
                    <a:pt x="38928" y="42799"/>
                  </a:lnTo>
                  <a:lnTo>
                    <a:pt x="76496" y="21409"/>
                  </a:lnTo>
                  <a:lnTo>
                    <a:pt x="86718" y="20775"/>
                  </a:lnTo>
                  <a:lnTo>
                    <a:pt x="95584" y="21345"/>
                  </a:lnTo>
                  <a:lnTo>
                    <a:pt x="128238" y="41787"/>
                  </a:lnTo>
                  <a:lnTo>
                    <a:pt x="136117" y="59078"/>
                  </a:lnTo>
                  <a:lnTo>
                    <a:pt x="160197" y="53445"/>
                  </a:lnTo>
                  <a:lnTo>
                    <a:pt x="133849" y="14016"/>
                  </a:lnTo>
                  <a:lnTo>
                    <a:pt x="100532" y="874"/>
                  </a:lnTo>
                  <a:lnTo>
                    <a:pt x="8721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9" name="object 1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116617" y="1983869"/>
              <a:ext cx="90991" cy="90517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928041" y="1637101"/>
              <a:ext cx="162808" cy="183549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1659471" y="1859698"/>
              <a:ext cx="359410" cy="605155"/>
            </a:xfrm>
            <a:custGeom>
              <a:avLst/>
              <a:gdLst/>
              <a:ahLst/>
              <a:cxnLst/>
              <a:rect l="l" t="t" r="r" b="b"/>
              <a:pathLst>
                <a:path w="359410" h="605155">
                  <a:moveTo>
                    <a:pt x="162826" y="604977"/>
                  </a:moveTo>
                  <a:lnTo>
                    <a:pt x="130695" y="555015"/>
                  </a:lnTo>
                  <a:lnTo>
                    <a:pt x="102133" y="524573"/>
                  </a:lnTo>
                  <a:lnTo>
                    <a:pt x="95656" y="521487"/>
                  </a:lnTo>
                  <a:lnTo>
                    <a:pt x="108089" y="519049"/>
                  </a:lnTo>
                  <a:lnTo>
                    <a:pt x="118783" y="515404"/>
                  </a:lnTo>
                  <a:lnTo>
                    <a:pt x="127749" y="510540"/>
                  </a:lnTo>
                  <a:lnTo>
                    <a:pt x="134975" y="504456"/>
                  </a:lnTo>
                  <a:lnTo>
                    <a:pt x="136563" y="502437"/>
                  </a:lnTo>
                  <a:lnTo>
                    <a:pt x="140550" y="497370"/>
                  </a:lnTo>
                  <a:lnTo>
                    <a:pt x="144526" y="489521"/>
                  </a:lnTo>
                  <a:lnTo>
                    <a:pt x="146913" y="480898"/>
                  </a:lnTo>
                  <a:lnTo>
                    <a:pt x="147701" y="471525"/>
                  </a:lnTo>
                  <a:lnTo>
                    <a:pt x="147231" y="464121"/>
                  </a:lnTo>
                  <a:lnTo>
                    <a:pt x="125577" y="429336"/>
                  </a:lnTo>
                  <a:lnTo>
                    <a:pt x="122504" y="427850"/>
                  </a:lnTo>
                  <a:lnTo>
                    <a:pt x="122504" y="462851"/>
                  </a:lnTo>
                  <a:lnTo>
                    <a:pt x="122504" y="477443"/>
                  </a:lnTo>
                  <a:lnTo>
                    <a:pt x="91935" y="501586"/>
                  </a:lnTo>
                  <a:lnTo>
                    <a:pt x="77000" y="502437"/>
                  </a:lnTo>
                  <a:lnTo>
                    <a:pt x="24447" y="502437"/>
                  </a:lnTo>
                  <a:lnTo>
                    <a:pt x="24447" y="441731"/>
                  </a:lnTo>
                  <a:lnTo>
                    <a:pt x="82931" y="441731"/>
                  </a:lnTo>
                  <a:lnTo>
                    <a:pt x="119329" y="455701"/>
                  </a:lnTo>
                  <a:lnTo>
                    <a:pt x="122504" y="462851"/>
                  </a:lnTo>
                  <a:lnTo>
                    <a:pt x="122504" y="427850"/>
                  </a:lnTo>
                  <a:lnTo>
                    <a:pt x="81915" y="421449"/>
                  </a:lnTo>
                  <a:lnTo>
                    <a:pt x="0" y="421449"/>
                  </a:lnTo>
                  <a:lnTo>
                    <a:pt x="0" y="604977"/>
                  </a:lnTo>
                  <a:lnTo>
                    <a:pt x="24447" y="604977"/>
                  </a:lnTo>
                  <a:lnTo>
                    <a:pt x="24447" y="523468"/>
                  </a:lnTo>
                  <a:lnTo>
                    <a:pt x="59105" y="523468"/>
                  </a:lnTo>
                  <a:lnTo>
                    <a:pt x="93687" y="546366"/>
                  </a:lnTo>
                  <a:lnTo>
                    <a:pt x="132080" y="604977"/>
                  </a:lnTo>
                  <a:lnTo>
                    <a:pt x="162826" y="604977"/>
                  </a:lnTo>
                  <a:close/>
                </a:path>
                <a:path w="359410" h="605155">
                  <a:moveTo>
                    <a:pt x="258864" y="337718"/>
                  </a:moveTo>
                  <a:lnTo>
                    <a:pt x="252666" y="331597"/>
                  </a:lnTo>
                  <a:lnTo>
                    <a:pt x="247650" y="331597"/>
                  </a:lnTo>
                  <a:lnTo>
                    <a:pt x="168071" y="410629"/>
                  </a:lnTo>
                  <a:lnTo>
                    <a:pt x="168071" y="415607"/>
                  </a:lnTo>
                  <a:lnTo>
                    <a:pt x="174244" y="421767"/>
                  </a:lnTo>
                  <a:lnTo>
                    <a:pt x="179260" y="421767"/>
                  </a:lnTo>
                  <a:lnTo>
                    <a:pt x="255752" y="345770"/>
                  </a:lnTo>
                  <a:lnTo>
                    <a:pt x="258864" y="342696"/>
                  </a:lnTo>
                  <a:lnTo>
                    <a:pt x="258864" y="337718"/>
                  </a:lnTo>
                  <a:close/>
                </a:path>
                <a:path w="359410" h="605155">
                  <a:moveTo>
                    <a:pt x="359244" y="3530"/>
                  </a:moveTo>
                  <a:lnTo>
                    <a:pt x="355701" y="0"/>
                  </a:lnTo>
                  <a:lnTo>
                    <a:pt x="346951" y="0"/>
                  </a:lnTo>
                  <a:lnTo>
                    <a:pt x="343420" y="3530"/>
                  </a:lnTo>
                  <a:lnTo>
                    <a:pt x="343420" y="110159"/>
                  </a:lnTo>
                  <a:lnTo>
                    <a:pt x="343420" y="114503"/>
                  </a:lnTo>
                  <a:lnTo>
                    <a:pt x="346951" y="118021"/>
                  </a:lnTo>
                  <a:lnTo>
                    <a:pt x="355701" y="118021"/>
                  </a:lnTo>
                  <a:lnTo>
                    <a:pt x="359244" y="114503"/>
                  </a:lnTo>
                  <a:lnTo>
                    <a:pt x="359244" y="353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2" name="object 2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196584" y="2281148"/>
              <a:ext cx="162834" cy="183523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2108204" y="2196159"/>
              <a:ext cx="65405" cy="64769"/>
            </a:xfrm>
            <a:custGeom>
              <a:avLst/>
              <a:gdLst/>
              <a:ahLst/>
              <a:cxnLst/>
              <a:rect l="l" t="t" r="r" b="b"/>
              <a:pathLst>
                <a:path w="65405" h="64769">
                  <a:moveTo>
                    <a:pt x="11182" y="0"/>
                  </a:moveTo>
                  <a:lnTo>
                    <a:pt x="6171" y="0"/>
                  </a:lnTo>
                  <a:lnTo>
                    <a:pt x="0" y="6130"/>
                  </a:lnTo>
                  <a:lnTo>
                    <a:pt x="0" y="11108"/>
                  </a:lnTo>
                  <a:lnTo>
                    <a:pt x="53935" y="64685"/>
                  </a:lnTo>
                  <a:lnTo>
                    <a:pt x="58946" y="64685"/>
                  </a:lnTo>
                  <a:lnTo>
                    <a:pt x="65117" y="58554"/>
                  </a:lnTo>
                  <a:lnTo>
                    <a:pt x="65117" y="53576"/>
                  </a:lnTo>
                  <a:lnTo>
                    <a:pt x="14268" y="3065"/>
                  </a:lnTo>
                  <a:lnTo>
                    <a:pt x="1118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4" name="object 24"/>
          <p:cNvGrpSpPr/>
          <p:nvPr/>
        </p:nvGrpSpPr>
        <p:grpSpPr>
          <a:xfrm>
            <a:off x="1748576" y="2821163"/>
            <a:ext cx="488315" cy="426084"/>
            <a:chOff x="1748576" y="2821163"/>
            <a:chExt cx="488315" cy="426084"/>
          </a:xfrm>
        </p:grpSpPr>
        <p:pic>
          <p:nvPicPr>
            <p:cNvPr id="25" name="object 25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847705" y="2917493"/>
              <a:ext cx="120978" cy="187531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989651" y="2898944"/>
              <a:ext cx="93549" cy="103668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1819757" y="2891923"/>
              <a:ext cx="417195" cy="355600"/>
            </a:xfrm>
            <a:custGeom>
              <a:avLst/>
              <a:gdLst/>
              <a:ahLst/>
              <a:cxnLst/>
              <a:rect l="l" t="t" r="r" b="b"/>
              <a:pathLst>
                <a:path w="417194" h="355600">
                  <a:moveTo>
                    <a:pt x="0" y="260682"/>
                  </a:moveTo>
                  <a:lnTo>
                    <a:pt x="27816" y="327366"/>
                  </a:lnTo>
                  <a:lnTo>
                    <a:pt x="94938" y="355002"/>
                  </a:lnTo>
                  <a:lnTo>
                    <a:pt x="321757" y="355002"/>
                  </a:lnTo>
                  <a:lnTo>
                    <a:pt x="343022" y="350733"/>
                  </a:lnTo>
                  <a:lnTo>
                    <a:pt x="364143" y="343940"/>
                  </a:lnTo>
                  <a:lnTo>
                    <a:pt x="388882" y="327366"/>
                  </a:lnTo>
                  <a:lnTo>
                    <a:pt x="409238" y="297383"/>
                  </a:lnTo>
                  <a:lnTo>
                    <a:pt x="410307" y="292125"/>
                  </a:lnTo>
                  <a:lnTo>
                    <a:pt x="31640" y="292125"/>
                  </a:lnTo>
                  <a:lnTo>
                    <a:pt x="0" y="260682"/>
                  </a:lnTo>
                  <a:close/>
                </a:path>
                <a:path w="417194" h="355600">
                  <a:moveTo>
                    <a:pt x="321757" y="0"/>
                  </a:moveTo>
                  <a:lnTo>
                    <a:pt x="353406" y="31438"/>
                  </a:lnTo>
                  <a:lnTo>
                    <a:pt x="353406" y="197801"/>
                  </a:lnTo>
                  <a:lnTo>
                    <a:pt x="345940" y="234501"/>
                  </a:lnTo>
                  <a:lnTo>
                    <a:pt x="325584" y="264484"/>
                  </a:lnTo>
                  <a:lnTo>
                    <a:pt x="295402" y="284707"/>
                  </a:lnTo>
                  <a:lnTo>
                    <a:pt x="258458" y="292125"/>
                  </a:lnTo>
                  <a:lnTo>
                    <a:pt x="410307" y="292125"/>
                  </a:lnTo>
                  <a:lnTo>
                    <a:pt x="416703" y="260682"/>
                  </a:lnTo>
                  <a:lnTo>
                    <a:pt x="416704" y="94315"/>
                  </a:lnTo>
                  <a:lnTo>
                    <a:pt x="409238" y="57617"/>
                  </a:lnTo>
                  <a:lnTo>
                    <a:pt x="388882" y="27636"/>
                  </a:lnTo>
                  <a:lnTo>
                    <a:pt x="358701" y="7416"/>
                  </a:lnTo>
                  <a:lnTo>
                    <a:pt x="3217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1756458" y="2829045"/>
              <a:ext cx="417195" cy="355600"/>
            </a:xfrm>
            <a:custGeom>
              <a:avLst/>
              <a:gdLst/>
              <a:ahLst/>
              <a:cxnLst/>
              <a:rect l="l" t="t" r="r" b="b"/>
              <a:pathLst>
                <a:path w="417194" h="355600">
                  <a:moveTo>
                    <a:pt x="0" y="260678"/>
                  </a:moveTo>
                  <a:lnTo>
                    <a:pt x="0" y="234684"/>
                  </a:lnTo>
                  <a:lnTo>
                    <a:pt x="0" y="177497"/>
                  </a:lnTo>
                  <a:lnTo>
                    <a:pt x="0" y="120310"/>
                  </a:lnTo>
                  <a:lnTo>
                    <a:pt x="7465" y="57617"/>
                  </a:lnTo>
                  <a:lnTo>
                    <a:pt x="57998" y="7416"/>
                  </a:lnTo>
                  <a:lnTo>
                    <a:pt x="94939" y="0"/>
                  </a:lnTo>
                  <a:lnTo>
                    <a:pt x="130379" y="0"/>
                  </a:lnTo>
                  <a:lnTo>
                    <a:pt x="208348" y="0"/>
                  </a:lnTo>
                  <a:lnTo>
                    <a:pt x="286317" y="0"/>
                  </a:lnTo>
                  <a:lnTo>
                    <a:pt x="358701" y="7416"/>
                  </a:lnTo>
                  <a:lnTo>
                    <a:pt x="409238" y="57617"/>
                  </a:lnTo>
                  <a:lnTo>
                    <a:pt x="416704" y="120310"/>
                  </a:lnTo>
                  <a:lnTo>
                    <a:pt x="416704" y="177497"/>
                  </a:lnTo>
                  <a:lnTo>
                    <a:pt x="416704" y="234684"/>
                  </a:lnTo>
                  <a:lnTo>
                    <a:pt x="416704" y="260678"/>
                  </a:lnTo>
                  <a:lnTo>
                    <a:pt x="409239" y="297378"/>
                  </a:lnTo>
                  <a:lnTo>
                    <a:pt x="388883" y="327362"/>
                  </a:lnTo>
                  <a:lnTo>
                    <a:pt x="358701" y="347585"/>
                  </a:lnTo>
                  <a:lnTo>
                    <a:pt x="321757" y="355002"/>
                  </a:lnTo>
                  <a:lnTo>
                    <a:pt x="286317" y="355002"/>
                  </a:lnTo>
                  <a:lnTo>
                    <a:pt x="208348" y="355002"/>
                  </a:lnTo>
                  <a:lnTo>
                    <a:pt x="130379" y="355002"/>
                  </a:lnTo>
                  <a:lnTo>
                    <a:pt x="57998" y="347585"/>
                  </a:lnTo>
                  <a:lnTo>
                    <a:pt x="7465" y="297378"/>
                  </a:lnTo>
                  <a:lnTo>
                    <a:pt x="0" y="234684"/>
                  </a:lnTo>
                  <a:lnTo>
                    <a:pt x="0" y="177497"/>
                  </a:lnTo>
                  <a:lnTo>
                    <a:pt x="0" y="120310"/>
                  </a:lnTo>
                  <a:lnTo>
                    <a:pt x="0" y="94315"/>
                  </a:lnTo>
                </a:path>
              </a:pathLst>
            </a:custGeom>
            <a:ln w="1576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/>
          <p:nvPr/>
        </p:nvSpPr>
        <p:spPr>
          <a:xfrm>
            <a:off x="3342520" y="2829045"/>
            <a:ext cx="106680" cy="34290"/>
          </a:xfrm>
          <a:custGeom>
            <a:avLst/>
            <a:gdLst/>
            <a:ahLst/>
            <a:cxnLst/>
            <a:rect l="l" t="t" r="r" b="b"/>
            <a:pathLst>
              <a:path w="106679" h="34289">
                <a:moveTo>
                  <a:pt x="0" y="34153"/>
                </a:moveTo>
                <a:lnTo>
                  <a:pt x="4424" y="27636"/>
                </a:lnTo>
                <a:lnTo>
                  <a:pt x="34606" y="7416"/>
                </a:lnTo>
                <a:lnTo>
                  <a:pt x="71550" y="0"/>
                </a:lnTo>
                <a:lnTo>
                  <a:pt x="106184" y="0"/>
                </a:lnTo>
              </a:path>
            </a:pathLst>
          </a:custGeom>
          <a:ln w="15729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30" name="object 30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2693843" y="2076561"/>
            <a:ext cx="122376" cy="124313"/>
          </a:xfrm>
          <a:prstGeom prst="rect">
            <a:avLst/>
          </a:prstGeom>
        </p:spPr>
      </p:pic>
      <p:pic>
        <p:nvPicPr>
          <p:cNvPr id="31" name="object 31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4296025" y="2076561"/>
            <a:ext cx="122376" cy="124313"/>
          </a:xfrm>
          <a:prstGeom prst="rect">
            <a:avLst/>
          </a:prstGeom>
        </p:spPr>
      </p:pic>
      <p:grpSp>
        <p:nvGrpSpPr>
          <p:cNvPr id="32" name="object 32"/>
          <p:cNvGrpSpPr/>
          <p:nvPr/>
        </p:nvGrpSpPr>
        <p:grpSpPr>
          <a:xfrm>
            <a:off x="2405152" y="3658118"/>
            <a:ext cx="3930650" cy="2870835"/>
            <a:chOff x="2405152" y="3658118"/>
            <a:chExt cx="3930650" cy="2870835"/>
          </a:xfrm>
        </p:grpSpPr>
        <p:sp>
          <p:nvSpPr>
            <p:cNvPr id="33" name="object 33"/>
            <p:cNvSpPr/>
            <p:nvPr/>
          </p:nvSpPr>
          <p:spPr>
            <a:xfrm>
              <a:off x="5344185" y="5559031"/>
              <a:ext cx="198755" cy="156210"/>
            </a:xfrm>
            <a:custGeom>
              <a:avLst/>
              <a:gdLst/>
              <a:ahLst/>
              <a:cxnLst/>
              <a:rect l="l" t="t" r="r" b="b"/>
              <a:pathLst>
                <a:path w="198754" h="156210">
                  <a:moveTo>
                    <a:pt x="115062" y="112712"/>
                  </a:moveTo>
                  <a:lnTo>
                    <a:pt x="97828" y="108356"/>
                  </a:lnTo>
                  <a:lnTo>
                    <a:pt x="95694" y="116052"/>
                  </a:lnTo>
                  <a:lnTo>
                    <a:pt x="92697" y="122758"/>
                  </a:lnTo>
                  <a:lnTo>
                    <a:pt x="59778" y="141465"/>
                  </a:lnTo>
                  <a:lnTo>
                    <a:pt x="51714" y="141465"/>
                  </a:lnTo>
                  <a:lnTo>
                    <a:pt x="22479" y="116827"/>
                  </a:lnTo>
                  <a:lnTo>
                    <a:pt x="17792" y="87845"/>
                  </a:lnTo>
                  <a:lnTo>
                    <a:pt x="17792" y="79273"/>
                  </a:lnTo>
                  <a:lnTo>
                    <a:pt x="35979" y="43573"/>
                  </a:lnTo>
                  <a:lnTo>
                    <a:pt x="61087" y="36385"/>
                  </a:lnTo>
                  <a:lnTo>
                    <a:pt x="69710" y="36385"/>
                  </a:lnTo>
                  <a:lnTo>
                    <a:pt x="77025" y="38544"/>
                  </a:lnTo>
                  <a:lnTo>
                    <a:pt x="88455" y="47193"/>
                  </a:lnTo>
                  <a:lnTo>
                    <a:pt x="92951" y="54076"/>
                  </a:lnTo>
                  <a:lnTo>
                    <a:pt x="95948" y="63538"/>
                  </a:lnTo>
                  <a:lnTo>
                    <a:pt x="112814" y="59550"/>
                  </a:lnTo>
                  <a:lnTo>
                    <a:pt x="87236" y="27254"/>
                  </a:lnTo>
                  <a:lnTo>
                    <a:pt x="61468" y="21653"/>
                  </a:lnTo>
                  <a:lnTo>
                    <a:pt x="52959" y="22148"/>
                  </a:lnTo>
                  <a:lnTo>
                    <a:pt x="17119" y="39179"/>
                  </a:lnTo>
                  <a:lnTo>
                    <a:pt x="482" y="78105"/>
                  </a:lnTo>
                  <a:lnTo>
                    <a:pt x="0" y="87947"/>
                  </a:lnTo>
                  <a:lnTo>
                    <a:pt x="419" y="97116"/>
                  </a:lnTo>
                  <a:lnTo>
                    <a:pt x="15316" y="137134"/>
                  </a:lnTo>
                  <a:lnTo>
                    <a:pt x="51066" y="155663"/>
                  </a:lnTo>
                  <a:lnTo>
                    <a:pt x="61087" y="156197"/>
                  </a:lnTo>
                  <a:lnTo>
                    <a:pt x="70929" y="155498"/>
                  </a:lnTo>
                  <a:lnTo>
                    <a:pt x="107505" y="131394"/>
                  </a:lnTo>
                  <a:lnTo>
                    <a:pt x="115062" y="112712"/>
                  </a:lnTo>
                  <a:close/>
                </a:path>
                <a:path w="198754" h="156210">
                  <a:moveTo>
                    <a:pt x="198285" y="26555"/>
                  </a:moveTo>
                  <a:lnTo>
                    <a:pt x="171665" y="26555"/>
                  </a:lnTo>
                  <a:lnTo>
                    <a:pt x="171665" y="0"/>
                  </a:lnTo>
                  <a:lnTo>
                    <a:pt x="160426" y="0"/>
                  </a:lnTo>
                  <a:lnTo>
                    <a:pt x="160426" y="26555"/>
                  </a:lnTo>
                  <a:lnTo>
                    <a:pt x="133807" y="26555"/>
                  </a:lnTo>
                  <a:lnTo>
                    <a:pt x="133807" y="37731"/>
                  </a:lnTo>
                  <a:lnTo>
                    <a:pt x="160426" y="37731"/>
                  </a:lnTo>
                  <a:lnTo>
                    <a:pt x="160426" y="64490"/>
                  </a:lnTo>
                  <a:lnTo>
                    <a:pt x="171665" y="64490"/>
                  </a:lnTo>
                  <a:lnTo>
                    <a:pt x="171665" y="37731"/>
                  </a:lnTo>
                  <a:lnTo>
                    <a:pt x="198285" y="37731"/>
                  </a:lnTo>
                  <a:lnTo>
                    <a:pt x="198285" y="2655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4" name="object 34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349620" y="5313320"/>
              <a:ext cx="102141" cy="130105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5402659" y="5475025"/>
              <a:ext cx="0" cy="75565"/>
            </a:xfrm>
            <a:custGeom>
              <a:avLst/>
              <a:gdLst/>
              <a:ahLst/>
              <a:cxnLst/>
              <a:rect l="l" t="t" r="r" b="b"/>
              <a:pathLst>
                <a:path h="75564">
                  <a:moveTo>
                    <a:pt x="0" y="75442"/>
                  </a:moveTo>
                  <a:lnTo>
                    <a:pt x="0" y="0"/>
                  </a:lnTo>
                </a:path>
              </a:pathLst>
            </a:custGeom>
            <a:ln w="112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6" name="object 36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158832" y="5773518"/>
              <a:ext cx="102141" cy="130086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5287586" y="5713108"/>
              <a:ext cx="43815" cy="43815"/>
            </a:xfrm>
            <a:custGeom>
              <a:avLst/>
              <a:gdLst/>
              <a:ahLst/>
              <a:cxnLst/>
              <a:rect l="l" t="t" r="r" b="b"/>
              <a:pathLst>
                <a:path w="43814" h="43814">
                  <a:moveTo>
                    <a:pt x="43480" y="0"/>
                  </a:moveTo>
                  <a:lnTo>
                    <a:pt x="0" y="43505"/>
                  </a:lnTo>
                </a:path>
              </a:pathLst>
            </a:custGeom>
            <a:ln w="1123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5540409" y="5773518"/>
              <a:ext cx="102870" cy="130175"/>
            </a:xfrm>
            <a:custGeom>
              <a:avLst/>
              <a:gdLst/>
              <a:ahLst/>
              <a:cxnLst/>
              <a:rect l="l" t="t" r="r" b="b"/>
              <a:pathLst>
                <a:path w="102870" h="130175">
                  <a:moveTo>
                    <a:pt x="102328" y="0"/>
                  </a:moveTo>
                  <a:lnTo>
                    <a:pt x="85086" y="0"/>
                  </a:lnTo>
                  <a:lnTo>
                    <a:pt x="85086" y="53427"/>
                  </a:lnTo>
                  <a:lnTo>
                    <a:pt x="17242" y="53427"/>
                  </a:lnTo>
                  <a:lnTo>
                    <a:pt x="17242" y="0"/>
                  </a:lnTo>
                  <a:lnTo>
                    <a:pt x="0" y="0"/>
                  </a:lnTo>
                  <a:lnTo>
                    <a:pt x="0" y="130086"/>
                  </a:lnTo>
                  <a:lnTo>
                    <a:pt x="17242" y="130086"/>
                  </a:lnTo>
                  <a:lnTo>
                    <a:pt x="17242" y="68777"/>
                  </a:lnTo>
                  <a:lnTo>
                    <a:pt x="85086" y="68777"/>
                  </a:lnTo>
                  <a:lnTo>
                    <a:pt x="85086" y="130086"/>
                  </a:lnTo>
                  <a:lnTo>
                    <a:pt x="102328" y="130086"/>
                  </a:lnTo>
                  <a:lnTo>
                    <a:pt x="10232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5475189" y="5714232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275" h="41275">
                  <a:moveTo>
                    <a:pt x="0" y="0"/>
                  </a:moveTo>
                  <a:lnTo>
                    <a:pt x="41231" y="41259"/>
                  </a:lnTo>
                </a:path>
              </a:pathLst>
            </a:custGeom>
            <a:ln w="1123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4177487" y="5559031"/>
              <a:ext cx="198755" cy="156210"/>
            </a:xfrm>
            <a:custGeom>
              <a:avLst/>
              <a:gdLst/>
              <a:ahLst/>
              <a:cxnLst/>
              <a:rect l="l" t="t" r="r" b="b"/>
              <a:pathLst>
                <a:path w="198754" h="156210">
                  <a:moveTo>
                    <a:pt x="115100" y="112712"/>
                  </a:moveTo>
                  <a:lnTo>
                    <a:pt x="97866" y="108356"/>
                  </a:lnTo>
                  <a:lnTo>
                    <a:pt x="95732" y="116052"/>
                  </a:lnTo>
                  <a:lnTo>
                    <a:pt x="92735" y="122758"/>
                  </a:lnTo>
                  <a:lnTo>
                    <a:pt x="59778" y="141465"/>
                  </a:lnTo>
                  <a:lnTo>
                    <a:pt x="51828" y="141465"/>
                  </a:lnTo>
                  <a:lnTo>
                    <a:pt x="22593" y="116827"/>
                  </a:lnTo>
                  <a:lnTo>
                    <a:pt x="17767" y="87845"/>
                  </a:lnTo>
                  <a:lnTo>
                    <a:pt x="17767" y="79273"/>
                  </a:lnTo>
                  <a:lnTo>
                    <a:pt x="36017" y="43573"/>
                  </a:lnTo>
                  <a:lnTo>
                    <a:pt x="61125" y="36385"/>
                  </a:lnTo>
                  <a:lnTo>
                    <a:pt x="69748" y="36385"/>
                  </a:lnTo>
                  <a:lnTo>
                    <a:pt x="77063" y="38544"/>
                  </a:lnTo>
                  <a:lnTo>
                    <a:pt x="88493" y="47193"/>
                  </a:lnTo>
                  <a:lnTo>
                    <a:pt x="92989" y="54076"/>
                  </a:lnTo>
                  <a:lnTo>
                    <a:pt x="95986" y="63538"/>
                  </a:lnTo>
                  <a:lnTo>
                    <a:pt x="112852" y="59550"/>
                  </a:lnTo>
                  <a:lnTo>
                    <a:pt x="87287" y="27254"/>
                  </a:lnTo>
                  <a:lnTo>
                    <a:pt x="61506" y="21653"/>
                  </a:lnTo>
                  <a:lnTo>
                    <a:pt x="53047" y="22148"/>
                  </a:lnTo>
                  <a:lnTo>
                    <a:pt x="17183" y="39179"/>
                  </a:lnTo>
                  <a:lnTo>
                    <a:pt x="482" y="78105"/>
                  </a:lnTo>
                  <a:lnTo>
                    <a:pt x="0" y="87947"/>
                  </a:lnTo>
                  <a:lnTo>
                    <a:pt x="419" y="97116"/>
                  </a:lnTo>
                  <a:lnTo>
                    <a:pt x="15341" y="137134"/>
                  </a:lnTo>
                  <a:lnTo>
                    <a:pt x="51142" y="155663"/>
                  </a:lnTo>
                  <a:lnTo>
                    <a:pt x="61125" y="156197"/>
                  </a:lnTo>
                  <a:lnTo>
                    <a:pt x="70967" y="155498"/>
                  </a:lnTo>
                  <a:lnTo>
                    <a:pt x="107543" y="131394"/>
                  </a:lnTo>
                  <a:lnTo>
                    <a:pt x="115100" y="112712"/>
                  </a:lnTo>
                  <a:close/>
                </a:path>
                <a:path w="198754" h="156210">
                  <a:moveTo>
                    <a:pt x="198323" y="26555"/>
                  </a:moveTo>
                  <a:lnTo>
                    <a:pt x="171704" y="26555"/>
                  </a:lnTo>
                  <a:lnTo>
                    <a:pt x="171704" y="0"/>
                  </a:lnTo>
                  <a:lnTo>
                    <a:pt x="160464" y="0"/>
                  </a:lnTo>
                  <a:lnTo>
                    <a:pt x="160464" y="26555"/>
                  </a:lnTo>
                  <a:lnTo>
                    <a:pt x="133845" y="26555"/>
                  </a:lnTo>
                  <a:lnTo>
                    <a:pt x="133845" y="37731"/>
                  </a:lnTo>
                  <a:lnTo>
                    <a:pt x="160464" y="37731"/>
                  </a:lnTo>
                  <a:lnTo>
                    <a:pt x="160464" y="64490"/>
                  </a:lnTo>
                  <a:lnTo>
                    <a:pt x="171704" y="64490"/>
                  </a:lnTo>
                  <a:lnTo>
                    <a:pt x="171704" y="37731"/>
                  </a:lnTo>
                  <a:lnTo>
                    <a:pt x="198323" y="37731"/>
                  </a:lnTo>
                  <a:lnTo>
                    <a:pt x="198323" y="2655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1" name="object 41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182980" y="5313320"/>
              <a:ext cx="102122" cy="130105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4235925" y="5475025"/>
              <a:ext cx="0" cy="75565"/>
            </a:xfrm>
            <a:custGeom>
              <a:avLst/>
              <a:gdLst/>
              <a:ahLst/>
              <a:cxnLst/>
              <a:rect l="l" t="t" r="r" b="b"/>
              <a:pathLst>
                <a:path h="75564">
                  <a:moveTo>
                    <a:pt x="0" y="75442"/>
                  </a:moveTo>
                  <a:lnTo>
                    <a:pt x="0" y="0"/>
                  </a:lnTo>
                </a:path>
              </a:pathLst>
            </a:custGeom>
            <a:ln w="112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3" name="object 43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992154" y="5773518"/>
              <a:ext cx="102178" cy="130086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4120852" y="5713108"/>
              <a:ext cx="43815" cy="43815"/>
            </a:xfrm>
            <a:custGeom>
              <a:avLst/>
              <a:gdLst/>
              <a:ahLst/>
              <a:cxnLst/>
              <a:rect l="l" t="t" r="r" b="b"/>
              <a:pathLst>
                <a:path w="43814" h="43814">
                  <a:moveTo>
                    <a:pt x="43574" y="0"/>
                  </a:moveTo>
                  <a:lnTo>
                    <a:pt x="0" y="43505"/>
                  </a:lnTo>
                </a:path>
              </a:pathLst>
            </a:custGeom>
            <a:ln w="1123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4373563" y="5773518"/>
              <a:ext cx="114935" cy="130175"/>
            </a:xfrm>
            <a:custGeom>
              <a:avLst/>
              <a:gdLst/>
              <a:ahLst/>
              <a:cxnLst/>
              <a:rect l="l" t="t" r="r" b="b"/>
              <a:pathLst>
                <a:path w="114935" h="130175">
                  <a:moveTo>
                    <a:pt x="57723" y="0"/>
                  </a:moveTo>
                  <a:lnTo>
                    <a:pt x="0" y="0"/>
                  </a:lnTo>
                  <a:lnTo>
                    <a:pt x="0" y="130086"/>
                  </a:lnTo>
                  <a:lnTo>
                    <a:pt x="17242" y="130086"/>
                  </a:lnTo>
                  <a:lnTo>
                    <a:pt x="17242" y="72316"/>
                  </a:lnTo>
                  <a:lnTo>
                    <a:pt x="70391" y="72316"/>
                  </a:lnTo>
                  <a:lnTo>
                    <a:pt x="67469" y="70893"/>
                  </a:lnTo>
                  <a:lnTo>
                    <a:pt x="76178" y="69180"/>
                  </a:lnTo>
                  <a:lnTo>
                    <a:pt x="83727" y="66599"/>
                  </a:lnTo>
                  <a:lnTo>
                    <a:pt x="90082" y="63151"/>
                  </a:lnTo>
                  <a:lnTo>
                    <a:pt x="95206" y="58837"/>
                  </a:lnTo>
                  <a:lnTo>
                    <a:pt x="96555" y="57414"/>
                  </a:lnTo>
                  <a:lnTo>
                    <a:pt x="17242" y="57414"/>
                  </a:lnTo>
                  <a:lnTo>
                    <a:pt x="17242" y="14377"/>
                  </a:lnTo>
                  <a:lnTo>
                    <a:pt x="97818" y="14377"/>
                  </a:lnTo>
                  <a:lnTo>
                    <a:pt x="95019" y="9959"/>
                  </a:lnTo>
                  <a:lnTo>
                    <a:pt x="65911" y="217"/>
                  </a:lnTo>
                  <a:lnTo>
                    <a:pt x="57723" y="0"/>
                  </a:lnTo>
                  <a:close/>
                </a:path>
                <a:path w="114935" h="130175">
                  <a:moveTo>
                    <a:pt x="70391" y="72316"/>
                  </a:moveTo>
                  <a:lnTo>
                    <a:pt x="41606" y="72316"/>
                  </a:lnTo>
                  <a:lnTo>
                    <a:pt x="44792" y="72521"/>
                  </a:lnTo>
                  <a:lnTo>
                    <a:pt x="46853" y="72933"/>
                  </a:lnTo>
                  <a:lnTo>
                    <a:pt x="63346" y="85101"/>
                  </a:lnTo>
                  <a:lnTo>
                    <a:pt x="66719" y="89239"/>
                  </a:lnTo>
                  <a:lnTo>
                    <a:pt x="70842" y="95210"/>
                  </a:lnTo>
                  <a:lnTo>
                    <a:pt x="75903" y="103035"/>
                  </a:lnTo>
                  <a:lnTo>
                    <a:pt x="93145" y="130086"/>
                  </a:lnTo>
                  <a:lnTo>
                    <a:pt x="114698" y="130086"/>
                  </a:lnTo>
                  <a:lnTo>
                    <a:pt x="92208" y="94686"/>
                  </a:lnTo>
                  <a:lnTo>
                    <a:pt x="87710" y="87760"/>
                  </a:lnTo>
                  <a:lnTo>
                    <a:pt x="82837" y="81994"/>
                  </a:lnTo>
                  <a:lnTo>
                    <a:pt x="77777" y="77389"/>
                  </a:lnTo>
                  <a:lnTo>
                    <a:pt x="75528" y="75255"/>
                  </a:lnTo>
                  <a:lnTo>
                    <a:pt x="71967" y="73083"/>
                  </a:lnTo>
                  <a:lnTo>
                    <a:pt x="70391" y="72316"/>
                  </a:lnTo>
                  <a:close/>
                </a:path>
                <a:path w="114935" h="130175">
                  <a:moveTo>
                    <a:pt x="97818" y="14377"/>
                  </a:moveTo>
                  <a:lnTo>
                    <a:pt x="68031" y="14377"/>
                  </a:lnTo>
                  <a:lnTo>
                    <a:pt x="75153" y="16361"/>
                  </a:lnTo>
                  <a:lnTo>
                    <a:pt x="84149" y="24280"/>
                  </a:lnTo>
                  <a:lnTo>
                    <a:pt x="86398" y="29334"/>
                  </a:lnTo>
                  <a:lnTo>
                    <a:pt x="86398" y="39686"/>
                  </a:lnTo>
                  <a:lnTo>
                    <a:pt x="85273" y="43580"/>
                  </a:lnTo>
                  <a:lnTo>
                    <a:pt x="82837" y="47156"/>
                  </a:lnTo>
                  <a:lnTo>
                    <a:pt x="80588" y="50750"/>
                  </a:lnTo>
                  <a:lnTo>
                    <a:pt x="77215" y="53352"/>
                  </a:lnTo>
                  <a:lnTo>
                    <a:pt x="72717" y="54981"/>
                  </a:lnTo>
                  <a:lnTo>
                    <a:pt x="68406" y="56591"/>
                  </a:lnTo>
                  <a:lnTo>
                    <a:pt x="62221" y="57414"/>
                  </a:lnTo>
                  <a:lnTo>
                    <a:pt x="96555" y="57414"/>
                  </a:lnTo>
                  <a:lnTo>
                    <a:pt x="101204" y="52510"/>
                  </a:lnTo>
                  <a:lnTo>
                    <a:pt x="104202" y="44722"/>
                  </a:lnTo>
                  <a:lnTo>
                    <a:pt x="104202" y="28342"/>
                  </a:lnTo>
                  <a:lnTo>
                    <a:pt x="102328" y="21790"/>
                  </a:lnTo>
                  <a:lnTo>
                    <a:pt x="98767" y="15874"/>
                  </a:lnTo>
                  <a:lnTo>
                    <a:pt x="97818" y="1437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4308530" y="5714232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275" h="41275">
                  <a:moveTo>
                    <a:pt x="0" y="0"/>
                  </a:moveTo>
                  <a:lnTo>
                    <a:pt x="41231" y="41259"/>
                  </a:lnTo>
                </a:path>
              </a:pathLst>
            </a:custGeom>
            <a:ln w="1123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3109214" y="5516905"/>
              <a:ext cx="198755" cy="156210"/>
            </a:xfrm>
            <a:custGeom>
              <a:avLst/>
              <a:gdLst/>
              <a:ahLst/>
              <a:cxnLst/>
              <a:rect l="l" t="t" r="r" b="b"/>
              <a:pathLst>
                <a:path w="198754" h="156210">
                  <a:moveTo>
                    <a:pt x="115138" y="112712"/>
                  </a:moveTo>
                  <a:lnTo>
                    <a:pt x="97904" y="108356"/>
                  </a:lnTo>
                  <a:lnTo>
                    <a:pt x="95719" y="116065"/>
                  </a:lnTo>
                  <a:lnTo>
                    <a:pt x="92722" y="122758"/>
                  </a:lnTo>
                  <a:lnTo>
                    <a:pt x="59791" y="141478"/>
                  </a:lnTo>
                  <a:lnTo>
                    <a:pt x="51841" y="141478"/>
                  </a:lnTo>
                  <a:lnTo>
                    <a:pt x="22606" y="116840"/>
                  </a:lnTo>
                  <a:lnTo>
                    <a:pt x="17767" y="87858"/>
                  </a:lnTo>
                  <a:lnTo>
                    <a:pt x="17767" y="79286"/>
                  </a:lnTo>
                  <a:lnTo>
                    <a:pt x="36029" y="43586"/>
                  </a:lnTo>
                  <a:lnTo>
                    <a:pt x="61125" y="36398"/>
                  </a:lnTo>
                  <a:lnTo>
                    <a:pt x="69837" y="36398"/>
                  </a:lnTo>
                  <a:lnTo>
                    <a:pt x="77050" y="38544"/>
                  </a:lnTo>
                  <a:lnTo>
                    <a:pt x="88544" y="47193"/>
                  </a:lnTo>
                  <a:lnTo>
                    <a:pt x="92925" y="54089"/>
                  </a:lnTo>
                  <a:lnTo>
                    <a:pt x="95935" y="63538"/>
                  </a:lnTo>
                  <a:lnTo>
                    <a:pt x="112915" y="59550"/>
                  </a:lnTo>
                  <a:lnTo>
                    <a:pt x="87299" y="27254"/>
                  </a:lnTo>
                  <a:lnTo>
                    <a:pt x="61480" y="21666"/>
                  </a:lnTo>
                  <a:lnTo>
                    <a:pt x="53035" y="22148"/>
                  </a:lnTo>
                  <a:lnTo>
                    <a:pt x="17183" y="39179"/>
                  </a:lnTo>
                  <a:lnTo>
                    <a:pt x="482" y="78117"/>
                  </a:lnTo>
                  <a:lnTo>
                    <a:pt x="0" y="87947"/>
                  </a:lnTo>
                  <a:lnTo>
                    <a:pt x="431" y="97116"/>
                  </a:lnTo>
                  <a:lnTo>
                    <a:pt x="15341" y="137147"/>
                  </a:lnTo>
                  <a:lnTo>
                    <a:pt x="51181" y="155663"/>
                  </a:lnTo>
                  <a:lnTo>
                    <a:pt x="61214" y="156210"/>
                  </a:lnTo>
                  <a:lnTo>
                    <a:pt x="70993" y="155511"/>
                  </a:lnTo>
                  <a:lnTo>
                    <a:pt x="107556" y="131406"/>
                  </a:lnTo>
                  <a:lnTo>
                    <a:pt x="115138" y="112712"/>
                  </a:lnTo>
                  <a:close/>
                </a:path>
                <a:path w="198754" h="156210">
                  <a:moveTo>
                    <a:pt x="198386" y="26568"/>
                  </a:moveTo>
                  <a:lnTo>
                    <a:pt x="171792" y="26568"/>
                  </a:lnTo>
                  <a:lnTo>
                    <a:pt x="171792" y="0"/>
                  </a:lnTo>
                  <a:lnTo>
                    <a:pt x="160464" y="0"/>
                  </a:lnTo>
                  <a:lnTo>
                    <a:pt x="160464" y="26568"/>
                  </a:lnTo>
                  <a:lnTo>
                    <a:pt x="133870" y="26568"/>
                  </a:lnTo>
                  <a:lnTo>
                    <a:pt x="133870" y="37744"/>
                  </a:lnTo>
                  <a:lnTo>
                    <a:pt x="160464" y="37744"/>
                  </a:lnTo>
                  <a:lnTo>
                    <a:pt x="160464" y="64490"/>
                  </a:lnTo>
                  <a:lnTo>
                    <a:pt x="171792" y="64490"/>
                  </a:lnTo>
                  <a:lnTo>
                    <a:pt x="171792" y="37744"/>
                  </a:lnTo>
                  <a:lnTo>
                    <a:pt x="198386" y="37744"/>
                  </a:lnTo>
                  <a:lnTo>
                    <a:pt x="198386" y="265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8" name="object 48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3114714" y="5271200"/>
              <a:ext cx="102178" cy="130105"/>
            </a:xfrm>
            <a:prstGeom prst="rect">
              <a:avLst/>
            </a:prstGeom>
          </p:spPr>
        </p:pic>
        <p:sp>
          <p:nvSpPr>
            <p:cNvPr id="49" name="object 49"/>
            <p:cNvSpPr/>
            <p:nvPr/>
          </p:nvSpPr>
          <p:spPr>
            <a:xfrm>
              <a:off x="3167659" y="5432905"/>
              <a:ext cx="0" cy="75565"/>
            </a:xfrm>
            <a:custGeom>
              <a:avLst/>
              <a:gdLst/>
              <a:ahLst/>
              <a:cxnLst/>
              <a:rect l="l" t="t" r="r" b="b"/>
              <a:pathLst>
                <a:path h="75564">
                  <a:moveTo>
                    <a:pt x="0" y="75442"/>
                  </a:moveTo>
                  <a:lnTo>
                    <a:pt x="0" y="0"/>
                  </a:lnTo>
                </a:path>
              </a:pathLst>
            </a:custGeom>
            <a:ln w="112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0" name="object 50"/>
            <p:cNvSpPr/>
            <p:nvPr/>
          </p:nvSpPr>
          <p:spPr>
            <a:xfrm>
              <a:off x="2923626" y="5731398"/>
              <a:ext cx="114935" cy="130175"/>
            </a:xfrm>
            <a:custGeom>
              <a:avLst/>
              <a:gdLst/>
              <a:ahLst/>
              <a:cxnLst/>
              <a:rect l="l" t="t" r="r" b="b"/>
              <a:pathLst>
                <a:path w="114935" h="130175">
                  <a:moveTo>
                    <a:pt x="57742" y="0"/>
                  </a:moveTo>
                  <a:lnTo>
                    <a:pt x="0" y="0"/>
                  </a:lnTo>
                  <a:lnTo>
                    <a:pt x="0" y="130086"/>
                  </a:lnTo>
                  <a:lnTo>
                    <a:pt x="17242" y="130086"/>
                  </a:lnTo>
                  <a:lnTo>
                    <a:pt x="17242" y="72316"/>
                  </a:lnTo>
                  <a:lnTo>
                    <a:pt x="70390" y="72316"/>
                  </a:lnTo>
                  <a:lnTo>
                    <a:pt x="67431" y="70893"/>
                  </a:lnTo>
                  <a:lnTo>
                    <a:pt x="76195" y="69180"/>
                  </a:lnTo>
                  <a:lnTo>
                    <a:pt x="83737" y="66599"/>
                  </a:lnTo>
                  <a:lnTo>
                    <a:pt x="90055" y="63151"/>
                  </a:lnTo>
                  <a:lnTo>
                    <a:pt x="95150" y="58837"/>
                  </a:lnTo>
                  <a:lnTo>
                    <a:pt x="96494" y="57414"/>
                  </a:lnTo>
                  <a:lnTo>
                    <a:pt x="17242" y="57414"/>
                  </a:lnTo>
                  <a:lnTo>
                    <a:pt x="17242" y="14377"/>
                  </a:lnTo>
                  <a:lnTo>
                    <a:pt x="97788" y="14377"/>
                  </a:lnTo>
                  <a:lnTo>
                    <a:pt x="95094" y="9959"/>
                  </a:lnTo>
                  <a:lnTo>
                    <a:pt x="65933" y="217"/>
                  </a:lnTo>
                  <a:lnTo>
                    <a:pt x="57742" y="0"/>
                  </a:lnTo>
                  <a:close/>
                </a:path>
                <a:path w="114935" h="130175">
                  <a:moveTo>
                    <a:pt x="70390" y="72316"/>
                  </a:moveTo>
                  <a:lnTo>
                    <a:pt x="41662" y="72316"/>
                  </a:lnTo>
                  <a:lnTo>
                    <a:pt x="44867" y="72521"/>
                  </a:lnTo>
                  <a:lnTo>
                    <a:pt x="46816" y="72933"/>
                  </a:lnTo>
                  <a:lnTo>
                    <a:pt x="75865" y="103035"/>
                  </a:lnTo>
                  <a:lnTo>
                    <a:pt x="93107" y="130086"/>
                  </a:lnTo>
                  <a:lnTo>
                    <a:pt x="114791" y="130086"/>
                  </a:lnTo>
                  <a:lnTo>
                    <a:pt x="92133" y="94686"/>
                  </a:lnTo>
                  <a:lnTo>
                    <a:pt x="71986" y="73083"/>
                  </a:lnTo>
                  <a:lnTo>
                    <a:pt x="70390" y="72316"/>
                  </a:lnTo>
                  <a:close/>
                </a:path>
                <a:path w="114935" h="130175">
                  <a:moveTo>
                    <a:pt x="97788" y="14377"/>
                  </a:moveTo>
                  <a:lnTo>
                    <a:pt x="68106" y="14377"/>
                  </a:lnTo>
                  <a:lnTo>
                    <a:pt x="75172" y="16361"/>
                  </a:lnTo>
                  <a:lnTo>
                    <a:pt x="84111" y="24280"/>
                  </a:lnTo>
                  <a:lnTo>
                    <a:pt x="86360" y="29334"/>
                  </a:lnTo>
                  <a:lnTo>
                    <a:pt x="86360" y="39686"/>
                  </a:lnTo>
                  <a:lnTo>
                    <a:pt x="85198" y="43580"/>
                  </a:lnTo>
                  <a:lnTo>
                    <a:pt x="80588" y="50750"/>
                  </a:lnTo>
                  <a:lnTo>
                    <a:pt x="77196" y="53352"/>
                  </a:lnTo>
                  <a:lnTo>
                    <a:pt x="68312" y="56591"/>
                  </a:lnTo>
                  <a:lnTo>
                    <a:pt x="62165" y="57414"/>
                  </a:lnTo>
                  <a:lnTo>
                    <a:pt x="96494" y="57414"/>
                  </a:lnTo>
                  <a:lnTo>
                    <a:pt x="101129" y="52510"/>
                  </a:lnTo>
                  <a:lnTo>
                    <a:pt x="104127" y="44722"/>
                  </a:lnTo>
                  <a:lnTo>
                    <a:pt x="104127" y="28342"/>
                  </a:lnTo>
                  <a:lnTo>
                    <a:pt x="102309" y="21790"/>
                  </a:lnTo>
                  <a:lnTo>
                    <a:pt x="97788" y="1437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3043590" y="5670988"/>
              <a:ext cx="52705" cy="52705"/>
            </a:xfrm>
            <a:custGeom>
              <a:avLst/>
              <a:gdLst/>
              <a:ahLst/>
              <a:cxnLst/>
              <a:rect l="l" t="t" r="r" b="b"/>
              <a:pathLst>
                <a:path w="52705" h="52704">
                  <a:moveTo>
                    <a:pt x="52569" y="0"/>
                  </a:moveTo>
                  <a:lnTo>
                    <a:pt x="0" y="52491"/>
                  </a:lnTo>
                </a:path>
              </a:pathLst>
            </a:custGeom>
            <a:ln w="1123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3305297" y="5731398"/>
              <a:ext cx="114935" cy="130175"/>
            </a:xfrm>
            <a:custGeom>
              <a:avLst/>
              <a:gdLst/>
              <a:ahLst/>
              <a:cxnLst/>
              <a:rect l="l" t="t" r="r" b="b"/>
              <a:pathLst>
                <a:path w="114935" h="130175">
                  <a:moveTo>
                    <a:pt x="57742" y="0"/>
                  </a:moveTo>
                  <a:lnTo>
                    <a:pt x="0" y="0"/>
                  </a:lnTo>
                  <a:lnTo>
                    <a:pt x="0" y="130086"/>
                  </a:lnTo>
                  <a:lnTo>
                    <a:pt x="17223" y="130086"/>
                  </a:lnTo>
                  <a:lnTo>
                    <a:pt x="17223" y="72316"/>
                  </a:lnTo>
                  <a:lnTo>
                    <a:pt x="70390" y="72316"/>
                  </a:lnTo>
                  <a:lnTo>
                    <a:pt x="67431" y="70893"/>
                  </a:lnTo>
                  <a:lnTo>
                    <a:pt x="76195" y="69180"/>
                  </a:lnTo>
                  <a:lnTo>
                    <a:pt x="83737" y="66599"/>
                  </a:lnTo>
                  <a:lnTo>
                    <a:pt x="90055" y="63151"/>
                  </a:lnTo>
                  <a:lnTo>
                    <a:pt x="95150" y="58837"/>
                  </a:lnTo>
                  <a:lnTo>
                    <a:pt x="96494" y="57414"/>
                  </a:lnTo>
                  <a:lnTo>
                    <a:pt x="17223" y="57414"/>
                  </a:lnTo>
                  <a:lnTo>
                    <a:pt x="17223" y="14377"/>
                  </a:lnTo>
                  <a:lnTo>
                    <a:pt x="97788" y="14377"/>
                  </a:lnTo>
                  <a:lnTo>
                    <a:pt x="95094" y="9959"/>
                  </a:lnTo>
                  <a:lnTo>
                    <a:pt x="65923" y="217"/>
                  </a:lnTo>
                  <a:lnTo>
                    <a:pt x="57742" y="0"/>
                  </a:lnTo>
                  <a:close/>
                </a:path>
                <a:path w="114935" h="130175">
                  <a:moveTo>
                    <a:pt x="70390" y="72316"/>
                  </a:moveTo>
                  <a:lnTo>
                    <a:pt x="41662" y="72316"/>
                  </a:lnTo>
                  <a:lnTo>
                    <a:pt x="44867" y="72521"/>
                  </a:lnTo>
                  <a:lnTo>
                    <a:pt x="46816" y="72933"/>
                  </a:lnTo>
                  <a:lnTo>
                    <a:pt x="75865" y="103035"/>
                  </a:lnTo>
                  <a:lnTo>
                    <a:pt x="93107" y="130086"/>
                  </a:lnTo>
                  <a:lnTo>
                    <a:pt x="114772" y="130086"/>
                  </a:lnTo>
                  <a:lnTo>
                    <a:pt x="92133" y="94686"/>
                  </a:lnTo>
                  <a:lnTo>
                    <a:pt x="71986" y="73083"/>
                  </a:lnTo>
                  <a:lnTo>
                    <a:pt x="70390" y="72316"/>
                  </a:lnTo>
                  <a:close/>
                </a:path>
                <a:path w="114935" h="130175">
                  <a:moveTo>
                    <a:pt x="97788" y="14377"/>
                  </a:moveTo>
                  <a:lnTo>
                    <a:pt x="68106" y="14377"/>
                  </a:lnTo>
                  <a:lnTo>
                    <a:pt x="75172" y="16361"/>
                  </a:lnTo>
                  <a:lnTo>
                    <a:pt x="84111" y="24280"/>
                  </a:lnTo>
                  <a:lnTo>
                    <a:pt x="86342" y="29334"/>
                  </a:lnTo>
                  <a:lnTo>
                    <a:pt x="86342" y="39686"/>
                  </a:lnTo>
                  <a:lnTo>
                    <a:pt x="85198" y="43580"/>
                  </a:lnTo>
                  <a:lnTo>
                    <a:pt x="80569" y="50750"/>
                  </a:lnTo>
                  <a:lnTo>
                    <a:pt x="77196" y="53352"/>
                  </a:lnTo>
                  <a:lnTo>
                    <a:pt x="68312" y="56591"/>
                  </a:lnTo>
                  <a:lnTo>
                    <a:pt x="62146" y="57414"/>
                  </a:lnTo>
                  <a:lnTo>
                    <a:pt x="96494" y="57414"/>
                  </a:lnTo>
                  <a:lnTo>
                    <a:pt x="101129" y="52510"/>
                  </a:lnTo>
                  <a:lnTo>
                    <a:pt x="104127" y="44722"/>
                  </a:lnTo>
                  <a:lnTo>
                    <a:pt x="104127" y="28342"/>
                  </a:lnTo>
                  <a:lnTo>
                    <a:pt x="102309" y="21790"/>
                  </a:lnTo>
                  <a:lnTo>
                    <a:pt x="97788" y="1437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3240264" y="5672111"/>
              <a:ext cx="41910" cy="41275"/>
            </a:xfrm>
            <a:custGeom>
              <a:avLst/>
              <a:gdLst/>
              <a:ahLst/>
              <a:cxnLst/>
              <a:rect l="l" t="t" r="r" b="b"/>
              <a:pathLst>
                <a:path w="41910" h="41275">
                  <a:moveTo>
                    <a:pt x="0" y="0"/>
                  </a:moveTo>
                  <a:lnTo>
                    <a:pt x="41325" y="41259"/>
                  </a:lnTo>
                </a:path>
              </a:pathLst>
            </a:custGeom>
            <a:ln w="1123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5400408" y="4154957"/>
              <a:ext cx="198755" cy="156845"/>
            </a:xfrm>
            <a:custGeom>
              <a:avLst/>
              <a:gdLst/>
              <a:ahLst/>
              <a:cxnLst/>
              <a:rect l="l" t="t" r="r" b="b"/>
              <a:pathLst>
                <a:path w="198754" h="156845">
                  <a:moveTo>
                    <a:pt x="115074" y="112699"/>
                  </a:moveTo>
                  <a:lnTo>
                    <a:pt x="97828" y="108394"/>
                  </a:lnTo>
                  <a:lnTo>
                    <a:pt x="95694" y="116154"/>
                  </a:lnTo>
                  <a:lnTo>
                    <a:pt x="92697" y="122859"/>
                  </a:lnTo>
                  <a:lnTo>
                    <a:pt x="59778" y="141528"/>
                  </a:lnTo>
                  <a:lnTo>
                    <a:pt x="51727" y="141528"/>
                  </a:lnTo>
                  <a:lnTo>
                    <a:pt x="22491" y="116814"/>
                  </a:lnTo>
                  <a:lnTo>
                    <a:pt x="17805" y="87985"/>
                  </a:lnTo>
                  <a:lnTo>
                    <a:pt x="17805" y="79375"/>
                  </a:lnTo>
                  <a:lnTo>
                    <a:pt x="35979" y="43624"/>
                  </a:lnTo>
                  <a:lnTo>
                    <a:pt x="61087" y="36512"/>
                  </a:lnTo>
                  <a:lnTo>
                    <a:pt x="69710" y="36512"/>
                  </a:lnTo>
                  <a:lnTo>
                    <a:pt x="77025" y="38569"/>
                  </a:lnTo>
                  <a:lnTo>
                    <a:pt x="88455" y="47180"/>
                  </a:lnTo>
                  <a:lnTo>
                    <a:pt x="92951" y="54102"/>
                  </a:lnTo>
                  <a:lnTo>
                    <a:pt x="95948" y="63652"/>
                  </a:lnTo>
                  <a:lnTo>
                    <a:pt x="112814" y="59537"/>
                  </a:lnTo>
                  <a:lnTo>
                    <a:pt x="87249" y="27330"/>
                  </a:lnTo>
                  <a:lnTo>
                    <a:pt x="61468" y="21717"/>
                  </a:lnTo>
                  <a:lnTo>
                    <a:pt x="52959" y="22212"/>
                  </a:lnTo>
                  <a:lnTo>
                    <a:pt x="17119" y="39268"/>
                  </a:lnTo>
                  <a:lnTo>
                    <a:pt x="482" y="78193"/>
                  </a:lnTo>
                  <a:lnTo>
                    <a:pt x="0" y="87985"/>
                  </a:lnTo>
                  <a:lnTo>
                    <a:pt x="419" y="97142"/>
                  </a:lnTo>
                  <a:lnTo>
                    <a:pt x="15316" y="137147"/>
                  </a:lnTo>
                  <a:lnTo>
                    <a:pt x="51066" y="155765"/>
                  </a:lnTo>
                  <a:lnTo>
                    <a:pt x="61087" y="156311"/>
                  </a:lnTo>
                  <a:lnTo>
                    <a:pt x="70929" y="155613"/>
                  </a:lnTo>
                  <a:lnTo>
                    <a:pt x="107505" y="131483"/>
                  </a:lnTo>
                  <a:lnTo>
                    <a:pt x="115074" y="112699"/>
                  </a:lnTo>
                  <a:close/>
                </a:path>
                <a:path w="198754" h="156845">
                  <a:moveTo>
                    <a:pt x="198285" y="26581"/>
                  </a:moveTo>
                  <a:lnTo>
                    <a:pt x="171665" y="26581"/>
                  </a:lnTo>
                  <a:lnTo>
                    <a:pt x="171665" y="0"/>
                  </a:lnTo>
                  <a:lnTo>
                    <a:pt x="160426" y="0"/>
                  </a:lnTo>
                  <a:lnTo>
                    <a:pt x="160426" y="26581"/>
                  </a:lnTo>
                  <a:lnTo>
                    <a:pt x="133807" y="26581"/>
                  </a:lnTo>
                  <a:lnTo>
                    <a:pt x="133807" y="37820"/>
                  </a:lnTo>
                  <a:lnTo>
                    <a:pt x="160426" y="37820"/>
                  </a:lnTo>
                  <a:lnTo>
                    <a:pt x="160426" y="64592"/>
                  </a:lnTo>
                  <a:lnTo>
                    <a:pt x="171665" y="64592"/>
                  </a:lnTo>
                  <a:lnTo>
                    <a:pt x="171665" y="37820"/>
                  </a:lnTo>
                  <a:lnTo>
                    <a:pt x="198285" y="37820"/>
                  </a:lnTo>
                  <a:lnTo>
                    <a:pt x="198285" y="2658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5" name="object 55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405657" y="3909345"/>
              <a:ext cx="114698" cy="130105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5267907" y="4071087"/>
              <a:ext cx="191135" cy="357505"/>
            </a:xfrm>
            <a:custGeom>
              <a:avLst/>
              <a:gdLst/>
              <a:ahLst/>
              <a:cxnLst/>
              <a:rect l="l" t="t" r="r" b="b"/>
              <a:pathLst>
                <a:path w="191135" h="357504">
                  <a:moveTo>
                    <a:pt x="190975" y="75442"/>
                  </a:moveTo>
                  <a:lnTo>
                    <a:pt x="190975" y="0"/>
                  </a:lnTo>
                </a:path>
                <a:path w="191135" h="357504">
                  <a:moveTo>
                    <a:pt x="119383" y="237933"/>
                  </a:moveTo>
                  <a:lnTo>
                    <a:pt x="0" y="357180"/>
                  </a:lnTo>
                </a:path>
              </a:pathLst>
            </a:custGeom>
            <a:ln w="1123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5596446" y="4369487"/>
              <a:ext cx="114935" cy="130175"/>
            </a:xfrm>
            <a:custGeom>
              <a:avLst/>
              <a:gdLst/>
              <a:ahLst/>
              <a:cxnLst/>
              <a:rect l="l" t="t" r="r" b="b"/>
              <a:pathLst>
                <a:path w="114935" h="130175">
                  <a:moveTo>
                    <a:pt x="57723" y="0"/>
                  </a:moveTo>
                  <a:lnTo>
                    <a:pt x="0" y="0"/>
                  </a:lnTo>
                  <a:lnTo>
                    <a:pt x="0" y="130105"/>
                  </a:lnTo>
                  <a:lnTo>
                    <a:pt x="17242" y="130105"/>
                  </a:lnTo>
                  <a:lnTo>
                    <a:pt x="17242" y="72259"/>
                  </a:lnTo>
                  <a:lnTo>
                    <a:pt x="70093" y="72259"/>
                  </a:lnTo>
                  <a:lnTo>
                    <a:pt x="67469" y="70949"/>
                  </a:lnTo>
                  <a:lnTo>
                    <a:pt x="76178" y="69232"/>
                  </a:lnTo>
                  <a:lnTo>
                    <a:pt x="83727" y="66620"/>
                  </a:lnTo>
                  <a:lnTo>
                    <a:pt x="90082" y="63130"/>
                  </a:lnTo>
                  <a:lnTo>
                    <a:pt x="95206" y="58781"/>
                  </a:lnTo>
                  <a:lnTo>
                    <a:pt x="96479" y="57470"/>
                  </a:lnTo>
                  <a:lnTo>
                    <a:pt x="17242" y="57470"/>
                  </a:lnTo>
                  <a:lnTo>
                    <a:pt x="17242" y="14414"/>
                  </a:lnTo>
                  <a:lnTo>
                    <a:pt x="97830" y="14414"/>
                  </a:lnTo>
                  <a:lnTo>
                    <a:pt x="95019" y="9921"/>
                  </a:lnTo>
                  <a:lnTo>
                    <a:pt x="65911" y="213"/>
                  </a:lnTo>
                  <a:lnTo>
                    <a:pt x="57723" y="0"/>
                  </a:lnTo>
                  <a:close/>
                </a:path>
                <a:path w="114935" h="130175">
                  <a:moveTo>
                    <a:pt x="70093" y="72259"/>
                  </a:moveTo>
                  <a:lnTo>
                    <a:pt x="41606" y="72259"/>
                  </a:lnTo>
                  <a:lnTo>
                    <a:pt x="44792" y="72634"/>
                  </a:lnTo>
                  <a:lnTo>
                    <a:pt x="46853" y="73008"/>
                  </a:lnTo>
                  <a:lnTo>
                    <a:pt x="63346" y="85176"/>
                  </a:lnTo>
                  <a:lnTo>
                    <a:pt x="66719" y="89295"/>
                  </a:lnTo>
                  <a:lnTo>
                    <a:pt x="70842" y="95285"/>
                  </a:lnTo>
                  <a:lnTo>
                    <a:pt x="75903" y="102960"/>
                  </a:lnTo>
                  <a:lnTo>
                    <a:pt x="93145" y="130105"/>
                  </a:lnTo>
                  <a:lnTo>
                    <a:pt x="114698" y="130105"/>
                  </a:lnTo>
                  <a:lnTo>
                    <a:pt x="92208" y="94724"/>
                  </a:lnTo>
                  <a:lnTo>
                    <a:pt x="71967" y="73195"/>
                  </a:lnTo>
                  <a:lnTo>
                    <a:pt x="70093" y="72259"/>
                  </a:lnTo>
                  <a:close/>
                </a:path>
                <a:path w="114935" h="130175">
                  <a:moveTo>
                    <a:pt x="97830" y="14414"/>
                  </a:moveTo>
                  <a:lnTo>
                    <a:pt x="68031" y="14414"/>
                  </a:lnTo>
                  <a:lnTo>
                    <a:pt x="75153" y="16286"/>
                  </a:lnTo>
                  <a:lnTo>
                    <a:pt x="79651" y="20404"/>
                  </a:lnTo>
                  <a:lnTo>
                    <a:pt x="84149" y="24336"/>
                  </a:lnTo>
                  <a:lnTo>
                    <a:pt x="86398" y="29390"/>
                  </a:lnTo>
                  <a:lnTo>
                    <a:pt x="86398" y="39686"/>
                  </a:lnTo>
                  <a:lnTo>
                    <a:pt x="85273" y="43617"/>
                  </a:lnTo>
                  <a:lnTo>
                    <a:pt x="82837" y="47174"/>
                  </a:lnTo>
                  <a:lnTo>
                    <a:pt x="80588" y="50731"/>
                  </a:lnTo>
                  <a:lnTo>
                    <a:pt x="77215" y="53352"/>
                  </a:lnTo>
                  <a:lnTo>
                    <a:pt x="72717" y="55037"/>
                  </a:lnTo>
                  <a:lnTo>
                    <a:pt x="68406" y="56534"/>
                  </a:lnTo>
                  <a:lnTo>
                    <a:pt x="62221" y="57470"/>
                  </a:lnTo>
                  <a:lnTo>
                    <a:pt x="96479" y="57470"/>
                  </a:lnTo>
                  <a:lnTo>
                    <a:pt x="101204" y="52603"/>
                  </a:lnTo>
                  <a:lnTo>
                    <a:pt x="104202" y="44741"/>
                  </a:lnTo>
                  <a:lnTo>
                    <a:pt x="104202" y="28267"/>
                  </a:lnTo>
                  <a:lnTo>
                    <a:pt x="102328" y="21902"/>
                  </a:lnTo>
                  <a:lnTo>
                    <a:pt x="98767" y="15912"/>
                  </a:lnTo>
                  <a:lnTo>
                    <a:pt x="97830" y="144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5531413" y="4310144"/>
              <a:ext cx="41275" cy="41910"/>
            </a:xfrm>
            <a:custGeom>
              <a:avLst/>
              <a:gdLst/>
              <a:ahLst/>
              <a:cxnLst/>
              <a:rect l="l" t="t" r="r" b="b"/>
              <a:pathLst>
                <a:path w="41275" h="41910">
                  <a:moveTo>
                    <a:pt x="0" y="0"/>
                  </a:moveTo>
                  <a:lnTo>
                    <a:pt x="41231" y="41371"/>
                  </a:lnTo>
                </a:path>
              </a:pathLst>
            </a:custGeom>
            <a:ln w="1123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4118060" y="6200132"/>
              <a:ext cx="48260" cy="130810"/>
            </a:xfrm>
            <a:custGeom>
              <a:avLst/>
              <a:gdLst/>
              <a:ahLst/>
              <a:cxnLst/>
              <a:rect l="l" t="t" r="r" b="b"/>
              <a:pathLst>
                <a:path w="48260" h="130810">
                  <a:moveTo>
                    <a:pt x="47978" y="0"/>
                  </a:moveTo>
                  <a:lnTo>
                    <a:pt x="37670" y="0"/>
                  </a:lnTo>
                  <a:lnTo>
                    <a:pt x="34896" y="5616"/>
                  </a:lnTo>
                  <a:lnTo>
                    <a:pt x="30155" y="11419"/>
                  </a:lnTo>
                  <a:lnTo>
                    <a:pt x="0" y="32647"/>
                  </a:lnTo>
                  <a:lnTo>
                    <a:pt x="0" y="48092"/>
                  </a:lnTo>
                  <a:lnTo>
                    <a:pt x="31991" y="28847"/>
                  </a:lnTo>
                  <a:lnTo>
                    <a:pt x="31991" y="130629"/>
                  </a:lnTo>
                  <a:lnTo>
                    <a:pt x="47978" y="130629"/>
                  </a:lnTo>
                  <a:lnTo>
                    <a:pt x="4797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0" name="object 6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207026" y="6184782"/>
              <a:ext cx="66269" cy="73869"/>
            </a:xfrm>
            <a:prstGeom prst="rect">
              <a:avLst/>
            </a:prstGeom>
          </p:spPr>
        </p:pic>
        <p:sp>
          <p:nvSpPr>
            <p:cNvPr id="61" name="object 61"/>
            <p:cNvSpPr/>
            <p:nvPr/>
          </p:nvSpPr>
          <p:spPr>
            <a:xfrm>
              <a:off x="4100162" y="6202360"/>
              <a:ext cx="310515" cy="231775"/>
            </a:xfrm>
            <a:custGeom>
              <a:avLst/>
              <a:gdLst/>
              <a:ahLst/>
              <a:cxnLst/>
              <a:rect l="l" t="t" r="r" b="b"/>
              <a:pathLst>
                <a:path w="310514" h="231775">
                  <a:moveTo>
                    <a:pt x="0" y="163801"/>
                  </a:moveTo>
                  <a:lnTo>
                    <a:pt x="5305" y="190024"/>
                  </a:lnTo>
                  <a:lnTo>
                    <a:pt x="19769" y="211447"/>
                  </a:lnTo>
                  <a:lnTo>
                    <a:pt x="41216" y="225895"/>
                  </a:lnTo>
                  <a:lnTo>
                    <a:pt x="67469" y="231194"/>
                  </a:lnTo>
                  <a:lnTo>
                    <a:pt x="242664" y="231194"/>
                  </a:lnTo>
                  <a:lnTo>
                    <a:pt x="268941" y="225895"/>
                  </a:lnTo>
                  <a:lnTo>
                    <a:pt x="290385" y="211447"/>
                  </a:lnTo>
                  <a:lnTo>
                    <a:pt x="304836" y="190024"/>
                  </a:lnTo>
                  <a:lnTo>
                    <a:pt x="305596" y="186265"/>
                  </a:lnTo>
                  <a:lnTo>
                    <a:pt x="22489" y="186265"/>
                  </a:lnTo>
                  <a:lnTo>
                    <a:pt x="0" y="163801"/>
                  </a:lnTo>
                  <a:close/>
                </a:path>
                <a:path w="310514" h="231775">
                  <a:moveTo>
                    <a:pt x="265154" y="0"/>
                  </a:moveTo>
                  <a:lnTo>
                    <a:pt x="265154" y="118873"/>
                  </a:lnTo>
                  <a:lnTo>
                    <a:pt x="245405" y="166518"/>
                  </a:lnTo>
                  <a:lnTo>
                    <a:pt x="197685" y="186265"/>
                  </a:lnTo>
                  <a:lnTo>
                    <a:pt x="305596" y="186265"/>
                  </a:lnTo>
                  <a:lnTo>
                    <a:pt x="310134" y="163801"/>
                  </a:lnTo>
                  <a:lnTo>
                    <a:pt x="310134" y="44928"/>
                  </a:lnTo>
                  <a:lnTo>
                    <a:pt x="265154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2" name="object 62"/>
            <p:cNvSpPr/>
            <p:nvPr/>
          </p:nvSpPr>
          <p:spPr>
            <a:xfrm>
              <a:off x="4055182" y="6134967"/>
              <a:ext cx="310515" cy="254000"/>
            </a:xfrm>
            <a:custGeom>
              <a:avLst/>
              <a:gdLst/>
              <a:ahLst/>
              <a:cxnLst/>
              <a:rect l="l" t="t" r="r" b="b"/>
              <a:pathLst>
                <a:path w="310514" h="254000">
                  <a:moveTo>
                    <a:pt x="0" y="186265"/>
                  </a:moveTo>
                  <a:lnTo>
                    <a:pt x="0" y="167691"/>
                  </a:lnTo>
                  <a:lnTo>
                    <a:pt x="0" y="126829"/>
                  </a:lnTo>
                  <a:lnTo>
                    <a:pt x="0" y="85966"/>
                  </a:lnTo>
                  <a:lnTo>
                    <a:pt x="5305" y="41170"/>
                  </a:lnTo>
                  <a:lnTo>
                    <a:pt x="41216" y="5299"/>
                  </a:lnTo>
                  <a:lnTo>
                    <a:pt x="67469" y="0"/>
                  </a:lnTo>
                  <a:lnTo>
                    <a:pt x="94843" y="0"/>
                  </a:lnTo>
                  <a:lnTo>
                    <a:pt x="155067" y="0"/>
                  </a:lnTo>
                  <a:lnTo>
                    <a:pt x="215290" y="0"/>
                  </a:lnTo>
                  <a:lnTo>
                    <a:pt x="242665" y="0"/>
                  </a:lnTo>
                  <a:lnTo>
                    <a:pt x="268941" y="5299"/>
                  </a:lnTo>
                  <a:lnTo>
                    <a:pt x="304837" y="41170"/>
                  </a:lnTo>
                  <a:lnTo>
                    <a:pt x="310134" y="85966"/>
                  </a:lnTo>
                  <a:lnTo>
                    <a:pt x="310134" y="126829"/>
                  </a:lnTo>
                  <a:lnTo>
                    <a:pt x="310134" y="167691"/>
                  </a:lnTo>
                  <a:lnTo>
                    <a:pt x="304837" y="212488"/>
                  </a:lnTo>
                  <a:lnTo>
                    <a:pt x="268941" y="248360"/>
                  </a:lnTo>
                  <a:lnTo>
                    <a:pt x="242665" y="253660"/>
                  </a:lnTo>
                  <a:lnTo>
                    <a:pt x="215290" y="253660"/>
                  </a:lnTo>
                  <a:lnTo>
                    <a:pt x="155067" y="253660"/>
                  </a:lnTo>
                  <a:lnTo>
                    <a:pt x="94843" y="253660"/>
                  </a:lnTo>
                  <a:lnTo>
                    <a:pt x="67469" y="253660"/>
                  </a:lnTo>
                  <a:lnTo>
                    <a:pt x="41216" y="248360"/>
                  </a:lnTo>
                  <a:lnTo>
                    <a:pt x="19769" y="233911"/>
                  </a:lnTo>
                  <a:lnTo>
                    <a:pt x="5305" y="212488"/>
                  </a:lnTo>
                  <a:lnTo>
                    <a:pt x="0" y="186265"/>
                  </a:lnTo>
                  <a:close/>
                </a:path>
              </a:pathLst>
            </a:custGeom>
            <a:ln w="112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3" name="object 63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3077550" y="6170742"/>
              <a:ext cx="169685" cy="145979"/>
            </a:xfrm>
            <a:prstGeom prst="rect">
              <a:avLst/>
            </a:prstGeom>
          </p:spPr>
        </p:pic>
        <p:sp>
          <p:nvSpPr>
            <p:cNvPr id="64" name="object 64"/>
            <p:cNvSpPr/>
            <p:nvPr/>
          </p:nvSpPr>
          <p:spPr>
            <a:xfrm>
              <a:off x="3031896" y="6174280"/>
              <a:ext cx="310515" cy="231775"/>
            </a:xfrm>
            <a:custGeom>
              <a:avLst/>
              <a:gdLst/>
              <a:ahLst/>
              <a:cxnLst/>
              <a:rect l="l" t="t" r="r" b="b"/>
              <a:pathLst>
                <a:path w="310514" h="231775">
                  <a:moveTo>
                    <a:pt x="0" y="163801"/>
                  </a:moveTo>
                  <a:lnTo>
                    <a:pt x="5305" y="190024"/>
                  </a:lnTo>
                  <a:lnTo>
                    <a:pt x="19769" y="211446"/>
                  </a:lnTo>
                  <a:lnTo>
                    <a:pt x="41216" y="225894"/>
                  </a:lnTo>
                  <a:lnTo>
                    <a:pt x="67469" y="231194"/>
                  </a:lnTo>
                  <a:lnTo>
                    <a:pt x="242702" y="231194"/>
                  </a:lnTo>
                  <a:lnTo>
                    <a:pt x="268954" y="225894"/>
                  </a:lnTo>
                  <a:lnTo>
                    <a:pt x="290401" y="211446"/>
                  </a:lnTo>
                  <a:lnTo>
                    <a:pt x="304866" y="190024"/>
                  </a:lnTo>
                  <a:lnTo>
                    <a:pt x="305626" y="186265"/>
                  </a:lnTo>
                  <a:lnTo>
                    <a:pt x="22489" y="186265"/>
                  </a:lnTo>
                  <a:lnTo>
                    <a:pt x="0" y="163801"/>
                  </a:lnTo>
                  <a:close/>
                </a:path>
                <a:path w="310514" h="231775">
                  <a:moveTo>
                    <a:pt x="265192" y="0"/>
                  </a:moveTo>
                  <a:lnTo>
                    <a:pt x="265192" y="118873"/>
                  </a:lnTo>
                  <a:lnTo>
                    <a:pt x="245422" y="166518"/>
                  </a:lnTo>
                  <a:lnTo>
                    <a:pt x="197722" y="186265"/>
                  </a:lnTo>
                  <a:lnTo>
                    <a:pt x="305626" y="186265"/>
                  </a:lnTo>
                  <a:lnTo>
                    <a:pt x="310171" y="163801"/>
                  </a:lnTo>
                  <a:lnTo>
                    <a:pt x="310171" y="44928"/>
                  </a:lnTo>
                  <a:lnTo>
                    <a:pt x="265192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5" name="object 65"/>
            <p:cNvSpPr/>
            <p:nvPr/>
          </p:nvSpPr>
          <p:spPr>
            <a:xfrm>
              <a:off x="2986916" y="6106887"/>
              <a:ext cx="310515" cy="254000"/>
            </a:xfrm>
            <a:custGeom>
              <a:avLst/>
              <a:gdLst/>
              <a:ahLst/>
              <a:cxnLst/>
              <a:rect l="l" t="t" r="r" b="b"/>
              <a:pathLst>
                <a:path w="310514" h="254000">
                  <a:moveTo>
                    <a:pt x="0" y="186265"/>
                  </a:moveTo>
                  <a:lnTo>
                    <a:pt x="0" y="167691"/>
                  </a:lnTo>
                  <a:lnTo>
                    <a:pt x="0" y="126829"/>
                  </a:lnTo>
                  <a:lnTo>
                    <a:pt x="0" y="85966"/>
                  </a:lnTo>
                  <a:lnTo>
                    <a:pt x="5305" y="41170"/>
                  </a:lnTo>
                  <a:lnTo>
                    <a:pt x="41216" y="5299"/>
                  </a:lnTo>
                  <a:lnTo>
                    <a:pt x="67469" y="0"/>
                  </a:lnTo>
                  <a:lnTo>
                    <a:pt x="94849" y="0"/>
                  </a:lnTo>
                  <a:lnTo>
                    <a:pt x="155085" y="0"/>
                  </a:lnTo>
                  <a:lnTo>
                    <a:pt x="215322" y="0"/>
                  </a:lnTo>
                  <a:lnTo>
                    <a:pt x="242702" y="0"/>
                  </a:lnTo>
                  <a:lnTo>
                    <a:pt x="268954" y="5299"/>
                  </a:lnTo>
                  <a:lnTo>
                    <a:pt x="304866" y="41170"/>
                  </a:lnTo>
                  <a:lnTo>
                    <a:pt x="310171" y="85966"/>
                  </a:lnTo>
                  <a:lnTo>
                    <a:pt x="310171" y="126829"/>
                  </a:lnTo>
                  <a:lnTo>
                    <a:pt x="310171" y="167691"/>
                  </a:lnTo>
                  <a:lnTo>
                    <a:pt x="304866" y="212488"/>
                  </a:lnTo>
                  <a:lnTo>
                    <a:pt x="268954" y="248359"/>
                  </a:lnTo>
                  <a:lnTo>
                    <a:pt x="242702" y="253658"/>
                  </a:lnTo>
                  <a:lnTo>
                    <a:pt x="215322" y="253658"/>
                  </a:lnTo>
                  <a:lnTo>
                    <a:pt x="155085" y="253658"/>
                  </a:lnTo>
                  <a:lnTo>
                    <a:pt x="94849" y="253658"/>
                  </a:lnTo>
                  <a:lnTo>
                    <a:pt x="67469" y="253658"/>
                  </a:lnTo>
                  <a:lnTo>
                    <a:pt x="41216" y="248359"/>
                  </a:lnTo>
                  <a:lnTo>
                    <a:pt x="19769" y="233910"/>
                  </a:lnTo>
                  <a:lnTo>
                    <a:pt x="5305" y="212488"/>
                  </a:lnTo>
                  <a:lnTo>
                    <a:pt x="0" y="186265"/>
                  </a:lnTo>
                  <a:close/>
                </a:path>
              </a:pathLst>
            </a:custGeom>
            <a:ln w="112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6" name="object 66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5354118" y="4688104"/>
              <a:ext cx="167361" cy="148282"/>
            </a:xfrm>
            <a:prstGeom prst="rect">
              <a:avLst/>
            </a:prstGeom>
          </p:spPr>
        </p:pic>
        <p:sp>
          <p:nvSpPr>
            <p:cNvPr id="67" name="object 67"/>
            <p:cNvSpPr/>
            <p:nvPr/>
          </p:nvSpPr>
          <p:spPr>
            <a:xfrm>
              <a:off x="5345497" y="4683237"/>
              <a:ext cx="273685" cy="254000"/>
            </a:xfrm>
            <a:custGeom>
              <a:avLst/>
              <a:gdLst/>
              <a:ahLst/>
              <a:cxnLst/>
              <a:rect l="l" t="t" r="r" b="b"/>
              <a:pathLst>
                <a:path w="273685" h="254000">
                  <a:moveTo>
                    <a:pt x="206156" y="0"/>
                  </a:moveTo>
                  <a:lnTo>
                    <a:pt x="228646" y="22445"/>
                  </a:lnTo>
                  <a:lnTo>
                    <a:pt x="228646" y="141318"/>
                  </a:lnTo>
                  <a:lnTo>
                    <a:pt x="223348" y="167541"/>
                  </a:lnTo>
                  <a:lnTo>
                    <a:pt x="208897" y="188963"/>
                  </a:lnTo>
                  <a:lnTo>
                    <a:pt x="187453" y="203411"/>
                  </a:lnTo>
                  <a:lnTo>
                    <a:pt x="161176" y="208711"/>
                  </a:lnTo>
                  <a:lnTo>
                    <a:pt x="0" y="208711"/>
                  </a:lnTo>
                  <a:lnTo>
                    <a:pt x="44979" y="253639"/>
                  </a:lnTo>
                  <a:lnTo>
                    <a:pt x="206156" y="253639"/>
                  </a:lnTo>
                  <a:lnTo>
                    <a:pt x="232432" y="248340"/>
                  </a:lnTo>
                  <a:lnTo>
                    <a:pt x="253876" y="233892"/>
                  </a:lnTo>
                  <a:lnTo>
                    <a:pt x="268328" y="212469"/>
                  </a:lnTo>
                  <a:lnTo>
                    <a:pt x="273625" y="186246"/>
                  </a:lnTo>
                  <a:lnTo>
                    <a:pt x="273625" y="67373"/>
                  </a:lnTo>
                  <a:lnTo>
                    <a:pt x="268328" y="41154"/>
                  </a:lnTo>
                  <a:lnTo>
                    <a:pt x="253876" y="19738"/>
                  </a:lnTo>
                  <a:lnTo>
                    <a:pt x="232432" y="5296"/>
                  </a:lnTo>
                  <a:lnTo>
                    <a:pt x="206156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8" name="object 68"/>
            <p:cNvSpPr/>
            <p:nvPr/>
          </p:nvSpPr>
          <p:spPr>
            <a:xfrm>
              <a:off x="5278028" y="4638308"/>
              <a:ext cx="296545" cy="254000"/>
            </a:xfrm>
            <a:custGeom>
              <a:avLst/>
              <a:gdLst/>
              <a:ahLst/>
              <a:cxnLst/>
              <a:rect l="l" t="t" r="r" b="b"/>
              <a:pathLst>
                <a:path w="296545" h="254000">
                  <a:moveTo>
                    <a:pt x="0" y="186246"/>
                  </a:moveTo>
                  <a:lnTo>
                    <a:pt x="0" y="167673"/>
                  </a:lnTo>
                  <a:lnTo>
                    <a:pt x="0" y="126810"/>
                  </a:lnTo>
                  <a:lnTo>
                    <a:pt x="0" y="85947"/>
                  </a:lnTo>
                  <a:lnTo>
                    <a:pt x="0" y="67373"/>
                  </a:lnTo>
                  <a:lnTo>
                    <a:pt x="5297" y="41138"/>
                  </a:lnTo>
                  <a:lnTo>
                    <a:pt x="19748" y="19724"/>
                  </a:lnTo>
                  <a:lnTo>
                    <a:pt x="41193" y="5291"/>
                  </a:lnTo>
                  <a:lnTo>
                    <a:pt x="67469" y="0"/>
                  </a:lnTo>
                  <a:lnTo>
                    <a:pt x="92653" y="0"/>
                  </a:lnTo>
                  <a:lnTo>
                    <a:pt x="148057" y="0"/>
                  </a:lnTo>
                  <a:lnTo>
                    <a:pt x="203462" y="0"/>
                  </a:lnTo>
                  <a:lnTo>
                    <a:pt x="228646" y="0"/>
                  </a:lnTo>
                  <a:lnTo>
                    <a:pt x="254922" y="5291"/>
                  </a:lnTo>
                  <a:lnTo>
                    <a:pt x="290818" y="41138"/>
                  </a:lnTo>
                  <a:lnTo>
                    <a:pt x="296115" y="85947"/>
                  </a:lnTo>
                  <a:lnTo>
                    <a:pt x="296115" y="126810"/>
                  </a:lnTo>
                  <a:lnTo>
                    <a:pt x="296115" y="167673"/>
                  </a:lnTo>
                  <a:lnTo>
                    <a:pt x="290818" y="212469"/>
                  </a:lnTo>
                  <a:lnTo>
                    <a:pt x="254922" y="248340"/>
                  </a:lnTo>
                  <a:lnTo>
                    <a:pt x="228646" y="253639"/>
                  </a:lnTo>
                  <a:lnTo>
                    <a:pt x="203462" y="253639"/>
                  </a:lnTo>
                  <a:lnTo>
                    <a:pt x="148057" y="253639"/>
                  </a:lnTo>
                  <a:lnTo>
                    <a:pt x="92653" y="253639"/>
                  </a:lnTo>
                  <a:lnTo>
                    <a:pt x="67469" y="253639"/>
                  </a:lnTo>
                  <a:lnTo>
                    <a:pt x="41193" y="248340"/>
                  </a:lnTo>
                  <a:lnTo>
                    <a:pt x="19748" y="233892"/>
                  </a:lnTo>
                  <a:lnTo>
                    <a:pt x="5297" y="212469"/>
                  </a:lnTo>
                  <a:lnTo>
                    <a:pt x="0" y="186246"/>
                  </a:lnTo>
                  <a:close/>
                </a:path>
              </a:pathLst>
            </a:custGeom>
            <a:ln w="112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9" name="object 69"/>
            <p:cNvSpPr/>
            <p:nvPr/>
          </p:nvSpPr>
          <p:spPr>
            <a:xfrm>
              <a:off x="5108230" y="6228737"/>
              <a:ext cx="526415" cy="168910"/>
            </a:xfrm>
            <a:custGeom>
              <a:avLst/>
              <a:gdLst/>
              <a:ahLst/>
              <a:cxnLst/>
              <a:rect l="l" t="t" r="r" b="b"/>
              <a:pathLst>
                <a:path w="526414" h="168910">
                  <a:moveTo>
                    <a:pt x="14243" y="35867"/>
                  </a:moveTo>
                  <a:lnTo>
                    <a:pt x="0" y="35867"/>
                  </a:lnTo>
                  <a:lnTo>
                    <a:pt x="0" y="130105"/>
                  </a:lnTo>
                  <a:lnTo>
                    <a:pt x="15930" y="130105"/>
                  </a:lnTo>
                  <a:lnTo>
                    <a:pt x="15930" y="72634"/>
                  </a:lnTo>
                  <a:lnTo>
                    <a:pt x="16867" y="66063"/>
                  </a:lnTo>
                  <a:lnTo>
                    <a:pt x="20256" y="56928"/>
                  </a:lnTo>
                  <a:lnTo>
                    <a:pt x="23052" y="53483"/>
                  </a:lnTo>
                  <a:lnTo>
                    <a:pt x="26800" y="51124"/>
                  </a:lnTo>
                  <a:lnTo>
                    <a:pt x="30205" y="49084"/>
                  </a:lnTo>
                  <a:lnTo>
                    <a:pt x="14243" y="49084"/>
                  </a:lnTo>
                  <a:lnTo>
                    <a:pt x="14243" y="35867"/>
                  </a:lnTo>
                  <a:close/>
                </a:path>
                <a:path w="526414" h="168910">
                  <a:moveTo>
                    <a:pt x="68570" y="47567"/>
                  </a:moveTo>
                  <a:lnTo>
                    <a:pt x="45354" y="47567"/>
                  </a:lnTo>
                  <a:lnTo>
                    <a:pt x="49477" y="49346"/>
                  </a:lnTo>
                  <a:lnTo>
                    <a:pt x="54725" y="56441"/>
                  </a:lnTo>
                  <a:lnTo>
                    <a:pt x="56037" y="61776"/>
                  </a:lnTo>
                  <a:lnTo>
                    <a:pt x="56037" y="130105"/>
                  </a:lnTo>
                  <a:lnTo>
                    <a:pt x="71967" y="130105"/>
                  </a:lnTo>
                  <a:lnTo>
                    <a:pt x="71967" y="65651"/>
                  </a:lnTo>
                  <a:lnTo>
                    <a:pt x="74216" y="58594"/>
                  </a:lnTo>
                  <a:lnTo>
                    <a:pt x="78787" y="54120"/>
                  </a:lnTo>
                  <a:lnTo>
                    <a:pt x="82568" y="50244"/>
                  </a:lnTo>
                  <a:lnTo>
                    <a:pt x="69530" y="50244"/>
                  </a:lnTo>
                  <a:lnTo>
                    <a:pt x="68570" y="47567"/>
                  </a:lnTo>
                  <a:close/>
                </a:path>
                <a:path w="526414" h="168910">
                  <a:moveTo>
                    <a:pt x="125655" y="47567"/>
                  </a:moveTo>
                  <a:lnTo>
                    <a:pt x="98767" y="47567"/>
                  </a:lnTo>
                  <a:lnTo>
                    <a:pt x="101953" y="48429"/>
                  </a:lnTo>
                  <a:lnTo>
                    <a:pt x="104765" y="50151"/>
                  </a:lnTo>
                  <a:lnTo>
                    <a:pt x="107388" y="51854"/>
                  </a:lnTo>
                  <a:lnTo>
                    <a:pt x="109450" y="54120"/>
                  </a:lnTo>
                  <a:lnTo>
                    <a:pt x="110394" y="56946"/>
                  </a:lnTo>
                  <a:lnTo>
                    <a:pt x="111511" y="59754"/>
                  </a:lnTo>
                  <a:lnTo>
                    <a:pt x="111886" y="64341"/>
                  </a:lnTo>
                  <a:lnTo>
                    <a:pt x="111886" y="130105"/>
                  </a:lnTo>
                  <a:lnTo>
                    <a:pt x="127817" y="130105"/>
                  </a:lnTo>
                  <a:lnTo>
                    <a:pt x="127817" y="54644"/>
                  </a:lnTo>
                  <a:lnTo>
                    <a:pt x="125655" y="47567"/>
                  </a:lnTo>
                  <a:close/>
                </a:path>
                <a:path w="526414" h="168910">
                  <a:moveTo>
                    <a:pt x="108138" y="33733"/>
                  </a:moveTo>
                  <a:lnTo>
                    <a:pt x="98767" y="33733"/>
                  </a:lnTo>
                  <a:lnTo>
                    <a:pt x="90193" y="34765"/>
                  </a:lnTo>
                  <a:lnTo>
                    <a:pt x="82462" y="37861"/>
                  </a:lnTo>
                  <a:lnTo>
                    <a:pt x="75575" y="43021"/>
                  </a:lnTo>
                  <a:lnTo>
                    <a:pt x="69530" y="50244"/>
                  </a:lnTo>
                  <a:lnTo>
                    <a:pt x="82568" y="50244"/>
                  </a:lnTo>
                  <a:lnTo>
                    <a:pt x="83024" y="49776"/>
                  </a:lnTo>
                  <a:lnTo>
                    <a:pt x="88459" y="47567"/>
                  </a:lnTo>
                  <a:lnTo>
                    <a:pt x="125655" y="47567"/>
                  </a:lnTo>
                  <a:lnTo>
                    <a:pt x="125380" y="46669"/>
                  </a:lnTo>
                  <a:lnTo>
                    <a:pt x="115260" y="36317"/>
                  </a:lnTo>
                  <a:lnTo>
                    <a:pt x="108138" y="33733"/>
                  </a:lnTo>
                  <a:close/>
                </a:path>
                <a:path w="526414" h="168910">
                  <a:moveTo>
                    <a:pt x="49852" y="33733"/>
                  </a:moveTo>
                  <a:lnTo>
                    <a:pt x="36545" y="33733"/>
                  </a:lnTo>
                  <a:lnTo>
                    <a:pt x="31110" y="35137"/>
                  </a:lnTo>
                  <a:lnTo>
                    <a:pt x="26050" y="37945"/>
                  </a:lnTo>
                  <a:lnTo>
                    <a:pt x="21177" y="40753"/>
                  </a:lnTo>
                  <a:lnTo>
                    <a:pt x="17242" y="44460"/>
                  </a:lnTo>
                  <a:lnTo>
                    <a:pt x="14243" y="49084"/>
                  </a:lnTo>
                  <a:lnTo>
                    <a:pt x="30205" y="49084"/>
                  </a:lnTo>
                  <a:lnTo>
                    <a:pt x="30736" y="48766"/>
                  </a:lnTo>
                  <a:lnTo>
                    <a:pt x="34859" y="47567"/>
                  </a:lnTo>
                  <a:lnTo>
                    <a:pt x="68570" y="47567"/>
                  </a:lnTo>
                  <a:lnTo>
                    <a:pt x="67656" y="45022"/>
                  </a:lnTo>
                  <a:lnTo>
                    <a:pt x="64658" y="40978"/>
                  </a:lnTo>
                  <a:lnTo>
                    <a:pt x="55662" y="35175"/>
                  </a:lnTo>
                  <a:lnTo>
                    <a:pt x="49852" y="33733"/>
                  </a:lnTo>
                  <a:close/>
                </a:path>
                <a:path w="526414" h="168910">
                  <a:moveTo>
                    <a:pt x="194911" y="33733"/>
                  </a:moveTo>
                  <a:lnTo>
                    <a:pt x="157668" y="54093"/>
                  </a:lnTo>
                  <a:lnTo>
                    <a:pt x="150934" y="82799"/>
                  </a:lnTo>
                  <a:lnTo>
                    <a:pt x="150963" y="85176"/>
                  </a:lnTo>
                  <a:lnTo>
                    <a:pt x="169464" y="125076"/>
                  </a:lnTo>
                  <a:lnTo>
                    <a:pt x="195661" y="132239"/>
                  </a:lnTo>
                  <a:lnTo>
                    <a:pt x="203567" y="131740"/>
                  </a:lnTo>
                  <a:lnTo>
                    <a:pt x="228158" y="119097"/>
                  </a:lnTo>
                  <a:lnTo>
                    <a:pt x="187977" y="119097"/>
                  </a:lnTo>
                  <a:lnTo>
                    <a:pt x="181417" y="116345"/>
                  </a:lnTo>
                  <a:lnTo>
                    <a:pt x="176170" y="110842"/>
                  </a:lnTo>
                  <a:lnTo>
                    <a:pt x="170735" y="105338"/>
                  </a:lnTo>
                  <a:lnTo>
                    <a:pt x="167923" y="97419"/>
                  </a:lnTo>
                  <a:lnTo>
                    <a:pt x="167361" y="87067"/>
                  </a:lnTo>
                  <a:lnTo>
                    <a:pt x="237642" y="87067"/>
                  </a:lnTo>
                  <a:lnTo>
                    <a:pt x="237642" y="85176"/>
                  </a:lnTo>
                  <a:lnTo>
                    <a:pt x="237824" y="83791"/>
                  </a:lnTo>
                  <a:lnTo>
                    <a:pt x="237829" y="82799"/>
                  </a:lnTo>
                  <a:lnTo>
                    <a:pt x="237211" y="73925"/>
                  </a:lnTo>
                  <a:lnTo>
                    <a:pt x="168111" y="73925"/>
                  </a:lnTo>
                  <a:lnTo>
                    <a:pt x="168673" y="65707"/>
                  </a:lnTo>
                  <a:lnTo>
                    <a:pt x="171484" y="59137"/>
                  </a:lnTo>
                  <a:lnTo>
                    <a:pt x="176544" y="54232"/>
                  </a:lnTo>
                  <a:lnTo>
                    <a:pt x="181417" y="49327"/>
                  </a:lnTo>
                  <a:lnTo>
                    <a:pt x="187602" y="46856"/>
                  </a:lnTo>
                  <a:lnTo>
                    <a:pt x="226027" y="46856"/>
                  </a:lnTo>
                  <a:lnTo>
                    <a:pt x="225835" y="46594"/>
                  </a:lnTo>
                  <a:lnTo>
                    <a:pt x="219369" y="40967"/>
                  </a:lnTo>
                  <a:lnTo>
                    <a:pt x="212060" y="36948"/>
                  </a:lnTo>
                  <a:lnTo>
                    <a:pt x="203907" y="34537"/>
                  </a:lnTo>
                  <a:lnTo>
                    <a:pt x="194911" y="33733"/>
                  </a:lnTo>
                  <a:close/>
                </a:path>
                <a:path w="526414" h="168910">
                  <a:moveTo>
                    <a:pt x="220774" y="99759"/>
                  </a:moveTo>
                  <a:lnTo>
                    <a:pt x="218338" y="106499"/>
                  </a:lnTo>
                  <a:lnTo>
                    <a:pt x="214965" y="111403"/>
                  </a:lnTo>
                  <a:lnTo>
                    <a:pt x="206718" y="117562"/>
                  </a:lnTo>
                  <a:lnTo>
                    <a:pt x="201658" y="119097"/>
                  </a:lnTo>
                  <a:lnTo>
                    <a:pt x="228158" y="119097"/>
                  </a:lnTo>
                  <a:lnTo>
                    <a:pt x="231645" y="114644"/>
                  </a:lnTo>
                  <a:lnTo>
                    <a:pt x="234877" y="108627"/>
                  </a:lnTo>
                  <a:lnTo>
                    <a:pt x="237267" y="101800"/>
                  </a:lnTo>
                  <a:lnTo>
                    <a:pt x="220774" y="99759"/>
                  </a:lnTo>
                  <a:close/>
                </a:path>
                <a:path w="526414" h="168910">
                  <a:moveTo>
                    <a:pt x="226027" y="46856"/>
                  </a:moveTo>
                  <a:lnTo>
                    <a:pt x="203157" y="46856"/>
                  </a:lnTo>
                  <a:lnTo>
                    <a:pt x="209717" y="49945"/>
                  </a:lnTo>
                  <a:lnTo>
                    <a:pt x="214777" y="56085"/>
                  </a:lnTo>
                  <a:lnTo>
                    <a:pt x="218151" y="60054"/>
                  </a:lnTo>
                  <a:lnTo>
                    <a:pt x="220212" y="66007"/>
                  </a:lnTo>
                  <a:lnTo>
                    <a:pt x="220962" y="73925"/>
                  </a:lnTo>
                  <a:lnTo>
                    <a:pt x="237211" y="73925"/>
                  </a:lnTo>
                  <a:lnTo>
                    <a:pt x="237062" y="71785"/>
                  </a:lnTo>
                  <a:lnTo>
                    <a:pt x="234784" y="62078"/>
                  </a:lnTo>
                  <a:lnTo>
                    <a:pt x="231030" y="53680"/>
                  </a:lnTo>
                  <a:lnTo>
                    <a:pt x="226027" y="46856"/>
                  </a:lnTo>
                  <a:close/>
                </a:path>
                <a:path w="526414" h="168910">
                  <a:moveTo>
                    <a:pt x="279248" y="48279"/>
                  </a:moveTo>
                  <a:lnTo>
                    <a:pt x="263318" y="48279"/>
                  </a:lnTo>
                  <a:lnTo>
                    <a:pt x="263441" y="113481"/>
                  </a:lnTo>
                  <a:lnTo>
                    <a:pt x="279623" y="131340"/>
                  </a:lnTo>
                  <a:lnTo>
                    <a:pt x="288994" y="131340"/>
                  </a:lnTo>
                  <a:lnTo>
                    <a:pt x="293117" y="130872"/>
                  </a:lnTo>
                  <a:lnTo>
                    <a:pt x="297615" y="129936"/>
                  </a:lnTo>
                  <a:lnTo>
                    <a:pt x="295285" y="116439"/>
                  </a:lnTo>
                  <a:lnTo>
                    <a:pt x="285807" y="116439"/>
                  </a:lnTo>
                  <a:lnTo>
                    <a:pt x="284121" y="116065"/>
                  </a:lnTo>
                  <a:lnTo>
                    <a:pt x="281497" y="114511"/>
                  </a:lnTo>
                  <a:lnTo>
                    <a:pt x="280560" y="113481"/>
                  </a:lnTo>
                  <a:lnTo>
                    <a:pt x="279435" y="110879"/>
                  </a:lnTo>
                  <a:lnTo>
                    <a:pt x="279248" y="107959"/>
                  </a:lnTo>
                  <a:lnTo>
                    <a:pt x="279248" y="48279"/>
                  </a:lnTo>
                  <a:close/>
                </a:path>
                <a:path w="526414" h="168910">
                  <a:moveTo>
                    <a:pt x="295178" y="115821"/>
                  </a:moveTo>
                  <a:lnTo>
                    <a:pt x="292367" y="116233"/>
                  </a:lnTo>
                  <a:lnTo>
                    <a:pt x="289931" y="116439"/>
                  </a:lnTo>
                  <a:lnTo>
                    <a:pt x="295285" y="116439"/>
                  </a:lnTo>
                  <a:lnTo>
                    <a:pt x="295178" y="115821"/>
                  </a:lnTo>
                  <a:close/>
                </a:path>
                <a:path w="526414" h="168910">
                  <a:moveTo>
                    <a:pt x="295178" y="35867"/>
                  </a:moveTo>
                  <a:lnTo>
                    <a:pt x="251511" y="35867"/>
                  </a:lnTo>
                  <a:lnTo>
                    <a:pt x="251511" y="48279"/>
                  </a:lnTo>
                  <a:lnTo>
                    <a:pt x="295178" y="48279"/>
                  </a:lnTo>
                  <a:lnTo>
                    <a:pt x="295178" y="35867"/>
                  </a:lnTo>
                  <a:close/>
                </a:path>
                <a:path w="526414" h="168910">
                  <a:moveTo>
                    <a:pt x="279248" y="2939"/>
                  </a:moveTo>
                  <a:lnTo>
                    <a:pt x="263318" y="12523"/>
                  </a:lnTo>
                  <a:lnTo>
                    <a:pt x="263318" y="35867"/>
                  </a:lnTo>
                  <a:lnTo>
                    <a:pt x="279248" y="35867"/>
                  </a:lnTo>
                  <a:lnTo>
                    <a:pt x="279248" y="2939"/>
                  </a:lnTo>
                  <a:close/>
                </a:path>
                <a:path w="526414" h="168910">
                  <a:moveTo>
                    <a:pt x="328351" y="0"/>
                  </a:moveTo>
                  <a:lnTo>
                    <a:pt x="312420" y="0"/>
                  </a:lnTo>
                  <a:lnTo>
                    <a:pt x="312420" y="130105"/>
                  </a:lnTo>
                  <a:lnTo>
                    <a:pt x="328351" y="130105"/>
                  </a:lnTo>
                  <a:lnTo>
                    <a:pt x="328351" y="71155"/>
                  </a:lnTo>
                  <a:lnTo>
                    <a:pt x="329288" y="65352"/>
                  </a:lnTo>
                  <a:lnTo>
                    <a:pt x="348592" y="47493"/>
                  </a:lnTo>
                  <a:lnTo>
                    <a:pt x="385068" y="47493"/>
                  </a:lnTo>
                  <a:lnTo>
                    <a:pt x="384695" y="46688"/>
                  </a:lnTo>
                  <a:lnTo>
                    <a:pt x="328351" y="46688"/>
                  </a:lnTo>
                  <a:lnTo>
                    <a:pt x="328351" y="0"/>
                  </a:lnTo>
                  <a:close/>
                </a:path>
                <a:path w="526414" h="168910">
                  <a:moveTo>
                    <a:pt x="385068" y="47493"/>
                  </a:moveTo>
                  <a:lnTo>
                    <a:pt x="359649" y="47493"/>
                  </a:lnTo>
                  <a:lnTo>
                    <a:pt x="364522" y="49308"/>
                  </a:lnTo>
                  <a:lnTo>
                    <a:pt x="368083" y="52940"/>
                  </a:lnTo>
                  <a:lnTo>
                    <a:pt x="371456" y="56591"/>
                  </a:lnTo>
                  <a:lnTo>
                    <a:pt x="373330" y="62394"/>
                  </a:lnTo>
                  <a:lnTo>
                    <a:pt x="373330" y="130105"/>
                  </a:lnTo>
                  <a:lnTo>
                    <a:pt x="389261" y="130105"/>
                  </a:lnTo>
                  <a:lnTo>
                    <a:pt x="389261" y="61158"/>
                  </a:lnTo>
                  <a:lnTo>
                    <a:pt x="388136" y="54120"/>
                  </a:lnTo>
                  <a:lnTo>
                    <a:pt x="385068" y="47493"/>
                  </a:lnTo>
                  <a:close/>
                </a:path>
                <a:path w="526414" h="168910">
                  <a:moveTo>
                    <a:pt x="363585" y="33733"/>
                  </a:moveTo>
                  <a:lnTo>
                    <a:pt x="356650" y="33733"/>
                  </a:lnTo>
                  <a:lnTo>
                    <a:pt x="348460" y="34544"/>
                  </a:lnTo>
                  <a:lnTo>
                    <a:pt x="341025" y="36974"/>
                  </a:lnTo>
                  <a:lnTo>
                    <a:pt x="334327" y="41023"/>
                  </a:lnTo>
                  <a:lnTo>
                    <a:pt x="328351" y="46688"/>
                  </a:lnTo>
                  <a:lnTo>
                    <a:pt x="384695" y="46688"/>
                  </a:lnTo>
                  <a:lnTo>
                    <a:pt x="383638" y="44404"/>
                  </a:lnTo>
                  <a:lnTo>
                    <a:pt x="380077" y="40604"/>
                  </a:lnTo>
                  <a:lnTo>
                    <a:pt x="374830" y="37852"/>
                  </a:lnTo>
                  <a:lnTo>
                    <a:pt x="369769" y="35100"/>
                  </a:lnTo>
                  <a:lnTo>
                    <a:pt x="363585" y="33733"/>
                  </a:lnTo>
                  <a:close/>
                </a:path>
                <a:path w="526414" h="168910">
                  <a:moveTo>
                    <a:pt x="414187" y="151408"/>
                  </a:moveTo>
                  <a:lnTo>
                    <a:pt x="415874" y="166403"/>
                  </a:lnTo>
                  <a:lnTo>
                    <a:pt x="419622" y="167704"/>
                  </a:lnTo>
                  <a:lnTo>
                    <a:pt x="423183" y="168356"/>
                  </a:lnTo>
                  <a:lnTo>
                    <a:pt x="431242" y="168356"/>
                  </a:lnTo>
                  <a:lnTo>
                    <a:pt x="435740" y="167128"/>
                  </a:lnTo>
                  <a:lnTo>
                    <a:pt x="439300" y="164673"/>
                  </a:lnTo>
                  <a:lnTo>
                    <a:pt x="443049" y="162217"/>
                  </a:lnTo>
                  <a:lnTo>
                    <a:pt x="446235" y="158353"/>
                  </a:lnTo>
                  <a:lnTo>
                    <a:pt x="449197" y="152831"/>
                  </a:lnTo>
                  <a:lnTo>
                    <a:pt x="420746" y="152831"/>
                  </a:lnTo>
                  <a:lnTo>
                    <a:pt x="417560" y="152344"/>
                  </a:lnTo>
                  <a:lnTo>
                    <a:pt x="414187" y="151408"/>
                  </a:lnTo>
                  <a:close/>
                </a:path>
                <a:path w="526414" h="168910">
                  <a:moveTo>
                    <a:pt x="424682" y="35867"/>
                  </a:moveTo>
                  <a:lnTo>
                    <a:pt x="407627" y="35867"/>
                  </a:lnTo>
                  <a:lnTo>
                    <a:pt x="443424" y="130292"/>
                  </a:lnTo>
                  <a:lnTo>
                    <a:pt x="442674" y="131995"/>
                  </a:lnTo>
                  <a:lnTo>
                    <a:pt x="442299" y="133306"/>
                  </a:lnTo>
                  <a:lnTo>
                    <a:pt x="441924" y="134186"/>
                  </a:lnTo>
                  <a:lnTo>
                    <a:pt x="439675" y="140513"/>
                  </a:lnTo>
                  <a:lnTo>
                    <a:pt x="426744" y="152831"/>
                  </a:lnTo>
                  <a:lnTo>
                    <a:pt x="449197" y="152831"/>
                  </a:lnTo>
                  <a:lnTo>
                    <a:pt x="451295" y="149181"/>
                  </a:lnTo>
                  <a:lnTo>
                    <a:pt x="454294" y="142067"/>
                  </a:lnTo>
                  <a:lnTo>
                    <a:pt x="458042" y="131696"/>
                  </a:lnTo>
                  <a:lnTo>
                    <a:pt x="465338" y="112264"/>
                  </a:lnTo>
                  <a:lnTo>
                    <a:pt x="451295" y="112264"/>
                  </a:lnTo>
                  <a:lnTo>
                    <a:pt x="449233" y="104645"/>
                  </a:lnTo>
                  <a:lnTo>
                    <a:pt x="446984" y="97363"/>
                  </a:lnTo>
                  <a:lnTo>
                    <a:pt x="444361" y="90437"/>
                  </a:lnTo>
                  <a:lnTo>
                    <a:pt x="424682" y="35867"/>
                  </a:lnTo>
                  <a:close/>
                </a:path>
                <a:path w="526414" h="168910">
                  <a:moveTo>
                    <a:pt x="494026" y="35867"/>
                  </a:moveTo>
                  <a:lnTo>
                    <a:pt x="477908" y="35867"/>
                  </a:lnTo>
                  <a:lnTo>
                    <a:pt x="457854" y="90792"/>
                  </a:lnTo>
                  <a:lnTo>
                    <a:pt x="455231" y="97775"/>
                  </a:lnTo>
                  <a:lnTo>
                    <a:pt x="453169" y="104926"/>
                  </a:lnTo>
                  <a:lnTo>
                    <a:pt x="451295" y="112264"/>
                  </a:lnTo>
                  <a:lnTo>
                    <a:pt x="465338" y="112264"/>
                  </a:lnTo>
                  <a:lnTo>
                    <a:pt x="494026" y="35867"/>
                  </a:lnTo>
                  <a:close/>
                </a:path>
                <a:path w="526414" h="168910">
                  <a:moveTo>
                    <a:pt x="525886" y="0"/>
                  </a:moveTo>
                  <a:lnTo>
                    <a:pt x="509956" y="0"/>
                  </a:lnTo>
                  <a:lnTo>
                    <a:pt x="509956" y="130105"/>
                  </a:lnTo>
                  <a:lnTo>
                    <a:pt x="525886" y="130105"/>
                  </a:lnTo>
                  <a:lnTo>
                    <a:pt x="52588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0" name="object 70"/>
            <p:cNvSpPr/>
            <p:nvPr/>
          </p:nvSpPr>
          <p:spPr>
            <a:xfrm>
              <a:off x="5041885" y="6179896"/>
              <a:ext cx="732155" cy="309880"/>
            </a:xfrm>
            <a:custGeom>
              <a:avLst/>
              <a:gdLst/>
              <a:ahLst/>
              <a:cxnLst/>
              <a:rect l="l" t="t" r="r" b="b"/>
              <a:pathLst>
                <a:path w="732154" h="309879">
                  <a:moveTo>
                    <a:pt x="0" y="242428"/>
                  </a:moveTo>
                  <a:lnTo>
                    <a:pt x="5297" y="268650"/>
                  </a:lnTo>
                  <a:lnTo>
                    <a:pt x="19748" y="290072"/>
                  </a:lnTo>
                  <a:lnTo>
                    <a:pt x="41193" y="304519"/>
                  </a:lnTo>
                  <a:lnTo>
                    <a:pt x="67469" y="309818"/>
                  </a:lnTo>
                  <a:lnTo>
                    <a:pt x="664386" y="309818"/>
                  </a:lnTo>
                  <a:lnTo>
                    <a:pt x="690662" y="304519"/>
                  </a:lnTo>
                  <a:lnTo>
                    <a:pt x="712106" y="290072"/>
                  </a:lnTo>
                  <a:lnTo>
                    <a:pt x="726558" y="268650"/>
                  </a:lnTo>
                  <a:lnTo>
                    <a:pt x="727317" y="264890"/>
                  </a:lnTo>
                  <a:lnTo>
                    <a:pt x="22489" y="264890"/>
                  </a:lnTo>
                  <a:lnTo>
                    <a:pt x="0" y="242428"/>
                  </a:lnTo>
                  <a:close/>
                </a:path>
                <a:path w="732154" h="309879">
                  <a:moveTo>
                    <a:pt x="664386" y="0"/>
                  </a:moveTo>
                  <a:lnTo>
                    <a:pt x="686876" y="22464"/>
                  </a:lnTo>
                  <a:lnTo>
                    <a:pt x="686876" y="197497"/>
                  </a:lnTo>
                  <a:lnTo>
                    <a:pt x="681578" y="223721"/>
                  </a:lnTo>
                  <a:lnTo>
                    <a:pt x="667127" y="245144"/>
                  </a:lnTo>
                  <a:lnTo>
                    <a:pt x="645682" y="259591"/>
                  </a:lnTo>
                  <a:lnTo>
                    <a:pt x="619406" y="264890"/>
                  </a:lnTo>
                  <a:lnTo>
                    <a:pt x="727317" y="264890"/>
                  </a:lnTo>
                  <a:lnTo>
                    <a:pt x="731855" y="242428"/>
                  </a:lnTo>
                  <a:lnTo>
                    <a:pt x="731855" y="67392"/>
                  </a:lnTo>
                  <a:lnTo>
                    <a:pt x="726558" y="41169"/>
                  </a:lnTo>
                  <a:lnTo>
                    <a:pt x="712106" y="19747"/>
                  </a:lnTo>
                  <a:lnTo>
                    <a:pt x="690662" y="5299"/>
                  </a:lnTo>
                  <a:lnTo>
                    <a:pt x="664386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1" name="object 71"/>
            <p:cNvSpPr/>
            <p:nvPr/>
          </p:nvSpPr>
          <p:spPr>
            <a:xfrm>
              <a:off x="4996905" y="6134967"/>
              <a:ext cx="732155" cy="309880"/>
            </a:xfrm>
            <a:custGeom>
              <a:avLst/>
              <a:gdLst/>
              <a:ahLst/>
              <a:cxnLst/>
              <a:rect l="l" t="t" r="r" b="b"/>
              <a:pathLst>
                <a:path w="732154" h="309879">
                  <a:moveTo>
                    <a:pt x="0" y="242426"/>
                  </a:moveTo>
                  <a:lnTo>
                    <a:pt x="0" y="215077"/>
                  </a:lnTo>
                  <a:lnTo>
                    <a:pt x="0" y="154909"/>
                  </a:lnTo>
                  <a:lnTo>
                    <a:pt x="0" y="94741"/>
                  </a:lnTo>
                  <a:lnTo>
                    <a:pt x="5297" y="41170"/>
                  </a:lnTo>
                  <a:lnTo>
                    <a:pt x="41193" y="5299"/>
                  </a:lnTo>
                  <a:lnTo>
                    <a:pt x="67469" y="0"/>
                  </a:lnTo>
                  <a:lnTo>
                    <a:pt x="160737" y="0"/>
                  </a:lnTo>
                  <a:lnTo>
                    <a:pt x="365927" y="0"/>
                  </a:lnTo>
                  <a:lnTo>
                    <a:pt x="571118" y="0"/>
                  </a:lnTo>
                  <a:lnTo>
                    <a:pt x="664386" y="0"/>
                  </a:lnTo>
                  <a:lnTo>
                    <a:pt x="690662" y="5299"/>
                  </a:lnTo>
                  <a:lnTo>
                    <a:pt x="712106" y="19747"/>
                  </a:lnTo>
                  <a:lnTo>
                    <a:pt x="726558" y="41170"/>
                  </a:lnTo>
                  <a:lnTo>
                    <a:pt x="731855" y="67392"/>
                  </a:lnTo>
                  <a:lnTo>
                    <a:pt x="731855" y="94741"/>
                  </a:lnTo>
                  <a:lnTo>
                    <a:pt x="731855" y="154909"/>
                  </a:lnTo>
                  <a:lnTo>
                    <a:pt x="731855" y="215077"/>
                  </a:lnTo>
                  <a:lnTo>
                    <a:pt x="731855" y="242426"/>
                  </a:lnTo>
                  <a:lnTo>
                    <a:pt x="726558" y="268650"/>
                  </a:lnTo>
                  <a:lnTo>
                    <a:pt x="712106" y="290073"/>
                  </a:lnTo>
                  <a:lnTo>
                    <a:pt x="690662" y="304521"/>
                  </a:lnTo>
                  <a:lnTo>
                    <a:pt x="664386" y="309820"/>
                  </a:lnTo>
                  <a:lnTo>
                    <a:pt x="571118" y="309820"/>
                  </a:lnTo>
                  <a:lnTo>
                    <a:pt x="365927" y="309820"/>
                  </a:lnTo>
                  <a:lnTo>
                    <a:pt x="160737" y="309820"/>
                  </a:lnTo>
                  <a:lnTo>
                    <a:pt x="67469" y="309820"/>
                  </a:lnTo>
                  <a:lnTo>
                    <a:pt x="41193" y="304521"/>
                  </a:lnTo>
                  <a:lnTo>
                    <a:pt x="19748" y="290073"/>
                  </a:lnTo>
                  <a:lnTo>
                    <a:pt x="5297" y="268650"/>
                  </a:lnTo>
                  <a:lnTo>
                    <a:pt x="0" y="242426"/>
                  </a:lnTo>
                  <a:close/>
                </a:path>
              </a:pathLst>
            </a:custGeom>
            <a:ln w="1123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2" name="object 72"/>
            <p:cNvSpPr/>
            <p:nvPr/>
          </p:nvSpPr>
          <p:spPr>
            <a:xfrm>
              <a:off x="2455748" y="3708514"/>
              <a:ext cx="3879850" cy="2820670"/>
            </a:xfrm>
            <a:custGeom>
              <a:avLst/>
              <a:gdLst/>
              <a:ahLst/>
              <a:cxnLst/>
              <a:rect l="l" t="t" r="r" b="b"/>
              <a:pathLst>
                <a:path w="3879850" h="2820670">
                  <a:moveTo>
                    <a:pt x="3879672" y="0"/>
                  </a:moveTo>
                  <a:lnTo>
                    <a:pt x="3834688" y="0"/>
                  </a:lnTo>
                  <a:lnTo>
                    <a:pt x="3834688" y="2774645"/>
                  </a:lnTo>
                  <a:lnTo>
                    <a:pt x="0" y="2774645"/>
                  </a:lnTo>
                  <a:lnTo>
                    <a:pt x="0" y="2820339"/>
                  </a:lnTo>
                  <a:lnTo>
                    <a:pt x="3879672" y="2820339"/>
                  </a:lnTo>
                  <a:lnTo>
                    <a:pt x="3879672" y="2774645"/>
                  </a:lnTo>
                  <a:lnTo>
                    <a:pt x="3879672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3" name="object 73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5058565" y="4127622"/>
              <a:ext cx="86210" cy="88172"/>
            </a:xfrm>
            <a:prstGeom prst="rect">
              <a:avLst/>
            </a:prstGeom>
          </p:spPr>
        </p:pic>
        <p:pic>
          <p:nvPicPr>
            <p:cNvPr id="74" name="object 74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3681064" y="5571003"/>
              <a:ext cx="86267" cy="88115"/>
            </a:xfrm>
            <a:prstGeom prst="rect">
              <a:avLst/>
            </a:prstGeom>
          </p:spPr>
        </p:pic>
        <p:pic>
          <p:nvPicPr>
            <p:cNvPr id="75" name="object 75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4763386" y="5585044"/>
              <a:ext cx="86210" cy="88115"/>
            </a:xfrm>
            <a:prstGeom prst="rect">
              <a:avLst/>
            </a:prstGeom>
          </p:spPr>
        </p:pic>
        <p:pic>
          <p:nvPicPr>
            <p:cNvPr id="76" name="object 76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2504959" y="4058545"/>
              <a:ext cx="243002" cy="134598"/>
            </a:xfrm>
            <a:prstGeom prst="rect">
              <a:avLst/>
            </a:prstGeom>
          </p:spPr>
        </p:pic>
        <p:pic>
          <p:nvPicPr>
            <p:cNvPr id="77" name="object 77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2770639" y="4133425"/>
              <a:ext cx="64658" cy="97906"/>
            </a:xfrm>
            <a:prstGeom prst="rect">
              <a:avLst/>
            </a:prstGeom>
          </p:spPr>
        </p:pic>
        <p:pic>
          <p:nvPicPr>
            <p:cNvPr id="78" name="object 78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2909888" y="4058545"/>
              <a:ext cx="243002" cy="134598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2861011" y="4095423"/>
              <a:ext cx="19050" cy="48895"/>
            </a:xfrm>
            <a:custGeom>
              <a:avLst/>
              <a:gdLst/>
              <a:ahLst/>
              <a:cxnLst/>
              <a:rect l="l" t="t" r="r" b="b"/>
              <a:pathLst>
                <a:path w="19050" h="48895">
                  <a:moveTo>
                    <a:pt x="0" y="0"/>
                  </a:moveTo>
                  <a:lnTo>
                    <a:pt x="18853" y="0"/>
                  </a:lnTo>
                </a:path>
                <a:path w="19050" h="48895">
                  <a:moveTo>
                    <a:pt x="0" y="48485"/>
                  </a:moveTo>
                  <a:lnTo>
                    <a:pt x="18853" y="48485"/>
                  </a:lnTo>
                </a:path>
              </a:pathLst>
            </a:custGeom>
            <a:ln w="1123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0" name="object 80"/>
            <p:cNvSpPr/>
            <p:nvPr/>
          </p:nvSpPr>
          <p:spPr>
            <a:xfrm>
              <a:off x="3314814" y="4037025"/>
              <a:ext cx="198755" cy="156210"/>
            </a:xfrm>
            <a:custGeom>
              <a:avLst/>
              <a:gdLst/>
              <a:ahLst/>
              <a:cxnLst/>
              <a:rect l="l" t="t" r="r" b="b"/>
              <a:pathLst>
                <a:path w="198754" h="156210">
                  <a:moveTo>
                    <a:pt x="115150" y="112699"/>
                  </a:moveTo>
                  <a:lnTo>
                    <a:pt x="97917" y="108204"/>
                  </a:lnTo>
                  <a:lnTo>
                    <a:pt x="95732" y="115963"/>
                  </a:lnTo>
                  <a:lnTo>
                    <a:pt x="92735" y="122682"/>
                  </a:lnTo>
                  <a:lnTo>
                    <a:pt x="59804" y="141338"/>
                  </a:lnTo>
                  <a:lnTo>
                    <a:pt x="51854" y="141338"/>
                  </a:lnTo>
                  <a:lnTo>
                    <a:pt x="22618" y="116814"/>
                  </a:lnTo>
                  <a:lnTo>
                    <a:pt x="17780" y="87795"/>
                  </a:lnTo>
                  <a:lnTo>
                    <a:pt x="17780" y="79184"/>
                  </a:lnTo>
                  <a:lnTo>
                    <a:pt x="36042" y="43434"/>
                  </a:lnTo>
                  <a:lnTo>
                    <a:pt x="61137" y="36309"/>
                  </a:lnTo>
                  <a:lnTo>
                    <a:pt x="69850" y="36309"/>
                  </a:lnTo>
                  <a:lnTo>
                    <a:pt x="77063" y="38557"/>
                  </a:lnTo>
                  <a:lnTo>
                    <a:pt x="88557" y="47167"/>
                  </a:lnTo>
                  <a:lnTo>
                    <a:pt x="92938" y="54102"/>
                  </a:lnTo>
                  <a:lnTo>
                    <a:pt x="95948" y="63461"/>
                  </a:lnTo>
                  <a:lnTo>
                    <a:pt x="112928" y="59524"/>
                  </a:lnTo>
                  <a:lnTo>
                    <a:pt x="87312" y="27127"/>
                  </a:lnTo>
                  <a:lnTo>
                    <a:pt x="61493" y="21526"/>
                  </a:lnTo>
                  <a:lnTo>
                    <a:pt x="53047" y="22021"/>
                  </a:lnTo>
                  <a:lnTo>
                    <a:pt x="17195" y="39077"/>
                  </a:lnTo>
                  <a:lnTo>
                    <a:pt x="482" y="78003"/>
                  </a:lnTo>
                  <a:lnTo>
                    <a:pt x="0" y="87795"/>
                  </a:lnTo>
                  <a:lnTo>
                    <a:pt x="431" y="97028"/>
                  </a:lnTo>
                  <a:lnTo>
                    <a:pt x="15354" y="137121"/>
                  </a:lnTo>
                  <a:lnTo>
                    <a:pt x="51193" y="155600"/>
                  </a:lnTo>
                  <a:lnTo>
                    <a:pt x="61226" y="156121"/>
                  </a:lnTo>
                  <a:lnTo>
                    <a:pt x="71005" y="155422"/>
                  </a:lnTo>
                  <a:lnTo>
                    <a:pt x="107569" y="131343"/>
                  </a:lnTo>
                  <a:lnTo>
                    <a:pt x="115150" y="112699"/>
                  </a:lnTo>
                  <a:close/>
                </a:path>
                <a:path w="198754" h="156210">
                  <a:moveTo>
                    <a:pt x="198399" y="26581"/>
                  </a:moveTo>
                  <a:lnTo>
                    <a:pt x="171805" y="26581"/>
                  </a:lnTo>
                  <a:lnTo>
                    <a:pt x="171805" y="0"/>
                  </a:lnTo>
                  <a:lnTo>
                    <a:pt x="160477" y="0"/>
                  </a:lnTo>
                  <a:lnTo>
                    <a:pt x="160477" y="26581"/>
                  </a:lnTo>
                  <a:lnTo>
                    <a:pt x="133883" y="26581"/>
                  </a:lnTo>
                  <a:lnTo>
                    <a:pt x="133883" y="37630"/>
                  </a:lnTo>
                  <a:lnTo>
                    <a:pt x="160477" y="37630"/>
                  </a:lnTo>
                  <a:lnTo>
                    <a:pt x="160477" y="64401"/>
                  </a:lnTo>
                  <a:lnTo>
                    <a:pt x="171805" y="64401"/>
                  </a:lnTo>
                  <a:lnTo>
                    <a:pt x="171805" y="37630"/>
                  </a:lnTo>
                  <a:lnTo>
                    <a:pt x="198399" y="37630"/>
                  </a:lnTo>
                  <a:lnTo>
                    <a:pt x="198399" y="2658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1" name="object 81"/>
            <p:cNvSpPr/>
            <p:nvPr/>
          </p:nvSpPr>
          <p:spPr>
            <a:xfrm>
              <a:off x="3182727" y="4119573"/>
              <a:ext cx="102235" cy="0"/>
            </a:xfrm>
            <a:custGeom>
              <a:avLst/>
              <a:gdLst/>
              <a:ahLst/>
              <a:cxnLst/>
              <a:rect l="l" t="t" r="r" b="b"/>
              <a:pathLst>
                <a:path w="102235">
                  <a:moveTo>
                    <a:pt x="0" y="0"/>
                  </a:moveTo>
                  <a:lnTo>
                    <a:pt x="102084" y="0"/>
                  </a:lnTo>
                </a:path>
              </a:pathLst>
            </a:custGeom>
            <a:ln w="1123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2" name="object 82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3455266" y="4294232"/>
              <a:ext cx="102178" cy="130105"/>
            </a:xfrm>
            <a:prstGeom prst="rect">
              <a:avLst/>
            </a:prstGeom>
          </p:spPr>
        </p:pic>
        <p:sp>
          <p:nvSpPr>
            <p:cNvPr id="83" name="object 83"/>
            <p:cNvSpPr/>
            <p:nvPr/>
          </p:nvSpPr>
          <p:spPr>
            <a:xfrm>
              <a:off x="3426048" y="4210927"/>
              <a:ext cx="28575" cy="49530"/>
            </a:xfrm>
            <a:custGeom>
              <a:avLst/>
              <a:gdLst/>
              <a:ahLst/>
              <a:cxnLst/>
              <a:rect l="l" t="t" r="r" b="b"/>
              <a:pathLst>
                <a:path w="28575" h="49529">
                  <a:moveTo>
                    <a:pt x="0" y="0"/>
                  </a:moveTo>
                  <a:lnTo>
                    <a:pt x="28393" y="49234"/>
                  </a:lnTo>
                </a:path>
              </a:pathLst>
            </a:custGeom>
            <a:ln w="112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4" name="object 84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3511172" y="3870220"/>
              <a:ext cx="102159" cy="130105"/>
            </a:xfrm>
            <a:prstGeom prst="rect">
              <a:avLst/>
            </a:prstGeom>
          </p:spPr>
        </p:pic>
        <p:sp>
          <p:nvSpPr>
            <p:cNvPr id="85" name="object 85"/>
            <p:cNvSpPr/>
            <p:nvPr/>
          </p:nvSpPr>
          <p:spPr>
            <a:xfrm>
              <a:off x="2643159" y="4692597"/>
              <a:ext cx="447675" cy="168910"/>
            </a:xfrm>
            <a:custGeom>
              <a:avLst/>
              <a:gdLst/>
              <a:ahLst/>
              <a:cxnLst/>
              <a:rect l="l" t="t" r="r" b="b"/>
              <a:pathLst>
                <a:path w="447675" h="168910">
                  <a:moveTo>
                    <a:pt x="78585" y="46987"/>
                  </a:moveTo>
                  <a:lnTo>
                    <a:pt x="51051" y="46987"/>
                  </a:lnTo>
                  <a:lnTo>
                    <a:pt x="57124" y="48784"/>
                  </a:lnTo>
                  <a:lnTo>
                    <a:pt x="64227" y="55056"/>
                  </a:lnTo>
                  <a:lnTo>
                    <a:pt x="65745" y="59642"/>
                  </a:lnTo>
                  <a:lnTo>
                    <a:pt x="65651" y="70312"/>
                  </a:lnTo>
                  <a:lnTo>
                    <a:pt x="60432" y="71857"/>
                  </a:lnTo>
                  <a:lnTo>
                    <a:pt x="53940" y="73289"/>
                  </a:lnTo>
                  <a:lnTo>
                    <a:pt x="46172" y="74609"/>
                  </a:lnTo>
                  <a:lnTo>
                    <a:pt x="37126" y="75816"/>
                  </a:lnTo>
                  <a:lnTo>
                    <a:pt x="30792" y="76584"/>
                  </a:lnTo>
                  <a:lnTo>
                    <a:pt x="26050" y="77389"/>
                  </a:lnTo>
                  <a:lnTo>
                    <a:pt x="0" y="100677"/>
                  </a:lnTo>
                  <a:lnTo>
                    <a:pt x="0" y="113163"/>
                  </a:lnTo>
                  <a:lnTo>
                    <a:pt x="2773" y="119621"/>
                  </a:lnTo>
                  <a:lnTo>
                    <a:pt x="13906" y="129730"/>
                  </a:lnTo>
                  <a:lnTo>
                    <a:pt x="21871" y="132258"/>
                  </a:lnTo>
                  <a:lnTo>
                    <a:pt x="38513" y="132258"/>
                  </a:lnTo>
                  <a:lnTo>
                    <a:pt x="44398" y="131228"/>
                  </a:lnTo>
                  <a:lnTo>
                    <a:pt x="55362" y="127091"/>
                  </a:lnTo>
                  <a:lnTo>
                    <a:pt x="61059" y="123534"/>
                  </a:lnTo>
                  <a:lnTo>
                    <a:pt x="65523" y="119752"/>
                  </a:lnTo>
                  <a:lnTo>
                    <a:pt x="29836" y="119752"/>
                  </a:lnTo>
                  <a:lnTo>
                    <a:pt x="25113" y="118330"/>
                  </a:lnTo>
                  <a:lnTo>
                    <a:pt x="18666" y="112657"/>
                  </a:lnTo>
                  <a:lnTo>
                    <a:pt x="17165" y="109344"/>
                  </a:lnTo>
                  <a:lnTo>
                    <a:pt x="17054" y="102062"/>
                  </a:lnTo>
                  <a:lnTo>
                    <a:pt x="17785" y="99535"/>
                  </a:lnTo>
                  <a:lnTo>
                    <a:pt x="39525" y="88864"/>
                  </a:lnTo>
                  <a:lnTo>
                    <a:pt x="47693" y="87559"/>
                  </a:lnTo>
                  <a:lnTo>
                    <a:pt x="54767" y="86117"/>
                  </a:lnTo>
                  <a:lnTo>
                    <a:pt x="60752" y="84542"/>
                  </a:lnTo>
                  <a:lnTo>
                    <a:pt x="65651" y="82836"/>
                  </a:lnTo>
                  <a:lnTo>
                    <a:pt x="81825" y="82836"/>
                  </a:lnTo>
                  <a:lnTo>
                    <a:pt x="81825" y="62244"/>
                  </a:lnTo>
                  <a:lnTo>
                    <a:pt x="81544" y="57339"/>
                  </a:lnTo>
                  <a:lnTo>
                    <a:pt x="81019" y="54606"/>
                  </a:lnTo>
                  <a:lnTo>
                    <a:pt x="80063" y="50226"/>
                  </a:lnTo>
                  <a:lnTo>
                    <a:pt x="78585" y="46987"/>
                  </a:lnTo>
                  <a:close/>
                </a:path>
                <a:path w="447675" h="168910">
                  <a:moveTo>
                    <a:pt x="82804" y="118517"/>
                  </a:moveTo>
                  <a:lnTo>
                    <a:pt x="66982" y="118517"/>
                  </a:lnTo>
                  <a:lnTo>
                    <a:pt x="67450" y="122954"/>
                  </a:lnTo>
                  <a:lnTo>
                    <a:pt x="68518" y="126829"/>
                  </a:lnTo>
                  <a:lnTo>
                    <a:pt x="70186" y="130142"/>
                  </a:lnTo>
                  <a:lnTo>
                    <a:pt x="86885" y="130142"/>
                  </a:lnTo>
                  <a:lnTo>
                    <a:pt x="84861" y="126529"/>
                  </a:lnTo>
                  <a:lnTo>
                    <a:pt x="83512" y="122748"/>
                  </a:lnTo>
                  <a:lnTo>
                    <a:pt x="82837" y="118816"/>
                  </a:lnTo>
                  <a:lnTo>
                    <a:pt x="82804" y="118517"/>
                  </a:lnTo>
                  <a:close/>
                </a:path>
                <a:path w="447675" h="168910">
                  <a:moveTo>
                    <a:pt x="81825" y="82836"/>
                  </a:moveTo>
                  <a:lnTo>
                    <a:pt x="65651" y="82836"/>
                  </a:lnTo>
                  <a:lnTo>
                    <a:pt x="65536" y="96446"/>
                  </a:lnTo>
                  <a:lnTo>
                    <a:pt x="64789" y="101051"/>
                  </a:lnTo>
                  <a:lnTo>
                    <a:pt x="60816" y="109344"/>
                  </a:lnTo>
                  <a:lnTo>
                    <a:pt x="57292" y="113013"/>
                  </a:lnTo>
                  <a:lnTo>
                    <a:pt x="47697" y="118405"/>
                  </a:lnTo>
                  <a:lnTo>
                    <a:pt x="42224" y="119752"/>
                  </a:lnTo>
                  <a:lnTo>
                    <a:pt x="65523" y="119752"/>
                  </a:lnTo>
                  <a:lnTo>
                    <a:pt x="66982" y="118517"/>
                  </a:lnTo>
                  <a:lnTo>
                    <a:pt x="82804" y="118517"/>
                  </a:lnTo>
                  <a:lnTo>
                    <a:pt x="82394" y="114843"/>
                  </a:lnTo>
                  <a:lnTo>
                    <a:pt x="82078" y="108822"/>
                  </a:lnTo>
                  <a:lnTo>
                    <a:pt x="81919" y="102062"/>
                  </a:lnTo>
                  <a:lnTo>
                    <a:pt x="81825" y="82836"/>
                  </a:lnTo>
                  <a:close/>
                </a:path>
                <a:path w="447675" h="168910">
                  <a:moveTo>
                    <a:pt x="53357" y="33752"/>
                  </a:moveTo>
                  <a:lnTo>
                    <a:pt x="37183" y="33752"/>
                  </a:lnTo>
                  <a:lnTo>
                    <a:pt x="30042" y="34875"/>
                  </a:lnTo>
                  <a:lnTo>
                    <a:pt x="2736" y="62768"/>
                  </a:lnTo>
                  <a:lnTo>
                    <a:pt x="18385" y="64902"/>
                  </a:lnTo>
                  <a:lnTo>
                    <a:pt x="20090" y="58219"/>
                  </a:lnTo>
                  <a:lnTo>
                    <a:pt x="22752" y="53558"/>
                  </a:lnTo>
                  <a:lnTo>
                    <a:pt x="29911" y="48298"/>
                  </a:lnTo>
                  <a:lnTo>
                    <a:pt x="35477" y="46987"/>
                  </a:lnTo>
                  <a:lnTo>
                    <a:pt x="78585" y="46987"/>
                  </a:lnTo>
                  <a:lnTo>
                    <a:pt x="78414" y="46613"/>
                  </a:lnTo>
                  <a:lnTo>
                    <a:pt x="76034" y="43749"/>
                  </a:lnTo>
                  <a:lnTo>
                    <a:pt x="73672" y="40866"/>
                  </a:lnTo>
                  <a:lnTo>
                    <a:pt x="69980" y="38488"/>
                  </a:lnTo>
                  <a:lnTo>
                    <a:pt x="59897" y="34707"/>
                  </a:lnTo>
                  <a:lnTo>
                    <a:pt x="53357" y="33752"/>
                  </a:lnTo>
                  <a:close/>
                </a:path>
                <a:path w="447675" h="168910">
                  <a:moveTo>
                    <a:pt x="125268" y="0"/>
                  </a:moveTo>
                  <a:lnTo>
                    <a:pt x="109262" y="0"/>
                  </a:lnTo>
                  <a:lnTo>
                    <a:pt x="109262" y="130142"/>
                  </a:lnTo>
                  <a:lnTo>
                    <a:pt x="125268" y="130142"/>
                  </a:lnTo>
                  <a:lnTo>
                    <a:pt x="125268" y="0"/>
                  </a:lnTo>
                  <a:close/>
                </a:path>
                <a:path w="447675" h="168910">
                  <a:moveTo>
                    <a:pt x="166930" y="0"/>
                  </a:moveTo>
                  <a:lnTo>
                    <a:pt x="150944" y="0"/>
                  </a:lnTo>
                  <a:lnTo>
                    <a:pt x="150944" y="130142"/>
                  </a:lnTo>
                  <a:lnTo>
                    <a:pt x="166930" y="130142"/>
                  </a:lnTo>
                  <a:lnTo>
                    <a:pt x="166930" y="0"/>
                  </a:lnTo>
                  <a:close/>
                </a:path>
                <a:path w="447675" h="168910">
                  <a:moveTo>
                    <a:pt x="190469" y="151427"/>
                  </a:moveTo>
                  <a:lnTo>
                    <a:pt x="192250" y="166422"/>
                  </a:lnTo>
                  <a:lnTo>
                    <a:pt x="196036" y="167732"/>
                  </a:lnTo>
                  <a:lnTo>
                    <a:pt x="199484" y="168387"/>
                  </a:lnTo>
                  <a:lnTo>
                    <a:pt x="207655" y="168387"/>
                  </a:lnTo>
                  <a:lnTo>
                    <a:pt x="212041" y="167152"/>
                  </a:lnTo>
                  <a:lnTo>
                    <a:pt x="219388" y="162247"/>
                  </a:lnTo>
                  <a:lnTo>
                    <a:pt x="222630" y="158391"/>
                  </a:lnTo>
                  <a:lnTo>
                    <a:pt x="225622" y="152850"/>
                  </a:lnTo>
                  <a:lnTo>
                    <a:pt x="197029" y="152850"/>
                  </a:lnTo>
                  <a:lnTo>
                    <a:pt x="193974" y="152382"/>
                  </a:lnTo>
                  <a:lnTo>
                    <a:pt x="190469" y="151427"/>
                  </a:lnTo>
                  <a:close/>
                </a:path>
                <a:path w="447675" h="168910">
                  <a:moveTo>
                    <a:pt x="201133" y="35886"/>
                  </a:moveTo>
                  <a:lnTo>
                    <a:pt x="183910" y="35886"/>
                  </a:lnTo>
                  <a:lnTo>
                    <a:pt x="219706" y="130311"/>
                  </a:lnTo>
                  <a:lnTo>
                    <a:pt x="218582" y="133325"/>
                  </a:lnTo>
                  <a:lnTo>
                    <a:pt x="203176" y="152850"/>
                  </a:lnTo>
                  <a:lnTo>
                    <a:pt x="225622" y="152850"/>
                  </a:lnTo>
                  <a:lnTo>
                    <a:pt x="227615" y="149218"/>
                  </a:lnTo>
                  <a:lnTo>
                    <a:pt x="230614" y="142086"/>
                  </a:lnTo>
                  <a:lnTo>
                    <a:pt x="234456" y="131733"/>
                  </a:lnTo>
                  <a:lnTo>
                    <a:pt x="241732" y="112302"/>
                  </a:lnTo>
                  <a:lnTo>
                    <a:pt x="227615" y="112302"/>
                  </a:lnTo>
                  <a:lnTo>
                    <a:pt x="225591" y="104664"/>
                  </a:lnTo>
                  <a:lnTo>
                    <a:pt x="223323" y="97382"/>
                  </a:lnTo>
                  <a:lnTo>
                    <a:pt x="220774" y="90455"/>
                  </a:lnTo>
                  <a:lnTo>
                    <a:pt x="201133" y="35886"/>
                  </a:lnTo>
                  <a:close/>
                </a:path>
                <a:path w="447675" h="168910">
                  <a:moveTo>
                    <a:pt x="270346" y="35886"/>
                  </a:moveTo>
                  <a:lnTo>
                    <a:pt x="254359" y="35886"/>
                  </a:lnTo>
                  <a:lnTo>
                    <a:pt x="231645" y="97794"/>
                  </a:lnTo>
                  <a:lnTo>
                    <a:pt x="229452" y="104963"/>
                  </a:lnTo>
                  <a:lnTo>
                    <a:pt x="227615" y="112302"/>
                  </a:lnTo>
                  <a:lnTo>
                    <a:pt x="241732" y="112302"/>
                  </a:lnTo>
                  <a:lnTo>
                    <a:pt x="270346" y="35886"/>
                  </a:lnTo>
                  <a:close/>
                </a:path>
                <a:path w="447675" h="168910">
                  <a:moveTo>
                    <a:pt x="302337" y="0"/>
                  </a:moveTo>
                  <a:lnTo>
                    <a:pt x="286332" y="0"/>
                  </a:lnTo>
                  <a:lnTo>
                    <a:pt x="286332" y="130142"/>
                  </a:lnTo>
                  <a:lnTo>
                    <a:pt x="302337" y="130142"/>
                  </a:lnTo>
                  <a:lnTo>
                    <a:pt x="302337" y="0"/>
                  </a:lnTo>
                  <a:close/>
                </a:path>
                <a:path w="447675" h="168910">
                  <a:moveTo>
                    <a:pt x="344450" y="0"/>
                  </a:moveTo>
                  <a:lnTo>
                    <a:pt x="328444" y="0"/>
                  </a:lnTo>
                  <a:lnTo>
                    <a:pt x="328444" y="18401"/>
                  </a:lnTo>
                  <a:lnTo>
                    <a:pt x="344450" y="18401"/>
                  </a:lnTo>
                  <a:lnTo>
                    <a:pt x="344450" y="0"/>
                  </a:lnTo>
                  <a:close/>
                </a:path>
                <a:path w="447675" h="168910">
                  <a:moveTo>
                    <a:pt x="344450" y="35886"/>
                  </a:moveTo>
                  <a:lnTo>
                    <a:pt x="328444" y="35886"/>
                  </a:lnTo>
                  <a:lnTo>
                    <a:pt x="328444" y="130142"/>
                  </a:lnTo>
                  <a:lnTo>
                    <a:pt x="344450" y="130142"/>
                  </a:lnTo>
                  <a:lnTo>
                    <a:pt x="344450" y="35886"/>
                  </a:lnTo>
                  <a:close/>
                </a:path>
                <a:path w="447675" h="168910">
                  <a:moveTo>
                    <a:pt x="408152" y="33752"/>
                  </a:moveTo>
                  <a:lnTo>
                    <a:pt x="400037" y="33752"/>
                  </a:lnTo>
                  <a:lnTo>
                    <a:pt x="392522" y="35661"/>
                  </a:lnTo>
                  <a:lnTo>
                    <a:pt x="366408" y="69056"/>
                  </a:lnTo>
                  <a:lnTo>
                    <a:pt x="365140" y="83360"/>
                  </a:lnTo>
                  <a:lnTo>
                    <a:pt x="365878" y="94481"/>
                  </a:lnTo>
                  <a:lnTo>
                    <a:pt x="390587" y="129098"/>
                  </a:lnTo>
                  <a:lnTo>
                    <a:pt x="408058" y="132258"/>
                  </a:lnTo>
                  <a:lnTo>
                    <a:pt x="415487" y="131685"/>
                  </a:lnTo>
                  <a:lnTo>
                    <a:pt x="422309" y="129967"/>
                  </a:lnTo>
                  <a:lnTo>
                    <a:pt x="428523" y="127100"/>
                  </a:lnTo>
                  <a:lnTo>
                    <a:pt x="434128" y="123085"/>
                  </a:lnTo>
                  <a:lnTo>
                    <a:pt x="437903" y="119135"/>
                  </a:lnTo>
                  <a:lnTo>
                    <a:pt x="400056" y="119135"/>
                  </a:lnTo>
                  <a:lnTo>
                    <a:pt x="393721" y="116252"/>
                  </a:lnTo>
                  <a:lnTo>
                    <a:pt x="381577" y="82930"/>
                  </a:lnTo>
                  <a:lnTo>
                    <a:pt x="382050" y="74194"/>
                  </a:lnTo>
                  <a:lnTo>
                    <a:pt x="400712" y="46894"/>
                  </a:lnTo>
                  <a:lnTo>
                    <a:pt x="439913" y="46894"/>
                  </a:lnTo>
                  <a:lnTo>
                    <a:pt x="439806" y="46706"/>
                  </a:lnTo>
                  <a:lnTo>
                    <a:pt x="433284" y="41521"/>
                  </a:lnTo>
                  <a:lnTo>
                    <a:pt x="428055" y="38127"/>
                  </a:lnTo>
                  <a:lnTo>
                    <a:pt x="422124" y="35699"/>
                  </a:lnTo>
                  <a:lnTo>
                    <a:pt x="415489" y="34239"/>
                  </a:lnTo>
                  <a:lnTo>
                    <a:pt x="408152" y="33752"/>
                  </a:lnTo>
                  <a:close/>
                </a:path>
                <a:path w="447675" h="168910">
                  <a:moveTo>
                    <a:pt x="431598" y="95603"/>
                  </a:moveTo>
                  <a:lnTo>
                    <a:pt x="430473" y="103597"/>
                  </a:lnTo>
                  <a:lnTo>
                    <a:pt x="427812" y="109512"/>
                  </a:lnTo>
                  <a:lnTo>
                    <a:pt x="419397" y="117206"/>
                  </a:lnTo>
                  <a:lnTo>
                    <a:pt x="414168" y="119135"/>
                  </a:lnTo>
                  <a:lnTo>
                    <a:pt x="437903" y="119135"/>
                  </a:lnTo>
                  <a:lnTo>
                    <a:pt x="438938" y="118051"/>
                  </a:lnTo>
                  <a:lnTo>
                    <a:pt x="442742" y="112133"/>
                  </a:lnTo>
                  <a:lnTo>
                    <a:pt x="445537" y="105331"/>
                  </a:lnTo>
                  <a:lnTo>
                    <a:pt x="447322" y="97644"/>
                  </a:lnTo>
                  <a:lnTo>
                    <a:pt x="431598" y="95603"/>
                  </a:lnTo>
                  <a:close/>
                </a:path>
                <a:path w="447675" h="168910">
                  <a:moveTo>
                    <a:pt x="439913" y="46894"/>
                  </a:moveTo>
                  <a:lnTo>
                    <a:pt x="414093" y="46894"/>
                  </a:lnTo>
                  <a:lnTo>
                    <a:pt x="418647" y="48485"/>
                  </a:lnTo>
                  <a:lnTo>
                    <a:pt x="426163" y="54887"/>
                  </a:lnTo>
                  <a:lnTo>
                    <a:pt x="428786" y="59642"/>
                  </a:lnTo>
                  <a:lnTo>
                    <a:pt x="430267" y="65969"/>
                  </a:lnTo>
                  <a:lnTo>
                    <a:pt x="445822" y="63573"/>
                  </a:lnTo>
                  <a:lnTo>
                    <a:pt x="443986" y="54045"/>
                  </a:lnTo>
                  <a:lnTo>
                    <a:pt x="439913" y="468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6" name="object 86"/>
            <p:cNvSpPr/>
            <p:nvPr/>
          </p:nvSpPr>
          <p:spPr>
            <a:xfrm>
              <a:off x="2568193" y="4666202"/>
              <a:ext cx="915035" cy="259715"/>
            </a:xfrm>
            <a:custGeom>
              <a:avLst/>
              <a:gdLst/>
              <a:ahLst/>
              <a:cxnLst/>
              <a:rect l="l" t="t" r="r" b="b"/>
              <a:pathLst>
                <a:path w="915035" h="259714">
                  <a:moveTo>
                    <a:pt x="0" y="191919"/>
                  </a:moveTo>
                  <a:lnTo>
                    <a:pt x="5305" y="218149"/>
                  </a:lnTo>
                  <a:lnTo>
                    <a:pt x="19769" y="239571"/>
                  </a:lnTo>
                  <a:lnTo>
                    <a:pt x="41216" y="254015"/>
                  </a:lnTo>
                  <a:lnTo>
                    <a:pt x="67469" y="259311"/>
                  </a:lnTo>
                  <a:lnTo>
                    <a:pt x="847116" y="259311"/>
                  </a:lnTo>
                  <a:lnTo>
                    <a:pt x="873368" y="254015"/>
                  </a:lnTo>
                  <a:lnTo>
                    <a:pt x="894815" y="239571"/>
                  </a:lnTo>
                  <a:lnTo>
                    <a:pt x="909280" y="218149"/>
                  </a:lnTo>
                  <a:lnTo>
                    <a:pt x="910041" y="214383"/>
                  </a:lnTo>
                  <a:lnTo>
                    <a:pt x="22489" y="214383"/>
                  </a:lnTo>
                  <a:lnTo>
                    <a:pt x="0" y="191919"/>
                  </a:lnTo>
                  <a:close/>
                </a:path>
                <a:path w="915035" h="259714">
                  <a:moveTo>
                    <a:pt x="869605" y="0"/>
                  </a:moveTo>
                  <a:lnTo>
                    <a:pt x="869605" y="147009"/>
                  </a:lnTo>
                  <a:lnTo>
                    <a:pt x="849835" y="194645"/>
                  </a:lnTo>
                  <a:lnTo>
                    <a:pt x="802136" y="214383"/>
                  </a:lnTo>
                  <a:lnTo>
                    <a:pt x="910041" y="214383"/>
                  </a:lnTo>
                  <a:lnTo>
                    <a:pt x="914585" y="191919"/>
                  </a:lnTo>
                  <a:lnTo>
                    <a:pt x="914585" y="44965"/>
                  </a:lnTo>
                  <a:lnTo>
                    <a:pt x="869605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7" name="object 87"/>
            <p:cNvSpPr/>
            <p:nvPr/>
          </p:nvSpPr>
          <p:spPr>
            <a:xfrm>
              <a:off x="2523219" y="4598809"/>
              <a:ext cx="915035" cy="281940"/>
            </a:xfrm>
            <a:custGeom>
              <a:avLst/>
              <a:gdLst/>
              <a:ahLst/>
              <a:cxnLst/>
              <a:rect l="l" t="t" r="r" b="b"/>
              <a:pathLst>
                <a:path w="915035" h="281939">
                  <a:moveTo>
                    <a:pt x="0" y="214402"/>
                  </a:moveTo>
                  <a:lnTo>
                    <a:pt x="0" y="191431"/>
                  </a:lnTo>
                  <a:lnTo>
                    <a:pt x="0" y="140897"/>
                  </a:lnTo>
                  <a:lnTo>
                    <a:pt x="0" y="90362"/>
                  </a:lnTo>
                  <a:lnTo>
                    <a:pt x="5304" y="41225"/>
                  </a:lnTo>
                  <a:lnTo>
                    <a:pt x="41212" y="5317"/>
                  </a:lnTo>
                  <a:lnTo>
                    <a:pt x="67463" y="0"/>
                  </a:lnTo>
                  <a:lnTo>
                    <a:pt x="189283" y="0"/>
                  </a:lnTo>
                  <a:lnTo>
                    <a:pt x="457287" y="0"/>
                  </a:lnTo>
                  <a:lnTo>
                    <a:pt x="725290" y="0"/>
                  </a:lnTo>
                  <a:lnTo>
                    <a:pt x="847110" y="0"/>
                  </a:lnTo>
                  <a:lnTo>
                    <a:pt x="873362" y="5317"/>
                  </a:lnTo>
                  <a:lnTo>
                    <a:pt x="894809" y="19796"/>
                  </a:lnTo>
                  <a:lnTo>
                    <a:pt x="909274" y="41225"/>
                  </a:lnTo>
                  <a:lnTo>
                    <a:pt x="914579" y="67392"/>
                  </a:lnTo>
                  <a:lnTo>
                    <a:pt x="914579" y="90362"/>
                  </a:lnTo>
                  <a:lnTo>
                    <a:pt x="914579" y="140897"/>
                  </a:lnTo>
                  <a:lnTo>
                    <a:pt x="914579" y="191431"/>
                  </a:lnTo>
                  <a:lnTo>
                    <a:pt x="914579" y="214402"/>
                  </a:lnTo>
                  <a:lnTo>
                    <a:pt x="909274" y="240621"/>
                  </a:lnTo>
                  <a:lnTo>
                    <a:pt x="894809" y="262037"/>
                  </a:lnTo>
                  <a:lnTo>
                    <a:pt x="873362" y="276479"/>
                  </a:lnTo>
                  <a:lnTo>
                    <a:pt x="847110" y="281776"/>
                  </a:lnTo>
                  <a:lnTo>
                    <a:pt x="725290" y="281776"/>
                  </a:lnTo>
                  <a:lnTo>
                    <a:pt x="457287" y="281776"/>
                  </a:lnTo>
                  <a:lnTo>
                    <a:pt x="189283" y="281776"/>
                  </a:lnTo>
                  <a:lnTo>
                    <a:pt x="67463" y="281776"/>
                  </a:lnTo>
                  <a:lnTo>
                    <a:pt x="41212" y="276479"/>
                  </a:lnTo>
                  <a:lnTo>
                    <a:pt x="19767" y="262037"/>
                  </a:lnTo>
                  <a:lnTo>
                    <a:pt x="5304" y="240621"/>
                  </a:lnTo>
                  <a:lnTo>
                    <a:pt x="0" y="214402"/>
                  </a:lnTo>
                  <a:close/>
                </a:path>
              </a:pathLst>
            </a:custGeom>
            <a:ln w="1123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8" name="object 88"/>
            <p:cNvSpPr/>
            <p:nvPr/>
          </p:nvSpPr>
          <p:spPr>
            <a:xfrm>
              <a:off x="3659155" y="4143347"/>
              <a:ext cx="91440" cy="29209"/>
            </a:xfrm>
            <a:custGeom>
              <a:avLst/>
              <a:gdLst/>
              <a:ahLst/>
              <a:cxnLst/>
              <a:rect l="l" t="t" r="r" b="b"/>
              <a:pathLst>
                <a:path w="91439" h="29210">
                  <a:moveTo>
                    <a:pt x="90896" y="0"/>
                  </a:moveTo>
                  <a:lnTo>
                    <a:pt x="87691" y="3369"/>
                  </a:lnTo>
                  <a:lnTo>
                    <a:pt x="84036" y="6364"/>
                  </a:lnTo>
                  <a:lnTo>
                    <a:pt x="75809" y="10857"/>
                  </a:lnTo>
                  <a:lnTo>
                    <a:pt x="71817" y="12168"/>
                  </a:lnTo>
                  <a:lnTo>
                    <a:pt x="65895" y="12168"/>
                  </a:lnTo>
                  <a:lnTo>
                    <a:pt x="63833" y="11793"/>
                  </a:lnTo>
                  <a:lnTo>
                    <a:pt x="59747" y="10670"/>
                  </a:lnTo>
                  <a:lnTo>
                    <a:pt x="56693" y="9547"/>
                  </a:lnTo>
                  <a:lnTo>
                    <a:pt x="45373" y="4867"/>
                  </a:lnTo>
                  <a:lnTo>
                    <a:pt x="39806" y="2808"/>
                  </a:lnTo>
                  <a:lnTo>
                    <a:pt x="31991" y="748"/>
                  </a:lnTo>
                  <a:lnTo>
                    <a:pt x="28262" y="187"/>
                  </a:lnTo>
                  <a:lnTo>
                    <a:pt x="24701" y="187"/>
                  </a:lnTo>
                  <a:lnTo>
                    <a:pt x="17423" y="854"/>
                  </a:lnTo>
                  <a:lnTo>
                    <a:pt x="10881" y="2854"/>
                  </a:lnTo>
                  <a:lnTo>
                    <a:pt x="5074" y="6189"/>
                  </a:lnTo>
                  <a:lnTo>
                    <a:pt x="0" y="10857"/>
                  </a:lnTo>
                  <a:lnTo>
                    <a:pt x="0" y="29016"/>
                  </a:lnTo>
                  <a:lnTo>
                    <a:pt x="4985" y="24336"/>
                  </a:lnTo>
                  <a:lnTo>
                    <a:pt x="9145" y="20966"/>
                  </a:lnTo>
                  <a:lnTo>
                    <a:pt x="15836" y="17784"/>
                  </a:lnTo>
                  <a:lnTo>
                    <a:pt x="19397" y="17035"/>
                  </a:lnTo>
                  <a:lnTo>
                    <a:pt x="27868" y="17035"/>
                  </a:lnTo>
                  <a:lnTo>
                    <a:pt x="33715" y="18532"/>
                  </a:lnTo>
                  <a:lnTo>
                    <a:pt x="47753" y="24897"/>
                  </a:lnTo>
                  <a:lnTo>
                    <a:pt x="52888" y="26769"/>
                  </a:lnTo>
                  <a:lnTo>
                    <a:pt x="59335" y="28454"/>
                  </a:lnTo>
                  <a:lnTo>
                    <a:pt x="62727" y="28829"/>
                  </a:lnTo>
                  <a:lnTo>
                    <a:pt x="71142" y="28829"/>
                  </a:lnTo>
                  <a:lnTo>
                    <a:pt x="75509" y="28080"/>
                  </a:lnTo>
                  <a:lnTo>
                    <a:pt x="83268" y="24897"/>
                  </a:lnTo>
                  <a:lnTo>
                    <a:pt x="87091" y="22277"/>
                  </a:lnTo>
                  <a:lnTo>
                    <a:pt x="90896" y="18720"/>
                  </a:lnTo>
                  <a:lnTo>
                    <a:pt x="9089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9" name="object 89"/>
            <p:cNvSpPr/>
            <p:nvPr/>
          </p:nvSpPr>
          <p:spPr>
            <a:xfrm>
              <a:off x="3915708" y="3902980"/>
              <a:ext cx="539750" cy="467359"/>
            </a:xfrm>
            <a:custGeom>
              <a:avLst/>
              <a:gdLst/>
              <a:ahLst/>
              <a:cxnLst/>
              <a:rect l="l" t="t" r="r" b="b"/>
              <a:pathLst>
                <a:path w="539750" h="467360">
                  <a:moveTo>
                    <a:pt x="539755" y="233440"/>
                  </a:moveTo>
                  <a:lnTo>
                    <a:pt x="404816" y="0"/>
                  </a:lnTo>
                </a:path>
                <a:path w="539750" h="467360">
                  <a:moveTo>
                    <a:pt x="483718" y="233440"/>
                  </a:moveTo>
                  <a:lnTo>
                    <a:pt x="376704" y="48485"/>
                  </a:lnTo>
                </a:path>
                <a:path w="539750" h="467360">
                  <a:moveTo>
                    <a:pt x="404816" y="0"/>
                  </a:moveTo>
                  <a:lnTo>
                    <a:pt x="134938" y="0"/>
                  </a:lnTo>
                </a:path>
                <a:path w="539750" h="467360">
                  <a:moveTo>
                    <a:pt x="134938" y="0"/>
                  </a:moveTo>
                  <a:lnTo>
                    <a:pt x="0" y="233440"/>
                  </a:lnTo>
                </a:path>
                <a:path w="539750" h="467360">
                  <a:moveTo>
                    <a:pt x="162994" y="48485"/>
                  </a:moveTo>
                  <a:lnTo>
                    <a:pt x="56093" y="233440"/>
                  </a:lnTo>
                </a:path>
                <a:path w="539750" h="467360">
                  <a:moveTo>
                    <a:pt x="0" y="233440"/>
                  </a:moveTo>
                  <a:lnTo>
                    <a:pt x="134938" y="466881"/>
                  </a:lnTo>
                </a:path>
                <a:path w="539750" h="467360">
                  <a:moveTo>
                    <a:pt x="134938" y="466881"/>
                  </a:moveTo>
                  <a:lnTo>
                    <a:pt x="404816" y="466881"/>
                  </a:lnTo>
                </a:path>
                <a:path w="539750" h="467360">
                  <a:moveTo>
                    <a:pt x="162994" y="418395"/>
                  </a:moveTo>
                  <a:lnTo>
                    <a:pt x="376704" y="418395"/>
                  </a:lnTo>
                </a:path>
                <a:path w="539750" h="467360">
                  <a:moveTo>
                    <a:pt x="404816" y="466881"/>
                  </a:moveTo>
                  <a:lnTo>
                    <a:pt x="539755" y="233440"/>
                  </a:lnTo>
                </a:path>
              </a:pathLst>
            </a:custGeom>
            <a:ln w="1123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0" name="object 90"/>
            <p:cNvSpPr/>
            <p:nvPr/>
          </p:nvSpPr>
          <p:spPr>
            <a:xfrm>
              <a:off x="4666856" y="4053865"/>
              <a:ext cx="198755" cy="156210"/>
            </a:xfrm>
            <a:custGeom>
              <a:avLst/>
              <a:gdLst/>
              <a:ahLst/>
              <a:cxnLst/>
              <a:rect l="l" t="t" r="r" b="b"/>
              <a:pathLst>
                <a:path w="198754" h="156210">
                  <a:moveTo>
                    <a:pt x="115265" y="112699"/>
                  </a:moveTo>
                  <a:lnTo>
                    <a:pt x="98018" y="108204"/>
                  </a:lnTo>
                  <a:lnTo>
                    <a:pt x="95808" y="115963"/>
                  </a:lnTo>
                  <a:lnTo>
                    <a:pt x="92798" y="122694"/>
                  </a:lnTo>
                  <a:lnTo>
                    <a:pt x="59791" y="141338"/>
                  </a:lnTo>
                  <a:lnTo>
                    <a:pt x="51917" y="141338"/>
                  </a:lnTo>
                  <a:lnTo>
                    <a:pt x="22682" y="116814"/>
                  </a:lnTo>
                  <a:lnTo>
                    <a:pt x="17805" y="87807"/>
                  </a:lnTo>
                  <a:lnTo>
                    <a:pt x="17805" y="79197"/>
                  </a:lnTo>
                  <a:lnTo>
                    <a:pt x="35991" y="43434"/>
                  </a:lnTo>
                  <a:lnTo>
                    <a:pt x="61099" y="36322"/>
                  </a:lnTo>
                  <a:lnTo>
                    <a:pt x="69913" y="36322"/>
                  </a:lnTo>
                  <a:lnTo>
                    <a:pt x="77038" y="38569"/>
                  </a:lnTo>
                  <a:lnTo>
                    <a:pt x="88658" y="47180"/>
                  </a:lnTo>
                  <a:lnTo>
                    <a:pt x="92964" y="54102"/>
                  </a:lnTo>
                  <a:lnTo>
                    <a:pt x="95961" y="63461"/>
                  </a:lnTo>
                  <a:lnTo>
                    <a:pt x="113017" y="59537"/>
                  </a:lnTo>
                  <a:lnTo>
                    <a:pt x="87363" y="27139"/>
                  </a:lnTo>
                  <a:lnTo>
                    <a:pt x="61480" y="21539"/>
                  </a:lnTo>
                  <a:lnTo>
                    <a:pt x="53073" y="22021"/>
                  </a:lnTo>
                  <a:lnTo>
                    <a:pt x="17246" y="39090"/>
                  </a:lnTo>
                  <a:lnTo>
                    <a:pt x="495" y="78016"/>
                  </a:lnTo>
                  <a:lnTo>
                    <a:pt x="0" y="87807"/>
                  </a:lnTo>
                  <a:lnTo>
                    <a:pt x="431" y="97040"/>
                  </a:lnTo>
                  <a:lnTo>
                    <a:pt x="15354" y="137134"/>
                  </a:lnTo>
                  <a:lnTo>
                    <a:pt x="51244" y="155600"/>
                  </a:lnTo>
                  <a:lnTo>
                    <a:pt x="61290" y="156133"/>
                  </a:lnTo>
                  <a:lnTo>
                    <a:pt x="71031" y="155435"/>
                  </a:lnTo>
                  <a:lnTo>
                    <a:pt x="107632" y="131356"/>
                  </a:lnTo>
                  <a:lnTo>
                    <a:pt x="115265" y="112699"/>
                  </a:lnTo>
                  <a:close/>
                </a:path>
                <a:path w="198754" h="156210">
                  <a:moveTo>
                    <a:pt x="198475" y="26593"/>
                  </a:moveTo>
                  <a:lnTo>
                    <a:pt x="171869" y="26593"/>
                  </a:lnTo>
                  <a:lnTo>
                    <a:pt x="171869" y="0"/>
                  </a:lnTo>
                  <a:lnTo>
                    <a:pt x="160426" y="0"/>
                  </a:lnTo>
                  <a:lnTo>
                    <a:pt x="160426" y="26593"/>
                  </a:lnTo>
                  <a:lnTo>
                    <a:pt x="134010" y="26593"/>
                  </a:lnTo>
                  <a:lnTo>
                    <a:pt x="134010" y="37630"/>
                  </a:lnTo>
                  <a:lnTo>
                    <a:pt x="160426" y="37630"/>
                  </a:lnTo>
                  <a:lnTo>
                    <a:pt x="160426" y="64401"/>
                  </a:lnTo>
                  <a:lnTo>
                    <a:pt x="171869" y="64401"/>
                  </a:lnTo>
                  <a:lnTo>
                    <a:pt x="171869" y="37630"/>
                  </a:lnTo>
                  <a:lnTo>
                    <a:pt x="198475" y="37630"/>
                  </a:lnTo>
                  <a:lnTo>
                    <a:pt x="198475" y="265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1" name="object 91"/>
            <p:cNvSpPr/>
            <p:nvPr/>
          </p:nvSpPr>
          <p:spPr>
            <a:xfrm>
              <a:off x="4455463" y="4136421"/>
              <a:ext cx="181610" cy="0"/>
            </a:xfrm>
            <a:custGeom>
              <a:avLst/>
              <a:gdLst/>
              <a:ahLst/>
              <a:cxnLst/>
              <a:rect l="l" t="t" r="r" b="b"/>
              <a:pathLst>
                <a:path w="181610">
                  <a:moveTo>
                    <a:pt x="0" y="0"/>
                  </a:moveTo>
                  <a:lnTo>
                    <a:pt x="181417" y="0"/>
                  </a:lnTo>
                </a:path>
              </a:pathLst>
            </a:custGeom>
            <a:ln w="1123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92" name="object 92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4807429" y="4311080"/>
              <a:ext cx="102141" cy="130105"/>
            </a:xfrm>
            <a:prstGeom prst="rect">
              <a:avLst/>
            </a:prstGeom>
          </p:spPr>
        </p:pic>
        <p:sp>
          <p:nvSpPr>
            <p:cNvPr id="93" name="object 93"/>
            <p:cNvSpPr/>
            <p:nvPr/>
          </p:nvSpPr>
          <p:spPr>
            <a:xfrm>
              <a:off x="4778192" y="4227775"/>
              <a:ext cx="28575" cy="49530"/>
            </a:xfrm>
            <a:custGeom>
              <a:avLst/>
              <a:gdLst/>
              <a:ahLst/>
              <a:cxnLst/>
              <a:rect l="l" t="t" r="r" b="b"/>
              <a:pathLst>
                <a:path w="28575" h="49529">
                  <a:moveTo>
                    <a:pt x="0" y="0"/>
                  </a:moveTo>
                  <a:lnTo>
                    <a:pt x="28299" y="49046"/>
                  </a:lnTo>
                </a:path>
              </a:pathLst>
            </a:custGeom>
            <a:ln w="112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94" name="object 94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4807429" y="3844199"/>
              <a:ext cx="102141" cy="130105"/>
            </a:xfrm>
            <a:prstGeom prst="rect">
              <a:avLst/>
            </a:prstGeom>
          </p:spPr>
        </p:pic>
        <p:sp>
          <p:nvSpPr>
            <p:cNvPr id="95" name="object 95"/>
            <p:cNvSpPr/>
            <p:nvPr/>
          </p:nvSpPr>
          <p:spPr>
            <a:xfrm>
              <a:off x="4771820" y="4005941"/>
              <a:ext cx="29209" cy="50165"/>
            </a:xfrm>
            <a:custGeom>
              <a:avLst/>
              <a:gdLst/>
              <a:ahLst/>
              <a:cxnLst/>
              <a:rect l="l" t="t" r="r" b="b"/>
              <a:pathLst>
                <a:path w="29210" h="50164">
                  <a:moveTo>
                    <a:pt x="0" y="49982"/>
                  </a:moveTo>
                  <a:lnTo>
                    <a:pt x="28861" y="0"/>
                  </a:lnTo>
                </a:path>
              </a:pathLst>
            </a:custGeom>
            <a:ln w="112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6" name="object 96"/>
            <p:cNvSpPr/>
            <p:nvPr/>
          </p:nvSpPr>
          <p:spPr>
            <a:xfrm>
              <a:off x="4023171" y="4681365"/>
              <a:ext cx="661035" cy="168910"/>
            </a:xfrm>
            <a:custGeom>
              <a:avLst/>
              <a:gdLst/>
              <a:ahLst/>
              <a:cxnLst/>
              <a:rect l="l" t="t" r="r" b="b"/>
              <a:pathLst>
                <a:path w="661035" h="168910">
                  <a:moveTo>
                    <a:pt x="29796" y="118330"/>
                  </a:moveTo>
                  <a:lnTo>
                    <a:pt x="14843" y="118330"/>
                  </a:lnTo>
                  <a:lnTo>
                    <a:pt x="20044" y="124423"/>
                  </a:lnTo>
                  <a:lnTo>
                    <a:pt x="26144" y="128776"/>
                  </a:lnTo>
                  <a:lnTo>
                    <a:pt x="33144" y="131387"/>
                  </a:lnTo>
                  <a:lnTo>
                    <a:pt x="41043" y="132258"/>
                  </a:lnTo>
                  <a:lnTo>
                    <a:pt x="49136" y="131432"/>
                  </a:lnTo>
                  <a:lnTo>
                    <a:pt x="56632" y="128956"/>
                  </a:lnTo>
                  <a:lnTo>
                    <a:pt x="63530" y="124826"/>
                  </a:lnTo>
                  <a:lnTo>
                    <a:pt x="69728" y="119135"/>
                  </a:lnTo>
                  <a:lnTo>
                    <a:pt x="31129" y="119135"/>
                  </a:lnTo>
                  <a:lnTo>
                    <a:pt x="29796" y="118330"/>
                  </a:lnTo>
                  <a:close/>
                </a:path>
                <a:path w="661035" h="168910">
                  <a:moveTo>
                    <a:pt x="15986" y="0"/>
                  </a:moveTo>
                  <a:lnTo>
                    <a:pt x="0" y="0"/>
                  </a:lnTo>
                  <a:lnTo>
                    <a:pt x="0" y="130142"/>
                  </a:lnTo>
                  <a:lnTo>
                    <a:pt x="14843" y="130142"/>
                  </a:lnTo>
                  <a:lnTo>
                    <a:pt x="14843" y="118330"/>
                  </a:lnTo>
                  <a:lnTo>
                    <a:pt x="29796" y="118330"/>
                  </a:lnTo>
                  <a:lnTo>
                    <a:pt x="24307" y="115016"/>
                  </a:lnTo>
                  <a:lnTo>
                    <a:pt x="16192" y="101762"/>
                  </a:lnTo>
                  <a:lnTo>
                    <a:pt x="14655" y="93600"/>
                  </a:lnTo>
                  <a:lnTo>
                    <a:pt x="14697" y="81582"/>
                  </a:lnTo>
                  <a:lnTo>
                    <a:pt x="33434" y="46894"/>
                  </a:lnTo>
                  <a:lnTo>
                    <a:pt x="70937" y="46894"/>
                  </a:lnTo>
                  <a:lnTo>
                    <a:pt x="70581" y="46444"/>
                  </a:lnTo>
                  <a:lnTo>
                    <a:pt x="15986" y="46444"/>
                  </a:lnTo>
                  <a:lnTo>
                    <a:pt x="15986" y="0"/>
                  </a:lnTo>
                  <a:close/>
                </a:path>
                <a:path w="661035" h="168910">
                  <a:moveTo>
                    <a:pt x="70937" y="46894"/>
                  </a:moveTo>
                  <a:lnTo>
                    <a:pt x="47359" y="46894"/>
                  </a:lnTo>
                  <a:lnTo>
                    <a:pt x="53263" y="49814"/>
                  </a:lnTo>
                  <a:lnTo>
                    <a:pt x="58154" y="55673"/>
                  </a:lnTo>
                  <a:lnTo>
                    <a:pt x="61355" y="60672"/>
                  </a:lnTo>
                  <a:lnTo>
                    <a:pt x="63646" y="66880"/>
                  </a:lnTo>
                  <a:lnTo>
                    <a:pt x="65003" y="74195"/>
                  </a:lnTo>
                  <a:lnTo>
                    <a:pt x="65482" y="82930"/>
                  </a:lnTo>
                  <a:lnTo>
                    <a:pt x="65004" y="91375"/>
                  </a:lnTo>
                  <a:lnTo>
                    <a:pt x="46703" y="119135"/>
                  </a:lnTo>
                  <a:lnTo>
                    <a:pt x="69728" y="119135"/>
                  </a:lnTo>
                  <a:lnTo>
                    <a:pt x="81737" y="82930"/>
                  </a:lnTo>
                  <a:lnTo>
                    <a:pt x="81736" y="74195"/>
                  </a:lnTo>
                  <a:lnTo>
                    <a:pt x="80869" y="68403"/>
                  </a:lnTo>
                  <a:lnTo>
                    <a:pt x="77083" y="56441"/>
                  </a:lnTo>
                  <a:lnTo>
                    <a:pt x="74460" y="51349"/>
                  </a:lnTo>
                  <a:lnTo>
                    <a:pt x="70937" y="46894"/>
                  </a:lnTo>
                  <a:close/>
                </a:path>
                <a:path w="661035" h="168910">
                  <a:moveTo>
                    <a:pt x="47640" y="33752"/>
                  </a:moveTo>
                  <a:lnTo>
                    <a:pt x="41849" y="33752"/>
                  </a:lnTo>
                  <a:lnTo>
                    <a:pt x="34332" y="34545"/>
                  </a:lnTo>
                  <a:lnTo>
                    <a:pt x="27519" y="36925"/>
                  </a:lnTo>
                  <a:lnTo>
                    <a:pt x="21406" y="40891"/>
                  </a:lnTo>
                  <a:lnTo>
                    <a:pt x="15986" y="46444"/>
                  </a:lnTo>
                  <a:lnTo>
                    <a:pt x="70581" y="46444"/>
                  </a:lnTo>
                  <a:lnTo>
                    <a:pt x="67769" y="42887"/>
                  </a:lnTo>
                  <a:lnTo>
                    <a:pt x="63514" y="39593"/>
                  </a:lnTo>
                  <a:lnTo>
                    <a:pt x="53150" y="34931"/>
                  </a:lnTo>
                  <a:lnTo>
                    <a:pt x="47640" y="33752"/>
                  </a:lnTo>
                  <a:close/>
                </a:path>
                <a:path w="661035" h="168910">
                  <a:moveTo>
                    <a:pt x="143035" y="33752"/>
                  </a:moveTo>
                  <a:lnTo>
                    <a:pt x="105868" y="54128"/>
                  </a:lnTo>
                  <a:lnTo>
                    <a:pt x="98973" y="83810"/>
                  </a:lnTo>
                  <a:lnTo>
                    <a:pt x="99732" y="94658"/>
                  </a:lnTo>
                  <a:lnTo>
                    <a:pt x="125366" y="129080"/>
                  </a:lnTo>
                  <a:lnTo>
                    <a:pt x="143934" y="132258"/>
                  </a:lnTo>
                  <a:lnTo>
                    <a:pt x="151781" y="131759"/>
                  </a:lnTo>
                  <a:lnTo>
                    <a:pt x="176387" y="119135"/>
                  </a:lnTo>
                  <a:lnTo>
                    <a:pt x="136138" y="119135"/>
                  </a:lnTo>
                  <a:lnTo>
                    <a:pt x="129560" y="116383"/>
                  </a:lnTo>
                  <a:lnTo>
                    <a:pt x="119027" y="105375"/>
                  </a:lnTo>
                  <a:lnTo>
                    <a:pt x="116084" y="97438"/>
                  </a:lnTo>
                  <a:lnTo>
                    <a:pt x="115503" y="87086"/>
                  </a:lnTo>
                  <a:lnTo>
                    <a:pt x="185859" y="87086"/>
                  </a:lnTo>
                  <a:lnTo>
                    <a:pt x="185953" y="82836"/>
                  </a:lnTo>
                  <a:lnTo>
                    <a:pt x="185349" y="73963"/>
                  </a:lnTo>
                  <a:lnTo>
                    <a:pt x="116384" y="73963"/>
                  </a:lnTo>
                  <a:lnTo>
                    <a:pt x="116928" y="65726"/>
                  </a:lnTo>
                  <a:lnTo>
                    <a:pt x="119683" y="59174"/>
                  </a:lnTo>
                  <a:lnTo>
                    <a:pt x="129691" y="49346"/>
                  </a:lnTo>
                  <a:lnTo>
                    <a:pt x="135875" y="46894"/>
                  </a:lnTo>
                  <a:lnTo>
                    <a:pt x="174152" y="46894"/>
                  </a:lnTo>
                  <a:lnTo>
                    <a:pt x="173958" y="46631"/>
                  </a:lnTo>
                  <a:lnTo>
                    <a:pt x="167524" y="40994"/>
                  </a:lnTo>
                  <a:lnTo>
                    <a:pt x="160225" y="36969"/>
                  </a:lnTo>
                  <a:lnTo>
                    <a:pt x="152062" y="34556"/>
                  </a:lnTo>
                  <a:lnTo>
                    <a:pt x="143035" y="33752"/>
                  </a:lnTo>
                  <a:close/>
                </a:path>
                <a:path w="661035" h="168910">
                  <a:moveTo>
                    <a:pt x="168898" y="99778"/>
                  </a:moveTo>
                  <a:lnTo>
                    <a:pt x="166462" y="106536"/>
                  </a:lnTo>
                  <a:lnTo>
                    <a:pt x="163182" y="111441"/>
                  </a:lnTo>
                  <a:lnTo>
                    <a:pt x="154879" y="117600"/>
                  </a:lnTo>
                  <a:lnTo>
                    <a:pt x="149875" y="119135"/>
                  </a:lnTo>
                  <a:lnTo>
                    <a:pt x="176387" y="119135"/>
                  </a:lnTo>
                  <a:lnTo>
                    <a:pt x="179850" y="114665"/>
                  </a:lnTo>
                  <a:lnTo>
                    <a:pt x="183056" y="108646"/>
                  </a:lnTo>
                  <a:lnTo>
                    <a:pt x="185428" y="101819"/>
                  </a:lnTo>
                  <a:lnTo>
                    <a:pt x="168898" y="99778"/>
                  </a:lnTo>
                  <a:close/>
                </a:path>
                <a:path w="661035" h="168910">
                  <a:moveTo>
                    <a:pt x="174152" y="46894"/>
                  </a:moveTo>
                  <a:lnTo>
                    <a:pt x="151337" y="46894"/>
                  </a:lnTo>
                  <a:lnTo>
                    <a:pt x="157934" y="49964"/>
                  </a:lnTo>
                  <a:lnTo>
                    <a:pt x="163032" y="56123"/>
                  </a:lnTo>
                  <a:lnTo>
                    <a:pt x="166349" y="60091"/>
                  </a:lnTo>
                  <a:lnTo>
                    <a:pt x="168354" y="66026"/>
                  </a:lnTo>
                  <a:lnTo>
                    <a:pt x="169067" y="73963"/>
                  </a:lnTo>
                  <a:lnTo>
                    <a:pt x="185349" y="73963"/>
                  </a:lnTo>
                  <a:lnTo>
                    <a:pt x="185204" y="71822"/>
                  </a:lnTo>
                  <a:lnTo>
                    <a:pt x="182956" y="62115"/>
                  </a:lnTo>
                  <a:lnTo>
                    <a:pt x="179208" y="53718"/>
                  </a:lnTo>
                  <a:lnTo>
                    <a:pt x="174152" y="46894"/>
                  </a:lnTo>
                  <a:close/>
                </a:path>
                <a:path w="661035" h="168910">
                  <a:moveTo>
                    <a:pt x="222948" y="35886"/>
                  </a:moveTo>
                  <a:lnTo>
                    <a:pt x="208517" y="35886"/>
                  </a:lnTo>
                  <a:lnTo>
                    <a:pt x="208518" y="130142"/>
                  </a:lnTo>
                  <a:lnTo>
                    <a:pt x="224448" y="130142"/>
                  </a:lnTo>
                  <a:lnTo>
                    <a:pt x="224448" y="78662"/>
                  </a:lnTo>
                  <a:lnTo>
                    <a:pt x="224934" y="70335"/>
                  </a:lnTo>
                  <a:lnTo>
                    <a:pt x="238121" y="49290"/>
                  </a:lnTo>
                  <a:lnTo>
                    <a:pt x="222948" y="49290"/>
                  </a:lnTo>
                  <a:lnTo>
                    <a:pt x="222948" y="35886"/>
                  </a:lnTo>
                  <a:close/>
                </a:path>
                <a:path w="661035" h="168910">
                  <a:moveTo>
                    <a:pt x="281228" y="47605"/>
                  </a:moveTo>
                  <a:lnTo>
                    <a:pt x="253872" y="47605"/>
                  </a:lnTo>
                  <a:lnTo>
                    <a:pt x="257620" y="48560"/>
                  </a:lnTo>
                  <a:lnTo>
                    <a:pt x="260806" y="50488"/>
                  </a:lnTo>
                  <a:lnTo>
                    <a:pt x="269240" y="130142"/>
                  </a:lnTo>
                  <a:lnTo>
                    <a:pt x="285170" y="130142"/>
                  </a:lnTo>
                  <a:lnTo>
                    <a:pt x="285049" y="61439"/>
                  </a:lnTo>
                  <a:lnTo>
                    <a:pt x="284983" y="59605"/>
                  </a:lnTo>
                  <a:lnTo>
                    <a:pt x="284233" y="56647"/>
                  </a:lnTo>
                  <a:lnTo>
                    <a:pt x="283296" y="52098"/>
                  </a:lnTo>
                  <a:lnTo>
                    <a:pt x="281609" y="48166"/>
                  </a:lnTo>
                  <a:lnTo>
                    <a:pt x="281228" y="47605"/>
                  </a:lnTo>
                  <a:close/>
                </a:path>
                <a:path w="661035" h="168910">
                  <a:moveTo>
                    <a:pt x="258557" y="33752"/>
                  </a:moveTo>
                  <a:lnTo>
                    <a:pt x="252935" y="33752"/>
                  </a:lnTo>
                  <a:lnTo>
                    <a:pt x="243690" y="34724"/>
                  </a:lnTo>
                  <a:lnTo>
                    <a:pt x="235622" y="37639"/>
                  </a:lnTo>
                  <a:lnTo>
                    <a:pt x="228714" y="42495"/>
                  </a:lnTo>
                  <a:lnTo>
                    <a:pt x="222948" y="49290"/>
                  </a:lnTo>
                  <a:lnTo>
                    <a:pt x="238121" y="49290"/>
                  </a:lnTo>
                  <a:lnTo>
                    <a:pt x="242814" y="47605"/>
                  </a:lnTo>
                  <a:lnTo>
                    <a:pt x="281228" y="47605"/>
                  </a:lnTo>
                  <a:lnTo>
                    <a:pt x="263805" y="34782"/>
                  </a:lnTo>
                  <a:lnTo>
                    <a:pt x="258557" y="33752"/>
                  </a:lnTo>
                  <a:close/>
                </a:path>
                <a:path w="661035" h="168910">
                  <a:moveTo>
                    <a:pt x="383280" y="48316"/>
                  </a:moveTo>
                  <a:lnTo>
                    <a:pt x="364447" y="48316"/>
                  </a:lnTo>
                  <a:lnTo>
                    <a:pt x="304287" y="117169"/>
                  </a:lnTo>
                  <a:lnTo>
                    <a:pt x="304287" y="130142"/>
                  </a:lnTo>
                  <a:lnTo>
                    <a:pt x="387874" y="130142"/>
                  </a:lnTo>
                  <a:lnTo>
                    <a:pt x="387874" y="117169"/>
                  </a:lnTo>
                  <a:lnTo>
                    <a:pt x="323965" y="117169"/>
                  </a:lnTo>
                  <a:lnTo>
                    <a:pt x="333898" y="106255"/>
                  </a:lnTo>
                  <a:lnTo>
                    <a:pt x="383280" y="48316"/>
                  </a:lnTo>
                  <a:close/>
                </a:path>
                <a:path w="661035" h="168910">
                  <a:moveTo>
                    <a:pt x="387874" y="116383"/>
                  </a:moveTo>
                  <a:lnTo>
                    <a:pt x="337834" y="116383"/>
                  </a:lnTo>
                  <a:lnTo>
                    <a:pt x="331274" y="116645"/>
                  </a:lnTo>
                  <a:lnTo>
                    <a:pt x="323965" y="117169"/>
                  </a:lnTo>
                  <a:lnTo>
                    <a:pt x="387874" y="117169"/>
                  </a:lnTo>
                  <a:lnTo>
                    <a:pt x="387874" y="116383"/>
                  </a:lnTo>
                  <a:close/>
                </a:path>
                <a:path w="661035" h="168910">
                  <a:moveTo>
                    <a:pt x="384875" y="35886"/>
                  </a:moveTo>
                  <a:lnTo>
                    <a:pt x="307847" y="35886"/>
                  </a:lnTo>
                  <a:lnTo>
                    <a:pt x="307847" y="48840"/>
                  </a:lnTo>
                  <a:lnTo>
                    <a:pt x="351515" y="48840"/>
                  </a:lnTo>
                  <a:lnTo>
                    <a:pt x="357512" y="48672"/>
                  </a:lnTo>
                  <a:lnTo>
                    <a:pt x="364447" y="48316"/>
                  </a:lnTo>
                  <a:lnTo>
                    <a:pt x="383280" y="48316"/>
                  </a:lnTo>
                  <a:lnTo>
                    <a:pt x="384875" y="46444"/>
                  </a:lnTo>
                  <a:lnTo>
                    <a:pt x="384875" y="35886"/>
                  </a:lnTo>
                  <a:close/>
                </a:path>
                <a:path w="661035" h="168910">
                  <a:moveTo>
                    <a:pt x="403991" y="151427"/>
                  </a:moveTo>
                  <a:lnTo>
                    <a:pt x="405678" y="166422"/>
                  </a:lnTo>
                  <a:lnTo>
                    <a:pt x="409614" y="167732"/>
                  </a:lnTo>
                  <a:lnTo>
                    <a:pt x="412987" y="168387"/>
                  </a:lnTo>
                  <a:lnTo>
                    <a:pt x="421234" y="168387"/>
                  </a:lnTo>
                  <a:lnTo>
                    <a:pt x="439170" y="152850"/>
                  </a:lnTo>
                  <a:lnTo>
                    <a:pt x="410551" y="152850"/>
                  </a:lnTo>
                  <a:lnTo>
                    <a:pt x="407552" y="152382"/>
                  </a:lnTo>
                  <a:lnTo>
                    <a:pt x="403991" y="151427"/>
                  </a:lnTo>
                  <a:close/>
                </a:path>
                <a:path w="661035" h="168910">
                  <a:moveTo>
                    <a:pt x="414674" y="35886"/>
                  </a:moveTo>
                  <a:lnTo>
                    <a:pt x="397432" y="35886"/>
                  </a:lnTo>
                  <a:lnTo>
                    <a:pt x="433228" y="130311"/>
                  </a:lnTo>
                  <a:lnTo>
                    <a:pt x="432479" y="132033"/>
                  </a:lnTo>
                  <a:lnTo>
                    <a:pt x="432104" y="133325"/>
                  </a:lnTo>
                  <a:lnTo>
                    <a:pt x="431729" y="134223"/>
                  </a:lnTo>
                  <a:lnTo>
                    <a:pt x="429480" y="140551"/>
                  </a:lnTo>
                  <a:lnTo>
                    <a:pt x="427981" y="144519"/>
                  </a:lnTo>
                  <a:lnTo>
                    <a:pt x="426856" y="146110"/>
                  </a:lnTo>
                  <a:lnTo>
                    <a:pt x="425544" y="148245"/>
                  </a:lnTo>
                  <a:lnTo>
                    <a:pt x="423857" y="149892"/>
                  </a:lnTo>
                  <a:lnTo>
                    <a:pt x="421608" y="151071"/>
                  </a:lnTo>
                  <a:lnTo>
                    <a:pt x="419547" y="152269"/>
                  </a:lnTo>
                  <a:lnTo>
                    <a:pt x="416736" y="152850"/>
                  </a:lnTo>
                  <a:lnTo>
                    <a:pt x="439170" y="152850"/>
                  </a:lnTo>
                  <a:lnTo>
                    <a:pt x="441100" y="149218"/>
                  </a:lnTo>
                  <a:lnTo>
                    <a:pt x="444098" y="142086"/>
                  </a:lnTo>
                  <a:lnTo>
                    <a:pt x="448034" y="131733"/>
                  </a:lnTo>
                  <a:lnTo>
                    <a:pt x="455291" y="112302"/>
                  </a:lnTo>
                  <a:lnTo>
                    <a:pt x="441100" y="112302"/>
                  </a:lnTo>
                  <a:lnTo>
                    <a:pt x="439038" y="104664"/>
                  </a:lnTo>
                  <a:lnTo>
                    <a:pt x="436789" y="97382"/>
                  </a:lnTo>
                  <a:lnTo>
                    <a:pt x="434353" y="90455"/>
                  </a:lnTo>
                  <a:lnTo>
                    <a:pt x="414674" y="35886"/>
                  </a:lnTo>
                  <a:close/>
                </a:path>
                <a:path w="661035" h="168910">
                  <a:moveTo>
                    <a:pt x="483830" y="35886"/>
                  </a:moveTo>
                  <a:lnTo>
                    <a:pt x="467900" y="35886"/>
                  </a:lnTo>
                  <a:lnTo>
                    <a:pt x="447659" y="90811"/>
                  </a:lnTo>
                  <a:lnTo>
                    <a:pt x="445223" y="97794"/>
                  </a:lnTo>
                  <a:lnTo>
                    <a:pt x="442974" y="104963"/>
                  </a:lnTo>
                  <a:lnTo>
                    <a:pt x="441100" y="112302"/>
                  </a:lnTo>
                  <a:lnTo>
                    <a:pt x="455291" y="112302"/>
                  </a:lnTo>
                  <a:lnTo>
                    <a:pt x="483830" y="35886"/>
                  </a:lnTo>
                  <a:close/>
                </a:path>
                <a:path w="661035" h="168910">
                  <a:moveTo>
                    <a:pt x="515878" y="0"/>
                  </a:moveTo>
                  <a:lnTo>
                    <a:pt x="499761" y="0"/>
                  </a:lnTo>
                  <a:lnTo>
                    <a:pt x="499761" y="130142"/>
                  </a:lnTo>
                  <a:lnTo>
                    <a:pt x="515878" y="130142"/>
                  </a:lnTo>
                  <a:lnTo>
                    <a:pt x="515878" y="0"/>
                  </a:lnTo>
                  <a:close/>
                </a:path>
                <a:path w="661035" h="168910">
                  <a:moveTo>
                    <a:pt x="557859" y="0"/>
                  </a:moveTo>
                  <a:lnTo>
                    <a:pt x="541929" y="0"/>
                  </a:lnTo>
                  <a:lnTo>
                    <a:pt x="541929" y="18345"/>
                  </a:lnTo>
                  <a:lnTo>
                    <a:pt x="557859" y="18345"/>
                  </a:lnTo>
                  <a:lnTo>
                    <a:pt x="557859" y="0"/>
                  </a:lnTo>
                  <a:close/>
                </a:path>
                <a:path w="661035" h="168910">
                  <a:moveTo>
                    <a:pt x="557859" y="35886"/>
                  </a:moveTo>
                  <a:lnTo>
                    <a:pt x="541929" y="35886"/>
                  </a:lnTo>
                  <a:lnTo>
                    <a:pt x="541929" y="130142"/>
                  </a:lnTo>
                  <a:lnTo>
                    <a:pt x="557859" y="130142"/>
                  </a:lnTo>
                  <a:lnTo>
                    <a:pt x="557859" y="35886"/>
                  </a:lnTo>
                  <a:close/>
                </a:path>
                <a:path w="661035" h="168910">
                  <a:moveTo>
                    <a:pt x="621580" y="33752"/>
                  </a:moveTo>
                  <a:lnTo>
                    <a:pt x="613521" y="33752"/>
                  </a:lnTo>
                  <a:lnTo>
                    <a:pt x="606025" y="35661"/>
                  </a:lnTo>
                  <a:lnTo>
                    <a:pt x="579927" y="69056"/>
                  </a:lnTo>
                  <a:lnTo>
                    <a:pt x="578662" y="83360"/>
                  </a:lnTo>
                  <a:lnTo>
                    <a:pt x="579400" y="94481"/>
                  </a:lnTo>
                  <a:lnTo>
                    <a:pt x="604127" y="129098"/>
                  </a:lnTo>
                  <a:lnTo>
                    <a:pt x="621580" y="132258"/>
                  </a:lnTo>
                  <a:lnTo>
                    <a:pt x="628998" y="131685"/>
                  </a:lnTo>
                  <a:lnTo>
                    <a:pt x="635800" y="129967"/>
                  </a:lnTo>
                  <a:lnTo>
                    <a:pt x="642006" y="127100"/>
                  </a:lnTo>
                  <a:lnTo>
                    <a:pt x="647631" y="123085"/>
                  </a:lnTo>
                  <a:lnTo>
                    <a:pt x="651411" y="119135"/>
                  </a:lnTo>
                  <a:lnTo>
                    <a:pt x="613521" y="119135"/>
                  </a:lnTo>
                  <a:lnTo>
                    <a:pt x="607149" y="116252"/>
                  </a:lnTo>
                  <a:lnTo>
                    <a:pt x="595155" y="82930"/>
                  </a:lnTo>
                  <a:lnTo>
                    <a:pt x="595615" y="74194"/>
                  </a:lnTo>
                  <a:lnTo>
                    <a:pt x="614271" y="46894"/>
                  </a:lnTo>
                  <a:lnTo>
                    <a:pt x="653363" y="46894"/>
                  </a:lnTo>
                  <a:lnTo>
                    <a:pt x="653253" y="46706"/>
                  </a:lnTo>
                  <a:lnTo>
                    <a:pt x="646881" y="41521"/>
                  </a:lnTo>
                  <a:lnTo>
                    <a:pt x="641610" y="38127"/>
                  </a:lnTo>
                  <a:lnTo>
                    <a:pt x="635636" y="35699"/>
                  </a:lnTo>
                  <a:lnTo>
                    <a:pt x="628960" y="34239"/>
                  </a:lnTo>
                  <a:lnTo>
                    <a:pt x="621580" y="33752"/>
                  </a:lnTo>
                  <a:close/>
                </a:path>
                <a:path w="661035" h="168910">
                  <a:moveTo>
                    <a:pt x="645195" y="95603"/>
                  </a:moveTo>
                  <a:lnTo>
                    <a:pt x="627578" y="119135"/>
                  </a:lnTo>
                  <a:lnTo>
                    <a:pt x="651411" y="119135"/>
                  </a:lnTo>
                  <a:lnTo>
                    <a:pt x="652448" y="118051"/>
                  </a:lnTo>
                  <a:lnTo>
                    <a:pt x="656229" y="112133"/>
                  </a:lnTo>
                  <a:lnTo>
                    <a:pt x="658990" y="105331"/>
                  </a:lnTo>
                  <a:lnTo>
                    <a:pt x="660750" y="97644"/>
                  </a:lnTo>
                  <a:lnTo>
                    <a:pt x="645195" y="95603"/>
                  </a:lnTo>
                  <a:close/>
                </a:path>
                <a:path w="661035" h="168910">
                  <a:moveTo>
                    <a:pt x="653363" y="46894"/>
                  </a:moveTo>
                  <a:lnTo>
                    <a:pt x="627578" y="46894"/>
                  </a:lnTo>
                  <a:lnTo>
                    <a:pt x="632076" y="48485"/>
                  </a:lnTo>
                  <a:lnTo>
                    <a:pt x="635824" y="51686"/>
                  </a:lnTo>
                  <a:lnTo>
                    <a:pt x="639760" y="54887"/>
                  </a:lnTo>
                  <a:lnTo>
                    <a:pt x="642383" y="59642"/>
                  </a:lnTo>
                  <a:lnTo>
                    <a:pt x="643695" y="65969"/>
                  </a:lnTo>
                  <a:lnTo>
                    <a:pt x="659251" y="63573"/>
                  </a:lnTo>
                  <a:lnTo>
                    <a:pt x="657564" y="54045"/>
                  </a:lnTo>
                  <a:lnTo>
                    <a:pt x="653363" y="468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7" name="object 97"/>
            <p:cNvSpPr/>
            <p:nvPr/>
          </p:nvSpPr>
          <p:spPr>
            <a:xfrm>
              <a:off x="3978773" y="4671069"/>
              <a:ext cx="1054100" cy="259715"/>
            </a:xfrm>
            <a:custGeom>
              <a:avLst/>
              <a:gdLst/>
              <a:ahLst/>
              <a:cxnLst/>
              <a:rect l="l" t="t" r="r" b="b"/>
              <a:pathLst>
                <a:path w="1054100" h="259714">
                  <a:moveTo>
                    <a:pt x="0" y="191825"/>
                  </a:moveTo>
                  <a:lnTo>
                    <a:pt x="5305" y="218048"/>
                  </a:lnTo>
                  <a:lnTo>
                    <a:pt x="19769" y="239470"/>
                  </a:lnTo>
                  <a:lnTo>
                    <a:pt x="41216" y="253918"/>
                  </a:lnTo>
                  <a:lnTo>
                    <a:pt x="67469" y="259218"/>
                  </a:lnTo>
                  <a:lnTo>
                    <a:pt x="986084" y="259218"/>
                  </a:lnTo>
                  <a:lnTo>
                    <a:pt x="1012360" y="253918"/>
                  </a:lnTo>
                  <a:lnTo>
                    <a:pt x="1033804" y="239470"/>
                  </a:lnTo>
                  <a:lnTo>
                    <a:pt x="1048256" y="218048"/>
                  </a:lnTo>
                  <a:lnTo>
                    <a:pt x="1049015" y="214289"/>
                  </a:lnTo>
                  <a:lnTo>
                    <a:pt x="22489" y="214289"/>
                  </a:lnTo>
                  <a:lnTo>
                    <a:pt x="0" y="191825"/>
                  </a:lnTo>
                  <a:close/>
                </a:path>
                <a:path w="1054100" h="259714">
                  <a:moveTo>
                    <a:pt x="1008574" y="0"/>
                  </a:moveTo>
                  <a:lnTo>
                    <a:pt x="1008574" y="146897"/>
                  </a:lnTo>
                  <a:lnTo>
                    <a:pt x="988825" y="194549"/>
                  </a:lnTo>
                  <a:lnTo>
                    <a:pt x="941104" y="214289"/>
                  </a:lnTo>
                  <a:lnTo>
                    <a:pt x="1049015" y="214289"/>
                  </a:lnTo>
                  <a:lnTo>
                    <a:pt x="1053553" y="191825"/>
                  </a:lnTo>
                  <a:lnTo>
                    <a:pt x="1053553" y="44872"/>
                  </a:lnTo>
                  <a:lnTo>
                    <a:pt x="1008574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8" name="object 98"/>
            <p:cNvSpPr/>
            <p:nvPr/>
          </p:nvSpPr>
          <p:spPr>
            <a:xfrm>
              <a:off x="2410770" y="3663736"/>
              <a:ext cx="3879850" cy="2820035"/>
            </a:xfrm>
            <a:custGeom>
              <a:avLst/>
              <a:gdLst/>
              <a:ahLst/>
              <a:cxnLst/>
              <a:rect l="l" t="t" r="r" b="b"/>
              <a:pathLst>
                <a:path w="3879850" h="2820035">
                  <a:moveTo>
                    <a:pt x="1523022" y="1154229"/>
                  </a:moveTo>
                  <a:lnTo>
                    <a:pt x="1523022" y="1131276"/>
                  </a:lnTo>
                  <a:lnTo>
                    <a:pt x="1523022" y="1080780"/>
                  </a:lnTo>
                  <a:lnTo>
                    <a:pt x="1523022" y="1030285"/>
                  </a:lnTo>
                  <a:lnTo>
                    <a:pt x="1528328" y="981086"/>
                  </a:lnTo>
                  <a:lnTo>
                    <a:pt x="1564239" y="945231"/>
                  </a:lnTo>
                  <a:lnTo>
                    <a:pt x="1590492" y="939939"/>
                  </a:lnTo>
                  <a:lnTo>
                    <a:pt x="1734025" y="939939"/>
                  </a:lnTo>
                  <a:lnTo>
                    <a:pt x="2049799" y="939939"/>
                  </a:lnTo>
                  <a:lnTo>
                    <a:pt x="2365573" y="939939"/>
                  </a:lnTo>
                  <a:lnTo>
                    <a:pt x="2509107" y="939939"/>
                  </a:lnTo>
                  <a:lnTo>
                    <a:pt x="2535383" y="945231"/>
                  </a:lnTo>
                  <a:lnTo>
                    <a:pt x="2556827" y="959666"/>
                  </a:lnTo>
                  <a:lnTo>
                    <a:pt x="2571279" y="981086"/>
                  </a:lnTo>
                  <a:lnTo>
                    <a:pt x="2576576" y="1007332"/>
                  </a:lnTo>
                  <a:lnTo>
                    <a:pt x="2576576" y="1030285"/>
                  </a:lnTo>
                  <a:lnTo>
                    <a:pt x="2576576" y="1080780"/>
                  </a:lnTo>
                  <a:lnTo>
                    <a:pt x="2576576" y="1131276"/>
                  </a:lnTo>
                  <a:lnTo>
                    <a:pt x="2576576" y="1154229"/>
                  </a:lnTo>
                  <a:lnTo>
                    <a:pt x="2571279" y="1180460"/>
                  </a:lnTo>
                  <a:lnTo>
                    <a:pt x="2556827" y="1201881"/>
                  </a:lnTo>
                  <a:lnTo>
                    <a:pt x="2535383" y="1216325"/>
                  </a:lnTo>
                  <a:lnTo>
                    <a:pt x="2509107" y="1221622"/>
                  </a:lnTo>
                  <a:lnTo>
                    <a:pt x="2365573" y="1221622"/>
                  </a:lnTo>
                  <a:lnTo>
                    <a:pt x="2049799" y="1221622"/>
                  </a:lnTo>
                  <a:lnTo>
                    <a:pt x="1734026" y="1221622"/>
                  </a:lnTo>
                  <a:lnTo>
                    <a:pt x="1590492" y="1221622"/>
                  </a:lnTo>
                  <a:lnTo>
                    <a:pt x="1564239" y="1216325"/>
                  </a:lnTo>
                  <a:lnTo>
                    <a:pt x="1542792" y="1201881"/>
                  </a:lnTo>
                  <a:lnTo>
                    <a:pt x="1528328" y="1180460"/>
                  </a:lnTo>
                  <a:lnTo>
                    <a:pt x="1523022" y="1154229"/>
                  </a:lnTo>
                  <a:close/>
                </a:path>
                <a:path w="3879850" h="2820035">
                  <a:moveTo>
                    <a:pt x="3879673" y="2819693"/>
                  </a:moveTo>
                  <a:lnTo>
                    <a:pt x="3879673" y="2379116"/>
                  </a:lnTo>
                  <a:lnTo>
                    <a:pt x="3879673" y="1409846"/>
                  </a:lnTo>
                  <a:lnTo>
                    <a:pt x="3879673" y="440577"/>
                  </a:lnTo>
                  <a:lnTo>
                    <a:pt x="3879673" y="0"/>
                  </a:lnTo>
                  <a:lnTo>
                    <a:pt x="3273474" y="0"/>
                  </a:lnTo>
                  <a:lnTo>
                    <a:pt x="1939836" y="0"/>
                  </a:lnTo>
                  <a:lnTo>
                    <a:pt x="606199" y="0"/>
                  </a:lnTo>
                  <a:lnTo>
                    <a:pt x="0" y="0"/>
                  </a:lnTo>
                  <a:lnTo>
                    <a:pt x="0" y="440577"/>
                  </a:lnTo>
                  <a:lnTo>
                    <a:pt x="0" y="1409846"/>
                  </a:lnTo>
                  <a:lnTo>
                    <a:pt x="0" y="2379116"/>
                  </a:lnTo>
                  <a:lnTo>
                    <a:pt x="0" y="2819693"/>
                  </a:lnTo>
                  <a:lnTo>
                    <a:pt x="606199" y="2819693"/>
                  </a:lnTo>
                  <a:lnTo>
                    <a:pt x="1939837" y="2819693"/>
                  </a:lnTo>
                  <a:lnTo>
                    <a:pt x="3273474" y="2819693"/>
                  </a:lnTo>
                  <a:lnTo>
                    <a:pt x="3879673" y="2819693"/>
                  </a:lnTo>
                  <a:close/>
                </a:path>
              </a:pathLst>
            </a:custGeom>
            <a:ln w="1123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99" name="object 99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5789483" y="4138854"/>
              <a:ext cx="86210" cy="88172"/>
            </a:xfrm>
            <a:prstGeom prst="rect">
              <a:avLst/>
            </a:prstGeom>
          </p:spPr>
        </p:pic>
      </p:grpSp>
      <p:sp>
        <p:nvSpPr>
          <p:cNvPr id="100" name="object 10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</a:fld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279525" y="571246"/>
            <a:ext cx="963295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spc="-10" dirty="0"/>
              <a:t>Reactions:</a:t>
            </a:r>
            <a:r>
              <a:rPr sz="3600" spc="-15" dirty="0"/>
              <a:t> </a:t>
            </a:r>
            <a:r>
              <a:rPr sz="3600" spc="-10" dirty="0"/>
              <a:t>electrophilic</a:t>
            </a:r>
            <a:r>
              <a:rPr sz="3600" spc="-25" dirty="0"/>
              <a:t> </a:t>
            </a:r>
            <a:r>
              <a:rPr sz="3600" dirty="0"/>
              <a:t>addition</a:t>
            </a:r>
            <a:r>
              <a:rPr sz="3600" spc="-25" dirty="0"/>
              <a:t> </a:t>
            </a:r>
            <a:r>
              <a:rPr sz="3600" spc="-5" dirty="0"/>
              <a:t>of</a:t>
            </a:r>
            <a:r>
              <a:rPr sz="3600" dirty="0"/>
              <a:t> </a:t>
            </a:r>
            <a:r>
              <a:rPr sz="3600" spc="-10" dirty="0"/>
              <a:t>H</a:t>
            </a:r>
            <a:r>
              <a:rPr sz="3600" spc="-15" baseline="-21000" dirty="0"/>
              <a:t>3</a:t>
            </a:r>
            <a:r>
              <a:rPr sz="3600" spc="-10" dirty="0"/>
              <a:t>O</a:t>
            </a:r>
            <a:r>
              <a:rPr sz="3600" spc="-15" baseline="25000" dirty="0"/>
              <a:t>+</a:t>
            </a:r>
            <a:r>
              <a:rPr sz="3600" spc="-7" baseline="25000" dirty="0"/>
              <a:t> </a:t>
            </a:r>
            <a:r>
              <a:rPr sz="3600" spc="-25" dirty="0"/>
              <a:t>(hydration)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6785229" y="1758823"/>
            <a:ext cx="4410710" cy="4034154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79400" marR="184785" indent="-228600" algn="just">
              <a:lnSpc>
                <a:spcPts val="3020"/>
              </a:lnSpc>
              <a:spcBef>
                <a:spcPts val="480"/>
              </a:spcBef>
              <a:buFont typeface="Arial MT"/>
              <a:buChar char="•"/>
              <a:tabLst>
                <a:tab pos="279400" algn="l"/>
              </a:tabLst>
            </a:pPr>
            <a:r>
              <a:rPr sz="2800" spc="-15" dirty="0">
                <a:latin typeface="Calibri" panose="020F0502020204030204"/>
                <a:cs typeface="Calibri" panose="020F0502020204030204"/>
              </a:rPr>
              <a:t>By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analogy with H-X,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water </a:t>
            </a:r>
            <a:r>
              <a:rPr sz="2800" spc="-6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(</a:t>
            </a:r>
            <a:r>
              <a:rPr sz="2800" b="1" spc="-5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H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-</a:t>
            </a:r>
            <a:r>
              <a:rPr sz="2800" b="1" spc="-5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OH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) adds ‘</a:t>
            </a:r>
            <a:r>
              <a:rPr sz="2800" b="1" spc="-5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H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’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to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one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side </a:t>
            </a:r>
            <a:r>
              <a:rPr sz="2800" spc="-6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and</a:t>
            </a:r>
            <a:r>
              <a:rPr sz="2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‘</a:t>
            </a:r>
            <a:r>
              <a:rPr sz="2800" b="1" spc="-5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OH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’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to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other</a:t>
            </a:r>
            <a:endParaRPr sz="28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Font typeface="Arial MT"/>
              <a:buChar char="•"/>
            </a:pPr>
            <a:endParaRPr sz="4100">
              <a:latin typeface="Calibri" panose="020F0502020204030204"/>
              <a:cs typeface="Calibri" panose="020F0502020204030204"/>
            </a:endParaRPr>
          </a:p>
          <a:p>
            <a:pPr marL="279400" marR="635635" indent="-228600">
              <a:lnSpc>
                <a:spcPts val="3020"/>
              </a:lnSpc>
              <a:buFont typeface="Arial MT"/>
              <a:buChar char="•"/>
              <a:tabLst>
                <a:tab pos="279400" algn="l"/>
              </a:tabLst>
            </a:pPr>
            <a:r>
              <a:rPr sz="2800" spc="-5" dirty="0">
                <a:latin typeface="Calibri" panose="020F0502020204030204"/>
                <a:cs typeface="Calibri" panose="020F0502020204030204"/>
              </a:rPr>
              <a:t>But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H of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H-OH</a:t>
            </a:r>
            <a:r>
              <a:rPr sz="28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is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not </a:t>
            </a:r>
            <a:r>
              <a:rPr sz="2800" spc="-6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sufficiently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 polarised</a:t>
            </a:r>
            <a:endParaRPr sz="28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Font typeface="Arial MT"/>
              <a:buChar char="•"/>
            </a:pPr>
            <a:endParaRPr sz="4100">
              <a:latin typeface="Calibri" panose="020F0502020204030204"/>
              <a:cs typeface="Calibri" panose="020F0502020204030204"/>
            </a:endParaRPr>
          </a:p>
          <a:p>
            <a:pPr marL="279400" marR="43180" indent="-228600">
              <a:lnSpc>
                <a:spcPts val="3020"/>
              </a:lnSpc>
              <a:buFont typeface="Arial MT"/>
              <a:buChar char="•"/>
              <a:tabLst>
                <a:tab pos="279400" algn="l"/>
              </a:tabLst>
            </a:pPr>
            <a:r>
              <a:rPr sz="2800" spc="-20" dirty="0">
                <a:latin typeface="Calibri" panose="020F0502020204030204"/>
                <a:cs typeface="Calibri" panose="020F0502020204030204"/>
              </a:rPr>
              <a:t>So, </a:t>
            </a:r>
            <a:r>
              <a:rPr sz="2800" dirty="0">
                <a:latin typeface="Calibri" panose="020F0502020204030204"/>
                <a:cs typeface="Calibri" panose="020F0502020204030204"/>
              </a:rPr>
              <a:t>H</a:t>
            </a:r>
            <a:r>
              <a:rPr sz="2775" baseline="26000" dirty="0">
                <a:latin typeface="Calibri" panose="020F0502020204030204"/>
                <a:cs typeface="Calibri" panose="020F0502020204030204"/>
              </a:rPr>
              <a:t>+</a:t>
            </a:r>
            <a:r>
              <a:rPr sz="2775" spc="7" baseline="260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is added as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catalyst,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usually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from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dirty="0">
                <a:latin typeface="Calibri" panose="020F0502020204030204"/>
                <a:cs typeface="Calibri" panose="020F0502020204030204"/>
              </a:rPr>
              <a:t>H</a:t>
            </a:r>
            <a:r>
              <a:rPr sz="2775" baseline="-21000" dirty="0">
                <a:latin typeface="Calibri" panose="020F0502020204030204"/>
                <a:cs typeface="Calibri" panose="020F0502020204030204"/>
              </a:rPr>
              <a:t>2</a:t>
            </a:r>
            <a:r>
              <a:rPr sz="2800" dirty="0">
                <a:latin typeface="Calibri" panose="020F0502020204030204"/>
                <a:cs typeface="Calibri" panose="020F0502020204030204"/>
              </a:rPr>
              <a:t>SO</a:t>
            </a:r>
            <a:r>
              <a:rPr sz="2775" baseline="-21000" dirty="0">
                <a:latin typeface="Calibri" panose="020F0502020204030204"/>
                <a:cs typeface="Calibri" panose="020F0502020204030204"/>
              </a:rPr>
              <a:t>4</a:t>
            </a:r>
            <a:r>
              <a:rPr sz="2775" spc="337" baseline="-210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or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dirty="0">
                <a:latin typeface="Calibri" panose="020F0502020204030204"/>
                <a:cs typeface="Calibri" panose="020F0502020204030204"/>
              </a:rPr>
              <a:t>H</a:t>
            </a:r>
            <a:r>
              <a:rPr sz="2775" baseline="-21000" dirty="0">
                <a:latin typeface="Calibri" panose="020F0502020204030204"/>
                <a:cs typeface="Calibri" panose="020F0502020204030204"/>
              </a:rPr>
              <a:t>3</a:t>
            </a:r>
            <a:r>
              <a:rPr sz="2800" dirty="0">
                <a:latin typeface="Calibri" panose="020F0502020204030204"/>
                <a:cs typeface="Calibri" panose="020F0502020204030204"/>
              </a:rPr>
              <a:t>PO</a:t>
            </a:r>
            <a:r>
              <a:rPr sz="2775" baseline="-21000" dirty="0">
                <a:latin typeface="Calibri" panose="020F0502020204030204"/>
                <a:cs typeface="Calibri" panose="020F0502020204030204"/>
              </a:rPr>
              <a:t>4</a:t>
            </a:r>
            <a:endParaRPr sz="2775" baseline="-210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873522" y="1850418"/>
            <a:ext cx="404495" cy="625475"/>
            <a:chOff x="1873522" y="1850418"/>
            <a:chExt cx="404495" cy="625475"/>
          </a:xfrm>
        </p:grpSpPr>
        <p:sp>
          <p:nvSpPr>
            <p:cNvPr id="5" name="object 5"/>
            <p:cNvSpPr/>
            <p:nvPr/>
          </p:nvSpPr>
          <p:spPr>
            <a:xfrm>
              <a:off x="2093910" y="2065899"/>
              <a:ext cx="184150" cy="214629"/>
            </a:xfrm>
            <a:custGeom>
              <a:avLst/>
              <a:gdLst/>
              <a:ahLst/>
              <a:cxnLst/>
              <a:rect l="l" t="t" r="r" b="b"/>
              <a:pathLst>
                <a:path w="184150" h="214630">
                  <a:moveTo>
                    <a:pt x="98183" y="0"/>
                  </a:moveTo>
                  <a:lnTo>
                    <a:pt x="59493" y="7034"/>
                  </a:lnTo>
                  <a:lnTo>
                    <a:pt x="27455" y="27917"/>
                  </a:lnTo>
                  <a:lnTo>
                    <a:pt x="6983" y="61705"/>
                  </a:lnTo>
                  <a:lnTo>
                    <a:pt x="0" y="105630"/>
                  </a:lnTo>
                  <a:lnTo>
                    <a:pt x="687" y="120245"/>
                  </a:lnTo>
                  <a:lnTo>
                    <a:pt x="10995" y="161204"/>
                  </a:lnTo>
                  <a:lnTo>
                    <a:pt x="33155" y="193144"/>
                  </a:lnTo>
                  <a:lnTo>
                    <a:pt x="67278" y="210973"/>
                  </a:lnTo>
                  <a:lnTo>
                    <a:pt x="97764" y="214392"/>
                  </a:lnTo>
                  <a:lnTo>
                    <a:pt x="113375" y="213280"/>
                  </a:lnTo>
                  <a:lnTo>
                    <a:pt x="152743" y="196643"/>
                  </a:lnTo>
                  <a:lnTo>
                    <a:pt x="178677" y="160986"/>
                  </a:lnTo>
                  <a:lnTo>
                    <a:pt x="183869" y="145095"/>
                  </a:lnTo>
                  <a:lnTo>
                    <a:pt x="156364" y="138145"/>
                  </a:lnTo>
                  <a:lnTo>
                    <a:pt x="152868" y="150428"/>
                  </a:lnTo>
                  <a:lnTo>
                    <a:pt x="148082" y="161100"/>
                  </a:lnTo>
                  <a:lnTo>
                    <a:pt x="116836" y="187585"/>
                  </a:lnTo>
                  <a:lnTo>
                    <a:pt x="95490" y="190915"/>
                  </a:lnTo>
                  <a:lnTo>
                    <a:pt x="86145" y="190306"/>
                  </a:lnTo>
                  <a:lnTo>
                    <a:pt x="45984" y="168904"/>
                  </a:lnTo>
                  <a:lnTo>
                    <a:pt x="30320" y="130247"/>
                  </a:lnTo>
                  <a:lnTo>
                    <a:pt x="28390" y="105480"/>
                  </a:lnTo>
                  <a:lnTo>
                    <a:pt x="28795" y="95307"/>
                  </a:lnTo>
                  <a:lnTo>
                    <a:pt x="38769" y="56531"/>
                  </a:lnTo>
                  <a:lnTo>
                    <a:pt x="66074" y="29920"/>
                  </a:lnTo>
                  <a:lnTo>
                    <a:pt x="97615" y="23476"/>
                  </a:lnTo>
                  <a:lnTo>
                    <a:pt x="107604" y="24120"/>
                  </a:lnTo>
                  <a:lnTo>
                    <a:pt x="144359" y="47199"/>
                  </a:lnTo>
                  <a:lnTo>
                    <a:pt x="153222" y="66730"/>
                  </a:lnTo>
                  <a:lnTo>
                    <a:pt x="180337" y="60377"/>
                  </a:lnTo>
                  <a:lnTo>
                    <a:pt x="160510" y="24565"/>
                  </a:lnTo>
                  <a:lnTo>
                    <a:pt x="126911" y="3960"/>
                  </a:lnTo>
                  <a:lnTo>
                    <a:pt x="113166" y="990"/>
                  </a:lnTo>
                  <a:lnTo>
                    <a:pt x="9818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882485" y="1859382"/>
              <a:ext cx="202565" cy="607695"/>
            </a:xfrm>
            <a:custGeom>
              <a:avLst/>
              <a:gdLst/>
              <a:ahLst/>
              <a:cxnLst/>
              <a:rect l="l" t="t" r="r" b="b"/>
              <a:pathLst>
                <a:path w="202564" h="607694">
                  <a:moveTo>
                    <a:pt x="202496" y="201833"/>
                  </a:moveTo>
                  <a:lnTo>
                    <a:pt x="0" y="0"/>
                  </a:lnTo>
                </a:path>
                <a:path w="202564" h="607694">
                  <a:moveTo>
                    <a:pt x="188430" y="419656"/>
                  </a:moveTo>
                  <a:lnTo>
                    <a:pt x="0" y="607469"/>
                  </a:lnTo>
                </a:path>
              </a:pathLst>
            </a:custGeom>
            <a:ln w="179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7" name="object 7"/>
          <p:cNvGrpSpPr/>
          <p:nvPr/>
        </p:nvGrpSpPr>
        <p:grpSpPr>
          <a:xfrm>
            <a:off x="2524869" y="1850418"/>
            <a:ext cx="407670" cy="625475"/>
            <a:chOff x="2524869" y="1850418"/>
            <a:chExt cx="407670" cy="625475"/>
          </a:xfrm>
        </p:grpSpPr>
        <p:sp>
          <p:nvSpPr>
            <p:cNvPr id="8" name="object 8"/>
            <p:cNvSpPr/>
            <p:nvPr/>
          </p:nvSpPr>
          <p:spPr>
            <a:xfrm>
              <a:off x="2524869" y="2065899"/>
              <a:ext cx="184150" cy="214629"/>
            </a:xfrm>
            <a:custGeom>
              <a:avLst/>
              <a:gdLst/>
              <a:ahLst/>
              <a:cxnLst/>
              <a:rect l="l" t="t" r="r" b="b"/>
              <a:pathLst>
                <a:path w="184150" h="214630">
                  <a:moveTo>
                    <a:pt x="98195" y="0"/>
                  </a:moveTo>
                  <a:lnTo>
                    <a:pt x="59505" y="7034"/>
                  </a:lnTo>
                  <a:lnTo>
                    <a:pt x="27466" y="27917"/>
                  </a:lnTo>
                  <a:lnTo>
                    <a:pt x="6994" y="61705"/>
                  </a:lnTo>
                  <a:lnTo>
                    <a:pt x="0" y="105630"/>
                  </a:lnTo>
                  <a:lnTo>
                    <a:pt x="689" y="120245"/>
                  </a:lnTo>
                  <a:lnTo>
                    <a:pt x="11013" y="161204"/>
                  </a:lnTo>
                  <a:lnTo>
                    <a:pt x="33168" y="193144"/>
                  </a:lnTo>
                  <a:lnTo>
                    <a:pt x="67290" y="210973"/>
                  </a:lnTo>
                  <a:lnTo>
                    <a:pt x="97776" y="214392"/>
                  </a:lnTo>
                  <a:lnTo>
                    <a:pt x="113387" y="213280"/>
                  </a:lnTo>
                  <a:lnTo>
                    <a:pt x="152755" y="196643"/>
                  </a:lnTo>
                  <a:lnTo>
                    <a:pt x="178689" y="160986"/>
                  </a:lnTo>
                  <a:lnTo>
                    <a:pt x="183881" y="145095"/>
                  </a:lnTo>
                  <a:lnTo>
                    <a:pt x="156376" y="138145"/>
                  </a:lnTo>
                  <a:lnTo>
                    <a:pt x="152880" y="150428"/>
                  </a:lnTo>
                  <a:lnTo>
                    <a:pt x="148094" y="161100"/>
                  </a:lnTo>
                  <a:lnTo>
                    <a:pt x="116848" y="187585"/>
                  </a:lnTo>
                  <a:lnTo>
                    <a:pt x="95502" y="190915"/>
                  </a:lnTo>
                  <a:lnTo>
                    <a:pt x="86157" y="190306"/>
                  </a:lnTo>
                  <a:lnTo>
                    <a:pt x="45996" y="168904"/>
                  </a:lnTo>
                  <a:lnTo>
                    <a:pt x="30332" y="130247"/>
                  </a:lnTo>
                  <a:lnTo>
                    <a:pt x="28402" y="105480"/>
                  </a:lnTo>
                  <a:lnTo>
                    <a:pt x="28807" y="95307"/>
                  </a:lnTo>
                  <a:lnTo>
                    <a:pt x="38781" y="56531"/>
                  </a:lnTo>
                  <a:lnTo>
                    <a:pt x="66086" y="29920"/>
                  </a:lnTo>
                  <a:lnTo>
                    <a:pt x="97626" y="23476"/>
                  </a:lnTo>
                  <a:lnTo>
                    <a:pt x="107616" y="24120"/>
                  </a:lnTo>
                  <a:lnTo>
                    <a:pt x="144371" y="47199"/>
                  </a:lnTo>
                  <a:lnTo>
                    <a:pt x="153234" y="66730"/>
                  </a:lnTo>
                  <a:lnTo>
                    <a:pt x="180349" y="60377"/>
                  </a:lnTo>
                  <a:lnTo>
                    <a:pt x="160522" y="24565"/>
                  </a:lnTo>
                  <a:lnTo>
                    <a:pt x="126923" y="3960"/>
                  </a:lnTo>
                  <a:lnTo>
                    <a:pt x="113178" y="990"/>
                  </a:lnTo>
                  <a:lnTo>
                    <a:pt x="981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2724044" y="1859382"/>
              <a:ext cx="199390" cy="607695"/>
            </a:xfrm>
            <a:custGeom>
              <a:avLst/>
              <a:gdLst/>
              <a:ahLst/>
              <a:cxnLst/>
              <a:rect l="l" t="t" r="r" b="b"/>
              <a:pathLst>
                <a:path w="199389" h="607694">
                  <a:moveTo>
                    <a:pt x="0" y="198253"/>
                  </a:moveTo>
                  <a:lnTo>
                    <a:pt x="198905" y="0"/>
                  </a:lnTo>
                </a:path>
                <a:path w="199389" h="607694">
                  <a:moveTo>
                    <a:pt x="12270" y="421446"/>
                  </a:moveTo>
                  <a:lnTo>
                    <a:pt x="198905" y="607469"/>
                  </a:lnTo>
                </a:path>
              </a:pathLst>
            </a:custGeom>
            <a:ln w="179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/>
          <p:nvPr/>
        </p:nvSpPr>
        <p:spPr>
          <a:xfrm>
            <a:off x="2328478" y="2154168"/>
            <a:ext cx="145415" cy="18415"/>
          </a:xfrm>
          <a:custGeom>
            <a:avLst/>
            <a:gdLst/>
            <a:ahLst/>
            <a:cxnLst/>
            <a:rect l="l" t="t" r="r" b="b"/>
            <a:pathLst>
              <a:path w="145414" h="18414">
                <a:moveTo>
                  <a:pt x="144854" y="0"/>
                </a:moveTo>
                <a:lnTo>
                  <a:pt x="0" y="0"/>
                </a:lnTo>
                <a:lnTo>
                  <a:pt x="0" y="17898"/>
                </a:lnTo>
                <a:lnTo>
                  <a:pt x="144854" y="17898"/>
                </a:lnTo>
                <a:lnTo>
                  <a:pt x="1448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2328478" y="2076847"/>
            <a:ext cx="145415" cy="18415"/>
          </a:xfrm>
          <a:custGeom>
            <a:avLst/>
            <a:gdLst/>
            <a:ahLst/>
            <a:cxnLst/>
            <a:rect l="l" t="t" r="r" b="b"/>
            <a:pathLst>
              <a:path w="145414" h="18414">
                <a:moveTo>
                  <a:pt x="144854" y="0"/>
                </a:moveTo>
                <a:lnTo>
                  <a:pt x="0" y="0"/>
                </a:lnTo>
                <a:lnTo>
                  <a:pt x="0" y="17898"/>
                </a:lnTo>
                <a:lnTo>
                  <a:pt x="144854" y="17898"/>
                </a:lnTo>
                <a:lnTo>
                  <a:pt x="1448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2" name="object 12"/>
          <p:cNvGrpSpPr/>
          <p:nvPr/>
        </p:nvGrpSpPr>
        <p:grpSpPr>
          <a:xfrm>
            <a:off x="3197305" y="1838083"/>
            <a:ext cx="1080135" cy="417830"/>
            <a:chOff x="3197305" y="1838083"/>
            <a:chExt cx="1080135" cy="417830"/>
          </a:xfrm>
        </p:grpSpPr>
        <p:sp>
          <p:nvSpPr>
            <p:cNvPr id="13" name="object 13"/>
            <p:cNvSpPr/>
            <p:nvPr/>
          </p:nvSpPr>
          <p:spPr>
            <a:xfrm>
              <a:off x="3197305" y="2198914"/>
              <a:ext cx="923925" cy="18415"/>
            </a:xfrm>
            <a:custGeom>
              <a:avLst/>
              <a:gdLst/>
              <a:ahLst/>
              <a:cxnLst/>
              <a:rect l="l" t="t" r="r" b="b"/>
              <a:pathLst>
                <a:path w="923925" h="18414">
                  <a:moveTo>
                    <a:pt x="923895" y="0"/>
                  </a:moveTo>
                  <a:lnTo>
                    <a:pt x="0" y="0"/>
                  </a:lnTo>
                  <a:lnTo>
                    <a:pt x="0" y="17898"/>
                  </a:lnTo>
                  <a:lnTo>
                    <a:pt x="923895" y="17898"/>
                  </a:lnTo>
                  <a:lnTo>
                    <a:pt x="9238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4" name="object 1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093102" y="2156821"/>
              <a:ext cx="183720" cy="98503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18648" y="1841752"/>
              <a:ext cx="163170" cy="207322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50406" y="1838083"/>
              <a:ext cx="198899" cy="214511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18002" y="1957465"/>
              <a:ext cx="103253" cy="156103"/>
            </a:xfrm>
            <a:prstGeom prst="rect">
              <a:avLst/>
            </a:prstGeom>
          </p:spPr>
        </p:pic>
      </p:grpSp>
      <p:grpSp>
        <p:nvGrpSpPr>
          <p:cNvPr id="18" name="object 18"/>
          <p:cNvGrpSpPr/>
          <p:nvPr/>
        </p:nvGrpSpPr>
        <p:grpSpPr>
          <a:xfrm>
            <a:off x="4569627" y="1833251"/>
            <a:ext cx="483870" cy="638175"/>
            <a:chOff x="4569627" y="1833251"/>
            <a:chExt cx="483870" cy="638175"/>
          </a:xfrm>
        </p:grpSpPr>
        <p:sp>
          <p:nvSpPr>
            <p:cNvPr id="19" name="object 19"/>
            <p:cNvSpPr/>
            <p:nvPr/>
          </p:nvSpPr>
          <p:spPr>
            <a:xfrm>
              <a:off x="4872586" y="2143459"/>
              <a:ext cx="180975" cy="177165"/>
            </a:xfrm>
            <a:custGeom>
              <a:avLst/>
              <a:gdLst/>
              <a:ahLst/>
              <a:cxnLst/>
              <a:rect l="l" t="t" r="r" b="b"/>
              <a:pathLst>
                <a:path w="180975" h="177164">
                  <a:moveTo>
                    <a:pt x="98165" y="0"/>
                  </a:moveTo>
                  <a:lnTo>
                    <a:pt x="59613" y="7034"/>
                  </a:lnTo>
                  <a:lnTo>
                    <a:pt x="27384" y="27917"/>
                  </a:lnTo>
                  <a:lnTo>
                    <a:pt x="6944" y="61705"/>
                  </a:lnTo>
                  <a:lnTo>
                    <a:pt x="0" y="105630"/>
                  </a:lnTo>
                  <a:lnTo>
                    <a:pt x="678" y="120245"/>
                  </a:lnTo>
                  <a:lnTo>
                    <a:pt x="11073" y="161204"/>
                  </a:lnTo>
                  <a:lnTo>
                    <a:pt x="19722" y="177130"/>
                  </a:lnTo>
                  <a:lnTo>
                    <a:pt x="43587" y="165295"/>
                  </a:lnTo>
                  <a:lnTo>
                    <a:pt x="40585" y="160903"/>
                  </a:lnTo>
                  <a:lnTo>
                    <a:pt x="36213" y="151658"/>
                  </a:lnTo>
                  <a:lnTo>
                    <a:pt x="32725" y="141372"/>
                  </a:lnTo>
                  <a:lnTo>
                    <a:pt x="30302" y="130247"/>
                  </a:lnTo>
                  <a:lnTo>
                    <a:pt x="28890" y="118283"/>
                  </a:lnTo>
                  <a:lnTo>
                    <a:pt x="28432" y="105480"/>
                  </a:lnTo>
                  <a:lnTo>
                    <a:pt x="28829" y="95307"/>
                  </a:lnTo>
                  <a:lnTo>
                    <a:pt x="38776" y="56531"/>
                  </a:lnTo>
                  <a:lnTo>
                    <a:pt x="66043" y="29920"/>
                  </a:lnTo>
                  <a:lnTo>
                    <a:pt x="97567" y="23476"/>
                  </a:lnTo>
                  <a:lnTo>
                    <a:pt x="159238" y="23476"/>
                  </a:lnTo>
                  <a:lnTo>
                    <a:pt x="150540" y="15840"/>
                  </a:lnTo>
                  <a:lnTo>
                    <a:pt x="139368" y="8910"/>
                  </a:lnTo>
                  <a:lnTo>
                    <a:pt x="126934" y="3960"/>
                  </a:lnTo>
                  <a:lnTo>
                    <a:pt x="113209" y="990"/>
                  </a:lnTo>
                  <a:lnTo>
                    <a:pt x="98165" y="0"/>
                  </a:lnTo>
                  <a:close/>
                </a:path>
                <a:path w="180975" h="177164">
                  <a:moveTo>
                    <a:pt x="159238" y="23476"/>
                  </a:moveTo>
                  <a:lnTo>
                    <a:pt x="97567" y="23476"/>
                  </a:lnTo>
                  <a:lnTo>
                    <a:pt x="107621" y="24120"/>
                  </a:lnTo>
                  <a:lnTo>
                    <a:pt x="116721" y="26053"/>
                  </a:lnTo>
                  <a:lnTo>
                    <a:pt x="149203" y="56198"/>
                  </a:lnTo>
                  <a:lnTo>
                    <a:pt x="153234" y="66730"/>
                  </a:lnTo>
                  <a:lnTo>
                    <a:pt x="180469" y="60377"/>
                  </a:lnTo>
                  <a:lnTo>
                    <a:pt x="175414" y="46836"/>
                  </a:lnTo>
                  <a:lnTo>
                    <a:pt x="168759" y="34898"/>
                  </a:lnTo>
                  <a:lnTo>
                    <a:pt x="160477" y="24565"/>
                  </a:lnTo>
                  <a:lnTo>
                    <a:pt x="159238" y="2347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74647" y="1833251"/>
              <a:ext cx="166283" cy="207322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4578598" y="2069479"/>
              <a:ext cx="285115" cy="393065"/>
            </a:xfrm>
            <a:custGeom>
              <a:avLst/>
              <a:gdLst/>
              <a:ahLst/>
              <a:cxnLst/>
              <a:rect l="l" t="t" r="r" b="b"/>
              <a:pathLst>
                <a:path w="285114" h="393064">
                  <a:moveTo>
                    <a:pt x="285009" y="69296"/>
                  </a:moveTo>
                  <a:lnTo>
                    <a:pt x="215545" y="0"/>
                  </a:lnTo>
                </a:path>
                <a:path w="285114" h="393064">
                  <a:moveTo>
                    <a:pt x="28313" y="392637"/>
                  </a:moveTo>
                  <a:lnTo>
                    <a:pt x="0" y="343767"/>
                  </a:lnTo>
                </a:path>
                <a:path w="285114" h="393064">
                  <a:moveTo>
                    <a:pt x="104728" y="354743"/>
                  </a:moveTo>
                  <a:lnTo>
                    <a:pt x="79370" y="310983"/>
                  </a:lnTo>
                </a:path>
                <a:path w="285114" h="393064">
                  <a:moveTo>
                    <a:pt x="180080" y="315010"/>
                  </a:moveTo>
                  <a:lnTo>
                    <a:pt x="158741" y="278170"/>
                  </a:lnTo>
                </a:path>
                <a:path w="285114" h="393064">
                  <a:moveTo>
                    <a:pt x="248197" y="262926"/>
                  </a:moveTo>
                  <a:lnTo>
                    <a:pt x="238021" y="245386"/>
                  </a:lnTo>
                </a:path>
              </a:pathLst>
            </a:custGeom>
            <a:ln w="179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2" name="object 22"/>
          <p:cNvGrpSpPr/>
          <p:nvPr/>
        </p:nvGrpSpPr>
        <p:grpSpPr>
          <a:xfrm>
            <a:off x="5501167" y="1846287"/>
            <a:ext cx="150495" cy="172720"/>
            <a:chOff x="5501167" y="1846287"/>
            <a:chExt cx="150495" cy="172720"/>
          </a:xfrm>
        </p:grpSpPr>
        <p:sp>
          <p:nvSpPr>
            <p:cNvPr id="23" name="object 23"/>
            <p:cNvSpPr/>
            <p:nvPr/>
          </p:nvSpPr>
          <p:spPr>
            <a:xfrm>
              <a:off x="5535700" y="1874029"/>
              <a:ext cx="71755" cy="127635"/>
            </a:xfrm>
            <a:custGeom>
              <a:avLst/>
              <a:gdLst/>
              <a:ahLst/>
              <a:cxnLst/>
              <a:rect l="l" t="t" r="r" b="b"/>
              <a:pathLst>
                <a:path w="71754" h="127635">
                  <a:moveTo>
                    <a:pt x="71334" y="0"/>
                  </a:moveTo>
                  <a:lnTo>
                    <a:pt x="0" y="127504"/>
                  </a:lnTo>
                </a:path>
              </a:pathLst>
            </a:custGeom>
            <a:ln w="418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5501167" y="1846287"/>
              <a:ext cx="150495" cy="172720"/>
            </a:xfrm>
            <a:custGeom>
              <a:avLst/>
              <a:gdLst/>
              <a:ahLst/>
              <a:cxnLst/>
              <a:rect l="l" t="t" r="r" b="b"/>
              <a:pathLst>
                <a:path w="150495" h="172719">
                  <a:moveTo>
                    <a:pt x="72346" y="0"/>
                  </a:moveTo>
                  <a:lnTo>
                    <a:pt x="0" y="172371"/>
                  </a:lnTo>
                  <a:lnTo>
                    <a:pt x="84776" y="130331"/>
                  </a:lnTo>
                  <a:lnTo>
                    <a:pt x="150160" y="44745"/>
                  </a:lnTo>
                  <a:lnTo>
                    <a:pt x="7234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5" name="object 25"/>
          <p:cNvGrpSpPr/>
          <p:nvPr/>
        </p:nvGrpSpPr>
        <p:grpSpPr>
          <a:xfrm>
            <a:off x="2958648" y="2764197"/>
            <a:ext cx="1030605" cy="520065"/>
            <a:chOff x="2958648" y="2764197"/>
            <a:chExt cx="1030605" cy="520065"/>
          </a:xfrm>
        </p:grpSpPr>
        <p:sp>
          <p:nvSpPr>
            <p:cNvPr id="26" name="object 26"/>
            <p:cNvSpPr/>
            <p:nvPr/>
          </p:nvSpPr>
          <p:spPr>
            <a:xfrm>
              <a:off x="3122753" y="2922574"/>
              <a:ext cx="441959" cy="210820"/>
            </a:xfrm>
            <a:custGeom>
              <a:avLst/>
              <a:gdLst/>
              <a:ahLst/>
              <a:cxnLst/>
              <a:rect l="l" t="t" r="r" b="b"/>
              <a:pathLst>
                <a:path w="441960" h="210819">
                  <a:moveTo>
                    <a:pt x="53602" y="188529"/>
                  </a:moveTo>
                  <a:lnTo>
                    <a:pt x="23703" y="188529"/>
                  </a:lnTo>
                  <a:lnTo>
                    <a:pt x="32008" y="198239"/>
                  </a:lnTo>
                  <a:lnTo>
                    <a:pt x="41750" y="205174"/>
                  </a:lnTo>
                  <a:lnTo>
                    <a:pt x="52928" y="209336"/>
                  </a:lnTo>
                  <a:lnTo>
                    <a:pt x="65543" y="210723"/>
                  </a:lnTo>
                  <a:lnTo>
                    <a:pt x="78483" y="209404"/>
                  </a:lnTo>
                  <a:lnTo>
                    <a:pt x="90459" y="205450"/>
                  </a:lnTo>
                  <a:lnTo>
                    <a:pt x="101469" y="198868"/>
                  </a:lnTo>
                  <a:lnTo>
                    <a:pt x="111383" y="189782"/>
                  </a:lnTo>
                  <a:lnTo>
                    <a:pt x="63418" y="189782"/>
                  </a:lnTo>
                  <a:lnTo>
                    <a:pt x="53666" y="188556"/>
                  </a:lnTo>
                  <a:close/>
                </a:path>
                <a:path w="441960" h="210819">
                  <a:moveTo>
                    <a:pt x="25529" y="0"/>
                  </a:moveTo>
                  <a:lnTo>
                    <a:pt x="0" y="0"/>
                  </a:lnTo>
                  <a:lnTo>
                    <a:pt x="0" y="207322"/>
                  </a:lnTo>
                  <a:lnTo>
                    <a:pt x="23703" y="207322"/>
                  </a:lnTo>
                  <a:lnTo>
                    <a:pt x="23703" y="188529"/>
                  </a:lnTo>
                  <a:lnTo>
                    <a:pt x="53602" y="188529"/>
                  </a:lnTo>
                  <a:lnTo>
                    <a:pt x="25259" y="154373"/>
                  </a:lnTo>
                  <a:lnTo>
                    <a:pt x="23440" y="132089"/>
                  </a:lnTo>
                  <a:lnTo>
                    <a:pt x="23471" y="129971"/>
                  </a:lnTo>
                  <a:lnTo>
                    <a:pt x="35615" y="89163"/>
                  </a:lnTo>
                  <a:lnTo>
                    <a:pt x="64555" y="74665"/>
                  </a:lnTo>
                  <a:lnTo>
                    <a:pt x="113257" y="74665"/>
                  </a:lnTo>
                  <a:lnTo>
                    <a:pt x="112640" y="73979"/>
                  </a:lnTo>
                  <a:lnTo>
                    <a:pt x="25529" y="73979"/>
                  </a:lnTo>
                  <a:lnTo>
                    <a:pt x="25529" y="0"/>
                  </a:lnTo>
                  <a:close/>
                </a:path>
                <a:path w="441960" h="210819">
                  <a:moveTo>
                    <a:pt x="113257" y="74665"/>
                  </a:moveTo>
                  <a:lnTo>
                    <a:pt x="64555" y="74665"/>
                  </a:lnTo>
                  <a:lnTo>
                    <a:pt x="72552" y="75543"/>
                  </a:lnTo>
                  <a:lnTo>
                    <a:pt x="79935" y="78174"/>
                  </a:lnTo>
                  <a:lnTo>
                    <a:pt x="103840" y="118352"/>
                  </a:lnTo>
                  <a:lnTo>
                    <a:pt x="104570" y="132089"/>
                  </a:lnTo>
                  <a:lnTo>
                    <a:pt x="103807" y="145559"/>
                  </a:lnTo>
                  <a:lnTo>
                    <a:pt x="85973" y="181627"/>
                  </a:lnTo>
                  <a:lnTo>
                    <a:pt x="63418" y="189782"/>
                  </a:lnTo>
                  <a:lnTo>
                    <a:pt x="111383" y="189782"/>
                  </a:lnTo>
                  <a:lnTo>
                    <a:pt x="129472" y="148183"/>
                  </a:lnTo>
                  <a:lnTo>
                    <a:pt x="130668" y="129971"/>
                  </a:lnTo>
                  <a:lnTo>
                    <a:pt x="130387" y="121968"/>
                  </a:lnTo>
                  <a:lnTo>
                    <a:pt x="117373" y="80342"/>
                  </a:lnTo>
                  <a:lnTo>
                    <a:pt x="113578" y="75023"/>
                  </a:lnTo>
                  <a:lnTo>
                    <a:pt x="113257" y="74665"/>
                  </a:lnTo>
                  <a:close/>
                </a:path>
                <a:path w="441960" h="210819">
                  <a:moveTo>
                    <a:pt x="66830" y="53754"/>
                  </a:moveTo>
                  <a:lnTo>
                    <a:pt x="54838" y="55018"/>
                  </a:lnTo>
                  <a:lnTo>
                    <a:pt x="43957" y="58810"/>
                  </a:lnTo>
                  <a:lnTo>
                    <a:pt x="34187" y="65131"/>
                  </a:lnTo>
                  <a:lnTo>
                    <a:pt x="25529" y="73979"/>
                  </a:lnTo>
                  <a:lnTo>
                    <a:pt x="112640" y="73979"/>
                  </a:lnTo>
                  <a:lnTo>
                    <a:pt x="73693" y="54101"/>
                  </a:lnTo>
                  <a:lnTo>
                    <a:pt x="66830" y="53754"/>
                  </a:lnTo>
                  <a:close/>
                </a:path>
                <a:path w="441960" h="210819">
                  <a:moveTo>
                    <a:pt x="227726" y="53754"/>
                  </a:moveTo>
                  <a:lnTo>
                    <a:pt x="190572" y="63130"/>
                  </a:lnTo>
                  <a:lnTo>
                    <a:pt x="162878" y="95931"/>
                  </a:lnTo>
                  <a:lnTo>
                    <a:pt x="157065" y="132238"/>
                  </a:lnTo>
                  <a:lnTo>
                    <a:pt x="158283" y="150142"/>
                  </a:lnTo>
                  <a:lnTo>
                    <a:pt x="161939" y="165820"/>
                  </a:lnTo>
                  <a:lnTo>
                    <a:pt x="168037" y="179272"/>
                  </a:lnTo>
                  <a:lnTo>
                    <a:pt x="175180" y="188661"/>
                  </a:lnTo>
                  <a:lnTo>
                    <a:pt x="197991" y="177349"/>
                  </a:lnTo>
                  <a:lnTo>
                    <a:pt x="195942" y="175433"/>
                  </a:lnTo>
                  <a:lnTo>
                    <a:pt x="190421" y="167350"/>
                  </a:lnTo>
                  <a:lnTo>
                    <a:pt x="186473" y="157460"/>
                  </a:lnTo>
                  <a:lnTo>
                    <a:pt x="184103" y="145758"/>
                  </a:lnTo>
                  <a:lnTo>
                    <a:pt x="183312" y="132238"/>
                  </a:lnTo>
                  <a:lnTo>
                    <a:pt x="184103" y="118720"/>
                  </a:lnTo>
                  <a:lnTo>
                    <a:pt x="202659" y="82856"/>
                  </a:lnTo>
                  <a:lnTo>
                    <a:pt x="227726" y="74815"/>
                  </a:lnTo>
                  <a:lnTo>
                    <a:pt x="279116" y="74815"/>
                  </a:lnTo>
                  <a:lnTo>
                    <a:pt x="278515" y="74039"/>
                  </a:lnTo>
                  <a:lnTo>
                    <a:pt x="267949" y="65169"/>
                  </a:lnTo>
                  <a:lnTo>
                    <a:pt x="255960" y="58829"/>
                  </a:lnTo>
                  <a:lnTo>
                    <a:pt x="242551" y="55023"/>
                  </a:lnTo>
                  <a:lnTo>
                    <a:pt x="227726" y="53754"/>
                  </a:lnTo>
                  <a:close/>
                </a:path>
                <a:path w="441960" h="210819">
                  <a:moveTo>
                    <a:pt x="279116" y="74815"/>
                  </a:moveTo>
                  <a:lnTo>
                    <a:pt x="227726" y="74815"/>
                  </a:lnTo>
                  <a:lnTo>
                    <a:pt x="236771" y="75714"/>
                  </a:lnTo>
                  <a:lnTo>
                    <a:pt x="245051" y="78409"/>
                  </a:lnTo>
                  <a:lnTo>
                    <a:pt x="271194" y="118297"/>
                  </a:lnTo>
                  <a:lnTo>
                    <a:pt x="271990" y="131373"/>
                  </a:lnTo>
                  <a:lnTo>
                    <a:pt x="271445" y="140923"/>
                  </a:lnTo>
                  <a:lnTo>
                    <a:pt x="298063" y="127724"/>
                  </a:lnTo>
                  <a:lnTo>
                    <a:pt x="297004" y="113194"/>
                  </a:lnTo>
                  <a:lnTo>
                    <a:pt x="293303" y="98209"/>
                  </a:lnTo>
                  <a:lnTo>
                    <a:pt x="287139" y="85159"/>
                  </a:lnTo>
                  <a:lnTo>
                    <a:pt x="279116" y="74815"/>
                  </a:lnTo>
                  <a:close/>
                </a:path>
                <a:path w="441960" h="210819">
                  <a:moveTo>
                    <a:pt x="363063" y="76933"/>
                  </a:moveTo>
                  <a:lnTo>
                    <a:pt x="337684" y="76933"/>
                  </a:lnTo>
                  <a:lnTo>
                    <a:pt x="337684" y="108076"/>
                  </a:lnTo>
                  <a:lnTo>
                    <a:pt x="363063" y="95490"/>
                  </a:lnTo>
                  <a:lnTo>
                    <a:pt x="363063" y="76933"/>
                  </a:lnTo>
                  <a:close/>
                </a:path>
                <a:path w="441960" h="210819">
                  <a:moveTo>
                    <a:pt x="388742" y="57155"/>
                  </a:moveTo>
                  <a:lnTo>
                    <a:pt x="318948" y="57155"/>
                  </a:lnTo>
                  <a:lnTo>
                    <a:pt x="318948" y="76933"/>
                  </a:lnTo>
                  <a:lnTo>
                    <a:pt x="388742" y="76933"/>
                  </a:lnTo>
                  <a:lnTo>
                    <a:pt x="388742" y="57155"/>
                  </a:lnTo>
                  <a:close/>
                </a:path>
                <a:path w="441960" h="210819">
                  <a:moveTo>
                    <a:pt x="363063" y="4683"/>
                  </a:moveTo>
                  <a:lnTo>
                    <a:pt x="337684" y="19956"/>
                  </a:lnTo>
                  <a:lnTo>
                    <a:pt x="337684" y="57155"/>
                  </a:lnTo>
                  <a:lnTo>
                    <a:pt x="363063" y="57155"/>
                  </a:lnTo>
                  <a:lnTo>
                    <a:pt x="363063" y="4683"/>
                  </a:lnTo>
                  <a:close/>
                </a:path>
                <a:path w="441960" h="210819">
                  <a:moveTo>
                    <a:pt x="441685" y="0"/>
                  </a:moveTo>
                  <a:lnTo>
                    <a:pt x="416126" y="0"/>
                  </a:lnTo>
                  <a:lnTo>
                    <a:pt x="416126" y="69176"/>
                  </a:lnTo>
                  <a:lnTo>
                    <a:pt x="441685" y="56502"/>
                  </a:lnTo>
                  <a:lnTo>
                    <a:pt x="4416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2967603" y="2773152"/>
              <a:ext cx="1012190" cy="502284"/>
            </a:xfrm>
            <a:custGeom>
              <a:avLst/>
              <a:gdLst/>
              <a:ahLst/>
              <a:cxnLst/>
              <a:rect l="l" t="t" r="r" b="b"/>
              <a:pathLst>
                <a:path w="1012189" h="502285">
                  <a:moveTo>
                    <a:pt x="0" y="501892"/>
                  </a:moveTo>
                  <a:lnTo>
                    <a:pt x="0" y="463122"/>
                  </a:lnTo>
                  <a:lnTo>
                    <a:pt x="0" y="218556"/>
                  </a:lnTo>
                  <a:lnTo>
                    <a:pt x="0" y="107390"/>
                  </a:lnTo>
                  <a:lnTo>
                    <a:pt x="8472" y="65604"/>
                  </a:lnTo>
                  <a:lnTo>
                    <a:pt x="31570" y="31467"/>
                  </a:lnTo>
                  <a:lnTo>
                    <a:pt x="65819" y="8444"/>
                  </a:lnTo>
                  <a:lnTo>
                    <a:pt x="107742" y="0"/>
                  </a:lnTo>
                  <a:lnTo>
                    <a:pt x="315143" y="0"/>
                  </a:lnTo>
                  <a:lnTo>
                    <a:pt x="771423" y="0"/>
                  </a:lnTo>
                  <a:lnTo>
                    <a:pt x="1012090" y="0"/>
                  </a:lnTo>
                </a:path>
              </a:pathLst>
            </a:custGeom>
            <a:ln w="1790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8" name="object 28"/>
          <p:cNvGrpSpPr/>
          <p:nvPr/>
        </p:nvGrpSpPr>
        <p:grpSpPr>
          <a:xfrm>
            <a:off x="3653326" y="2340669"/>
            <a:ext cx="308610" cy="245745"/>
            <a:chOff x="3653326" y="2340669"/>
            <a:chExt cx="308610" cy="245745"/>
          </a:xfrm>
        </p:grpSpPr>
        <p:pic>
          <p:nvPicPr>
            <p:cNvPr id="29" name="object 2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858337" y="2340669"/>
              <a:ext cx="103014" cy="102766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653326" y="2378703"/>
              <a:ext cx="163170" cy="207322"/>
            </a:xfrm>
            <a:prstGeom prst="rect">
              <a:avLst/>
            </a:prstGeom>
          </p:spPr>
        </p:pic>
      </p:grpSp>
      <p:sp>
        <p:nvSpPr>
          <p:cNvPr id="31" name="object 31"/>
          <p:cNvSpPr/>
          <p:nvPr/>
        </p:nvSpPr>
        <p:spPr>
          <a:xfrm>
            <a:off x="1730700" y="4989166"/>
            <a:ext cx="873125" cy="749300"/>
          </a:xfrm>
          <a:custGeom>
            <a:avLst/>
            <a:gdLst/>
            <a:ahLst/>
            <a:cxnLst/>
            <a:rect l="l" t="t" r="r" b="b"/>
            <a:pathLst>
              <a:path w="873125" h="749300">
                <a:moveTo>
                  <a:pt x="654549" y="0"/>
                </a:moveTo>
                <a:lnTo>
                  <a:pt x="218184" y="0"/>
                </a:lnTo>
              </a:path>
              <a:path w="873125" h="749300">
                <a:moveTo>
                  <a:pt x="609215" y="77858"/>
                </a:moveTo>
                <a:lnTo>
                  <a:pt x="263545" y="77858"/>
                </a:lnTo>
              </a:path>
              <a:path w="873125" h="749300">
                <a:moveTo>
                  <a:pt x="218184" y="0"/>
                </a:moveTo>
                <a:lnTo>
                  <a:pt x="0" y="374571"/>
                </a:lnTo>
              </a:path>
              <a:path w="873125" h="749300">
                <a:moveTo>
                  <a:pt x="0" y="374571"/>
                </a:moveTo>
                <a:lnTo>
                  <a:pt x="218184" y="749176"/>
                </a:lnTo>
              </a:path>
              <a:path w="873125" h="749300">
                <a:moveTo>
                  <a:pt x="218184" y="749176"/>
                </a:moveTo>
                <a:lnTo>
                  <a:pt x="654549" y="749176"/>
                </a:lnTo>
              </a:path>
              <a:path w="873125" h="749300">
                <a:moveTo>
                  <a:pt x="654549" y="749176"/>
                </a:moveTo>
                <a:lnTo>
                  <a:pt x="872733" y="374571"/>
                </a:lnTo>
              </a:path>
              <a:path w="873125" h="749300">
                <a:moveTo>
                  <a:pt x="872733" y="374571"/>
                </a:moveTo>
                <a:lnTo>
                  <a:pt x="654549" y="0"/>
                </a:lnTo>
              </a:path>
            </a:pathLst>
          </a:custGeom>
          <a:ln w="1810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32" name="object 32"/>
          <p:cNvGrpSpPr/>
          <p:nvPr/>
        </p:nvGrpSpPr>
        <p:grpSpPr>
          <a:xfrm>
            <a:off x="3113135" y="5494883"/>
            <a:ext cx="872490" cy="277495"/>
            <a:chOff x="3113135" y="5494883"/>
            <a:chExt cx="872490" cy="277495"/>
          </a:xfrm>
        </p:grpSpPr>
        <p:pic>
          <p:nvPicPr>
            <p:cNvPr id="33" name="object 3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113135" y="5498578"/>
              <a:ext cx="165183" cy="208750"/>
            </a:xfrm>
            <a:prstGeom prst="rect">
              <a:avLst/>
            </a:prstGeom>
          </p:spPr>
        </p:pic>
        <p:pic>
          <p:nvPicPr>
            <p:cNvPr id="34" name="object 3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314956" y="5615089"/>
              <a:ext cx="104546" cy="157206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3448018" y="5494883"/>
              <a:ext cx="405130" cy="216535"/>
            </a:xfrm>
            <a:custGeom>
              <a:avLst/>
              <a:gdLst/>
              <a:ahLst/>
              <a:cxnLst/>
              <a:rect l="l" t="t" r="r" b="b"/>
              <a:pathLst>
                <a:path w="405129" h="216535">
                  <a:moveTo>
                    <a:pt x="26303" y="143100"/>
                  </a:moveTo>
                  <a:lnTo>
                    <a:pt x="0" y="145377"/>
                  </a:lnTo>
                  <a:lnTo>
                    <a:pt x="943" y="155572"/>
                  </a:lnTo>
                  <a:lnTo>
                    <a:pt x="3185" y="165224"/>
                  </a:lnTo>
                  <a:lnTo>
                    <a:pt x="24647" y="197405"/>
                  </a:lnTo>
                  <a:lnTo>
                    <a:pt x="63515" y="213941"/>
                  </a:lnTo>
                  <a:lnTo>
                    <a:pt x="89788" y="216005"/>
                  </a:lnTo>
                  <a:lnTo>
                    <a:pt x="100812" y="215489"/>
                  </a:lnTo>
                  <a:lnTo>
                    <a:pt x="138859" y="203315"/>
                  </a:lnTo>
                  <a:lnTo>
                    <a:pt x="153167" y="191229"/>
                  </a:lnTo>
                  <a:lnTo>
                    <a:pt x="88485" y="191229"/>
                  </a:lnTo>
                  <a:lnTo>
                    <a:pt x="79735" y="190842"/>
                  </a:lnTo>
                  <a:lnTo>
                    <a:pt x="43704" y="177879"/>
                  </a:lnTo>
                  <a:lnTo>
                    <a:pt x="27542" y="150579"/>
                  </a:lnTo>
                  <a:lnTo>
                    <a:pt x="26303" y="143100"/>
                  </a:lnTo>
                  <a:close/>
                </a:path>
                <a:path w="405129" h="216535">
                  <a:moveTo>
                    <a:pt x="82182" y="120"/>
                  </a:moveTo>
                  <a:lnTo>
                    <a:pt x="43545" y="7239"/>
                  </a:lnTo>
                  <a:lnTo>
                    <a:pt x="13136" y="35115"/>
                  </a:lnTo>
                  <a:lnTo>
                    <a:pt x="8060" y="57660"/>
                  </a:lnTo>
                  <a:lnTo>
                    <a:pt x="8521" y="64678"/>
                  </a:lnTo>
                  <a:lnTo>
                    <a:pt x="30876" y="98933"/>
                  </a:lnTo>
                  <a:lnTo>
                    <a:pt x="91810" y="119340"/>
                  </a:lnTo>
                  <a:lnTo>
                    <a:pt x="102470" y="122113"/>
                  </a:lnTo>
                  <a:lnTo>
                    <a:pt x="138880" y="143502"/>
                  </a:lnTo>
                  <a:lnTo>
                    <a:pt x="140789" y="149221"/>
                  </a:lnTo>
                  <a:lnTo>
                    <a:pt x="140789" y="162228"/>
                  </a:lnTo>
                  <a:lnTo>
                    <a:pt x="110321" y="188585"/>
                  </a:lnTo>
                  <a:lnTo>
                    <a:pt x="88485" y="191229"/>
                  </a:lnTo>
                  <a:lnTo>
                    <a:pt x="153167" y="191229"/>
                  </a:lnTo>
                  <a:lnTo>
                    <a:pt x="167638" y="153493"/>
                  </a:lnTo>
                  <a:lnTo>
                    <a:pt x="167092" y="145337"/>
                  </a:lnTo>
                  <a:lnTo>
                    <a:pt x="147725" y="112039"/>
                  </a:lnTo>
                  <a:lnTo>
                    <a:pt x="100769" y="92889"/>
                  </a:lnTo>
                  <a:lnTo>
                    <a:pt x="85122" y="89200"/>
                  </a:lnTo>
                  <a:lnTo>
                    <a:pt x="69759" y="85414"/>
                  </a:lnTo>
                  <a:lnTo>
                    <a:pt x="34909" y="63310"/>
                  </a:lnTo>
                  <a:lnTo>
                    <a:pt x="34926" y="47126"/>
                  </a:lnTo>
                  <a:lnTo>
                    <a:pt x="71550" y="25055"/>
                  </a:lnTo>
                  <a:lnTo>
                    <a:pt x="83334" y="24480"/>
                  </a:lnTo>
                  <a:lnTo>
                    <a:pt x="146990" y="24480"/>
                  </a:lnTo>
                  <a:lnTo>
                    <a:pt x="145666" y="22785"/>
                  </a:lnTo>
                  <a:lnTo>
                    <a:pt x="104209" y="1990"/>
                  </a:lnTo>
                  <a:lnTo>
                    <a:pt x="93541" y="587"/>
                  </a:lnTo>
                  <a:lnTo>
                    <a:pt x="82182" y="120"/>
                  </a:lnTo>
                  <a:close/>
                </a:path>
                <a:path w="405129" h="216535">
                  <a:moveTo>
                    <a:pt x="146990" y="24480"/>
                  </a:moveTo>
                  <a:lnTo>
                    <a:pt x="83334" y="24480"/>
                  </a:lnTo>
                  <a:lnTo>
                    <a:pt x="94731" y="25112"/>
                  </a:lnTo>
                  <a:lnTo>
                    <a:pt x="104648" y="27007"/>
                  </a:lnTo>
                  <a:lnTo>
                    <a:pt x="132892" y="55206"/>
                  </a:lnTo>
                  <a:lnTo>
                    <a:pt x="134607" y="64497"/>
                  </a:lnTo>
                  <a:lnTo>
                    <a:pt x="161334" y="62502"/>
                  </a:lnTo>
                  <a:lnTo>
                    <a:pt x="160415" y="53556"/>
                  </a:lnTo>
                  <a:lnTo>
                    <a:pt x="158384" y="45093"/>
                  </a:lnTo>
                  <a:lnTo>
                    <a:pt x="155245" y="37113"/>
                  </a:lnTo>
                  <a:lnTo>
                    <a:pt x="151001" y="29617"/>
                  </a:lnTo>
                  <a:lnTo>
                    <a:pt x="146990" y="24480"/>
                  </a:lnTo>
                  <a:close/>
                </a:path>
                <a:path w="405129" h="216535">
                  <a:moveTo>
                    <a:pt x="303972" y="0"/>
                  </a:moveTo>
                  <a:lnTo>
                    <a:pt x="263548" y="7348"/>
                  </a:lnTo>
                  <a:lnTo>
                    <a:pt x="231305" y="29407"/>
                  </a:lnTo>
                  <a:lnTo>
                    <a:pt x="210168" y="64441"/>
                  </a:lnTo>
                  <a:lnTo>
                    <a:pt x="203123" y="110776"/>
                  </a:lnTo>
                  <a:lnTo>
                    <a:pt x="203878" y="124339"/>
                  </a:lnTo>
                  <a:lnTo>
                    <a:pt x="215214" y="162892"/>
                  </a:lnTo>
                  <a:lnTo>
                    <a:pt x="239687" y="193997"/>
                  </a:lnTo>
                  <a:lnTo>
                    <a:pt x="275684" y="212445"/>
                  </a:lnTo>
                  <a:lnTo>
                    <a:pt x="303851" y="216005"/>
                  </a:lnTo>
                  <a:lnTo>
                    <a:pt x="317328" y="215199"/>
                  </a:lnTo>
                  <a:lnTo>
                    <a:pt x="354973" y="203118"/>
                  </a:lnTo>
                  <a:lnTo>
                    <a:pt x="370158" y="192368"/>
                  </a:lnTo>
                  <a:lnTo>
                    <a:pt x="303700" y="192368"/>
                  </a:lnTo>
                  <a:lnTo>
                    <a:pt x="288855" y="190998"/>
                  </a:lnTo>
                  <a:lnTo>
                    <a:pt x="252335" y="170653"/>
                  </a:lnTo>
                  <a:lnTo>
                    <a:pt x="233159" y="129069"/>
                  </a:lnTo>
                  <a:lnTo>
                    <a:pt x="231881" y="111203"/>
                  </a:lnTo>
                  <a:lnTo>
                    <a:pt x="233211" y="89322"/>
                  </a:lnTo>
                  <a:lnTo>
                    <a:pt x="253184" y="43915"/>
                  </a:lnTo>
                  <a:lnTo>
                    <a:pt x="289845" y="25021"/>
                  </a:lnTo>
                  <a:lnTo>
                    <a:pt x="304124" y="23759"/>
                  </a:lnTo>
                  <a:lnTo>
                    <a:pt x="370100" y="23759"/>
                  </a:lnTo>
                  <a:lnTo>
                    <a:pt x="367560" y="21397"/>
                  </a:lnTo>
                  <a:lnTo>
                    <a:pt x="356549" y="13817"/>
                  </a:lnTo>
                  <a:lnTo>
                    <a:pt x="344486" y="7768"/>
                  </a:lnTo>
                  <a:lnTo>
                    <a:pt x="331704" y="3450"/>
                  </a:lnTo>
                  <a:lnTo>
                    <a:pt x="318200" y="862"/>
                  </a:lnTo>
                  <a:lnTo>
                    <a:pt x="303972" y="0"/>
                  </a:lnTo>
                  <a:close/>
                </a:path>
                <a:path w="405129" h="216535">
                  <a:moveTo>
                    <a:pt x="370100" y="23759"/>
                  </a:moveTo>
                  <a:lnTo>
                    <a:pt x="304124" y="23759"/>
                  </a:lnTo>
                  <a:lnTo>
                    <a:pt x="314278" y="24413"/>
                  </a:lnTo>
                  <a:lnTo>
                    <a:pt x="323923" y="26376"/>
                  </a:lnTo>
                  <a:lnTo>
                    <a:pt x="356424" y="46836"/>
                  </a:lnTo>
                  <a:lnTo>
                    <a:pt x="373644" y="84342"/>
                  </a:lnTo>
                  <a:lnTo>
                    <a:pt x="375822" y="108211"/>
                  </a:lnTo>
                  <a:lnTo>
                    <a:pt x="374549" y="127212"/>
                  </a:lnTo>
                  <a:lnTo>
                    <a:pt x="355488" y="170440"/>
                  </a:lnTo>
                  <a:lnTo>
                    <a:pt x="318733" y="190998"/>
                  </a:lnTo>
                  <a:lnTo>
                    <a:pt x="303700" y="192368"/>
                  </a:lnTo>
                  <a:lnTo>
                    <a:pt x="370158" y="192368"/>
                  </a:lnTo>
                  <a:lnTo>
                    <a:pt x="397262" y="152221"/>
                  </a:lnTo>
                  <a:lnTo>
                    <a:pt x="404542" y="108211"/>
                  </a:lnTo>
                  <a:lnTo>
                    <a:pt x="403782" y="93105"/>
                  </a:lnTo>
                  <a:lnTo>
                    <a:pt x="392246" y="52325"/>
                  </a:lnTo>
                  <a:lnTo>
                    <a:pt x="377181" y="30345"/>
                  </a:lnTo>
                  <a:lnTo>
                    <a:pt x="370100" y="2375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6" name="object 36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876113" y="5615728"/>
              <a:ext cx="109243" cy="156566"/>
            </a:xfrm>
            <a:prstGeom prst="rect">
              <a:avLst/>
            </a:prstGeom>
          </p:spPr>
        </p:pic>
      </p:grpSp>
      <p:grpSp>
        <p:nvGrpSpPr>
          <p:cNvPr id="37" name="object 37"/>
          <p:cNvGrpSpPr/>
          <p:nvPr/>
        </p:nvGrpSpPr>
        <p:grpSpPr>
          <a:xfrm>
            <a:off x="3294955" y="4976730"/>
            <a:ext cx="537845" cy="277495"/>
            <a:chOff x="3294955" y="4976730"/>
            <a:chExt cx="537845" cy="277495"/>
          </a:xfrm>
        </p:grpSpPr>
        <p:pic>
          <p:nvPicPr>
            <p:cNvPr id="38" name="object 3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294955" y="4980425"/>
              <a:ext cx="165183" cy="208763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496776" y="5096942"/>
              <a:ext cx="104546" cy="157188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630838" y="4976730"/>
              <a:ext cx="201420" cy="216002"/>
            </a:xfrm>
            <a:prstGeom prst="rect">
              <a:avLst/>
            </a:prstGeom>
          </p:spPr>
        </p:pic>
      </p:grpSp>
      <p:grpSp>
        <p:nvGrpSpPr>
          <p:cNvPr id="41" name="object 41"/>
          <p:cNvGrpSpPr/>
          <p:nvPr/>
        </p:nvGrpSpPr>
        <p:grpSpPr>
          <a:xfrm>
            <a:off x="2817072" y="5298221"/>
            <a:ext cx="1388745" cy="99695"/>
            <a:chOff x="2817072" y="5298221"/>
            <a:chExt cx="1388745" cy="99695"/>
          </a:xfrm>
        </p:grpSpPr>
        <p:sp>
          <p:nvSpPr>
            <p:cNvPr id="42" name="object 42"/>
            <p:cNvSpPr/>
            <p:nvPr/>
          </p:nvSpPr>
          <p:spPr>
            <a:xfrm>
              <a:off x="2817072" y="5340609"/>
              <a:ext cx="1231265" cy="18415"/>
            </a:xfrm>
            <a:custGeom>
              <a:avLst/>
              <a:gdLst/>
              <a:ahLst/>
              <a:cxnLst/>
              <a:rect l="l" t="t" r="r" b="b"/>
              <a:pathLst>
                <a:path w="1231264" h="18414">
                  <a:moveTo>
                    <a:pt x="1230921" y="0"/>
                  </a:moveTo>
                  <a:lnTo>
                    <a:pt x="0" y="0"/>
                  </a:lnTo>
                  <a:lnTo>
                    <a:pt x="0" y="18022"/>
                  </a:lnTo>
                  <a:lnTo>
                    <a:pt x="1230921" y="18022"/>
                  </a:lnTo>
                  <a:lnTo>
                    <a:pt x="123092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3" name="object 43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019523" y="5298221"/>
              <a:ext cx="186033" cy="99162"/>
            </a:xfrm>
            <a:prstGeom prst="rect">
              <a:avLst/>
            </a:prstGeom>
          </p:spPr>
        </p:pic>
      </p:grpSp>
      <p:grpSp>
        <p:nvGrpSpPr>
          <p:cNvPr id="44" name="object 44"/>
          <p:cNvGrpSpPr/>
          <p:nvPr/>
        </p:nvGrpSpPr>
        <p:grpSpPr>
          <a:xfrm>
            <a:off x="4448927" y="4506608"/>
            <a:ext cx="1189355" cy="1241425"/>
            <a:chOff x="4448927" y="4506608"/>
            <a:chExt cx="1189355" cy="1241425"/>
          </a:xfrm>
        </p:grpSpPr>
        <p:sp>
          <p:nvSpPr>
            <p:cNvPr id="45" name="object 45"/>
            <p:cNvSpPr/>
            <p:nvPr/>
          </p:nvSpPr>
          <p:spPr>
            <a:xfrm>
              <a:off x="4457998" y="4779111"/>
              <a:ext cx="873125" cy="959485"/>
            </a:xfrm>
            <a:custGeom>
              <a:avLst/>
              <a:gdLst/>
              <a:ahLst/>
              <a:cxnLst/>
              <a:rect l="l" t="t" r="r" b="b"/>
              <a:pathLst>
                <a:path w="873125" h="959485">
                  <a:moveTo>
                    <a:pt x="654703" y="210054"/>
                  </a:moveTo>
                  <a:lnTo>
                    <a:pt x="218184" y="210054"/>
                  </a:lnTo>
                </a:path>
                <a:path w="873125" h="959485">
                  <a:moveTo>
                    <a:pt x="218184" y="210054"/>
                  </a:moveTo>
                  <a:lnTo>
                    <a:pt x="0" y="584626"/>
                  </a:lnTo>
                </a:path>
                <a:path w="873125" h="959485">
                  <a:moveTo>
                    <a:pt x="0" y="584626"/>
                  </a:moveTo>
                  <a:lnTo>
                    <a:pt x="218184" y="959231"/>
                  </a:lnTo>
                </a:path>
                <a:path w="873125" h="959485">
                  <a:moveTo>
                    <a:pt x="218184" y="959231"/>
                  </a:moveTo>
                  <a:lnTo>
                    <a:pt x="654703" y="959231"/>
                  </a:lnTo>
                </a:path>
                <a:path w="873125" h="959485">
                  <a:moveTo>
                    <a:pt x="654703" y="959231"/>
                  </a:moveTo>
                  <a:lnTo>
                    <a:pt x="872887" y="584626"/>
                  </a:lnTo>
                </a:path>
                <a:path w="873125" h="959485">
                  <a:moveTo>
                    <a:pt x="872887" y="584626"/>
                  </a:moveTo>
                  <a:lnTo>
                    <a:pt x="654703" y="210054"/>
                  </a:lnTo>
                </a:path>
                <a:path w="873125" h="959485">
                  <a:moveTo>
                    <a:pt x="218184" y="210054"/>
                  </a:moveTo>
                  <a:lnTo>
                    <a:pt x="95849" y="0"/>
                  </a:lnTo>
                </a:path>
              </a:pathLst>
            </a:custGeom>
            <a:ln w="1810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5225430" y="4506608"/>
              <a:ext cx="412750" cy="215900"/>
            </a:xfrm>
            <a:custGeom>
              <a:avLst/>
              <a:gdLst/>
              <a:ahLst/>
              <a:cxnLst/>
              <a:rect l="l" t="t" r="r" b="b"/>
              <a:pathLst>
                <a:path w="412750" h="215900">
                  <a:moveTo>
                    <a:pt x="101819" y="0"/>
                  </a:moveTo>
                  <a:lnTo>
                    <a:pt x="56364" y="8260"/>
                  </a:lnTo>
                  <a:lnTo>
                    <a:pt x="23243" y="33585"/>
                  </a:lnTo>
                  <a:lnTo>
                    <a:pt x="2310" y="79881"/>
                  </a:lnTo>
                  <a:lnTo>
                    <a:pt x="0" y="109217"/>
                  </a:lnTo>
                  <a:lnTo>
                    <a:pt x="1709" y="132794"/>
                  </a:lnTo>
                  <a:lnTo>
                    <a:pt x="15468" y="171915"/>
                  </a:lnTo>
                  <a:lnTo>
                    <a:pt x="42637" y="199884"/>
                  </a:lnTo>
                  <a:lnTo>
                    <a:pt x="80033" y="214077"/>
                  </a:lnTo>
                  <a:lnTo>
                    <a:pt x="102425" y="215851"/>
                  </a:lnTo>
                  <a:lnTo>
                    <a:pt x="124418" y="214071"/>
                  </a:lnTo>
                  <a:lnTo>
                    <a:pt x="144054" y="208725"/>
                  </a:lnTo>
                  <a:lnTo>
                    <a:pt x="161360" y="199808"/>
                  </a:lnTo>
                  <a:lnTo>
                    <a:pt x="176365" y="187315"/>
                  </a:lnTo>
                  <a:lnTo>
                    <a:pt x="182171" y="179836"/>
                  </a:lnTo>
                  <a:lnTo>
                    <a:pt x="102122" y="179836"/>
                  </a:lnTo>
                  <a:lnTo>
                    <a:pt x="89963" y="178693"/>
                  </a:lnTo>
                  <a:lnTo>
                    <a:pt x="52969" y="151321"/>
                  </a:lnTo>
                  <a:lnTo>
                    <a:pt x="43725" y="109217"/>
                  </a:lnTo>
                  <a:lnTo>
                    <a:pt x="43671" y="107205"/>
                  </a:lnTo>
                  <a:lnTo>
                    <a:pt x="44654" y="90907"/>
                  </a:lnTo>
                  <a:lnTo>
                    <a:pt x="59697" y="53887"/>
                  </a:lnTo>
                  <a:lnTo>
                    <a:pt x="102122" y="36015"/>
                  </a:lnTo>
                  <a:lnTo>
                    <a:pt x="181864" y="36015"/>
                  </a:lnTo>
                  <a:lnTo>
                    <a:pt x="176062" y="28626"/>
                  </a:lnTo>
                  <a:lnTo>
                    <a:pt x="161010" y="16093"/>
                  </a:lnTo>
                  <a:lnTo>
                    <a:pt x="143599" y="7149"/>
                  </a:lnTo>
                  <a:lnTo>
                    <a:pt x="123860" y="1786"/>
                  </a:lnTo>
                  <a:lnTo>
                    <a:pt x="101819" y="0"/>
                  </a:lnTo>
                  <a:close/>
                </a:path>
                <a:path w="412750" h="215900">
                  <a:moveTo>
                    <a:pt x="181864" y="36015"/>
                  </a:moveTo>
                  <a:lnTo>
                    <a:pt x="102122" y="36015"/>
                  </a:lnTo>
                  <a:lnTo>
                    <a:pt x="114666" y="37130"/>
                  </a:lnTo>
                  <a:lnTo>
                    <a:pt x="125796" y="40430"/>
                  </a:lnTo>
                  <a:lnTo>
                    <a:pt x="156251" y="75890"/>
                  </a:lnTo>
                  <a:lnTo>
                    <a:pt x="160304" y="107205"/>
                  </a:lnTo>
                  <a:lnTo>
                    <a:pt x="159281" y="124230"/>
                  </a:lnTo>
                  <a:lnTo>
                    <a:pt x="143940" y="161693"/>
                  </a:lnTo>
                  <a:lnTo>
                    <a:pt x="102122" y="179836"/>
                  </a:lnTo>
                  <a:lnTo>
                    <a:pt x="182171" y="179836"/>
                  </a:lnTo>
                  <a:lnTo>
                    <a:pt x="202487" y="132098"/>
                  </a:lnTo>
                  <a:lnTo>
                    <a:pt x="204172" y="107205"/>
                  </a:lnTo>
                  <a:lnTo>
                    <a:pt x="202483" y="84113"/>
                  </a:lnTo>
                  <a:lnTo>
                    <a:pt x="197199" y="62824"/>
                  </a:lnTo>
                  <a:lnTo>
                    <a:pt x="188392" y="44328"/>
                  </a:lnTo>
                  <a:lnTo>
                    <a:pt x="181864" y="36015"/>
                  </a:lnTo>
                  <a:close/>
                </a:path>
                <a:path w="412750" h="215900">
                  <a:moveTo>
                    <a:pt x="286972" y="3544"/>
                  </a:moveTo>
                  <a:lnTo>
                    <a:pt x="244244" y="3544"/>
                  </a:lnTo>
                  <a:lnTo>
                    <a:pt x="244244" y="212307"/>
                  </a:lnTo>
                  <a:lnTo>
                    <a:pt x="286972" y="212307"/>
                  </a:lnTo>
                  <a:lnTo>
                    <a:pt x="286972" y="121022"/>
                  </a:lnTo>
                  <a:lnTo>
                    <a:pt x="412731" y="121022"/>
                  </a:lnTo>
                  <a:lnTo>
                    <a:pt x="412731" y="85697"/>
                  </a:lnTo>
                  <a:lnTo>
                    <a:pt x="286972" y="85697"/>
                  </a:lnTo>
                  <a:lnTo>
                    <a:pt x="286972" y="3544"/>
                  </a:lnTo>
                  <a:close/>
                </a:path>
                <a:path w="412750" h="215900">
                  <a:moveTo>
                    <a:pt x="412731" y="121022"/>
                  </a:moveTo>
                  <a:lnTo>
                    <a:pt x="370306" y="121022"/>
                  </a:lnTo>
                  <a:lnTo>
                    <a:pt x="370306" y="212307"/>
                  </a:lnTo>
                  <a:lnTo>
                    <a:pt x="412731" y="212307"/>
                  </a:lnTo>
                  <a:lnTo>
                    <a:pt x="412731" y="121022"/>
                  </a:lnTo>
                  <a:close/>
                </a:path>
                <a:path w="412750" h="215900">
                  <a:moveTo>
                    <a:pt x="412731" y="3544"/>
                  </a:moveTo>
                  <a:lnTo>
                    <a:pt x="370306" y="3544"/>
                  </a:lnTo>
                  <a:lnTo>
                    <a:pt x="370306" y="85697"/>
                  </a:lnTo>
                  <a:lnTo>
                    <a:pt x="412731" y="85697"/>
                  </a:lnTo>
                  <a:lnTo>
                    <a:pt x="412731" y="3544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5112702" y="4761179"/>
              <a:ext cx="133350" cy="228600"/>
            </a:xfrm>
            <a:custGeom>
              <a:avLst/>
              <a:gdLst/>
              <a:ahLst/>
              <a:cxnLst/>
              <a:rect l="l" t="t" r="r" b="b"/>
              <a:pathLst>
                <a:path w="133350" h="228600">
                  <a:moveTo>
                    <a:pt x="0" y="227987"/>
                  </a:moveTo>
                  <a:lnTo>
                    <a:pt x="132728" y="0"/>
                  </a:lnTo>
                </a:path>
              </a:pathLst>
            </a:custGeom>
            <a:ln w="181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48" name="object 48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4370421" y="4510152"/>
            <a:ext cx="168365" cy="208763"/>
          </a:xfrm>
          <a:prstGeom prst="rect">
            <a:avLst/>
          </a:prstGeom>
        </p:spPr>
      </p:pic>
      <p:sp>
        <p:nvSpPr>
          <p:cNvPr id="49" name="object 49"/>
          <p:cNvSpPr txBox="1"/>
          <p:nvPr/>
        </p:nvSpPr>
        <p:spPr>
          <a:xfrm>
            <a:off x="11051285" y="6431812"/>
            <a:ext cx="224154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650"/>
              </a:lnSpc>
            </a:pPr>
            <a:r>
              <a:rPr sz="1400" dirty="0">
                <a:latin typeface="Arial MT"/>
                <a:cs typeface="Arial MT"/>
              </a:rPr>
              <a:t>35</a:t>
            </a:r>
            <a:endParaRPr sz="1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051285" y="6414922"/>
            <a:ext cx="224154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Arial MT"/>
                <a:cs typeface="Arial MT"/>
              </a:rPr>
              <a:t>36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066800" y="252095"/>
            <a:ext cx="7335520" cy="692150"/>
          </a:xfrm>
          <a:prstGeom prst="rect">
            <a:avLst/>
          </a:prstGeom>
        </p:spPr>
        <p:txBody>
          <a:bodyPr vert="horz" wrap="square" lIns="0" tIns="12065" rIns="0" bIns="0" rtlCol="0">
            <a:no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178175" algn="l"/>
              </a:tabLst>
            </a:pPr>
            <a:r>
              <a:rPr spc="-5" dirty="0"/>
              <a:t>Mechanism </a:t>
            </a:r>
            <a:r>
              <a:rPr spc="-10" dirty="0"/>
              <a:t>o</a:t>
            </a:r>
            <a:r>
              <a:rPr spc="-5" dirty="0"/>
              <a:t>f</a:t>
            </a:r>
            <a:r>
              <a:rPr dirty="0"/>
              <a:t>	</a:t>
            </a:r>
            <a:r>
              <a:rPr spc="-85" dirty="0"/>
              <a:t>h</a:t>
            </a:r>
            <a:r>
              <a:rPr spc="-55" dirty="0"/>
              <a:t>y</a:t>
            </a:r>
            <a:r>
              <a:rPr spc="-10" dirty="0"/>
              <a:t>d</a:t>
            </a:r>
            <a:r>
              <a:rPr spc="-95" dirty="0"/>
              <a:t>r</a:t>
            </a:r>
            <a:r>
              <a:rPr spc="-40" dirty="0"/>
              <a:t>a</a:t>
            </a:r>
            <a:r>
              <a:rPr spc="-5" dirty="0"/>
              <a:t>tion</a:t>
            </a:r>
            <a:r>
              <a:rPr lang="zh-CN" spc="-5" dirty="0"/>
              <a:t>（</a:t>
            </a:r>
            <a:r>
              <a:rPr lang="zh-CN" spc="-5" dirty="0"/>
              <a:t>水化）</a:t>
            </a:r>
            <a:endParaRPr lang="zh-CN" spc="-5" dirty="0"/>
          </a:p>
        </p:txBody>
      </p:sp>
      <p:sp>
        <p:nvSpPr>
          <p:cNvPr id="4" name="object 4"/>
          <p:cNvSpPr txBox="1"/>
          <p:nvPr/>
        </p:nvSpPr>
        <p:spPr>
          <a:xfrm>
            <a:off x="244754" y="4516628"/>
            <a:ext cx="11301730" cy="1731010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266700" marR="431165" indent="-228600">
              <a:lnSpc>
                <a:spcPct val="80000"/>
              </a:lnSpc>
              <a:spcBef>
                <a:spcPts val="765"/>
              </a:spcBef>
              <a:buFont typeface="Arial MT"/>
              <a:buChar char="•"/>
              <a:tabLst>
                <a:tab pos="266700" algn="l"/>
              </a:tabLst>
            </a:pPr>
            <a:r>
              <a:rPr sz="2800" spc="-10" dirty="0">
                <a:latin typeface="Calibri" panose="020F0502020204030204"/>
                <a:cs typeface="Calibri" panose="020F0502020204030204"/>
              </a:rPr>
              <a:t>The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mechanism</a:t>
            </a:r>
            <a:r>
              <a:rPr sz="2800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involves</a:t>
            </a:r>
            <a:r>
              <a:rPr sz="28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two-step</a:t>
            </a:r>
            <a:r>
              <a:rPr sz="28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addition:</a:t>
            </a:r>
            <a:r>
              <a:rPr sz="2800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5" dirty="0">
                <a:latin typeface="Calibri" panose="020F0502020204030204"/>
                <a:cs typeface="Calibri" panose="020F0502020204030204"/>
              </a:rPr>
              <a:t>first</a:t>
            </a:r>
            <a:r>
              <a:rPr sz="28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dirty="0">
                <a:latin typeface="Calibri" panose="020F0502020204030204"/>
                <a:cs typeface="Calibri" panose="020F0502020204030204"/>
              </a:rPr>
              <a:t>H</a:t>
            </a:r>
            <a:r>
              <a:rPr sz="2775" baseline="26000" dirty="0">
                <a:latin typeface="Calibri" panose="020F0502020204030204"/>
                <a:cs typeface="Calibri" panose="020F0502020204030204"/>
              </a:rPr>
              <a:t>+</a:t>
            </a:r>
            <a:r>
              <a:rPr sz="2775" spc="359" baseline="260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to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5" dirty="0">
                <a:latin typeface="Calibri" panose="020F0502020204030204"/>
                <a:cs typeface="Calibri" panose="020F0502020204030204"/>
              </a:rPr>
              <a:t>form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</a:t>
            </a:r>
            <a:r>
              <a:rPr sz="28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i="1" spc="-10" dirty="0">
                <a:latin typeface="Calibri" panose="020F0502020204030204"/>
                <a:cs typeface="Calibri" panose="020F0502020204030204"/>
              </a:rPr>
              <a:t>carbenium </a:t>
            </a:r>
            <a:r>
              <a:rPr sz="2800" i="1" spc="-6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i="1" spc="-10" dirty="0">
                <a:latin typeface="Calibri" panose="020F0502020204030204"/>
                <a:cs typeface="Calibri" panose="020F0502020204030204"/>
              </a:rPr>
              <a:t>ion/carbocation</a:t>
            </a:r>
            <a:r>
              <a:rPr sz="2800" i="1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(</a:t>
            </a:r>
            <a:r>
              <a:rPr sz="2800" spc="-10" dirty="0">
                <a:solidFill>
                  <a:srgbClr val="FF33CC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sz="2800" spc="5" dirty="0">
                <a:solidFill>
                  <a:srgbClr val="FF3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solidFill>
                  <a:srgbClr val="FF33CC"/>
                </a:solidFill>
                <a:latin typeface="Calibri" panose="020F0502020204030204"/>
                <a:cs typeface="Calibri" panose="020F0502020204030204"/>
              </a:rPr>
              <a:t>1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)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followed</a:t>
            </a:r>
            <a:r>
              <a:rPr sz="2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by</a:t>
            </a:r>
            <a:r>
              <a:rPr sz="2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dirty="0">
                <a:latin typeface="Calibri" panose="020F0502020204030204"/>
                <a:cs typeface="Calibri" panose="020F0502020204030204"/>
              </a:rPr>
              <a:t>H</a:t>
            </a:r>
            <a:r>
              <a:rPr sz="2775" baseline="-21000" dirty="0">
                <a:latin typeface="Calibri" panose="020F0502020204030204"/>
                <a:cs typeface="Calibri" panose="020F0502020204030204"/>
              </a:rPr>
              <a:t>2</a:t>
            </a:r>
            <a:r>
              <a:rPr sz="2800" dirty="0">
                <a:latin typeface="Calibri" panose="020F0502020204030204"/>
                <a:cs typeface="Calibri" panose="020F0502020204030204"/>
              </a:rPr>
              <a:t>O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to</a:t>
            </a:r>
            <a:r>
              <a:rPr sz="2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yield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2800" spc="4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(</a:t>
            </a:r>
            <a:r>
              <a:rPr sz="2800" spc="-15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sz="2800" spc="5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2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)</a:t>
            </a:r>
            <a:endParaRPr sz="28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ct val="100000"/>
              </a:lnSpc>
              <a:spcBef>
                <a:spcPts val="330"/>
              </a:spcBef>
              <a:buFont typeface="Arial MT"/>
              <a:buChar char="•"/>
              <a:tabLst>
                <a:tab pos="266700" algn="l"/>
              </a:tabLst>
            </a:pPr>
            <a:r>
              <a:rPr sz="2800" spc="-10" dirty="0">
                <a:latin typeface="Calibri" panose="020F0502020204030204"/>
                <a:cs typeface="Calibri" panose="020F0502020204030204"/>
              </a:rPr>
              <a:t>The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initial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2800" spc="5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is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‘protonated’</a:t>
            </a:r>
            <a:r>
              <a:rPr sz="28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alcohol</a:t>
            </a:r>
            <a:r>
              <a:rPr sz="28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and</a:t>
            </a:r>
            <a:r>
              <a:rPr sz="2800" spc="3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looses</a:t>
            </a:r>
            <a:r>
              <a:rPr sz="28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H</a:t>
            </a:r>
            <a:r>
              <a:rPr sz="2775" spc="15" baseline="26000" dirty="0">
                <a:latin typeface="Calibri" panose="020F0502020204030204"/>
                <a:cs typeface="Calibri" panose="020F0502020204030204"/>
              </a:rPr>
              <a:t>+</a:t>
            </a:r>
            <a:r>
              <a:rPr sz="2775" spc="345" baseline="260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(</a:t>
            </a:r>
            <a:r>
              <a:rPr sz="2800" spc="-15" dirty="0">
                <a:solidFill>
                  <a:srgbClr val="008000"/>
                </a:solidFill>
                <a:latin typeface="Calibri" panose="020F0502020204030204"/>
                <a:cs typeface="Calibri" panose="020F0502020204030204"/>
              </a:rPr>
              <a:t>deprotonation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)</a:t>
            </a:r>
            <a:endParaRPr sz="28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ct val="100000"/>
              </a:lnSpc>
              <a:spcBef>
                <a:spcPts val="335"/>
              </a:spcBef>
              <a:buFont typeface="Arial MT"/>
              <a:buChar char="•"/>
              <a:tabLst>
                <a:tab pos="266700" algn="l"/>
              </a:tabLst>
            </a:pPr>
            <a:r>
              <a:rPr sz="2800" spc="-10" dirty="0">
                <a:latin typeface="Calibri" panose="020F0502020204030204"/>
                <a:cs typeface="Calibri" panose="020F0502020204030204"/>
              </a:rPr>
              <a:t>The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reaction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is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i="1" spc="-5" dirty="0">
                <a:latin typeface="Calibri" panose="020F0502020204030204"/>
                <a:cs typeface="Calibri" panose="020F0502020204030204"/>
              </a:rPr>
              <a:t>reversible</a:t>
            </a:r>
            <a:r>
              <a:rPr sz="2800" i="1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in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all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steps</a:t>
            </a:r>
            <a:r>
              <a:rPr sz="28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so is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30" dirty="0">
                <a:latin typeface="Calibri" panose="020F0502020204030204"/>
                <a:cs typeface="Calibri" panose="020F0502020204030204"/>
              </a:rPr>
              <a:t>NOT</a:t>
            </a:r>
            <a:r>
              <a:rPr sz="28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great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method</a:t>
            </a:r>
            <a:r>
              <a:rPr sz="28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5" dirty="0">
                <a:latin typeface="Calibri" panose="020F0502020204030204"/>
                <a:cs typeface="Calibri" panose="020F0502020204030204"/>
              </a:rPr>
              <a:t>for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converting</a:t>
            </a:r>
            <a:endParaRPr sz="2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98754" y="6136944"/>
            <a:ext cx="275209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15" dirty="0">
                <a:latin typeface="Calibri" panose="020F0502020204030204"/>
                <a:cs typeface="Calibri" panose="020F0502020204030204"/>
              </a:rPr>
              <a:t>alkenes</a:t>
            </a:r>
            <a:r>
              <a:rPr sz="2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to</a:t>
            </a:r>
            <a:r>
              <a:rPr sz="2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alcohols</a:t>
            </a:r>
            <a:endParaRPr sz="2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808348" y="2137823"/>
            <a:ext cx="121920" cy="92075"/>
          </a:xfrm>
          <a:custGeom>
            <a:avLst/>
            <a:gdLst/>
            <a:ahLst/>
            <a:cxnLst/>
            <a:rect l="l" t="t" r="r" b="b"/>
            <a:pathLst>
              <a:path w="121919" h="92075">
                <a:moveTo>
                  <a:pt x="121423" y="91479"/>
                </a:moveTo>
                <a:lnTo>
                  <a:pt x="0" y="0"/>
                </a:lnTo>
              </a:path>
            </a:pathLst>
          </a:custGeom>
          <a:ln w="14386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7" name="object 7"/>
          <p:cNvGrpSpPr/>
          <p:nvPr/>
        </p:nvGrpSpPr>
        <p:grpSpPr>
          <a:xfrm>
            <a:off x="1737364" y="2401149"/>
            <a:ext cx="71755" cy="61594"/>
            <a:chOff x="1737364" y="2401149"/>
            <a:chExt cx="71755" cy="61594"/>
          </a:xfrm>
        </p:grpSpPr>
        <p:sp>
          <p:nvSpPr>
            <p:cNvPr id="8" name="object 8"/>
            <p:cNvSpPr/>
            <p:nvPr/>
          </p:nvSpPr>
          <p:spPr>
            <a:xfrm>
              <a:off x="1760196" y="2455811"/>
              <a:ext cx="1905" cy="1270"/>
            </a:xfrm>
            <a:custGeom>
              <a:avLst/>
              <a:gdLst/>
              <a:ahLst/>
              <a:cxnLst/>
              <a:rect l="l" t="t" r="r" b="b"/>
              <a:pathLst>
                <a:path w="1905" h="1269">
                  <a:moveTo>
                    <a:pt x="0" y="1050"/>
                  </a:moveTo>
                  <a:lnTo>
                    <a:pt x="1812" y="0"/>
                  </a:lnTo>
                </a:path>
              </a:pathLst>
            </a:custGeom>
            <a:ln w="33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737364" y="2401149"/>
              <a:ext cx="71755" cy="61594"/>
            </a:xfrm>
            <a:custGeom>
              <a:avLst/>
              <a:gdLst/>
              <a:ahLst/>
              <a:cxnLst/>
              <a:rect l="l" t="t" r="r" b="b"/>
              <a:pathLst>
                <a:path w="71755" h="61594">
                  <a:moveTo>
                    <a:pt x="71188" y="0"/>
                  </a:moveTo>
                  <a:lnTo>
                    <a:pt x="0" y="29192"/>
                  </a:lnTo>
                  <a:lnTo>
                    <a:pt x="19161" y="61100"/>
                  </a:lnTo>
                  <a:lnTo>
                    <a:pt x="7118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0" name="object 10"/>
          <p:cNvGrpSpPr/>
          <p:nvPr/>
        </p:nvGrpSpPr>
        <p:grpSpPr>
          <a:xfrm>
            <a:off x="1979163" y="1277713"/>
            <a:ext cx="721995" cy="475615"/>
            <a:chOff x="1979163" y="1277713"/>
            <a:chExt cx="721995" cy="475615"/>
          </a:xfrm>
        </p:grpSpPr>
        <p:pic>
          <p:nvPicPr>
            <p:cNvPr id="11" name="object 11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979163" y="1586451"/>
              <a:ext cx="133081" cy="166716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309975" y="1583596"/>
              <a:ext cx="154940" cy="168275"/>
            </a:xfrm>
            <a:custGeom>
              <a:avLst/>
              <a:gdLst/>
              <a:ahLst/>
              <a:cxnLst/>
              <a:rect l="l" t="t" r="r" b="b"/>
              <a:pathLst>
                <a:path w="154939" h="168275">
                  <a:moveTo>
                    <a:pt x="80505" y="0"/>
                  </a:moveTo>
                  <a:lnTo>
                    <a:pt x="38888" y="9372"/>
                  </a:lnTo>
                  <a:lnTo>
                    <a:pt x="10712" y="38272"/>
                  </a:lnTo>
                  <a:lnTo>
                    <a:pt x="476" y="75006"/>
                  </a:lnTo>
                  <a:lnTo>
                    <a:pt x="0" y="87233"/>
                  </a:lnTo>
                  <a:lnTo>
                    <a:pt x="1369" y="106067"/>
                  </a:lnTo>
                  <a:lnTo>
                    <a:pt x="21916" y="149730"/>
                  </a:lnTo>
                  <a:lnTo>
                    <a:pt x="51777" y="167878"/>
                  </a:lnTo>
                  <a:lnTo>
                    <a:pt x="73031" y="142918"/>
                  </a:lnTo>
                  <a:lnTo>
                    <a:pt x="71234" y="142747"/>
                  </a:lnTo>
                  <a:lnTo>
                    <a:pt x="62504" y="140005"/>
                  </a:lnTo>
                  <a:lnTo>
                    <a:pt x="35449" y="99407"/>
                  </a:lnTo>
                  <a:lnTo>
                    <a:pt x="34635" y="86105"/>
                  </a:lnTo>
                  <a:lnTo>
                    <a:pt x="35430" y="72619"/>
                  </a:lnTo>
                  <a:lnTo>
                    <a:pt x="54217" y="36816"/>
                  </a:lnTo>
                  <a:lnTo>
                    <a:pt x="80840" y="28789"/>
                  </a:lnTo>
                  <a:lnTo>
                    <a:pt x="143946" y="28789"/>
                  </a:lnTo>
                  <a:lnTo>
                    <a:pt x="139381" y="22863"/>
                  </a:lnTo>
                  <a:lnTo>
                    <a:pt x="127416" y="12864"/>
                  </a:lnTo>
                  <a:lnTo>
                    <a:pt x="113617" y="5718"/>
                  </a:lnTo>
                  <a:lnTo>
                    <a:pt x="97980" y="1430"/>
                  </a:lnTo>
                  <a:lnTo>
                    <a:pt x="80505" y="0"/>
                  </a:lnTo>
                  <a:close/>
                </a:path>
                <a:path w="154939" h="168275">
                  <a:moveTo>
                    <a:pt x="143946" y="28789"/>
                  </a:moveTo>
                  <a:lnTo>
                    <a:pt x="80840" y="28789"/>
                  </a:lnTo>
                  <a:lnTo>
                    <a:pt x="90754" y="29680"/>
                  </a:lnTo>
                  <a:lnTo>
                    <a:pt x="99568" y="32313"/>
                  </a:lnTo>
                  <a:lnTo>
                    <a:pt x="125928" y="72221"/>
                  </a:lnTo>
                  <a:lnTo>
                    <a:pt x="126395" y="80248"/>
                  </a:lnTo>
                  <a:lnTo>
                    <a:pt x="154546" y="47188"/>
                  </a:lnTo>
                  <a:lnTo>
                    <a:pt x="149046" y="35409"/>
                  </a:lnTo>
                  <a:lnTo>
                    <a:pt x="143946" y="28789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2152844" y="1662624"/>
              <a:ext cx="117475" cy="14604"/>
            </a:xfrm>
            <a:custGeom>
              <a:avLst/>
              <a:gdLst/>
              <a:ahLst/>
              <a:cxnLst/>
              <a:rect l="l" t="t" r="r" b="b"/>
              <a:pathLst>
                <a:path w="117475" h="14605">
                  <a:moveTo>
                    <a:pt x="117368" y="0"/>
                  </a:moveTo>
                  <a:lnTo>
                    <a:pt x="0" y="0"/>
                  </a:lnTo>
                  <a:lnTo>
                    <a:pt x="0" y="14394"/>
                  </a:lnTo>
                  <a:lnTo>
                    <a:pt x="117368" y="14394"/>
                  </a:lnTo>
                  <a:lnTo>
                    <a:pt x="1173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67970" y="1342146"/>
              <a:ext cx="133081" cy="16674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479009" y="1535013"/>
              <a:ext cx="49530" cy="49530"/>
            </a:xfrm>
            <a:custGeom>
              <a:avLst/>
              <a:gdLst/>
              <a:ahLst/>
              <a:cxnLst/>
              <a:rect l="l" t="t" r="r" b="b"/>
              <a:pathLst>
                <a:path w="49530" h="49530">
                  <a:moveTo>
                    <a:pt x="0" y="48990"/>
                  </a:moveTo>
                  <a:lnTo>
                    <a:pt x="48911" y="0"/>
                  </a:lnTo>
                </a:path>
              </a:pathLst>
            </a:custGeom>
            <a:ln w="143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2208109" y="1284920"/>
              <a:ext cx="288290" cy="245745"/>
            </a:xfrm>
            <a:custGeom>
              <a:avLst/>
              <a:gdLst/>
              <a:ahLst/>
              <a:cxnLst/>
              <a:rect l="l" t="t" r="r" b="b"/>
              <a:pathLst>
                <a:path w="288289" h="245744">
                  <a:moveTo>
                    <a:pt x="287926" y="158378"/>
                  </a:moveTo>
                  <a:lnTo>
                    <a:pt x="285365" y="112333"/>
                  </a:lnTo>
                  <a:lnTo>
                    <a:pt x="269072" y="70856"/>
                  </a:lnTo>
                  <a:lnTo>
                    <a:pt x="241176" y="36564"/>
                  </a:lnTo>
                  <a:lnTo>
                    <a:pt x="203808" y="12072"/>
                  </a:lnTo>
                  <a:lnTo>
                    <a:pt x="159096" y="0"/>
                  </a:lnTo>
                  <a:lnTo>
                    <a:pt x="112841" y="2558"/>
                  </a:lnTo>
                  <a:lnTo>
                    <a:pt x="71174" y="18780"/>
                  </a:lnTo>
                  <a:lnTo>
                    <a:pt x="36726" y="46548"/>
                  </a:lnTo>
                  <a:lnTo>
                    <a:pt x="12124" y="83748"/>
                  </a:lnTo>
                  <a:lnTo>
                    <a:pt x="0" y="128265"/>
                  </a:lnTo>
                  <a:lnTo>
                    <a:pt x="328" y="160233"/>
                  </a:lnTo>
                  <a:lnTo>
                    <a:pt x="7714" y="191343"/>
                  </a:lnTo>
                  <a:lnTo>
                    <a:pt x="21647" y="220151"/>
                  </a:lnTo>
                  <a:lnTo>
                    <a:pt x="41611" y="245215"/>
                  </a:lnTo>
                </a:path>
              </a:pathLst>
            </a:custGeom>
            <a:ln w="144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52757" y="1416872"/>
              <a:ext cx="76344" cy="114946"/>
            </a:xfrm>
            <a:prstGeom prst="rect">
              <a:avLst/>
            </a:prstGeom>
          </p:spPr>
        </p:pic>
      </p:grpSp>
      <p:pic>
        <p:nvPicPr>
          <p:cNvPr id="18" name="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054954" y="1853818"/>
            <a:ext cx="227402" cy="258931"/>
          </a:xfrm>
          <a:prstGeom prst="rect">
            <a:avLst/>
          </a:prstGeom>
        </p:spPr>
      </p:pic>
      <p:grpSp>
        <p:nvGrpSpPr>
          <p:cNvPr id="19" name="object 19"/>
          <p:cNvGrpSpPr/>
          <p:nvPr/>
        </p:nvGrpSpPr>
        <p:grpSpPr>
          <a:xfrm>
            <a:off x="2749479" y="2250314"/>
            <a:ext cx="676275" cy="79375"/>
            <a:chOff x="2749479" y="2250314"/>
            <a:chExt cx="676275" cy="79375"/>
          </a:xfrm>
        </p:grpSpPr>
        <p:sp>
          <p:nvSpPr>
            <p:cNvPr id="20" name="object 20"/>
            <p:cNvSpPr/>
            <p:nvPr/>
          </p:nvSpPr>
          <p:spPr>
            <a:xfrm>
              <a:off x="2749479" y="2284145"/>
              <a:ext cx="551180" cy="14604"/>
            </a:xfrm>
            <a:custGeom>
              <a:avLst/>
              <a:gdLst/>
              <a:ahLst/>
              <a:cxnLst/>
              <a:rect l="l" t="t" r="r" b="b"/>
              <a:pathLst>
                <a:path w="551179" h="14605">
                  <a:moveTo>
                    <a:pt x="550818" y="0"/>
                  </a:moveTo>
                  <a:lnTo>
                    <a:pt x="0" y="0"/>
                  </a:lnTo>
                  <a:lnTo>
                    <a:pt x="0" y="14384"/>
                  </a:lnTo>
                  <a:lnTo>
                    <a:pt x="550818" y="14384"/>
                  </a:lnTo>
                  <a:lnTo>
                    <a:pt x="55081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1" name="object 2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277665" y="2250314"/>
              <a:ext cx="147868" cy="79168"/>
            </a:xfrm>
            <a:prstGeom prst="rect">
              <a:avLst/>
            </a:prstGeom>
          </p:spPr>
        </p:pic>
      </p:grpSp>
      <p:grpSp>
        <p:nvGrpSpPr>
          <p:cNvPr id="22" name="object 22"/>
          <p:cNvGrpSpPr/>
          <p:nvPr/>
        </p:nvGrpSpPr>
        <p:grpSpPr>
          <a:xfrm>
            <a:off x="3454465" y="1871873"/>
            <a:ext cx="1532890" cy="817244"/>
            <a:chOff x="3454465" y="1871873"/>
            <a:chExt cx="1532890" cy="817244"/>
          </a:xfrm>
        </p:grpSpPr>
        <p:sp>
          <p:nvSpPr>
            <p:cNvPr id="23" name="object 23"/>
            <p:cNvSpPr/>
            <p:nvPr/>
          </p:nvSpPr>
          <p:spPr>
            <a:xfrm>
              <a:off x="3757428" y="2197620"/>
              <a:ext cx="148590" cy="172720"/>
            </a:xfrm>
            <a:custGeom>
              <a:avLst/>
              <a:gdLst/>
              <a:ahLst/>
              <a:cxnLst/>
              <a:rect l="l" t="t" r="r" b="b"/>
              <a:pathLst>
                <a:path w="148589" h="172719">
                  <a:moveTo>
                    <a:pt x="79022" y="0"/>
                  </a:moveTo>
                  <a:lnTo>
                    <a:pt x="38439" y="10045"/>
                  </a:lnTo>
                  <a:lnTo>
                    <a:pt x="9995" y="39486"/>
                  </a:lnTo>
                  <a:lnTo>
                    <a:pt x="0" y="84895"/>
                  </a:lnTo>
                  <a:lnTo>
                    <a:pt x="555" y="96641"/>
                  </a:lnTo>
                  <a:lnTo>
                    <a:pt x="13794" y="139341"/>
                  </a:lnTo>
                  <a:lnTo>
                    <a:pt x="43775" y="166123"/>
                  </a:lnTo>
                  <a:lnTo>
                    <a:pt x="78684" y="172283"/>
                  </a:lnTo>
                  <a:lnTo>
                    <a:pt x="91247" y="171393"/>
                  </a:lnTo>
                  <a:lnTo>
                    <a:pt x="131279" y="150089"/>
                  </a:lnTo>
                  <a:lnTo>
                    <a:pt x="147976" y="116613"/>
                  </a:lnTo>
                  <a:lnTo>
                    <a:pt x="125842" y="111027"/>
                  </a:lnTo>
                  <a:lnTo>
                    <a:pt x="123029" y="120899"/>
                  </a:lnTo>
                  <a:lnTo>
                    <a:pt x="119177" y="129476"/>
                  </a:lnTo>
                  <a:lnTo>
                    <a:pt x="85800" y="152749"/>
                  </a:lnTo>
                  <a:lnTo>
                    <a:pt x="76854" y="153415"/>
                  </a:lnTo>
                  <a:lnTo>
                    <a:pt x="69334" y="152925"/>
                  </a:lnTo>
                  <a:lnTo>
                    <a:pt x="32610" y="129314"/>
                  </a:lnTo>
                  <a:lnTo>
                    <a:pt x="22856" y="84775"/>
                  </a:lnTo>
                  <a:lnTo>
                    <a:pt x="23182" y="76598"/>
                  </a:lnTo>
                  <a:lnTo>
                    <a:pt x="35278" y="38851"/>
                  </a:lnTo>
                  <a:lnTo>
                    <a:pt x="69312" y="19443"/>
                  </a:lnTo>
                  <a:lnTo>
                    <a:pt x="78564" y="18868"/>
                  </a:lnTo>
                  <a:lnTo>
                    <a:pt x="86603" y="19385"/>
                  </a:lnTo>
                  <a:lnTo>
                    <a:pt x="120076" y="45163"/>
                  </a:lnTo>
                  <a:lnTo>
                    <a:pt x="123314" y="53631"/>
                  </a:lnTo>
                  <a:lnTo>
                    <a:pt x="145134" y="48525"/>
                  </a:lnTo>
                  <a:lnTo>
                    <a:pt x="121266" y="12730"/>
                  </a:lnTo>
                  <a:lnTo>
                    <a:pt x="91079" y="795"/>
                  </a:lnTo>
                  <a:lnTo>
                    <a:pt x="7902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4" name="object 2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104248" y="2197620"/>
              <a:ext cx="147976" cy="172283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3946204" y="2275754"/>
              <a:ext cx="116839" cy="0"/>
            </a:xfrm>
            <a:custGeom>
              <a:avLst/>
              <a:gdLst/>
              <a:ahLst/>
              <a:cxnLst/>
              <a:rect l="l" t="t" r="r" b="b"/>
              <a:pathLst>
                <a:path w="116839">
                  <a:moveTo>
                    <a:pt x="0" y="0"/>
                  </a:moveTo>
                  <a:lnTo>
                    <a:pt x="116594" y="0"/>
                  </a:lnTo>
                </a:path>
              </a:pathLst>
            </a:custGeom>
            <a:ln w="1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454465" y="1871873"/>
              <a:ext cx="133815" cy="166625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3629032" y="2064271"/>
              <a:ext cx="123189" cy="127635"/>
            </a:xfrm>
            <a:custGeom>
              <a:avLst/>
              <a:gdLst/>
              <a:ahLst/>
              <a:cxnLst/>
              <a:rect l="l" t="t" r="r" b="b"/>
              <a:pathLst>
                <a:path w="123189" h="127635">
                  <a:moveTo>
                    <a:pt x="122784" y="127594"/>
                  </a:moveTo>
                  <a:lnTo>
                    <a:pt x="0" y="0"/>
                  </a:lnTo>
                </a:path>
              </a:pathLst>
            </a:custGeom>
            <a:ln w="14419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3520843" y="2335379"/>
              <a:ext cx="200025" cy="140335"/>
            </a:xfrm>
            <a:custGeom>
              <a:avLst/>
              <a:gdLst/>
              <a:ahLst/>
              <a:cxnLst/>
              <a:rect l="l" t="t" r="r" b="b"/>
              <a:pathLst>
                <a:path w="200025" h="140335">
                  <a:moveTo>
                    <a:pt x="35187" y="139718"/>
                  </a:moveTo>
                  <a:lnTo>
                    <a:pt x="0" y="79069"/>
                  </a:lnTo>
                </a:path>
                <a:path w="200025" h="140335">
                  <a:moveTo>
                    <a:pt x="90053" y="97841"/>
                  </a:moveTo>
                  <a:lnTo>
                    <a:pt x="63872" y="52696"/>
                  </a:lnTo>
                </a:path>
                <a:path w="200025" h="140335">
                  <a:moveTo>
                    <a:pt x="144918" y="55957"/>
                  </a:moveTo>
                  <a:lnTo>
                    <a:pt x="127745" y="26348"/>
                  </a:lnTo>
                </a:path>
                <a:path w="200025" h="140335">
                  <a:moveTo>
                    <a:pt x="199783" y="14073"/>
                  </a:moveTo>
                  <a:lnTo>
                    <a:pt x="191618" y="0"/>
                  </a:lnTo>
                </a:path>
              </a:pathLst>
            </a:custGeom>
            <a:ln w="144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3663449" y="2397426"/>
              <a:ext cx="97155" cy="173355"/>
            </a:xfrm>
            <a:custGeom>
              <a:avLst/>
              <a:gdLst/>
              <a:ahLst/>
              <a:cxnLst/>
              <a:rect l="l" t="t" r="r" b="b"/>
              <a:pathLst>
                <a:path w="97154" h="173355">
                  <a:moveTo>
                    <a:pt x="0" y="172993"/>
                  </a:moveTo>
                  <a:lnTo>
                    <a:pt x="96676" y="0"/>
                  </a:lnTo>
                </a:path>
              </a:pathLst>
            </a:custGeom>
            <a:ln w="33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3627818" y="2065883"/>
              <a:ext cx="743585" cy="527050"/>
            </a:xfrm>
            <a:custGeom>
              <a:avLst/>
              <a:gdLst/>
              <a:ahLst/>
              <a:cxnLst/>
              <a:rect l="l" t="t" r="r" b="b"/>
              <a:pathLst>
                <a:path w="743585" h="527050">
                  <a:moveTo>
                    <a:pt x="142900" y="330835"/>
                  </a:moveTo>
                  <a:lnTo>
                    <a:pt x="130378" y="323634"/>
                  </a:lnTo>
                  <a:lnTo>
                    <a:pt x="0" y="490880"/>
                  </a:lnTo>
                  <a:lnTo>
                    <a:pt x="62598" y="526834"/>
                  </a:lnTo>
                  <a:lnTo>
                    <a:pt x="142900" y="330835"/>
                  </a:lnTo>
                  <a:close/>
                </a:path>
                <a:path w="743585" h="527050">
                  <a:moveTo>
                    <a:pt x="743559" y="41376"/>
                  </a:moveTo>
                  <a:lnTo>
                    <a:pt x="701979" y="41376"/>
                  </a:lnTo>
                  <a:lnTo>
                    <a:pt x="701979" y="0"/>
                  </a:lnTo>
                  <a:lnTo>
                    <a:pt x="690422" y="0"/>
                  </a:lnTo>
                  <a:lnTo>
                    <a:pt x="690422" y="41376"/>
                  </a:lnTo>
                  <a:lnTo>
                    <a:pt x="648817" y="41376"/>
                  </a:lnTo>
                  <a:lnTo>
                    <a:pt x="648817" y="52895"/>
                  </a:lnTo>
                  <a:lnTo>
                    <a:pt x="690422" y="52895"/>
                  </a:lnTo>
                  <a:lnTo>
                    <a:pt x="690422" y="94297"/>
                  </a:lnTo>
                  <a:lnTo>
                    <a:pt x="701979" y="94297"/>
                  </a:lnTo>
                  <a:lnTo>
                    <a:pt x="701979" y="52895"/>
                  </a:lnTo>
                  <a:lnTo>
                    <a:pt x="743559" y="52895"/>
                  </a:lnTo>
                  <a:lnTo>
                    <a:pt x="743559" y="4137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1" name="object 3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107171" y="2393494"/>
              <a:ext cx="135652" cy="221584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111675" y="1952596"/>
              <a:ext cx="135652" cy="221577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4297601" y="2154393"/>
              <a:ext cx="219075" cy="97155"/>
            </a:xfrm>
            <a:custGeom>
              <a:avLst/>
              <a:gdLst/>
              <a:ahLst/>
              <a:cxnLst/>
              <a:rect l="l" t="t" r="r" b="b"/>
              <a:pathLst>
                <a:path w="219075" h="97155">
                  <a:moveTo>
                    <a:pt x="200674" y="0"/>
                  </a:moveTo>
                  <a:lnTo>
                    <a:pt x="218978" y="67729"/>
                  </a:lnTo>
                </a:path>
                <a:path w="219075" h="97155">
                  <a:moveTo>
                    <a:pt x="133718" y="27139"/>
                  </a:moveTo>
                  <a:lnTo>
                    <a:pt x="147447" y="77510"/>
                  </a:lnTo>
                </a:path>
                <a:path w="219075" h="97155">
                  <a:moveTo>
                    <a:pt x="66883" y="54279"/>
                  </a:moveTo>
                  <a:lnTo>
                    <a:pt x="75770" y="87292"/>
                  </a:lnTo>
                </a:path>
                <a:path w="219075" h="97155">
                  <a:moveTo>
                    <a:pt x="0" y="81442"/>
                  </a:moveTo>
                  <a:lnTo>
                    <a:pt x="4214" y="97074"/>
                  </a:lnTo>
                </a:path>
              </a:pathLst>
            </a:custGeom>
            <a:ln w="144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4295939" y="2344562"/>
              <a:ext cx="179705" cy="99695"/>
            </a:xfrm>
            <a:custGeom>
              <a:avLst/>
              <a:gdLst/>
              <a:ahLst/>
              <a:cxnLst/>
              <a:rect l="l" t="t" r="r" b="b"/>
              <a:pathLst>
                <a:path w="179704" h="99694">
                  <a:moveTo>
                    <a:pt x="179455" y="99495"/>
                  </a:moveTo>
                  <a:lnTo>
                    <a:pt x="0" y="0"/>
                  </a:lnTo>
                </a:path>
              </a:pathLst>
            </a:custGeom>
            <a:ln w="33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4287991" y="2334037"/>
              <a:ext cx="210185" cy="146050"/>
            </a:xfrm>
            <a:custGeom>
              <a:avLst/>
              <a:gdLst/>
              <a:ahLst/>
              <a:cxnLst/>
              <a:rect l="l" t="t" r="r" b="b"/>
              <a:pathLst>
                <a:path w="210185" h="146050">
                  <a:moveTo>
                    <a:pt x="7225" y="0"/>
                  </a:moveTo>
                  <a:lnTo>
                    <a:pt x="0" y="12442"/>
                  </a:lnTo>
                  <a:lnTo>
                    <a:pt x="173675" y="145477"/>
                  </a:lnTo>
                  <a:lnTo>
                    <a:pt x="209802" y="83192"/>
                  </a:lnTo>
                  <a:lnTo>
                    <a:pt x="72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4946975" y="2336626"/>
              <a:ext cx="40640" cy="40005"/>
            </a:xfrm>
            <a:custGeom>
              <a:avLst/>
              <a:gdLst/>
              <a:ahLst/>
              <a:cxnLst/>
              <a:rect l="l" t="t" r="r" b="b"/>
              <a:pathLst>
                <a:path w="40639" h="40005">
                  <a:moveTo>
                    <a:pt x="19990" y="0"/>
                  </a:moveTo>
                  <a:lnTo>
                    <a:pt x="12192" y="1569"/>
                  </a:lnTo>
                  <a:lnTo>
                    <a:pt x="5840" y="5849"/>
                  </a:lnTo>
                  <a:lnTo>
                    <a:pt x="1565" y="12197"/>
                  </a:lnTo>
                  <a:lnTo>
                    <a:pt x="0" y="19971"/>
                  </a:lnTo>
                  <a:lnTo>
                    <a:pt x="1565" y="27747"/>
                  </a:lnTo>
                  <a:lnTo>
                    <a:pt x="5840" y="34104"/>
                  </a:lnTo>
                  <a:lnTo>
                    <a:pt x="12192" y="38392"/>
                  </a:lnTo>
                  <a:lnTo>
                    <a:pt x="19990" y="39966"/>
                  </a:lnTo>
                  <a:lnTo>
                    <a:pt x="27825" y="38392"/>
                  </a:lnTo>
                  <a:lnTo>
                    <a:pt x="34260" y="34104"/>
                  </a:lnTo>
                  <a:lnTo>
                    <a:pt x="38618" y="27747"/>
                  </a:lnTo>
                  <a:lnTo>
                    <a:pt x="40221" y="19971"/>
                  </a:lnTo>
                  <a:lnTo>
                    <a:pt x="38618" y="12197"/>
                  </a:lnTo>
                  <a:lnTo>
                    <a:pt x="34260" y="5849"/>
                  </a:lnTo>
                  <a:lnTo>
                    <a:pt x="27825" y="1569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7" name="object 37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663015" y="2280285"/>
              <a:ext cx="110549" cy="110140"/>
            </a:xfrm>
            <a:prstGeom prst="rect">
              <a:avLst/>
            </a:prstGeom>
          </p:spPr>
        </p:pic>
        <p:sp>
          <p:nvSpPr>
            <p:cNvPr id="38" name="object 38"/>
            <p:cNvSpPr/>
            <p:nvPr/>
          </p:nvSpPr>
          <p:spPr>
            <a:xfrm>
              <a:off x="4450088" y="2422815"/>
              <a:ext cx="509905" cy="259079"/>
            </a:xfrm>
            <a:custGeom>
              <a:avLst/>
              <a:gdLst/>
              <a:ahLst/>
              <a:cxnLst/>
              <a:rect l="l" t="t" r="r" b="b"/>
              <a:pathLst>
                <a:path w="509904" h="259080">
                  <a:moveTo>
                    <a:pt x="0" y="214982"/>
                  </a:moveTo>
                  <a:lnTo>
                    <a:pt x="43234" y="235148"/>
                  </a:lnTo>
                  <a:lnTo>
                    <a:pt x="87747" y="249044"/>
                  </a:lnTo>
                  <a:lnTo>
                    <a:pt x="132967" y="256832"/>
                  </a:lnTo>
                  <a:lnTo>
                    <a:pt x="178324" y="258675"/>
                  </a:lnTo>
                  <a:lnTo>
                    <a:pt x="223247" y="254735"/>
                  </a:lnTo>
                  <a:lnTo>
                    <a:pt x="267165" y="245176"/>
                  </a:lnTo>
                  <a:lnTo>
                    <a:pt x="309509" y="230159"/>
                  </a:lnTo>
                  <a:lnTo>
                    <a:pt x="349706" y="209848"/>
                  </a:lnTo>
                  <a:lnTo>
                    <a:pt x="387188" y="184405"/>
                  </a:lnTo>
                  <a:lnTo>
                    <a:pt x="421383" y="153993"/>
                  </a:lnTo>
                  <a:lnTo>
                    <a:pt x="451720" y="118774"/>
                  </a:lnTo>
                  <a:lnTo>
                    <a:pt x="477629" y="78911"/>
                  </a:lnTo>
                  <a:lnTo>
                    <a:pt x="496090" y="40429"/>
                  </a:lnTo>
                  <a:lnTo>
                    <a:pt x="503523" y="20421"/>
                  </a:lnTo>
                  <a:lnTo>
                    <a:pt x="509713" y="0"/>
                  </a:lnTo>
                </a:path>
              </a:pathLst>
            </a:custGeom>
            <a:ln w="1431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9" name="object 39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370312" y="2577656"/>
              <a:ext cx="109920" cy="92835"/>
            </a:xfrm>
            <a:prstGeom prst="rect">
              <a:avLst/>
            </a:prstGeom>
          </p:spPr>
        </p:pic>
      </p:grpSp>
      <p:grpSp>
        <p:nvGrpSpPr>
          <p:cNvPr id="40" name="object 40"/>
          <p:cNvGrpSpPr/>
          <p:nvPr/>
        </p:nvGrpSpPr>
        <p:grpSpPr>
          <a:xfrm>
            <a:off x="5075828" y="1998604"/>
            <a:ext cx="393700" cy="662940"/>
            <a:chOff x="5075828" y="1998604"/>
            <a:chExt cx="393700" cy="662940"/>
          </a:xfrm>
        </p:grpSpPr>
        <p:sp>
          <p:nvSpPr>
            <p:cNvPr id="41" name="object 41"/>
            <p:cNvSpPr/>
            <p:nvPr/>
          </p:nvSpPr>
          <p:spPr>
            <a:xfrm>
              <a:off x="5075828" y="2239863"/>
              <a:ext cx="162560" cy="172720"/>
            </a:xfrm>
            <a:custGeom>
              <a:avLst/>
              <a:gdLst/>
              <a:ahLst/>
              <a:cxnLst/>
              <a:rect l="l" t="t" r="r" b="b"/>
              <a:pathLst>
                <a:path w="162560" h="172719">
                  <a:moveTo>
                    <a:pt x="80924" y="0"/>
                  </a:moveTo>
                  <a:lnTo>
                    <a:pt x="39107" y="9366"/>
                  </a:lnTo>
                  <a:lnTo>
                    <a:pt x="10725" y="38246"/>
                  </a:lnTo>
                  <a:lnTo>
                    <a:pt x="459" y="74964"/>
                  </a:lnTo>
                  <a:lnTo>
                    <a:pt x="0" y="87172"/>
                  </a:lnTo>
                  <a:lnTo>
                    <a:pt x="1358" y="106003"/>
                  </a:lnTo>
                  <a:lnTo>
                    <a:pt x="21917" y="149627"/>
                  </a:lnTo>
                  <a:lnTo>
                    <a:pt x="63711" y="170891"/>
                  </a:lnTo>
                  <a:lnTo>
                    <a:pt x="81406" y="172307"/>
                  </a:lnTo>
                  <a:lnTo>
                    <a:pt x="98924" y="170882"/>
                  </a:lnTo>
                  <a:lnTo>
                    <a:pt x="114613" y="166610"/>
                  </a:lnTo>
                  <a:lnTo>
                    <a:pt x="128450" y="159492"/>
                  </a:lnTo>
                  <a:lnTo>
                    <a:pt x="140414" y="149531"/>
                  </a:lnTo>
                  <a:lnTo>
                    <a:pt x="144962" y="143561"/>
                  </a:lnTo>
                  <a:lnTo>
                    <a:pt x="81165" y="143561"/>
                  </a:lnTo>
                  <a:lnTo>
                    <a:pt x="71501" y="142649"/>
                  </a:lnTo>
                  <a:lnTo>
                    <a:pt x="38053" y="110919"/>
                  </a:lnTo>
                  <a:lnTo>
                    <a:pt x="34709" y="85590"/>
                  </a:lnTo>
                  <a:lnTo>
                    <a:pt x="35494" y="72568"/>
                  </a:lnTo>
                  <a:lnTo>
                    <a:pt x="54544" y="36790"/>
                  </a:lnTo>
                  <a:lnTo>
                    <a:pt x="81165" y="28769"/>
                  </a:lnTo>
                  <a:lnTo>
                    <a:pt x="144732" y="28769"/>
                  </a:lnTo>
                  <a:lnTo>
                    <a:pt x="140173" y="22848"/>
                  </a:lnTo>
                  <a:lnTo>
                    <a:pt x="128070" y="12855"/>
                  </a:lnTo>
                  <a:lnTo>
                    <a:pt x="114161" y="5715"/>
                  </a:lnTo>
                  <a:lnTo>
                    <a:pt x="98446" y="1429"/>
                  </a:lnTo>
                  <a:lnTo>
                    <a:pt x="80924" y="0"/>
                  </a:lnTo>
                  <a:close/>
                </a:path>
                <a:path w="162560" h="172719">
                  <a:moveTo>
                    <a:pt x="144732" y="28769"/>
                  </a:moveTo>
                  <a:lnTo>
                    <a:pt x="81165" y="28769"/>
                  </a:lnTo>
                  <a:lnTo>
                    <a:pt x="91173" y="29660"/>
                  </a:lnTo>
                  <a:lnTo>
                    <a:pt x="100102" y="32294"/>
                  </a:lnTo>
                  <a:lnTo>
                    <a:pt x="126603" y="72185"/>
                  </a:lnTo>
                  <a:lnTo>
                    <a:pt x="127408" y="85590"/>
                  </a:lnTo>
                  <a:lnTo>
                    <a:pt x="126595" y="99175"/>
                  </a:lnTo>
                  <a:lnTo>
                    <a:pt x="107448" y="135399"/>
                  </a:lnTo>
                  <a:lnTo>
                    <a:pt x="81165" y="143561"/>
                  </a:lnTo>
                  <a:lnTo>
                    <a:pt x="144962" y="143561"/>
                  </a:lnTo>
                  <a:lnTo>
                    <a:pt x="160939" y="105459"/>
                  </a:lnTo>
                  <a:lnTo>
                    <a:pt x="162273" y="85590"/>
                  </a:lnTo>
                  <a:lnTo>
                    <a:pt x="160935" y="67159"/>
                  </a:lnTo>
                  <a:lnTo>
                    <a:pt x="156761" y="50164"/>
                  </a:lnTo>
                  <a:lnTo>
                    <a:pt x="149833" y="35394"/>
                  </a:lnTo>
                  <a:lnTo>
                    <a:pt x="144732" y="28769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2" name="object 4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5335221" y="1998604"/>
              <a:ext cx="133911" cy="166601"/>
            </a:xfrm>
            <a:prstGeom prst="rect">
              <a:avLst/>
            </a:prstGeom>
          </p:spPr>
        </p:pic>
        <p:sp>
          <p:nvSpPr>
            <p:cNvPr id="43" name="object 43"/>
            <p:cNvSpPr/>
            <p:nvPr/>
          </p:nvSpPr>
          <p:spPr>
            <a:xfrm>
              <a:off x="5245867" y="2191314"/>
              <a:ext cx="49530" cy="48895"/>
            </a:xfrm>
            <a:custGeom>
              <a:avLst/>
              <a:gdLst/>
              <a:ahLst/>
              <a:cxnLst/>
              <a:rect l="l" t="t" r="r" b="b"/>
              <a:pathLst>
                <a:path w="49529" h="48894">
                  <a:moveTo>
                    <a:pt x="0" y="48812"/>
                  </a:moveTo>
                  <a:lnTo>
                    <a:pt x="49132" y="0"/>
                  </a:lnTo>
                </a:path>
              </a:pathLst>
            </a:custGeom>
            <a:ln w="144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4" name="object 44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336907" y="2494867"/>
              <a:ext cx="131262" cy="166618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5252129" y="2418069"/>
              <a:ext cx="53340" cy="53340"/>
            </a:xfrm>
            <a:custGeom>
              <a:avLst/>
              <a:gdLst/>
              <a:ahLst/>
              <a:cxnLst/>
              <a:rect l="l" t="t" r="r" b="b"/>
              <a:pathLst>
                <a:path w="53339" h="53339">
                  <a:moveTo>
                    <a:pt x="0" y="0"/>
                  </a:moveTo>
                  <a:lnTo>
                    <a:pt x="53227" y="53032"/>
                  </a:lnTo>
                </a:path>
              </a:pathLst>
            </a:custGeom>
            <a:ln w="144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6" name="object 46"/>
          <p:cNvSpPr/>
          <p:nvPr/>
        </p:nvSpPr>
        <p:spPr>
          <a:xfrm>
            <a:off x="4945289" y="2246744"/>
            <a:ext cx="40005" cy="40005"/>
          </a:xfrm>
          <a:custGeom>
            <a:avLst/>
            <a:gdLst/>
            <a:ahLst/>
            <a:cxnLst/>
            <a:rect l="l" t="t" r="r" b="b"/>
            <a:pathLst>
              <a:path w="40004" h="40005">
                <a:moveTo>
                  <a:pt x="19990" y="0"/>
                </a:moveTo>
                <a:lnTo>
                  <a:pt x="12192" y="1569"/>
                </a:lnTo>
                <a:lnTo>
                  <a:pt x="5840" y="5849"/>
                </a:lnTo>
                <a:lnTo>
                  <a:pt x="1565" y="12197"/>
                </a:lnTo>
                <a:lnTo>
                  <a:pt x="0" y="19971"/>
                </a:lnTo>
                <a:lnTo>
                  <a:pt x="1565" y="27744"/>
                </a:lnTo>
                <a:lnTo>
                  <a:pt x="5840" y="34092"/>
                </a:lnTo>
                <a:lnTo>
                  <a:pt x="12192" y="38372"/>
                </a:lnTo>
                <a:lnTo>
                  <a:pt x="19990" y="39942"/>
                </a:lnTo>
                <a:lnTo>
                  <a:pt x="27787" y="38372"/>
                </a:lnTo>
                <a:lnTo>
                  <a:pt x="34140" y="34092"/>
                </a:lnTo>
                <a:lnTo>
                  <a:pt x="38415" y="27744"/>
                </a:lnTo>
                <a:lnTo>
                  <a:pt x="39980" y="19971"/>
                </a:lnTo>
                <a:lnTo>
                  <a:pt x="38415" y="12197"/>
                </a:lnTo>
                <a:lnTo>
                  <a:pt x="34140" y="5849"/>
                </a:lnTo>
                <a:lnTo>
                  <a:pt x="27787" y="1569"/>
                </a:lnTo>
                <a:lnTo>
                  <a:pt x="1999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7" name="object 47"/>
          <p:cNvGrpSpPr/>
          <p:nvPr/>
        </p:nvGrpSpPr>
        <p:grpSpPr>
          <a:xfrm>
            <a:off x="6403140" y="1974098"/>
            <a:ext cx="1316355" cy="784225"/>
            <a:chOff x="6403140" y="1974098"/>
            <a:chExt cx="1316355" cy="784225"/>
          </a:xfrm>
        </p:grpSpPr>
        <p:sp>
          <p:nvSpPr>
            <p:cNvPr id="48" name="object 48"/>
            <p:cNvSpPr/>
            <p:nvPr/>
          </p:nvSpPr>
          <p:spPr>
            <a:xfrm>
              <a:off x="6645884" y="2221877"/>
              <a:ext cx="492759" cy="171450"/>
            </a:xfrm>
            <a:custGeom>
              <a:avLst/>
              <a:gdLst/>
              <a:ahLst/>
              <a:cxnLst/>
              <a:rect l="l" t="t" r="r" b="b"/>
              <a:pathLst>
                <a:path w="492759" h="171450">
                  <a:moveTo>
                    <a:pt x="147421" y="115887"/>
                  </a:moveTo>
                  <a:lnTo>
                    <a:pt x="125361" y="110337"/>
                  </a:lnTo>
                  <a:lnTo>
                    <a:pt x="122529" y="120142"/>
                  </a:lnTo>
                  <a:lnTo>
                    <a:pt x="118681" y="128663"/>
                  </a:lnTo>
                  <a:lnTo>
                    <a:pt x="85394" y="151790"/>
                  </a:lnTo>
                  <a:lnTo>
                    <a:pt x="76441" y="152463"/>
                  </a:lnTo>
                  <a:lnTo>
                    <a:pt x="68999" y="151968"/>
                  </a:lnTo>
                  <a:lnTo>
                    <a:pt x="32435" y="128511"/>
                  </a:lnTo>
                  <a:lnTo>
                    <a:pt x="22733" y="84239"/>
                  </a:lnTo>
                  <a:lnTo>
                    <a:pt x="23050" y="76123"/>
                  </a:lnTo>
                  <a:lnTo>
                    <a:pt x="35102" y="38608"/>
                  </a:lnTo>
                  <a:lnTo>
                    <a:pt x="68961" y="19316"/>
                  </a:lnTo>
                  <a:lnTo>
                    <a:pt x="78117" y="18745"/>
                  </a:lnTo>
                  <a:lnTo>
                    <a:pt x="86182" y="19265"/>
                  </a:lnTo>
                  <a:lnTo>
                    <a:pt x="119519" y="44881"/>
                  </a:lnTo>
                  <a:lnTo>
                    <a:pt x="122720" y="53289"/>
                  </a:lnTo>
                  <a:lnTo>
                    <a:pt x="144538" y="48221"/>
                  </a:lnTo>
                  <a:lnTo>
                    <a:pt x="120802" y="12649"/>
                  </a:lnTo>
                  <a:lnTo>
                    <a:pt x="78600" y="0"/>
                  </a:lnTo>
                  <a:lnTo>
                    <a:pt x="67830" y="622"/>
                  </a:lnTo>
                  <a:lnTo>
                    <a:pt x="29591" y="15557"/>
                  </a:lnTo>
                  <a:lnTo>
                    <a:pt x="5588" y="49276"/>
                  </a:lnTo>
                  <a:lnTo>
                    <a:pt x="0" y="84366"/>
                  </a:lnTo>
                  <a:lnTo>
                    <a:pt x="546" y="96037"/>
                  </a:lnTo>
                  <a:lnTo>
                    <a:pt x="13703" y="138468"/>
                  </a:lnTo>
                  <a:lnTo>
                    <a:pt x="43561" y="165087"/>
                  </a:lnTo>
                  <a:lnTo>
                    <a:pt x="78359" y="171208"/>
                  </a:lnTo>
                  <a:lnTo>
                    <a:pt x="90817" y="170319"/>
                  </a:lnTo>
                  <a:lnTo>
                    <a:pt x="130657" y="149148"/>
                  </a:lnTo>
                  <a:lnTo>
                    <a:pt x="147421" y="115887"/>
                  </a:lnTo>
                  <a:close/>
                </a:path>
                <a:path w="492759" h="171450">
                  <a:moveTo>
                    <a:pt x="492709" y="115887"/>
                  </a:moveTo>
                  <a:lnTo>
                    <a:pt x="470649" y="110337"/>
                  </a:lnTo>
                  <a:lnTo>
                    <a:pt x="467817" y="120142"/>
                  </a:lnTo>
                  <a:lnTo>
                    <a:pt x="463969" y="128663"/>
                  </a:lnTo>
                  <a:lnTo>
                    <a:pt x="430695" y="151790"/>
                  </a:lnTo>
                  <a:lnTo>
                    <a:pt x="421741" y="152463"/>
                  </a:lnTo>
                  <a:lnTo>
                    <a:pt x="414312" y="151968"/>
                  </a:lnTo>
                  <a:lnTo>
                    <a:pt x="377761" y="128511"/>
                  </a:lnTo>
                  <a:lnTo>
                    <a:pt x="368020" y="84239"/>
                  </a:lnTo>
                  <a:lnTo>
                    <a:pt x="368338" y="76123"/>
                  </a:lnTo>
                  <a:lnTo>
                    <a:pt x="380403" y="38608"/>
                  </a:lnTo>
                  <a:lnTo>
                    <a:pt x="414248" y="19316"/>
                  </a:lnTo>
                  <a:lnTo>
                    <a:pt x="423418" y="18745"/>
                  </a:lnTo>
                  <a:lnTo>
                    <a:pt x="431469" y="19265"/>
                  </a:lnTo>
                  <a:lnTo>
                    <a:pt x="464820" y="44881"/>
                  </a:lnTo>
                  <a:lnTo>
                    <a:pt x="468020" y="53289"/>
                  </a:lnTo>
                  <a:lnTo>
                    <a:pt x="489839" y="48221"/>
                  </a:lnTo>
                  <a:lnTo>
                    <a:pt x="466102" y="12649"/>
                  </a:lnTo>
                  <a:lnTo>
                    <a:pt x="423900" y="0"/>
                  </a:lnTo>
                  <a:lnTo>
                    <a:pt x="413143" y="622"/>
                  </a:lnTo>
                  <a:lnTo>
                    <a:pt x="374942" y="15557"/>
                  </a:lnTo>
                  <a:lnTo>
                    <a:pt x="350913" y="49276"/>
                  </a:lnTo>
                  <a:lnTo>
                    <a:pt x="345249" y="84366"/>
                  </a:lnTo>
                  <a:lnTo>
                    <a:pt x="345782" y="96037"/>
                  </a:lnTo>
                  <a:lnTo>
                    <a:pt x="358965" y="138468"/>
                  </a:lnTo>
                  <a:lnTo>
                    <a:pt x="388861" y="165087"/>
                  </a:lnTo>
                  <a:lnTo>
                    <a:pt x="423659" y="171208"/>
                  </a:lnTo>
                  <a:lnTo>
                    <a:pt x="436105" y="170319"/>
                  </a:lnTo>
                  <a:lnTo>
                    <a:pt x="475957" y="149148"/>
                  </a:lnTo>
                  <a:lnTo>
                    <a:pt x="492709" y="11588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6833834" y="2299515"/>
              <a:ext cx="116205" cy="0"/>
            </a:xfrm>
            <a:custGeom>
              <a:avLst/>
              <a:gdLst/>
              <a:ahLst/>
              <a:cxnLst/>
              <a:rect l="l" t="t" r="r" b="b"/>
              <a:pathLst>
                <a:path w="116204">
                  <a:moveTo>
                    <a:pt x="0" y="0"/>
                  </a:moveTo>
                  <a:lnTo>
                    <a:pt x="116057" y="0"/>
                  </a:lnTo>
                </a:path>
              </a:pathLst>
            </a:custGeom>
            <a:ln w="142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0" name="object 5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407181" y="1974098"/>
              <a:ext cx="133225" cy="165591"/>
            </a:xfrm>
            <a:prstGeom prst="rect">
              <a:avLst/>
            </a:prstGeom>
          </p:spPr>
        </p:pic>
        <p:sp>
          <p:nvSpPr>
            <p:cNvPr id="51" name="object 51"/>
            <p:cNvSpPr/>
            <p:nvPr/>
          </p:nvSpPr>
          <p:spPr>
            <a:xfrm>
              <a:off x="6583017" y="2162777"/>
              <a:ext cx="55880" cy="55880"/>
            </a:xfrm>
            <a:custGeom>
              <a:avLst/>
              <a:gdLst/>
              <a:ahLst/>
              <a:cxnLst/>
              <a:rect l="l" t="t" r="r" b="b"/>
              <a:pathLst>
                <a:path w="55879" h="55880">
                  <a:moveTo>
                    <a:pt x="55702" y="55324"/>
                  </a:moveTo>
                  <a:lnTo>
                    <a:pt x="0" y="0"/>
                  </a:lnTo>
                </a:path>
              </a:pathLst>
            </a:custGeom>
            <a:ln w="14341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6410322" y="2358770"/>
              <a:ext cx="199390" cy="139065"/>
            </a:xfrm>
            <a:custGeom>
              <a:avLst/>
              <a:gdLst/>
              <a:ahLst/>
              <a:cxnLst/>
              <a:rect l="l" t="t" r="r" b="b"/>
              <a:pathLst>
                <a:path w="199390" h="139064">
                  <a:moveTo>
                    <a:pt x="35032" y="138858"/>
                  </a:moveTo>
                  <a:lnTo>
                    <a:pt x="0" y="78578"/>
                  </a:lnTo>
                </a:path>
                <a:path w="199390" h="139064">
                  <a:moveTo>
                    <a:pt x="89656" y="97234"/>
                  </a:moveTo>
                  <a:lnTo>
                    <a:pt x="63591" y="52369"/>
                  </a:lnTo>
                </a:path>
                <a:path w="199390" h="139064">
                  <a:moveTo>
                    <a:pt x="144279" y="55610"/>
                  </a:moveTo>
                  <a:lnTo>
                    <a:pt x="127183" y="26184"/>
                  </a:lnTo>
                </a:path>
                <a:path w="199390" h="139064">
                  <a:moveTo>
                    <a:pt x="198903" y="13985"/>
                  </a:moveTo>
                  <a:lnTo>
                    <a:pt x="190774" y="0"/>
                  </a:lnTo>
                </a:path>
              </a:pathLst>
            </a:custGeom>
            <a:ln w="143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6552324" y="2420432"/>
              <a:ext cx="96520" cy="172085"/>
            </a:xfrm>
            <a:custGeom>
              <a:avLst/>
              <a:gdLst/>
              <a:ahLst/>
              <a:cxnLst/>
              <a:rect l="l" t="t" r="r" b="b"/>
              <a:pathLst>
                <a:path w="96520" h="172085">
                  <a:moveTo>
                    <a:pt x="0" y="171928"/>
                  </a:moveTo>
                  <a:lnTo>
                    <a:pt x="96226" y="0"/>
                  </a:lnTo>
                </a:path>
              </a:pathLst>
            </a:custGeom>
            <a:ln w="33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6516860" y="2412570"/>
              <a:ext cx="142240" cy="202565"/>
            </a:xfrm>
            <a:custGeom>
              <a:avLst/>
              <a:gdLst/>
              <a:ahLst/>
              <a:cxnLst/>
              <a:rect l="l" t="t" r="r" b="b"/>
              <a:pathLst>
                <a:path w="142240" h="202564">
                  <a:moveTo>
                    <a:pt x="129772" y="0"/>
                  </a:moveTo>
                  <a:lnTo>
                    <a:pt x="0" y="166210"/>
                  </a:lnTo>
                  <a:lnTo>
                    <a:pt x="62296" y="201949"/>
                  </a:lnTo>
                  <a:lnTo>
                    <a:pt x="142241" y="7147"/>
                  </a:lnTo>
                  <a:lnTo>
                    <a:pt x="12977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/>
            <p:cNvSpPr/>
            <p:nvPr/>
          </p:nvSpPr>
          <p:spPr>
            <a:xfrm>
              <a:off x="7171455" y="2101377"/>
              <a:ext cx="205104" cy="142875"/>
            </a:xfrm>
            <a:custGeom>
              <a:avLst/>
              <a:gdLst/>
              <a:ahLst/>
              <a:cxnLst/>
              <a:rect l="l" t="t" r="r" b="b"/>
              <a:pathLst>
                <a:path w="205104" h="142875">
                  <a:moveTo>
                    <a:pt x="169769" y="0"/>
                  </a:moveTo>
                  <a:lnTo>
                    <a:pt x="204778" y="60327"/>
                  </a:lnTo>
                </a:path>
                <a:path w="205104" h="142875">
                  <a:moveTo>
                    <a:pt x="113179" y="42791"/>
                  </a:moveTo>
                  <a:lnTo>
                    <a:pt x="139316" y="87656"/>
                  </a:lnTo>
                </a:path>
                <a:path w="205104" h="142875">
                  <a:moveTo>
                    <a:pt x="56589" y="85583"/>
                  </a:moveTo>
                  <a:lnTo>
                    <a:pt x="73614" y="114984"/>
                  </a:lnTo>
                </a:path>
                <a:path w="205104" h="142875">
                  <a:moveTo>
                    <a:pt x="0" y="128351"/>
                  </a:moveTo>
                  <a:lnTo>
                    <a:pt x="7912" y="142313"/>
                  </a:lnTo>
                </a:path>
              </a:pathLst>
            </a:custGeom>
            <a:ln w="143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/>
            <p:cNvSpPr/>
            <p:nvPr/>
          </p:nvSpPr>
          <p:spPr>
            <a:xfrm>
              <a:off x="7130451" y="2006669"/>
              <a:ext cx="104139" cy="185420"/>
            </a:xfrm>
            <a:custGeom>
              <a:avLst/>
              <a:gdLst/>
              <a:ahLst/>
              <a:cxnLst/>
              <a:rect l="l" t="t" r="r" b="b"/>
              <a:pathLst>
                <a:path w="104140" h="185419">
                  <a:moveTo>
                    <a:pt x="103827" y="0"/>
                  </a:moveTo>
                  <a:lnTo>
                    <a:pt x="0" y="184985"/>
                  </a:lnTo>
                </a:path>
              </a:pathLst>
            </a:custGeom>
            <a:ln w="33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7119900" y="1984510"/>
              <a:ext cx="150495" cy="215265"/>
            </a:xfrm>
            <a:custGeom>
              <a:avLst/>
              <a:gdLst/>
              <a:ahLst/>
              <a:cxnLst/>
              <a:rect l="l" t="t" r="r" b="b"/>
              <a:pathLst>
                <a:path w="150495" h="215264">
                  <a:moveTo>
                    <a:pt x="87522" y="0"/>
                  </a:moveTo>
                  <a:lnTo>
                    <a:pt x="0" y="207858"/>
                  </a:lnTo>
                  <a:lnTo>
                    <a:pt x="12468" y="215006"/>
                  </a:lnTo>
                  <a:lnTo>
                    <a:pt x="149866" y="35739"/>
                  </a:lnTo>
                  <a:lnTo>
                    <a:pt x="8752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7226606" y="2456481"/>
              <a:ext cx="161925" cy="171450"/>
            </a:xfrm>
            <a:custGeom>
              <a:avLst/>
              <a:gdLst/>
              <a:ahLst/>
              <a:cxnLst/>
              <a:rect l="l" t="t" r="r" b="b"/>
              <a:pathLst>
                <a:path w="161925" h="171450">
                  <a:moveTo>
                    <a:pt x="80568" y="0"/>
                  </a:moveTo>
                  <a:lnTo>
                    <a:pt x="39040" y="9304"/>
                  </a:lnTo>
                  <a:lnTo>
                    <a:pt x="10782" y="38008"/>
                  </a:lnTo>
                  <a:lnTo>
                    <a:pt x="0" y="86631"/>
                  </a:lnTo>
                  <a:lnTo>
                    <a:pt x="1390" y="105335"/>
                  </a:lnTo>
                  <a:lnTo>
                    <a:pt x="22060" y="148698"/>
                  </a:lnTo>
                  <a:lnTo>
                    <a:pt x="63468" y="169830"/>
                  </a:lnTo>
                  <a:lnTo>
                    <a:pt x="81048" y="171238"/>
                  </a:lnTo>
                  <a:lnTo>
                    <a:pt x="98488" y="169821"/>
                  </a:lnTo>
                  <a:lnTo>
                    <a:pt x="114108" y="165573"/>
                  </a:lnTo>
                  <a:lnTo>
                    <a:pt x="127885" y="158492"/>
                  </a:lnTo>
                  <a:lnTo>
                    <a:pt x="139795" y="148579"/>
                  </a:lnTo>
                  <a:lnTo>
                    <a:pt x="144377" y="142646"/>
                  </a:lnTo>
                  <a:lnTo>
                    <a:pt x="81048" y="142646"/>
                  </a:lnTo>
                  <a:lnTo>
                    <a:pt x="71422" y="141739"/>
                  </a:lnTo>
                  <a:lnTo>
                    <a:pt x="38006" y="110228"/>
                  </a:lnTo>
                  <a:lnTo>
                    <a:pt x="34796" y="85059"/>
                  </a:lnTo>
                  <a:lnTo>
                    <a:pt x="35574" y="72118"/>
                  </a:lnTo>
                  <a:lnTo>
                    <a:pt x="54308" y="36548"/>
                  </a:lnTo>
                  <a:lnTo>
                    <a:pt x="81048" y="28567"/>
                  </a:lnTo>
                  <a:lnTo>
                    <a:pt x="144129" y="28567"/>
                  </a:lnTo>
                  <a:lnTo>
                    <a:pt x="139556" y="22706"/>
                  </a:lnTo>
                  <a:lnTo>
                    <a:pt x="127641" y="12775"/>
                  </a:lnTo>
                  <a:lnTo>
                    <a:pt x="113838" y="5679"/>
                  </a:lnTo>
                  <a:lnTo>
                    <a:pt x="98147" y="1420"/>
                  </a:lnTo>
                  <a:lnTo>
                    <a:pt x="80568" y="0"/>
                  </a:lnTo>
                  <a:close/>
                </a:path>
                <a:path w="161925" h="171450">
                  <a:moveTo>
                    <a:pt x="144129" y="28567"/>
                  </a:moveTo>
                  <a:lnTo>
                    <a:pt x="81048" y="28567"/>
                  </a:lnTo>
                  <a:lnTo>
                    <a:pt x="90985" y="29455"/>
                  </a:lnTo>
                  <a:lnTo>
                    <a:pt x="99781" y="32069"/>
                  </a:lnTo>
                  <a:lnTo>
                    <a:pt x="126079" y="71723"/>
                  </a:lnTo>
                  <a:lnTo>
                    <a:pt x="126847" y="85059"/>
                  </a:lnTo>
                  <a:lnTo>
                    <a:pt x="126038" y="98559"/>
                  </a:lnTo>
                  <a:lnTo>
                    <a:pt x="107113" y="134555"/>
                  </a:lnTo>
                  <a:lnTo>
                    <a:pt x="81048" y="142646"/>
                  </a:lnTo>
                  <a:lnTo>
                    <a:pt x="144377" y="142646"/>
                  </a:lnTo>
                  <a:lnTo>
                    <a:pt x="160264" y="104804"/>
                  </a:lnTo>
                  <a:lnTo>
                    <a:pt x="161560" y="85059"/>
                  </a:lnTo>
                  <a:lnTo>
                    <a:pt x="160260" y="66729"/>
                  </a:lnTo>
                  <a:lnTo>
                    <a:pt x="156161" y="49835"/>
                  </a:lnTo>
                  <a:lnTo>
                    <a:pt x="149275" y="35161"/>
                  </a:lnTo>
                  <a:lnTo>
                    <a:pt x="144129" y="28567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9" name="object 59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7410762" y="2431488"/>
              <a:ext cx="87522" cy="86846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7160664" y="2393533"/>
              <a:ext cx="61594" cy="60960"/>
            </a:xfrm>
            <a:custGeom>
              <a:avLst/>
              <a:gdLst/>
              <a:ahLst/>
              <a:cxnLst/>
              <a:rect l="l" t="t" r="r" b="b"/>
              <a:pathLst>
                <a:path w="61595" h="60960">
                  <a:moveTo>
                    <a:pt x="0" y="0"/>
                  </a:moveTo>
                  <a:lnTo>
                    <a:pt x="61145" y="60899"/>
                  </a:lnTo>
                </a:path>
              </a:pathLst>
            </a:custGeom>
            <a:ln w="14341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1" name="object 6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7586047" y="2459317"/>
              <a:ext cx="133321" cy="165567"/>
            </a:xfrm>
            <a:prstGeom prst="rect">
              <a:avLst/>
            </a:prstGeom>
          </p:spPr>
        </p:pic>
        <p:sp>
          <p:nvSpPr>
            <p:cNvPr id="62" name="object 62"/>
            <p:cNvSpPr/>
            <p:nvPr/>
          </p:nvSpPr>
          <p:spPr>
            <a:xfrm>
              <a:off x="7536891" y="2542112"/>
              <a:ext cx="8255" cy="0"/>
            </a:xfrm>
            <a:custGeom>
              <a:avLst/>
              <a:gdLst/>
              <a:ahLst/>
              <a:cxnLst/>
              <a:rect l="l" t="t" r="r" b="b"/>
              <a:pathLst>
                <a:path w="8254">
                  <a:moveTo>
                    <a:pt x="0" y="0"/>
                  </a:moveTo>
                  <a:lnTo>
                    <a:pt x="8152" y="0"/>
                  </a:lnTo>
                </a:path>
              </a:pathLst>
            </a:custGeom>
            <a:ln w="142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3" name="object 63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7054169" y="2552277"/>
              <a:ext cx="118682" cy="205640"/>
            </a:xfrm>
            <a:prstGeom prst="rect">
              <a:avLst/>
            </a:prstGeom>
          </p:spPr>
        </p:pic>
      </p:grpSp>
      <p:grpSp>
        <p:nvGrpSpPr>
          <p:cNvPr id="64" name="object 64"/>
          <p:cNvGrpSpPr/>
          <p:nvPr/>
        </p:nvGrpSpPr>
        <p:grpSpPr>
          <a:xfrm>
            <a:off x="5624372" y="2250407"/>
            <a:ext cx="673100" cy="78740"/>
            <a:chOff x="5624372" y="2250407"/>
            <a:chExt cx="673100" cy="78740"/>
          </a:xfrm>
        </p:grpSpPr>
        <p:sp>
          <p:nvSpPr>
            <p:cNvPr id="65" name="object 65"/>
            <p:cNvSpPr/>
            <p:nvPr/>
          </p:nvSpPr>
          <p:spPr>
            <a:xfrm>
              <a:off x="5624372" y="2284028"/>
              <a:ext cx="548640" cy="14604"/>
            </a:xfrm>
            <a:custGeom>
              <a:avLst/>
              <a:gdLst/>
              <a:ahLst/>
              <a:cxnLst/>
              <a:rect l="l" t="t" r="r" b="b"/>
              <a:pathLst>
                <a:path w="548639" h="14605">
                  <a:moveTo>
                    <a:pt x="548393" y="0"/>
                  </a:moveTo>
                  <a:lnTo>
                    <a:pt x="0" y="0"/>
                  </a:lnTo>
                  <a:lnTo>
                    <a:pt x="0" y="14295"/>
                  </a:lnTo>
                  <a:lnTo>
                    <a:pt x="548393" y="14295"/>
                  </a:lnTo>
                  <a:lnTo>
                    <a:pt x="54839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6" name="object 66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6150233" y="2250407"/>
              <a:ext cx="147212" cy="78678"/>
            </a:xfrm>
            <a:prstGeom prst="rect">
              <a:avLst/>
            </a:prstGeom>
          </p:spPr>
        </p:pic>
      </p:grpSp>
      <p:grpSp>
        <p:nvGrpSpPr>
          <p:cNvPr id="67" name="object 67"/>
          <p:cNvGrpSpPr/>
          <p:nvPr/>
        </p:nvGrpSpPr>
        <p:grpSpPr>
          <a:xfrm>
            <a:off x="7242432" y="2674633"/>
            <a:ext cx="130810" cy="426720"/>
            <a:chOff x="7242432" y="2674633"/>
            <a:chExt cx="130810" cy="426720"/>
          </a:xfrm>
        </p:grpSpPr>
        <p:pic>
          <p:nvPicPr>
            <p:cNvPr id="68" name="object 68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7242432" y="2935469"/>
              <a:ext cx="130684" cy="165584"/>
            </a:xfrm>
            <a:prstGeom prst="rect">
              <a:avLst/>
            </a:prstGeom>
          </p:spPr>
        </p:pic>
        <p:sp>
          <p:nvSpPr>
            <p:cNvPr id="69" name="object 69"/>
            <p:cNvSpPr/>
            <p:nvPr/>
          </p:nvSpPr>
          <p:spPr>
            <a:xfrm>
              <a:off x="7310052" y="2674633"/>
              <a:ext cx="0" cy="223520"/>
            </a:xfrm>
            <a:custGeom>
              <a:avLst/>
              <a:gdLst/>
              <a:ahLst/>
              <a:cxnLst/>
              <a:rect l="l" t="t" r="r" b="b"/>
              <a:pathLst>
                <a:path h="223519">
                  <a:moveTo>
                    <a:pt x="0" y="0"/>
                  </a:moveTo>
                  <a:lnTo>
                    <a:pt x="0" y="223178"/>
                  </a:lnTo>
                </a:path>
              </a:pathLst>
            </a:custGeom>
            <a:ln w="1438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0" name="object 70"/>
          <p:cNvSpPr/>
          <p:nvPr/>
        </p:nvSpPr>
        <p:spPr>
          <a:xfrm>
            <a:off x="7868110" y="2260579"/>
            <a:ext cx="1362710" cy="14604"/>
          </a:xfrm>
          <a:custGeom>
            <a:avLst/>
            <a:gdLst/>
            <a:ahLst/>
            <a:cxnLst/>
            <a:rect l="l" t="t" r="r" b="b"/>
            <a:pathLst>
              <a:path w="1362709" h="14605">
                <a:moveTo>
                  <a:pt x="1362521" y="0"/>
                </a:moveTo>
                <a:lnTo>
                  <a:pt x="0" y="0"/>
                </a:lnTo>
                <a:lnTo>
                  <a:pt x="0" y="14310"/>
                </a:lnTo>
                <a:lnTo>
                  <a:pt x="1304437" y="14310"/>
                </a:lnTo>
                <a:lnTo>
                  <a:pt x="136252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71" name="object 71"/>
          <p:cNvGrpSpPr/>
          <p:nvPr/>
        </p:nvGrpSpPr>
        <p:grpSpPr>
          <a:xfrm>
            <a:off x="9296211" y="2226923"/>
            <a:ext cx="33655" cy="17145"/>
            <a:chOff x="9296211" y="2226923"/>
            <a:chExt cx="33655" cy="17145"/>
          </a:xfrm>
        </p:grpSpPr>
        <p:sp>
          <p:nvSpPr>
            <p:cNvPr id="72" name="object 72"/>
            <p:cNvSpPr/>
            <p:nvPr/>
          </p:nvSpPr>
          <p:spPr>
            <a:xfrm>
              <a:off x="9297883" y="2228594"/>
              <a:ext cx="29845" cy="13335"/>
            </a:xfrm>
            <a:custGeom>
              <a:avLst/>
              <a:gdLst/>
              <a:ahLst/>
              <a:cxnLst/>
              <a:rect l="l" t="t" r="r" b="b"/>
              <a:pathLst>
                <a:path w="29845" h="13335">
                  <a:moveTo>
                    <a:pt x="9026" y="13191"/>
                  </a:moveTo>
                  <a:lnTo>
                    <a:pt x="2814" y="3707"/>
                  </a:lnTo>
                  <a:lnTo>
                    <a:pt x="0" y="0"/>
                  </a:lnTo>
                  <a:lnTo>
                    <a:pt x="22514" y="6115"/>
                  </a:lnTo>
                  <a:lnTo>
                    <a:pt x="29758" y="8083"/>
                  </a:lnTo>
                </a:path>
              </a:pathLst>
            </a:custGeom>
            <a:ln w="334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3" name="object 73"/>
            <p:cNvSpPr/>
            <p:nvPr/>
          </p:nvSpPr>
          <p:spPr>
            <a:xfrm>
              <a:off x="9297883" y="2228594"/>
              <a:ext cx="29845" cy="13335"/>
            </a:xfrm>
            <a:custGeom>
              <a:avLst/>
              <a:gdLst/>
              <a:ahLst/>
              <a:cxnLst/>
              <a:rect l="l" t="t" r="r" b="b"/>
              <a:pathLst>
                <a:path w="29845" h="13335">
                  <a:moveTo>
                    <a:pt x="0" y="0"/>
                  </a:moveTo>
                  <a:lnTo>
                    <a:pt x="2814" y="3707"/>
                  </a:lnTo>
                  <a:lnTo>
                    <a:pt x="9026" y="13191"/>
                  </a:lnTo>
                  <a:lnTo>
                    <a:pt x="29758" y="80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74" name="object 74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9581747" y="1943761"/>
            <a:ext cx="133287" cy="165743"/>
          </a:xfrm>
          <a:prstGeom prst="rect">
            <a:avLst/>
          </a:prstGeom>
        </p:spPr>
      </p:pic>
      <p:sp>
        <p:nvSpPr>
          <p:cNvPr id="75" name="object 75"/>
          <p:cNvSpPr/>
          <p:nvPr/>
        </p:nvSpPr>
        <p:spPr>
          <a:xfrm>
            <a:off x="10372880" y="1954184"/>
            <a:ext cx="38100" cy="25400"/>
          </a:xfrm>
          <a:custGeom>
            <a:avLst/>
            <a:gdLst/>
            <a:ahLst/>
            <a:cxnLst/>
            <a:rect l="l" t="t" r="r" b="b"/>
            <a:pathLst>
              <a:path w="38100" h="25400">
                <a:moveTo>
                  <a:pt x="10510" y="0"/>
                </a:moveTo>
                <a:lnTo>
                  <a:pt x="0" y="24964"/>
                </a:lnTo>
                <a:lnTo>
                  <a:pt x="37818" y="15646"/>
                </a:lnTo>
                <a:lnTo>
                  <a:pt x="105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76" name="object 76"/>
          <p:cNvGrpSpPr/>
          <p:nvPr/>
        </p:nvGrpSpPr>
        <p:grpSpPr>
          <a:xfrm>
            <a:off x="3701542" y="3619822"/>
            <a:ext cx="417195" cy="416559"/>
            <a:chOff x="3701542" y="3619822"/>
            <a:chExt cx="417195" cy="416559"/>
          </a:xfrm>
        </p:grpSpPr>
        <p:sp>
          <p:nvSpPr>
            <p:cNvPr id="77" name="object 77"/>
            <p:cNvSpPr/>
            <p:nvPr/>
          </p:nvSpPr>
          <p:spPr>
            <a:xfrm>
              <a:off x="3947512" y="3724688"/>
              <a:ext cx="171450" cy="198755"/>
            </a:xfrm>
            <a:custGeom>
              <a:avLst/>
              <a:gdLst/>
              <a:ahLst/>
              <a:cxnLst/>
              <a:rect l="l" t="t" r="r" b="b"/>
              <a:pathLst>
                <a:path w="171450" h="198754">
                  <a:moveTo>
                    <a:pt x="91403" y="0"/>
                  </a:moveTo>
                  <a:lnTo>
                    <a:pt x="44434" y="11596"/>
                  </a:lnTo>
                  <a:lnTo>
                    <a:pt x="11561" y="45475"/>
                  </a:lnTo>
                  <a:lnTo>
                    <a:pt x="721" y="83270"/>
                  </a:lnTo>
                  <a:lnTo>
                    <a:pt x="0" y="97770"/>
                  </a:lnTo>
                  <a:lnTo>
                    <a:pt x="642" y="111298"/>
                  </a:lnTo>
                  <a:lnTo>
                    <a:pt x="10251" y="149210"/>
                  </a:lnTo>
                  <a:lnTo>
                    <a:pt x="40088" y="185794"/>
                  </a:lnTo>
                  <a:lnTo>
                    <a:pt x="90985" y="198440"/>
                  </a:lnTo>
                  <a:lnTo>
                    <a:pt x="105528" y="197415"/>
                  </a:lnTo>
                  <a:lnTo>
                    <a:pt x="142161" y="182012"/>
                  </a:lnTo>
                  <a:lnTo>
                    <a:pt x="166325" y="149008"/>
                  </a:lnTo>
                  <a:lnTo>
                    <a:pt x="171162" y="134300"/>
                  </a:lnTo>
                  <a:lnTo>
                    <a:pt x="145532" y="127894"/>
                  </a:lnTo>
                  <a:lnTo>
                    <a:pt x="142294" y="139247"/>
                  </a:lnTo>
                  <a:lnTo>
                    <a:pt x="137847" y="149117"/>
                  </a:lnTo>
                  <a:lnTo>
                    <a:pt x="99243" y="175939"/>
                  </a:lnTo>
                  <a:lnTo>
                    <a:pt x="88896" y="176710"/>
                  </a:lnTo>
                  <a:lnTo>
                    <a:pt x="80198" y="176146"/>
                  </a:lnTo>
                  <a:lnTo>
                    <a:pt x="42814" y="156337"/>
                  </a:lnTo>
                  <a:lnTo>
                    <a:pt x="28210" y="120580"/>
                  </a:lnTo>
                  <a:lnTo>
                    <a:pt x="26409" y="97660"/>
                  </a:lnTo>
                  <a:lnTo>
                    <a:pt x="26790" y="88231"/>
                  </a:lnTo>
                  <a:lnTo>
                    <a:pt x="40798" y="44754"/>
                  </a:lnTo>
                  <a:lnTo>
                    <a:pt x="80171" y="22392"/>
                  </a:lnTo>
                  <a:lnTo>
                    <a:pt x="90874" y="21729"/>
                  </a:lnTo>
                  <a:lnTo>
                    <a:pt x="100160" y="22325"/>
                  </a:lnTo>
                  <a:lnTo>
                    <a:pt x="134382" y="43691"/>
                  </a:lnTo>
                  <a:lnTo>
                    <a:pt x="142635" y="61793"/>
                  </a:lnTo>
                  <a:lnTo>
                    <a:pt x="167847" y="55884"/>
                  </a:lnTo>
                  <a:lnTo>
                    <a:pt x="140267" y="14661"/>
                  </a:lnTo>
                  <a:lnTo>
                    <a:pt x="105349" y="916"/>
                  </a:lnTo>
                  <a:lnTo>
                    <a:pt x="9140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8" name="object 78"/>
            <p:cNvSpPr/>
            <p:nvPr/>
          </p:nvSpPr>
          <p:spPr>
            <a:xfrm>
              <a:off x="3784100" y="3628132"/>
              <a:ext cx="142240" cy="106045"/>
            </a:xfrm>
            <a:custGeom>
              <a:avLst/>
              <a:gdLst/>
              <a:ahLst/>
              <a:cxnLst/>
              <a:rect l="l" t="t" r="r" b="b"/>
              <a:pathLst>
                <a:path w="142239" h="106045">
                  <a:moveTo>
                    <a:pt x="141849" y="105722"/>
                  </a:moveTo>
                  <a:lnTo>
                    <a:pt x="0" y="0"/>
                  </a:lnTo>
                </a:path>
              </a:pathLst>
            </a:custGeom>
            <a:ln w="166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9" name="object 79"/>
            <p:cNvSpPr/>
            <p:nvPr/>
          </p:nvSpPr>
          <p:spPr>
            <a:xfrm>
              <a:off x="3728096" y="3894800"/>
              <a:ext cx="175260" cy="100965"/>
            </a:xfrm>
            <a:custGeom>
              <a:avLst/>
              <a:gdLst/>
              <a:ahLst/>
              <a:cxnLst/>
              <a:rect l="l" t="t" r="r" b="b"/>
              <a:pathLst>
                <a:path w="175260" h="100964">
                  <a:moveTo>
                    <a:pt x="0" y="100504"/>
                  </a:moveTo>
                  <a:lnTo>
                    <a:pt x="175229" y="0"/>
                  </a:lnTo>
                </a:path>
              </a:pathLst>
            </a:custGeom>
            <a:ln w="38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0" name="object 80"/>
            <p:cNvSpPr/>
            <p:nvPr/>
          </p:nvSpPr>
          <p:spPr>
            <a:xfrm>
              <a:off x="3701542" y="3882734"/>
              <a:ext cx="211454" cy="153035"/>
            </a:xfrm>
            <a:custGeom>
              <a:avLst/>
              <a:gdLst/>
              <a:ahLst/>
              <a:cxnLst/>
              <a:rect l="l" t="t" r="r" b="b"/>
              <a:pathLst>
                <a:path w="211454" h="153035">
                  <a:moveTo>
                    <a:pt x="202488" y="0"/>
                  </a:moveTo>
                  <a:lnTo>
                    <a:pt x="0" y="82060"/>
                  </a:lnTo>
                  <a:lnTo>
                    <a:pt x="43077" y="153028"/>
                  </a:lnTo>
                  <a:lnTo>
                    <a:pt x="211105" y="14192"/>
                  </a:lnTo>
                  <a:lnTo>
                    <a:pt x="20248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1" name="object 81"/>
          <p:cNvGrpSpPr/>
          <p:nvPr/>
        </p:nvGrpSpPr>
        <p:grpSpPr>
          <a:xfrm>
            <a:off x="4344606" y="3621459"/>
            <a:ext cx="407034" cy="414020"/>
            <a:chOff x="4344606" y="3621459"/>
            <a:chExt cx="407034" cy="414020"/>
          </a:xfrm>
        </p:grpSpPr>
        <p:pic>
          <p:nvPicPr>
            <p:cNvPr id="82" name="object 82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344606" y="3725351"/>
              <a:ext cx="171162" cy="198440"/>
            </a:xfrm>
            <a:prstGeom prst="rect">
              <a:avLst/>
            </a:prstGeom>
          </p:spPr>
        </p:pic>
        <p:sp>
          <p:nvSpPr>
            <p:cNvPr id="83" name="object 83"/>
            <p:cNvSpPr/>
            <p:nvPr/>
          </p:nvSpPr>
          <p:spPr>
            <a:xfrm>
              <a:off x="4550369" y="3629762"/>
              <a:ext cx="193040" cy="114935"/>
            </a:xfrm>
            <a:custGeom>
              <a:avLst/>
              <a:gdLst/>
              <a:ahLst/>
              <a:cxnLst/>
              <a:rect l="l" t="t" r="r" b="b"/>
              <a:pathLst>
                <a:path w="193039" h="114935">
                  <a:moveTo>
                    <a:pt x="0" y="114696"/>
                  </a:moveTo>
                  <a:lnTo>
                    <a:pt x="192418" y="0"/>
                  </a:lnTo>
                </a:path>
              </a:pathLst>
            </a:custGeom>
            <a:ln w="166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4" name="object 84"/>
            <p:cNvSpPr/>
            <p:nvPr/>
          </p:nvSpPr>
          <p:spPr>
            <a:xfrm>
              <a:off x="4559116" y="3911698"/>
              <a:ext cx="118110" cy="85725"/>
            </a:xfrm>
            <a:custGeom>
              <a:avLst/>
              <a:gdLst/>
              <a:ahLst/>
              <a:cxnLst/>
              <a:rect l="l" t="t" r="r" b="b"/>
              <a:pathLst>
                <a:path w="118110" h="85725">
                  <a:moveTo>
                    <a:pt x="117618" y="85207"/>
                  </a:moveTo>
                  <a:lnTo>
                    <a:pt x="0" y="0"/>
                  </a:lnTo>
                </a:path>
              </a:pathLst>
            </a:custGeom>
            <a:ln w="387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5" name="object 85"/>
            <p:cNvSpPr/>
            <p:nvPr/>
          </p:nvSpPr>
          <p:spPr>
            <a:xfrm>
              <a:off x="4549059" y="3900129"/>
              <a:ext cx="158115" cy="135255"/>
            </a:xfrm>
            <a:custGeom>
              <a:avLst/>
              <a:gdLst/>
              <a:ahLst/>
              <a:cxnLst/>
              <a:rect l="l" t="t" r="r" b="b"/>
              <a:pathLst>
                <a:path w="158114" h="135254">
                  <a:moveTo>
                    <a:pt x="10056" y="0"/>
                  </a:moveTo>
                  <a:lnTo>
                    <a:pt x="0" y="13225"/>
                  </a:lnTo>
                  <a:lnTo>
                    <a:pt x="107589" y="134863"/>
                  </a:lnTo>
                  <a:lnTo>
                    <a:pt x="157818" y="68668"/>
                  </a:lnTo>
                  <a:lnTo>
                    <a:pt x="1005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6" name="object 86"/>
          <p:cNvSpPr/>
          <p:nvPr/>
        </p:nvSpPr>
        <p:spPr>
          <a:xfrm>
            <a:off x="4165867" y="3806611"/>
            <a:ext cx="130810" cy="17145"/>
          </a:xfrm>
          <a:custGeom>
            <a:avLst/>
            <a:gdLst/>
            <a:ahLst/>
            <a:cxnLst/>
            <a:rect l="l" t="t" r="r" b="b"/>
            <a:pathLst>
              <a:path w="130810" h="17145">
                <a:moveTo>
                  <a:pt x="130767" y="0"/>
                </a:moveTo>
                <a:lnTo>
                  <a:pt x="0" y="0"/>
                </a:lnTo>
                <a:lnTo>
                  <a:pt x="0" y="16787"/>
                </a:lnTo>
                <a:lnTo>
                  <a:pt x="130767" y="16787"/>
                </a:lnTo>
                <a:lnTo>
                  <a:pt x="13076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7" name="object 87"/>
          <p:cNvSpPr/>
          <p:nvPr/>
        </p:nvSpPr>
        <p:spPr>
          <a:xfrm>
            <a:off x="4166006" y="3735788"/>
            <a:ext cx="130810" cy="17145"/>
          </a:xfrm>
          <a:custGeom>
            <a:avLst/>
            <a:gdLst/>
            <a:ahLst/>
            <a:cxnLst/>
            <a:rect l="l" t="t" r="r" b="b"/>
            <a:pathLst>
              <a:path w="130810" h="17145">
                <a:moveTo>
                  <a:pt x="130767" y="0"/>
                </a:moveTo>
                <a:lnTo>
                  <a:pt x="0" y="0"/>
                </a:lnTo>
                <a:lnTo>
                  <a:pt x="0" y="16787"/>
                </a:lnTo>
                <a:lnTo>
                  <a:pt x="130767" y="16787"/>
                </a:lnTo>
                <a:lnTo>
                  <a:pt x="13076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8" name="object 88"/>
          <p:cNvSpPr/>
          <p:nvPr/>
        </p:nvSpPr>
        <p:spPr>
          <a:xfrm>
            <a:off x="5993965" y="3820223"/>
            <a:ext cx="55880" cy="11430"/>
          </a:xfrm>
          <a:custGeom>
            <a:avLst/>
            <a:gdLst/>
            <a:ahLst/>
            <a:cxnLst/>
            <a:rect l="l" t="t" r="r" b="b"/>
            <a:pathLst>
              <a:path w="55879" h="11429">
                <a:moveTo>
                  <a:pt x="55605" y="0"/>
                </a:moveTo>
                <a:lnTo>
                  <a:pt x="0" y="0"/>
                </a:lnTo>
                <a:lnTo>
                  <a:pt x="0" y="11177"/>
                </a:lnTo>
                <a:lnTo>
                  <a:pt x="5560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89" name="object 89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6779071" y="3487565"/>
            <a:ext cx="151828" cy="186025"/>
          </a:xfrm>
          <a:prstGeom prst="rect">
            <a:avLst/>
          </a:prstGeom>
        </p:spPr>
      </p:pic>
      <p:pic>
        <p:nvPicPr>
          <p:cNvPr id="90" name="object 90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4943395" y="3817241"/>
            <a:ext cx="127814" cy="126845"/>
          </a:xfrm>
          <a:prstGeom prst="rect">
            <a:avLst/>
          </a:prstGeom>
        </p:spPr>
      </p:pic>
      <p:grpSp>
        <p:nvGrpSpPr>
          <p:cNvPr id="91" name="object 91"/>
          <p:cNvGrpSpPr/>
          <p:nvPr/>
        </p:nvGrpSpPr>
        <p:grpSpPr>
          <a:xfrm>
            <a:off x="5304998" y="3779828"/>
            <a:ext cx="494030" cy="190500"/>
            <a:chOff x="5304998" y="3779828"/>
            <a:chExt cx="494030" cy="190500"/>
          </a:xfrm>
        </p:grpSpPr>
        <p:pic>
          <p:nvPicPr>
            <p:cNvPr id="92" name="object 9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5304998" y="3783224"/>
              <a:ext cx="151884" cy="186660"/>
            </a:xfrm>
            <a:prstGeom prst="rect">
              <a:avLst/>
            </a:prstGeom>
          </p:spPr>
        </p:pic>
        <p:sp>
          <p:nvSpPr>
            <p:cNvPr id="93" name="object 93"/>
            <p:cNvSpPr/>
            <p:nvPr/>
          </p:nvSpPr>
          <p:spPr>
            <a:xfrm>
              <a:off x="5494054" y="3890328"/>
              <a:ext cx="89535" cy="41910"/>
            </a:xfrm>
            <a:custGeom>
              <a:avLst/>
              <a:gdLst/>
              <a:ahLst/>
              <a:cxnLst/>
              <a:rect l="l" t="t" r="r" b="b"/>
              <a:pathLst>
                <a:path w="89535" h="41910">
                  <a:moveTo>
                    <a:pt x="47155" y="0"/>
                  </a:moveTo>
                  <a:lnTo>
                    <a:pt x="8676" y="16569"/>
                  </a:lnTo>
                  <a:lnTo>
                    <a:pt x="0" y="41556"/>
                  </a:lnTo>
                  <a:lnTo>
                    <a:pt x="18356" y="37866"/>
                  </a:lnTo>
                  <a:lnTo>
                    <a:pt x="18377" y="34458"/>
                  </a:lnTo>
                  <a:lnTo>
                    <a:pt x="20996" y="27390"/>
                  </a:lnTo>
                  <a:lnTo>
                    <a:pt x="31303" y="17174"/>
                  </a:lnTo>
                  <a:lnTo>
                    <a:pt x="38157" y="14606"/>
                  </a:lnTo>
                  <a:lnTo>
                    <a:pt x="82959" y="14606"/>
                  </a:lnTo>
                  <a:lnTo>
                    <a:pt x="80223" y="11486"/>
                  </a:lnTo>
                  <a:lnTo>
                    <a:pt x="73595" y="6453"/>
                  </a:lnTo>
                  <a:lnTo>
                    <a:pt x="65872" y="2864"/>
                  </a:lnTo>
                  <a:lnTo>
                    <a:pt x="57058" y="715"/>
                  </a:lnTo>
                  <a:lnTo>
                    <a:pt x="47155" y="0"/>
                  </a:lnTo>
                  <a:close/>
                </a:path>
                <a:path w="89535" h="41910">
                  <a:moveTo>
                    <a:pt x="82959" y="14606"/>
                  </a:moveTo>
                  <a:lnTo>
                    <a:pt x="54872" y="14606"/>
                  </a:lnTo>
                  <a:lnTo>
                    <a:pt x="61446" y="17036"/>
                  </a:lnTo>
                  <a:lnTo>
                    <a:pt x="71559" y="26644"/>
                  </a:lnTo>
                  <a:lnTo>
                    <a:pt x="71767" y="27130"/>
                  </a:lnTo>
                  <a:lnTo>
                    <a:pt x="88983" y="23670"/>
                  </a:lnTo>
                  <a:lnTo>
                    <a:pt x="85557" y="17568"/>
                  </a:lnTo>
                  <a:lnTo>
                    <a:pt x="82959" y="146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4" name="object 94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5613809" y="3779828"/>
              <a:ext cx="184707" cy="127371"/>
            </a:xfrm>
            <a:prstGeom prst="rect">
              <a:avLst/>
            </a:prstGeom>
          </p:spPr>
        </p:pic>
      </p:grpSp>
      <p:grpSp>
        <p:nvGrpSpPr>
          <p:cNvPr id="95" name="object 95"/>
          <p:cNvGrpSpPr/>
          <p:nvPr/>
        </p:nvGrpSpPr>
        <p:grpSpPr>
          <a:xfrm>
            <a:off x="6224326" y="3478784"/>
            <a:ext cx="287020" cy="227329"/>
            <a:chOff x="6224326" y="3478784"/>
            <a:chExt cx="287020" cy="227329"/>
          </a:xfrm>
        </p:grpSpPr>
        <p:pic>
          <p:nvPicPr>
            <p:cNvPr id="96" name="object 96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6224326" y="3514016"/>
              <a:ext cx="151884" cy="191896"/>
            </a:xfrm>
            <a:prstGeom prst="rect">
              <a:avLst/>
            </a:prstGeom>
          </p:spPr>
        </p:pic>
        <p:pic>
          <p:nvPicPr>
            <p:cNvPr id="97" name="object 97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6415156" y="3478784"/>
              <a:ext cx="95916" cy="95147"/>
            </a:xfrm>
            <a:prstGeom prst="rect">
              <a:avLst/>
            </a:prstGeom>
          </p:spPr>
        </p:pic>
      </p:grpSp>
      <p:sp>
        <p:nvSpPr>
          <p:cNvPr id="98" name="object 98"/>
          <p:cNvSpPr txBox="1"/>
          <p:nvPr/>
        </p:nvSpPr>
        <p:spPr>
          <a:xfrm>
            <a:off x="2787523" y="2430907"/>
            <a:ext cx="615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FF33CC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sz="1800" b="1" spc="-80" dirty="0">
                <a:solidFill>
                  <a:srgbClr val="FF3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solidFill>
                  <a:srgbClr val="FF33CC"/>
                </a:solidFill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99" name="object 99"/>
          <p:cNvSpPr txBox="1"/>
          <p:nvPr/>
        </p:nvSpPr>
        <p:spPr>
          <a:xfrm>
            <a:off x="5625846" y="2401951"/>
            <a:ext cx="615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sz="1800" b="1" spc="-80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0" name="object 100"/>
          <p:cNvSpPr txBox="1"/>
          <p:nvPr/>
        </p:nvSpPr>
        <p:spPr>
          <a:xfrm>
            <a:off x="7898130" y="2333371"/>
            <a:ext cx="142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08000"/>
                </a:solidFill>
                <a:latin typeface="Calibri" panose="020F0502020204030204"/>
                <a:cs typeface="Calibri" panose="020F0502020204030204"/>
              </a:rPr>
              <a:t>Deprotonation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8"/>
          <p:cNvSpPr txBox="1"/>
          <p:nvPr/>
        </p:nvSpPr>
        <p:spPr>
          <a:xfrm>
            <a:off x="11051285" y="6431812"/>
            <a:ext cx="224154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650"/>
              </a:lnSpc>
            </a:pPr>
            <a:r>
              <a:rPr sz="1400" dirty="0">
                <a:latin typeface="Arial MT"/>
                <a:cs typeface="Arial MT"/>
              </a:rPr>
              <a:t>37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513582" y="572769"/>
            <a:ext cx="516191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175635" algn="l"/>
              </a:tabLst>
            </a:pPr>
            <a:r>
              <a:rPr spc="-5" dirty="0"/>
              <a:t>Mechanism</a:t>
            </a:r>
            <a:r>
              <a:rPr dirty="0"/>
              <a:t> </a:t>
            </a:r>
            <a:r>
              <a:rPr spc="-5" dirty="0"/>
              <a:t>of	</a:t>
            </a:r>
            <a:r>
              <a:rPr spc="-35" dirty="0"/>
              <a:t>hydration</a:t>
            </a:r>
            <a:endParaRPr spc="-35" dirty="0"/>
          </a:p>
        </p:txBody>
      </p:sp>
      <p:sp>
        <p:nvSpPr>
          <p:cNvPr id="3" name="object 3"/>
          <p:cNvSpPr txBox="1"/>
          <p:nvPr/>
        </p:nvSpPr>
        <p:spPr>
          <a:xfrm>
            <a:off x="6766052" y="1977898"/>
            <a:ext cx="4575175" cy="211645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41300" marR="31115" indent="-228600">
              <a:lnSpc>
                <a:spcPts val="3020"/>
              </a:lnSpc>
              <a:spcBef>
                <a:spcPts val="48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-10" dirty="0">
                <a:latin typeface="Calibri" panose="020F0502020204030204"/>
                <a:cs typeface="Calibri" panose="020F0502020204030204"/>
              </a:rPr>
              <a:t>Other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nucleophiles</a:t>
            </a:r>
            <a:r>
              <a:rPr sz="2800" spc="3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in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the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mix </a:t>
            </a:r>
            <a:r>
              <a:rPr sz="2800" spc="-6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may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attack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the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carbenium</a:t>
            </a:r>
            <a:r>
              <a:rPr sz="2800" spc="3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ion</a:t>
            </a:r>
            <a:endParaRPr sz="2800">
              <a:latin typeface="Calibri" panose="020F0502020204030204"/>
              <a:cs typeface="Calibri" panose="020F0502020204030204"/>
            </a:endParaRPr>
          </a:p>
          <a:p>
            <a:pPr marL="241300" marR="5080" indent="-228600">
              <a:lnSpc>
                <a:spcPct val="90000"/>
              </a:lnSpc>
              <a:spcBef>
                <a:spcPts val="96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-10" dirty="0">
                <a:latin typeface="Calibri" panose="020F0502020204030204"/>
                <a:cs typeface="Calibri" panose="020F0502020204030204"/>
              </a:rPr>
              <a:t>This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is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why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aqueous</a:t>
            </a:r>
            <a:r>
              <a:rPr sz="28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HCl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(hydrochloric</a:t>
            </a:r>
            <a:r>
              <a:rPr sz="2800" spc="4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acid) is</a:t>
            </a:r>
            <a:r>
              <a:rPr sz="280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not</a:t>
            </a:r>
            <a:r>
              <a:rPr sz="2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used </a:t>
            </a:r>
            <a:r>
              <a:rPr sz="2800" spc="-6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here</a:t>
            </a:r>
            <a:endParaRPr sz="2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317481" y="4357242"/>
            <a:ext cx="146050" cy="31115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850" spc="10" dirty="0">
                <a:latin typeface="Calibri" panose="020F0502020204030204"/>
                <a:cs typeface="Calibri" panose="020F0502020204030204"/>
              </a:rPr>
              <a:t>4</a:t>
            </a:r>
            <a:endParaRPr sz="185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740652" y="4153027"/>
            <a:ext cx="35566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6700" indent="-228600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266700" algn="l"/>
              </a:tabLst>
            </a:pPr>
            <a:r>
              <a:rPr sz="2800" spc="-10" dirty="0">
                <a:latin typeface="Calibri" panose="020F0502020204030204"/>
                <a:cs typeface="Calibri" panose="020F0502020204030204"/>
              </a:rPr>
              <a:t>Bisulphate</a:t>
            </a:r>
            <a:r>
              <a:rPr sz="2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(HSO</a:t>
            </a:r>
            <a:r>
              <a:rPr sz="2800" spc="290" dirty="0">
                <a:latin typeface="Calibri" panose="020F0502020204030204"/>
                <a:cs typeface="Calibri" panose="020F0502020204030204"/>
              </a:rPr>
              <a:t> </a:t>
            </a:r>
            <a:r>
              <a:rPr sz="2775" baseline="26000" dirty="0">
                <a:latin typeface="Calibri" panose="020F0502020204030204"/>
                <a:cs typeface="Calibri" panose="020F0502020204030204"/>
              </a:rPr>
              <a:t>-</a:t>
            </a:r>
            <a:r>
              <a:rPr sz="2800" dirty="0">
                <a:latin typeface="Calibri" panose="020F0502020204030204"/>
                <a:cs typeface="Calibri" panose="020F0502020204030204"/>
              </a:rPr>
              <a:t>)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and</a:t>
            </a:r>
            <a:endParaRPr sz="2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969252" y="4536770"/>
            <a:ext cx="363791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2800" spc="-15" dirty="0">
                <a:latin typeface="Calibri" panose="020F0502020204030204"/>
                <a:cs typeface="Calibri" panose="020F0502020204030204"/>
              </a:rPr>
              <a:t>sulphate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(SO</a:t>
            </a:r>
            <a:r>
              <a:rPr sz="2800" spc="300" dirty="0">
                <a:latin typeface="Calibri" panose="020F0502020204030204"/>
                <a:cs typeface="Calibri" panose="020F0502020204030204"/>
              </a:rPr>
              <a:t> </a:t>
            </a:r>
            <a:r>
              <a:rPr sz="2775" baseline="26000" dirty="0">
                <a:latin typeface="Calibri" panose="020F0502020204030204"/>
                <a:cs typeface="Calibri" panose="020F0502020204030204"/>
              </a:rPr>
              <a:t>2-</a:t>
            </a:r>
            <a:r>
              <a:rPr sz="2800" dirty="0">
                <a:latin typeface="Calibri" panose="020F0502020204030204"/>
                <a:cs typeface="Calibri" panose="020F0502020204030204"/>
              </a:rPr>
              <a:t>)</a:t>
            </a:r>
            <a:r>
              <a:rPr sz="2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are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poor</a:t>
            </a:r>
            <a:endParaRPr sz="2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994652" y="4740986"/>
            <a:ext cx="4305300" cy="101600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95935" algn="ctr">
              <a:lnSpc>
                <a:spcPts val="1805"/>
              </a:lnSpc>
              <a:spcBef>
                <a:spcPts val="125"/>
              </a:spcBef>
            </a:pPr>
            <a:r>
              <a:rPr sz="1850" spc="10" dirty="0">
                <a:latin typeface="Calibri" panose="020F0502020204030204"/>
                <a:cs typeface="Calibri" panose="020F0502020204030204"/>
              </a:rPr>
              <a:t>4</a:t>
            </a:r>
            <a:endParaRPr sz="185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ts val="2780"/>
              </a:lnSpc>
            </a:pPr>
            <a:r>
              <a:rPr sz="2800" spc="-5" dirty="0">
                <a:latin typeface="Calibri" panose="020F0502020204030204"/>
                <a:cs typeface="Calibri" panose="020F0502020204030204"/>
              </a:rPr>
              <a:t>nucleophiles</a:t>
            </a:r>
            <a:r>
              <a:rPr sz="28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so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only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compete</a:t>
            </a:r>
            <a:endParaRPr sz="280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ts val="3190"/>
              </a:lnSpc>
            </a:pPr>
            <a:r>
              <a:rPr sz="2800" spc="-5" dirty="0">
                <a:latin typeface="Calibri" panose="020F0502020204030204"/>
                <a:cs typeface="Calibri" panose="020F0502020204030204"/>
              </a:rPr>
              <a:t>in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conc.</a:t>
            </a:r>
            <a:r>
              <a:rPr sz="2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acid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conditions</a:t>
            </a:r>
            <a:endParaRPr sz="2800">
              <a:latin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61409" y="324688"/>
            <a:ext cx="487172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Alkenes:</a:t>
            </a:r>
            <a:r>
              <a:rPr spc="-55" dirty="0"/>
              <a:t> </a:t>
            </a:r>
            <a:r>
              <a:rPr spc="-25" dirty="0"/>
              <a:t>hydrogenation</a:t>
            </a:r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6765290" y="1752980"/>
            <a:ext cx="4918710" cy="4267835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266700" marR="615950" indent="-228600">
              <a:lnSpc>
                <a:spcPct val="90000"/>
              </a:lnSpc>
              <a:spcBef>
                <a:spcPts val="38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10" dirty="0">
                <a:latin typeface="Calibri" panose="020F0502020204030204"/>
                <a:cs typeface="Calibri" panose="020F0502020204030204"/>
              </a:rPr>
              <a:t>Alkenes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do not </a:t>
            </a:r>
            <a:r>
              <a:rPr sz="2400" dirty="0">
                <a:latin typeface="Calibri" panose="020F0502020204030204"/>
                <a:cs typeface="Calibri" panose="020F0502020204030204"/>
              </a:rPr>
              <a:t>add H</a:t>
            </a:r>
            <a:r>
              <a:rPr sz="2400" baseline="-21000" dirty="0">
                <a:latin typeface="Calibri" panose="020F0502020204030204"/>
                <a:cs typeface="Calibri" panose="020F0502020204030204"/>
              </a:rPr>
              <a:t>2</a:t>
            </a:r>
            <a:r>
              <a:rPr sz="2400" spc="7" baseline="-21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without </a:t>
            </a:r>
            <a:r>
              <a:rPr sz="2400" dirty="0">
                <a:latin typeface="Calibri" panose="020F0502020204030204"/>
                <a:cs typeface="Calibri" panose="020F0502020204030204"/>
              </a:rPr>
              <a:t>a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catalyst, 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e.g.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palladium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(Pd)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dispersed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on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charcoal (Pd/C),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platinum</a:t>
            </a:r>
            <a:r>
              <a:rPr sz="24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oxide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(PtO</a:t>
            </a:r>
            <a:r>
              <a:rPr sz="2400" baseline="-21000" dirty="0">
                <a:latin typeface="Calibri" panose="020F0502020204030204"/>
                <a:cs typeface="Calibri" panose="020F0502020204030204"/>
              </a:rPr>
              <a:t>2</a:t>
            </a:r>
            <a:r>
              <a:rPr sz="2400" dirty="0">
                <a:latin typeface="Calibri" panose="020F0502020204030204"/>
                <a:cs typeface="Calibri" panose="020F0502020204030204"/>
              </a:rPr>
              <a:t>)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and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Raney </a:t>
            </a:r>
            <a:r>
              <a:rPr sz="2400" i="1" spc="-5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Nickel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(Ni)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245745" indent="-228600">
              <a:lnSpc>
                <a:spcPct val="90000"/>
              </a:lnSpc>
              <a:spcBef>
                <a:spcPts val="1010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H</a:t>
            </a:r>
            <a:r>
              <a:rPr sz="2400" spc="-7" baseline="-21000" dirty="0">
                <a:latin typeface="Calibri" panose="020F0502020204030204"/>
                <a:cs typeface="Calibri" panose="020F0502020204030204"/>
              </a:rPr>
              <a:t>2</a:t>
            </a:r>
            <a:r>
              <a:rPr sz="2400" spc="232" baseline="-21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activated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on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surface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of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5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catalyst </a:t>
            </a:r>
            <a:r>
              <a:rPr sz="2400" dirty="0">
                <a:latin typeface="Calibri" panose="020F0502020204030204"/>
                <a:cs typeface="Calibri" panose="020F0502020204030204"/>
              </a:rPr>
              <a:t>and adds in a </a:t>
            </a:r>
            <a:r>
              <a:rPr sz="2400" i="1" spc="-20" dirty="0">
                <a:latin typeface="Calibri" panose="020F0502020204030204"/>
                <a:cs typeface="Calibri" panose="020F0502020204030204"/>
              </a:rPr>
              <a:t>syn </a:t>
            </a:r>
            <a:r>
              <a:rPr sz="2400" dirty="0">
                <a:latin typeface="Calibri" panose="020F0502020204030204"/>
                <a:cs typeface="Calibri" panose="020F0502020204030204"/>
              </a:rPr>
              <a:t>mode 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(both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H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from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same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side)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30480" indent="-228600">
              <a:lnSpc>
                <a:spcPct val="90000"/>
              </a:lnSpc>
              <a:spcBef>
                <a:spcPts val="99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These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catalysts </a:t>
            </a:r>
            <a:r>
              <a:rPr sz="2400" dirty="0">
                <a:latin typeface="Calibri" panose="020F0502020204030204"/>
                <a:cs typeface="Calibri" panose="020F0502020204030204"/>
              </a:rPr>
              <a:t>will also 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hydrogenate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(reduce) other </a:t>
            </a:r>
            <a:r>
              <a:rPr sz="2400" spc="-10" dirty="0">
                <a:latin typeface="Symbol" panose="05050102010706020507"/>
                <a:cs typeface="Symbol" panose="05050102010706020507"/>
              </a:rPr>
              <a:t>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-bond-containing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functional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groups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(NO</a:t>
            </a:r>
            <a:r>
              <a:rPr sz="2400" spc="-7" baseline="-21000" dirty="0">
                <a:latin typeface="Calibri" panose="020F0502020204030204"/>
                <a:cs typeface="Calibri" panose="020F0502020204030204"/>
              </a:rPr>
              <a:t>2</a:t>
            </a:r>
            <a:r>
              <a:rPr sz="2400" spc="247" baseline="-21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&gt;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C=O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~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C=C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&gt;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CN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&gt; Ar)</a:t>
            </a:r>
            <a:endParaRPr sz="2400"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967504" y="3937740"/>
            <a:ext cx="5125628" cy="19059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1809496" y="2734129"/>
            <a:ext cx="825500" cy="475615"/>
            <a:chOff x="1809496" y="2734129"/>
            <a:chExt cx="825500" cy="475615"/>
          </a:xfrm>
        </p:grpSpPr>
        <p:sp>
          <p:nvSpPr>
            <p:cNvPr id="6" name="object 6"/>
            <p:cNvSpPr/>
            <p:nvPr/>
          </p:nvSpPr>
          <p:spPr>
            <a:xfrm>
              <a:off x="2079625" y="3040760"/>
              <a:ext cx="555625" cy="168910"/>
            </a:xfrm>
            <a:custGeom>
              <a:avLst/>
              <a:gdLst/>
              <a:ahLst/>
              <a:cxnLst/>
              <a:rect l="l" t="t" r="r" b="b"/>
              <a:pathLst>
                <a:path w="555625" h="168910">
                  <a:moveTo>
                    <a:pt x="555091" y="161239"/>
                  </a:moveTo>
                  <a:lnTo>
                    <a:pt x="554024" y="157314"/>
                  </a:lnTo>
                  <a:lnTo>
                    <a:pt x="282282" y="2616"/>
                  </a:lnTo>
                  <a:lnTo>
                    <a:pt x="281381" y="1066"/>
                  </a:lnTo>
                  <a:lnTo>
                    <a:pt x="277964" y="165"/>
                  </a:lnTo>
                  <a:lnTo>
                    <a:pt x="277698" y="0"/>
                  </a:lnTo>
                  <a:lnTo>
                    <a:pt x="277545" y="50"/>
                  </a:lnTo>
                  <a:lnTo>
                    <a:pt x="277393" y="0"/>
                  </a:lnTo>
                  <a:lnTo>
                    <a:pt x="277114" y="165"/>
                  </a:lnTo>
                  <a:lnTo>
                    <a:pt x="273710" y="1066"/>
                  </a:lnTo>
                  <a:lnTo>
                    <a:pt x="272796" y="2616"/>
                  </a:lnTo>
                  <a:lnTo>
                    <a:pt x="1066" y="157314"/>
                  </a:lnTo>
                  <a:lnTo>
                    <a:pt x="0" y="161239"/>
                  </a:lnTo>
                  <a:lnTo>
                    <a:pt x="3581" y="167373"/>
                  </a:lnTo>
                  <a:lnTo>
                    <a:pt x="7556" y="168414"/>
                  </a:lnTo>
                  <a:lnTo>
                    <a:pt x="277545" y="14732"/>
                  </a:lnTo>
                  <a:lnTo>
                    <a:pt x="544436" y="166649"/>
                  </a:lnTo>
                  <a:lnTo>
                    <a:pt x="547522" y="168414"/>
                  </a:lnTo>
                  <a:lnTo>
                    <a:pt x="551510" y="167373"/>
                  </a:lnTo>
                  <a:lnTo>
                    <a:pt x="555091" y="1612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079632" y="3008801"/>
              <a:ext cx="228827" cy="13644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809496" y="2734131"/>
              <a:ext cx="554355" cy="475615"/>
            </a:xfrm>
            <a:custGeom>
              <a:avLst/>
              <a:gdLst/>
              <a:ahLst/>
              <a:cxnLst/>
              <a:rect l="l" t="t" r="r" b="b"/>
              <a:pathLst>
                <a:path w="554355" h="475614">
                  <a:moveTo>
                    <a:pt x="284962" y="467868"/>
                  </a:moveTo>
                  <a:lnTo>
                    <a:pt x="283908" y="463943"/>
                  </a:lnTo>
                  <a:lnTo>
                    <a:pt x="7556" y="306628"/>
                  </a:lnTo>
                  <a:lnTo>
                    <a:pt x="3594" y="307695"/>
                  </a:lnTo>
                  <a:lnTo>
                    <a:pt x="0" y="313817"/>
                  </a:lnTo>
                  <a:lnTo>
                    <a:pt x="1054" y="317728"/>
                  </a:lnTo>
                  <a:lnTo>
                    <a:pt x="274294" y="473278"/>
                  </a:lnTo>
                  <a:lnTo>
                    <a:pt x="277406" y="475043"/>
                  </a:lnTo>
                  <a:lnTo>
                    <a:pt x="281368" y="474002"/>
                  </a:lnTo>
                  <a:lnTo>
                    <a:pt x="284962" y="467868"/>
                  </a:lnTo>
                  <a:close/>
                </a:path>
                <a:path w="554355" h="475614">
                  <a:moveTo>
                    <a:pt x="554177" y="2870"/>
                  </a:moveTo>
                  <a:lnTo>
                    <a:pt x="551268" y="0"/>
                  </a:lnTo>
                  <a:lnTo>
                    <a:pt x="544080" y="0"/>
                  </a:lnTo>
                  <a:lnTo>
                    <a:pt x="541172" y="2870"/>
                  </a:lnTo>
                  <a:lnTo>
                    <a:pt x="541172" y="313956"/>
                  </a:lnTo>
                  <a:lnTo>
                    <a:pt x="541172" y="317500"/>
                  </a:lnTo>
                  <a:lnTo>
                    <a:pt x="544080" y="320357"/>
                  </a:lnTo>
                  <a:lnTo>
                    <a:pt x="551268" y="320357"/>
                  </a:lnTo>
                  <a:lnTo>
                    <a:pt x="554177" y="317500"/>
                  </a:lnTo>
                  <a:lnTo>
                    <a:pt x="554177" y="287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3304914" y="2878374"/>
            <a:ext cx="269240" cy="197485"/>
            <a:chOff x="3304914" y="2878374"/>
            <a:chExt cx="269240" cy="197485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04914" y="2878374"/>
              <a:ext cx="119027" cy="149605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48613" y="2963546"/>
              <a:ext cx="74947" cy="112060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551720" y="3007071"/>
              <a:ext cx="22860" cy="50800"/>
            </a:xfrm>
            <a:custGeom>
              <a:avLst/>
              <a:gdLst/>
              <a:ahLst/>
              <a:cxnLst/>
              <a:rect l="l" t="t" r="r" b="b"/>
              <a:pathLst>
                <a:path w="22860" h="50800">
                  <a:moveTo>
                    <a:pt x="22310" y="0"/>
                  </a:moveTo>
                  <a:lnTo>
                    <a:pt x="1083" y="0"/>
                  </a:lnTo>
                  <a:lnTo>
                    <a:pt x="1083" y="20908"/>
                  </a:lnTo>
                  <a:lnTo>
                    <a:pt x="11696" y="20908"/>
                  </a:lnTo>
                  <a:lnTo>
                    <a:pt x="11480" y="27101"/>
                  </a:lnTo>
                  <a:lnTo>
                    <a:pt x="0" y="42649"/>
                  </a:lnTo>
                  <a:lnTo>
                    <a:pt x="5198" y="50509"/>
                  </a:lnTo>
                  <a:lnTo>
                    <a:pt x="11047" y="47925"/>
                  </a:lnTo>
                  <a:lnTo>
                    <a:pt x="15595" y="44273"/>
                  </a:lnTo>
                  <a:lnTo>
                    <a:pt x="18195" y="39531"/>
                  </a:lnTo>
                  <a:lnTo>
                    <a:pt x="21011" y="34811"/>
                  </a:lnTo>
                  <a:lnTo>
                    <a:pt x="22310" y="28596"/>
                  </a:lnTo>
                  <a:lnTo>
                    <a:pt x="223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/>
          <p:nvPr/>
        </p:nvSpPr>
        <p:spPr>
          <a:xfrm>
            <a:off x="3676272" y="2877755"/>
            <a:ext cx="55880" cy="150495"/>
          </a:xfrm>
          <a:custGeom>
            <a:avLst/>
            <a:gdLst/>
            <a:ahLst/>
            <a:cxnLst/>
            <a:rect l="l" t="t" r="r" b="b"/>
            <a:pathLst>
              <a:path w="55879" h="150494">
                <a:moveTo>
                  <a:pt x="55885" y="0"/>
                </a:moveTo>
                <a:lnTo>
                  <a:pt x="43972" y="0"/>
                </a:lnTo>
                <a:lnTo>
                  <a:pt x="41091" y="4889"/>
                </a:lnTo>
                <a:lnTo>
                  <a:pt x="37338" y="9853"/>
                </a:lnTo>
                <a:lnTo>
                  <a:pt x="7554" y="33754"/>
                </a:lnTo>
                <a:lnTo>
                  <a:pt x="0" y="37566"/>
                </a:lnTo>
                <a:lnTo>
                  <a:pt x="0" y="55314"/>
                </a:lnTo>
                <a:lnTo>
                  <a:pt x="37257" y="33167"/>
                </a:lnTo>
                <a:lnTo>
                  <a:pt x="37257" y="150224"/>
                </a:lnTo>
                <a:lnTo>
                  <a:pt x="55885" y="150224"/>
                </a:lnTo>
                <a:lnTo>
                  <a:pt x="558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840679" y="2881749"/>
            <a:ext cx="169823" cy="148687"/>
          </a:xfrm>
          <a:prstGeom prst="rect">
            <a:avLst/>
          </a:prstGeom>
        </p:spPr>
      </p:pic>
      <p:sp>
        <p:nvSpPr>
          <p:cNvPr id="15" name="object 15"/>
          <p:cNvSpPr/>
          <p:nvPr/>
        </p:nvSpPr>
        <p:spPr>
          <a:xfrm>
            <a:off x="2789758" y="3120694"/>
            <a:ext cx="927100" cy="13335"/>
          </a:xfrm>
          <a:custGeom>
            <a:avLst/>
            <a:gdLst/>
            <a:ahLst/>
            <a:cxnLst/>
            <a:rect l="l" t="t" r="r" b="b"/>
            <a:pathLst>
              <a:path w="927100" h="13335">
                <a:moveTo>
                  <a:pt x="926515" y="0"/>
                </a:moveTo>
                <a:lnTo>
                  <a:pt x="0" y="0"/>
                </a:lnTo>
                <a:lnTo>
                  <a:pt x="0" y="12814"/>
                </a:lnTo>
                <a:lnTo>
                  <a:pt x="859866" y="12814"/>
                </a:lnTo>
                <a:lnTo>
                  <a:pt x="896327" y="5803"/>
                </a:lnTo>
                <a:lnTo>
                  <a:pt x="899642" y="5803"/>
                </a:lnTo>
                <a:lnTo>
                  <a:pt x="899642" y="5168"/>
                </a:lnTo>
                <a:lnTo>
                  <a:pt x="902931" y="4533"/>
                </a:lnTo>
                <a:lnTo>
                  <a:pt x="906195" y="4533"/>
                </a:lnTo>
                <a:lnTo>
                  <a:pt x="906195" y="3911"/>
                </a:lnTo>
                <a:lnTo>
                  <a:pt x="92651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5361505" y="2744808"/>
            <a:ext cx="13335" cy="59690"/>
          </a:xfrm>
          <a:custGeom>
            <a:avLst/>
            <a:gdLst/>
            <a:ahLst/>
            <a:cxnLst/>
            <a:rect l="l" t="t" r="r" b="b"/>
            <a:pathLst>
              <a:path w="13335" h="59689">
                <a:moveTo>
                  <a:pt x="10180" y="0"/>
                </a:moveTo>
                <a:lnTo>
                  <a:pt x="3032" y="0"/>
                </a:lnTo>
                <a:lnTo>
                  <a:pt x="0" y="2861"/>
                </a:lnTo>
                <a:lnTo>
                  <a:pt x="0" y="59558"/>
                </a:lnTo>
                <a:lnTo>
                  <a:pt x="12996" y="57059"/>
                </a:lnTo>
                <a:lnTo>
                  <a:pt x="12996" y="2861"/>
                </a:lnTo>
                <a:lnTo>
                  <a:pt x="1018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7" name="object 17"/>
          <p:cNvGrpSpPr/>
          <p:nvPr/>
        </p:nvGrpSpPr>
        <p:grpSpPr>
          <a:xfrm>
            <a:off x="1321766" y="3388692"/>
            <a:ext cx="873760" cy="121285"/>
            <a:chOff x="1321766" y="3388692"/>
            <a:chExt cx="873760" cy="121285"/>
          </a:xfrm>
        </p:grpSpPr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321766" y="3388692"/>
              <a:ext cx="277032" cy="119227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619702" y="3389179"/>
              <a:ext cx="344295" cy="120683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987377" y="3389179"/>
              <a:ext cx="70666" cy="63923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082419" y="3391852"/>
              <a:ext cx="113664" cy="43180"/>
            </a:xfrm>
            <a:custGeom>
              <a:avLst/>
              <a:gdLst/>
              <a:ahLst/>
              <a:cxnLst/>
              <a:rect l="l" t="t" r="r" b="b"/>
              <a:pathLst>
                <a:path w="113664" h="43179">
                  <a:moveTo>
                    <a:pt x="14795" y="30060"/>
                  </a:moveTo>
                  <a:lnTo>
                    <a:pt x="0" y="30060"/>
                  </a:lnTo>
                  <a:lnTo>
                    <a:pt x="0" y="42976"/>
                  </a:lnTo>
                  <a:lnTo>
                    <a:pt x="14795" y="40132"/>
                  </a:lnTo>
                  <a:lnTo>
                    <a:pt x="14795" y="30060"/>
                  </a:lnTo>
                  <a:close/>
                </a:path>
                <a:path w="113664" h="43179">
                  <a:moveTo>
                    <a:pt x="67233" y="30060"/>
                  </a:moveTo>
                  <a:lnTo>
                    <a:pt x="55956" y="30060"/>
                  </a:lnTo>
                  <a:lnTo>
                    <a:pt x="55956" y="32219"/>
                  </a:lnTo>
                  <a:lnTo>
                    <a:pt x="67233" y="30060"/>
                  </a:lnTo>
                  <a:close/>
                </a:path>
                <a:path w="113664" h="43179">
                  <a:moveTo>
                    <a:pt x="113055" y="0"/>
                  </a:moveTo>
                  <a:lnTo>
                    <a:pt x="98361" y="8750"/>
                  </a:lnTo>
                  <a:lnTo>
                    <a:pt x="98361" y="24066"/>
                  </a:lnTo>
                  <a:lnTo>
                    <a:pt x="113055" y="21247"/>
                  </a:lnTo>
                  <a:lnTo>
                    <a:pt x="1130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/>
          <p:nvPr/>
        </p:nvSpPr>
        <p:spPr>
          <a:xfrm>
            <a:off x="2297625" y="3388692"/>
            <a:ext cx="24130" cy="5080"/>
          </a:xfrm>
          <a:custGeom>
            <a:avLst/>
            <a:gdLst/>
            <a:ahLst/>
            <a:cxnLst/>
            <a:rect l="l" t="t" r="r" b="b"/>
            <a:pathLst>
              <a:path w="24130" h="5079">
                <a:moveTo>
                  <a:pt x="21405" y="0"/>
                </a:moveTo>
                <a:lnTo>
                  <a:pt x="13250" y="549"/>
                </a:lnTo>
                <a:lnTo>
                  <a:pt x="5972" y="2197"/>
                </a:lnTo>
                <a:lnTo>
                  <a:pt x="0" y="4759"/>
                </a:lnTo>
                <a:lnTo>
                  <a:pt x="23841" y="175"/>
                </a:lnTo>
                <a:lnTo>
                  <a:pt x="2140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42</a:t>
            </a: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582154" y="1882266"/>
            <a:ext cx="4173854" cy="327977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66700" marR="30480" indent="-228600">
              <a:lnSpc>
                <a:spcPts val="2590"/>
              </a:lnSpc>
              <a:spcBef>
                <a:spcPts val="42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dirty="0">
                <a:latin typeface="Calibri" panose="020F0502020204030204"/>
                <a:cs typeface="Calibri" panose="020F0502020204030204"/>
              </a:rPr>
              <a:t>An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alkane</a:t>
            </a:r>
            <a:r>
              <a:rPr sz="24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more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stable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(lower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energy of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formation)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than 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alkene </a:t>
            </a:r>
            <a:r>
              <a:rPr sz="2400" dirty="0">
                <a:latin typeface="Calibri" panose="020F0502020204030204"/>
                <a:cs typeface="Calibri" panose="020F0502020204030204"/>
              </a:rPr>
              <a:t>+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H</a:t>
            </a:r>
            <a:r>
              <a:rPr sz="2400" baseline="-21000" dirty="0">
                <a:latin typeface="Calibri" panose="020F0502020204030204"/>
                <a:cs typeface="Calibri" panose="020F0502020204030204"/>
              </a:rPr>
              <a:t>2</a:t>
            </a:r>
            <a:endParaRPr sz="2400" baseline="-21000">
              <a:latin typeface="Calibri" panose="020F0502020204030204"/>
              <a:cs typeface="Calibri" panose="020F0502020204030204"/>
            </a:endParaRPr>
          </a:p>
          <a:p>
            <a:pPr marL="266700" marR="802005" indent="-228600">
              <a:lnSpc>
                <a:spcPct val="90000"/>
              </a:lnSpc>
              <a:spcBef>
                <a:spcPts val="97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Isomeric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alkenes can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hydrogenate</a:t>
            </a:r>
            <a:r>
              <a:rPr sz="24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to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same </a:t>
            </a:r>
            <a:r>
              <a:rPr sz="2400" spc="-5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alkane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81915" indent="-228600">
              <a:lnSpc>
                <a:spcPct val="90000"/>
              </a:lnSpc>
              <a:spcBef>
                <a:spcPts val="99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20" dirty="0">
                <a:latin typeface="Calibri" panose="020F0502020204030204"/>
                <a:cs typeface="Calibri" panose="020F0502020204030204"/>
              </a:rPr>
              <a:t>So,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heat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of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hydrogenation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allows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relative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stabilities</a:t>
            </a:r>
            <a:r>
              <a:rPr sz="24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of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alkenes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to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determined</a:t>
            </a:r>
            <a:endParaRPr sz="2400"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77044" y="1703665"/>
            <a:ext cx="6132790" cy="229632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1007438" y="4517445"/>
            <a:ext cx="6120765" cy="1781175"/>
            <a:chOff x="1007438" y="4517445"/>
            <a:chExt cx="6120765" cy="1781175"/>
          </a:xfrm>
        </p:grpSpPr>
        <p:sp>
          <p:nvSpPr>
            <p:cNvPr id="5" name="object 5"/>
            <p:cNvSpPr/>
            <p:nvPr/>
          </p:nvSpPr>
          <p:spPr>
            <a:xfrm>
              <a:off x="1667929" y="5152567"/>
              <a:ext cx="414020" cy="144780"/>
            </a:xfrm>
            <a:custGeom>
              <a:avLst/>
              <a:gdLst/>
              <a:ahLst/>
              <a:cxnLst/>
              <a:rect l="l" t="t" r="r" b="b"/>
              <a:pathLst>
                <a:path w="414019" h="144779">
                  <a:moveTo>
                    <a:pt x="124371" y="97853"/>
                  </a:moveTo>
                  <a:lnTo>
                    <a:pt x="105752" y="93179"/>
                  </a:lnTo>
                  <a:lnTo>
                    <a:pt x="103403" y="101460"/>
                  </a:lnTo>
                  <a:lnTo>
                    <a:pt x="100177" y="108648"/>
                  </a:lnTo>
                  <a:lnTo>
                    <a:pt x="64592" y="128752"/>
                  </a:lnTo>
                  <a:lnTo>
                    <a:pt x="56007" y="128752"/>
                  </a:lnTo>
                  <a:lnTo>
                    <a:pt x="24434" y="102285"/>
                  </a:lnTo>
                  <a:lnTo>
                    <a:pt x="19202" y="71145"/>
                  </a:lnTo>
                  <a:lnTo>
                    <a:pt x="19469" y="64287"/>
                  </a:lnTo>
                  <a:lnTo>
                    <a:pt x="33883" y="27749"/>
                  </a:lnTo>
                  <a:lnTo>
                    <a:pt x="66027" y="15824"/>
                  </a:lnTo>
                  <a:lnTo>
                    <a:pt x="75438" y="15824"/>
                  </a:lnTo>
                  <a:lnTo>
                    <a:pt x="103644" y="45021"/>
                  </a:lnTo>
                  <a:lnTo>
                    <a:pt x="121983" y="40728"/>
                  </a:lnTo>
                  <a:lnTo>
                    <a:pt x="94297" y="6007"/>
                  </a:lnTo>
                  <a:lnTo>
                    <a:pt x="66408" y="0"/>
                  </a:lnTo>
                  <a:lnTo>
                    <a:pt x="57302" y="520"/>
                  </a:lnTo>
                  <a:lnTo>
                    <a:pt x="18580" y="18834"/>
                  </a:lnTo>
                  <a:lnTo>
                    <a:pt x="520" y="60680"/>
                  </a:lnTo>
                  <a:lnTo>
                    <a:pt x="0" y="71247"/>
                  </a:lnTo>
                  <a:lnTo>
                    <a:pt x="469" y="81102"/>
                  </a:lnTo>
                  <a:lnTo>
                    <a:pt x="16598" y="124117"/>
                  </a:lnTo>
                  <a:lnTo>
                    <a:pt x="55295" y="144005"/>
                  </a:lnTo>
                  <a:lnTo>
                    <a:pt x="66128" y="144576"/>
                  </a:lnTo>
                  <a:lnTo>
                    <a:pt x="76695" y="143827"/>
                  </a:lnTo>
                  <a:lnTo>
                    <a:pt x="116179" y="117944"/>
                  </a:lnTo>
                  <a:lnTo>
                    <a:pt x="124371" y="97853"/>
                  </a:lnTo>
                  <a:close/>
                </a:path>
                <a:path w="414019" h="144779">
                  <a:moveTo>
                    <a:pt x="260578" y="63868"/>
                  </a:moveTo>
                  <a:lnTo>
                    <a:pt x="257873" y="61188"/>
                  </a:lnTo>
                  <a:lnTo>
                    <a:pt x="162166" y="61188"/>
                  </a:lnTo>
                  <a:lnTo>
                    <a:pt x="158838" y="61188"/>
                  </a:lnTo>
                  <a:lnTo>
                    <a:pt x="156146" y="63868"/>
                  </a:lnTo>
                  <a:lnTo>
                    <a:pt x="156146" y="70472"/>
                  </a:lnTo>
                  <a:lnTo>
                    <a:pt x="158838" y="73164"/>
                  </a:lnTo>
                  <a:lnTo>
                    <a:pt x="257873" y="73164"/>
                  </a:lnTo>
                  <a:lnTo>
                    <a:pt x="260578" y="70472"/>
                  </a:lnTo>
                  <a:lnTo>
                    <a:pt x="260578" y="63868"/>
                  </a:lnTo>
                  <a:close/>
                </a:path>
                <a:path w="414019" h="144779">
                  <a:moveTo>
                    <a:pt x="260578" y="12128"/>
                  </a:moveTo>
                  <a:lnTo>
                    <a:pt x="257873" y="9461"/>
                  </a:lnTo>
                  <a:lnTo>
                    <a:pt x="162166" y="9461"/>
                  </a:lnTo>
                  <a:lnTo>
                    <a:pt x="158838" y="9461"/>
                  </a:lnTo>
                  <a:lnTo>
                    <a:pt x="156146" y="12128"/>
                  </a:lnTo>
                  <a:lnTo>
                    <a:pt x="156146" y="18745"/>
                  </a:lnTo>
                  <a:lnTo>
                    <a:pt x="158838" y="21437"/>
                  </a:lnTo>
                  <a:lnTo>
                    <a:pt x="257873" y="21437"/>
                  </a:lnTo>
                  <a:lnTo>
                    <a:pt x="260578" y="18745"/>
                  </a:lnTo>
                  <a:lnTo>
                    <a:pt x="260578" y="12128"/>
                  </a:lnTo>
                  <a:close/>
                </a:path>
                <a:path w="414019" h="144779">
                  <a:moveTo>
                    <a:pt x="413575" y="97853"/>
                  </a:moveTo>
                  <a:lnTo>
                    <a:pt x="394957" y="93179"/>
                  </a:lnTo>
                  <a:lnTo>
                    <a:pt x="392607" y="101460"/>
                  </a:lnTo>
                  <a:lnTo>
                    <a:pt x="389369" y="108648"/>
                  </a:lnTo>
                  <a:lnTo>
                    <a:pt x="353783" y="128752"/>
                  </a:lnTo>
                  <a:lnTo>
                    <a:pt x="345211" y="128752"/>
                  </a:lnTo>
                  <a:lnTo>
                    <a:pt x="313639" y="102285"/>
                  </a:lnTo>
                  <a:lnTo>
                    <a:pt x="308394" y="71145"/>
                  </a:lnTo>
                  <a:lnTo>
                    <a:pt x="308673" y="64287"/>
                  </a:lnTo>
                  <a:lnTo>
                    <a:pt x="323075" y="27749"/>
                  </a:lnTo>
                  <a:lnTo>
                    <a:pt x="355231" y="15824"/>
                  </a:lnTo>
                  <a:lnTo>
                    <a:pt x="364629" y="15824"/>
                  </a:lnTo>
                  <a:lnTo>
                    <a:pt x="392849" y="45021"/>
                  </a:lnTo>
                  <a:lnTo>
                    <a:pt x="411187" y="40728"/>
                  </a:lnTo>
                  <a:lnTo>
                    <a:pt x="383501" y="6007"/>
                  </a:lnTo>
                  <a:lnTo>
                    <a:pt x="355612" y="0"/>
                  </a:lnTo>
                  <a:lnTo>
                    <a:pt x="346494" y="520"/>
                  </a:lnTo>
                  <a:lnTo>
                    <a:pt x="307771" y="18834"/>
                  </a:lnTo>
                  <a:lnTo>
                    <a:pt x="289725" y="60680"/>
                  </a:lnTo>
                  <a:lnTo>
                    <a:pt x="289191" y="71247"/>
                  </a:lnTo>
                  <a:lnTo>
                    <a:pt x="289661" y="81102"/>
                  </a:lnTo>
                  <a:lnTo>
                    <a:pt x="305790" y="124117"/>
                  </a:lnTo>
                  <a:lnTo>
                    <a:pt x="344487" y="144005"/>
                  </a:lnTo>
                  <a:lnTo>
                    <a:pt x="355333" y="144576"/>
                  </a:lnTo>
                  <a:lnTo>
                    <a:pt x="365887" y="143827"/>
                  </a:lnTo>
                  <a:lnTo>
                    <a:pt x="405384" y="117944"/>
                  </a:lnTo>
                  <a:lnTo>
                    <a:pt x="413575" y="9785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69393" y="4951720"/>
              <a:ext cx="110376" cy="139827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610617" y="5100728"/>
              <a:ext cx="57150" cy="56515"/>
            </a:xfrm>
            <a:custGeom>
              <a:avLst/>
              <a:gdLst/>
              <a:ahLst/>
              <a:cxnLst/>
              <a:rect l="l" t="t" r="r" b="b"/>
              <a:pathLst>
                <a:path w="57150" h="56514">
                  <a:moveTo>
                    <a:pt x="8515" y="0"/>
                  </a:moveTo>
                  <a:lnTo>
                    <a:pt x="4719" y="0"/>
                  </a:lnTo>
                  <a:lnTo>
                    <a:pt x="0" y="4690"/>
                  </a:lnTo>
                  <a:lnTo>
                    <a:pt x="0" y="8482"/>
                  </a:lnTo>
                  <a:lnTo>
                    <a:pt x="45930" y="54106"/>
                  </a:lnTo>
                  <a:lnTo>
                    <a:pt x="48279" y="56461"/>
                  </a:lnTo>
                  <a:lnTo>
                    <a:pt x="52095" y="56461"/>
                  </a:lnTo>
                  <a:lnTo>
                    <a:pt x="56795" y="51771"/>
                  </a:lnTo>
                  <a:lnTo>
                    <a:pt x="56795" y="47979"/>
                  </a:lnTo>
                  <a:lnTo>
                    <a:pt x="851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167583" y="4951720"/>
              <a:ext cx="110356" cy="139827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087451" y="5099411"/>
              <a:ext cx="53340" cy="53340"/>
            </a:xfrm>
            <a:custGeom>
              <a:avLst/>
              <a:gdLst/>
              <a:ahLst/>
              <a:cxnLst/>
              <a:rect l="l" t="t" r="r" b="b"/>
              <a:pathLst>
                <a:path w="53339" h="53339">
                  <a:moveTo>
                    <a:pt x="48460" y="0"/>
                  </a:moveTo>
                  <a:lnTo>
                    <a:pt x="44644" y="0"/>
                  </a:lnTo>
                  <a:lnTo>
                    <a:pt x="2349" y="42052"/>
                  </a:lnTo>
                  <a:lnTo>
                    <a:pt x="0" y="44387"/>
                  </a:lnTo>
                  <a:lnTo>
                    <a:pt x="0" y="48179"/>
                  </a:lnTo>
                  <a:lnTo>
                    <a:pt x="4699" y="52849"/>
                  </a:lnTo>
                  <a:lnTo>
                    <a:pt x="8515" y="52849"/>
                  </a:lnTo>
                  <a:lnTo>
                    <a:pt x="53180" y="8462"/>
                  </a:lnTo>
                  <a:lnTo>
                    <a:pt x="53180" y="4670"/>
                  </a:lnTo>
                  <a:lnTo>
                    <a:pt x="4846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67583" y="5358170"/>
              <a:ext cx="110356" cy="139807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094882" y="5294583"/>
              <a:ext cx="52069" cy="51435"/>
            </a:xfrm>
            <a:custGeom>
              <a:avLst/>
              <a:gdLst/>
              <a:ahLst/>
              <a:cxnLst/>
              <a:rect l="l" t="t" r="r" b="b"/>
              <a:pathLst>
                <a:path w="52069" h="51435">
                  <a:moveTo>
                    <a:pt x="8515" y="0"/>
                  </a:moveTo>
                  <a:lnTo>
                    <a:pt x="4699" y="0"/>
                  </a:lnTo>
                  <a:lnTo>
                    <a:pt x="0" y="4670"/>
                  </a:lnTo>
                  <a:lnTo>
                    <a:pt x="0" y="8462"/>
                  </a:lnTo>
                  <a:lnTo>
                    <a:pt x="43038" y="51252"/>
                  </a:lnTo>
                  <a:lnTo>
                    <a:pt x="46853" y="51252"/>
                  </a:lnTo>
                  <a:lnTo>
                    <a:pt x="51573" y="46582"/>
                  </a:lnTo>
                  <a:lnTo>
                    <a:pt x="51573" y="42790"/>
                  </a:lnTo>
                  <a:lnTo>
                    <a:pt x="10864" y="2335"/>
                  </a:lnTo>
                  <a:lnTo>
                    <a:pt x="851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69393" y="5358170"/>
              <a:ext cx="110376" cy="139807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1603588" y="5289654"/>
              <a:ext cx="56515" cy="56515"/>
            </a:xfrm>
            <a:custGeom>
              <a:avLst/>
              <a:gdLst/>
              <a:ahLst/>
              <a:cxnLst/>
              <a:rect l="l" t="t" r="r" b="b"/>
              <a:pathLst>
                <a:path w="56514" h="56514">
                  <a:moveTo>
                    <a:pt x="51694" y="0"/>
                  </a:moveTo>
                  <a:lnTo>
                    <a:pt x="47878" y="0"/>
                  </a:lnTo>
                  <a:lnTo>
                    <a:pt x="0" y="47580"/>
                  </a:lnTo>
                  <a:lnTo>
                    <a:pt x="0" y="51372"/>
                  </a:lnTo>
                  <a:lnTo>
                    <a:pt x="4719" y="56062"/>
                  </a:lnTo>
                  <a:lnTo>
                    <a:pt x="8515" y="56062"/>
                  </a:lnTo>
                  <a:lnTo>
                    <a:pt x="54043" y="10817"/>
                  </a:lnTo>
                  <a:lnTo>
                    <a:pt x="56393" y="8482"/>
                  </a:lnTo>
                  <a:lnTo>
                    <a:pt x="56393" y="4690"/>
                  </a:lnTo>
                  <a:lnTo>
                    <a:pt x="5169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572098" y="4687492"/>
              <a:ext cx="93989" cy="105858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689384" y="4687492"/>
              <a:ext cx="82742" cy="103563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95021" y="4687492"/>
              <a:ext cx="93989" cy="105858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912106" y="4687492"/>
              <a:ext cx="264495" cy="144677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069211" y="4718037"/>
              <a:ext cx="1365250" cy="12065"/>
            </a:xfrm>
            <a:custGeom>
              <a:avLst/>
              <a:gdLst/>
              <a:ahLst/>
              <a:cxnLst/>
              <a:rect l="l" t="t" r="r" b="b"/>
              <a:pathLst>
                <a:path w="1365250" h="12064">
                  <a:moveTo>
                    <a:pt x="1365250" y="0"/>
                  </a:moveTo>
                  <a:lnTo>
                    <a:pt x="0" y="0"/>
                  </a:lnTo>
                  <a:lnTo>
                    <a:pt x="0" y="11976"/>
                  </a:lnTo>
                  <a:lnTo>
                    <a:pt x="1365250" y="11976"/>
                  </a:lnTo>
                  <a:lnTo>
                    <a:pt x="136525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9" name="object 1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964924" y="4690167"/>
              <a:ext cx="122768" cy="65503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1892058" y="4737976"/>
              <a:ext cx="4119245" cy="1289685"/>
            </a:xfrm>
            <a:custGeom>
              <a:avLst/>
              <a:gdLst/>
              <a:ahLst/>
              <a:cxnLst/>
              <a:rect l="l" t="t" r="r" b="b"/>
              <a:pathLst>
                <a:path w="4119245" h="1289685">
                  <a:moveTo>
                    <a:pt x="1638858" y="1280020"/>
                  </a:moveTo>
                  <a:lnTo>
                    <a:pt x="1636052" y="1277353"/>
                  </a:lnTo>
                  <a:lnTo>
                    <a:pt x="6019" y="1277353"/>
                  </a:lnTo>
                  <a:lnTo>
                    <a:pt x="2705" y="1277353"/>
                  </a:lnTo>
                  <a:lnTo>
                    <a:pt x="0" y="1280020"/>
                  </a:lnTo>
                  <a:lnTo>
                    <a:pt x="0" y="1286649"/>
                  </a:lnTo>
                  <a:lnTo>
                    <a:pt x="2705" y="1289316"/>
                  </a:lnTo>
                  <a:lnTo>
                    <a:pt x="1636052" y="1289316"/>
                  </a:lnTo>
                  <a:lnTo>
                    <a:pt x="1638858" y="1286649"/>
                  </a:lnTo>
                  <a:lnTo>
                    <a:pt x="1638858" y="1280020"/>
                  </a:lnTo>
                  <a:close/>
                </a:path>
                <a:path w="4119245" h="1289685">
                  <a:moveTo>
                    <a:pt x="4119130" y="12712"/>
                  </a:moveTo>
                  <a:lnTo>
                    <a:pt x="4116324" y="10020"/>
                  </a:lnTo>
                  <a:lnTo>
                    <a:pt x="2406040" y="12"/>
                  </a:lnTo>
                  <a:lnTo>
                    <a:pt x="2402624" y="0"/>
                  </a:lnTo>
                  <a:lnTo>
                    <a:pt x="2400008" y="2667"/>
                  </a:lnTo>
                  <a:lnTo>
                    <a:pt x="2400008" y="9283"/>
                  </a:lnTo>
                  <a:lnTo>
                    <a:pt x="2402624" y="11976"/>
                  </a:lnTo>
                  <a:lnTo>
                    <a:pt x="4116324" y="21996"/>
                  </a:lnTo>
                  <a:lnTo>
                    <a:pt x="4119130" y="19342"/>
                  </a:lnTo>
                  <a:lnTo>
                    <a:pt x="4119130" y="127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651426" y="5941711"/>
              <a:ext cx="250436" cy="138949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925160" y="5938557"/>
              <a:ext cx="88471" cy="142103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4036822" y="5938558"/>
              <a:ext cx="61594" cy="140335"/>
            </a:xfrm>
            <a:custGeom>
              <a:avLst/>
              <a:gdLst/>
              <a:ahLst/>
              <a:cxnLst/>
              <a:rect l="l" t="t" r="r" b="b"/>
              <a:pathLst>
                <a:path w="61595" h="140335">
                  <a:moveTo>
                    <a:pt x="17272" y="38544"/>
                  </a:moveTo>
                  <a:lnTo>
                    <a:pt x="0" y="38544"/>
                  </a:lnTo>
                  <a:lnTo>
                    <a:pt x="0" y="139814"/>
                  </a:lnTo>
                  <a:lnTo>
                    <a:pt x="17272" y="139814"/>
                  </a:lnTo>
                  <a:lnTo>
                    <a:pt x="17272" y="38544"/>
                  </a:lnTo>
                  <a:close/>
                </a:path>
                <a:path w="61595" h="140335">
                  <a:moveTo>
                    <a:pt x="17272" y="0"/>
                  </a:moveTo>
                  <a:lnTo>
                    <a:pt x="0" y="0"/>
                  </a:lnTo>
                  <a:lnTo>
                    <a:pt x="0" y="19748"/>
                  </a:lnTo>
                  <a:lnTo>
                    <a:pt x="17272" y="19748"/>
                  </a:lnTo>
                  <a:lnTo>
                    <a:pt x="17272" y="0"/>
                  </a:lnTo>
                  <a:close/>
                </a:path>
                <a:path w="61595" h="140335">
                  <a:moveTo>
                    <a:pt x="61048" y="0"/>
                  </a:moveTo>
                  <a:lnTo>
                    <a:pt x="43776" y="0"/>
                  </a:lnTo>
                  <a:lnTo>
                    <a:pt x="43776" y="139814"/>
                  </a:lnTo>
                  <a:lnTo>
                    <a:pt x="61048" y="139814"/>
                  </a:lnTo>
                  <a:lnTo>
                    <a:pt x="6104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4" name="object 2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125188" y="5938557"/>
              <a:ext cx="182957" cy="180921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4408551" y="6015329"/>
              <a:ext cx="1483995" cy="12065"/>
            </a:xfrm>
            <a:custGeom>
              <a:avLst/>
              <a:gdLst/>
              <a:ahLst/>
              <a:cxnLst/>
              <a:rect l="l" t="t" r="r" b="b"/>
              <a:pathLst>
                <a:path w="1483995" h="12064">
                  <a:moveTo>
                    <a:pt x="1483550" y="0"/>
                  </a:moveTo>
                  <a:lnTo>
                    <a:pt x="0" y="0"/>
                  </a:lnTo>
                  <a:lnTo>
                    <a:pt x="0" y="11963"/>
                  </a:lnTo>
                  <a:lnTo>
                    <a:pt x="1483550" y="11963"/>
                  </a:lnTo>
                  <a:lnTo>
                    <a:pt x="148355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6" name="object 26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873627" y="5987495"/>
              <a:ext cx="122908" cy="65363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2913087" y="5162550"/>
              <a:ext cx="414020" cy="144780"/>
            </a:xfrm>
            <a:custGeom>
              <a:avLst/>
              <a:gdLst/>
              <a:ahLst/>
              <a:cxnLst/>
              <a:rect l="l" t="t" r="r" b="b"/>
              <a:pathLst>
                <a:path w="414020" h="144779">
                  <a:moveTo>
                    <a:pt x="124396" y="97853"/>
                  </a:moveTo>
                  <a:lnTo>
                    <a:pt x="105714" y="93179"/>
                  </a:lnTo>
                  <a:lnTo>
                    <a:pt x="103339" y="101460"/>
                  </a:lnTo>
                  <a:lnTo>
                    <a:pt x="100114" y="108648"/>
                  </a:lnTo>
                  <a:lnTo>
                    <a:pt x="64541" y="128752"/>
                  </a:lnTo>
                  <a:lnTo>
                    <a:pt x="56108" y="128752"/>
                  </a:lnTo>
                  <a:lnTo>
                    <a:pt x="24434" y="102285"/>
                  </a:lnTo>
                  <a:lnTo>
                    <a:pt x="19189" y="71145"/>
                  </a:lnTo>
                  <a:lnTo>
                    <a:pt x="19469" y="64287"/>
                  </a:lnTo>
                  <a:lnTo>
                    <a:pt x="33883" y="27736"/>
                  </a:lnTo>
                  <a:lnTo>
                    <a:pt x="65951" y="15824"/>
                  </a:lnTo>
                  <a:lnTo>
                    <a:pt x="75387" y="15824"/>
                  </a:lnTo>
                  <a:lnTo>
                    <a:pt x="103708" y="45021"/>
                  </a:lnTo>
                  <a:lnTo>
                    <a:pt x="121983" y="40728"/>
                  </a:lnTo>
                  <a:lnTo>
                    <a:pt x="94259" y="6007"/>
                  </a:lnTo>
                  <a:lnTo>
                    <a:pt x="66344" y="0"/>
                  </a:lnTo>
                  <a:lnTo>
                    <a:pt x="57315" y="520"/>
                  </a:lnTo>
                  <a:lnTo>
                    <a:pt x="18567" y="18834"/>
                  </a:lnTo>
                  <a:lnTo>
                    <a:pt x="520" y="60667"/>
                  </a:lnTo>
                  <a:lnTo>
                    <a:pt x="0" y="71247"/>
                  </a:lnTo>
                  <a:lnTo>
                    <a:pt x="457" y="81102"/>
                  </a:lnTo>
                  <a:lnTo>
                    <a:pt x="16586" y="124117"/>
                  </a:lnTo>
                  <a:lnTo>
                    <a:pt x="55295" y="144005"/>
                  </a:lnTo>
                  <a:lnTo>
                    <a:pt x="66154" y="144576"/>
                  </a:lnTo>
                  <a:lnTo>
                    <a:pt x="76733" y="143827"/>
                  </a:lnTo>
                  <a:lnTo>
                    <a:pt x="110388" y="125958"/>
                  </a:lnTo>
                  <a:lnTo>
                    <a:pt x="124396" y="97853"/>
                  </a:lnTo>
                  <a:close/>
                </a:path>
                <a:path w="414020" h="144779">
                  <a:moveTo>
                    <a:pt x="260553" y="63868"/>
                  </a:moveTo>
                  <a:lnTo>
                    <a:pt x="257949" y="61188"/>
                  </a:lnTo>
                  <a:lnTo>
                    <a:pt x="162140" y="61188"/>
                  </a:lnTo>
                  <a:lnTo>
                    <a:pt x="158737" y="61188"/>
                  </a:lnTo>
                  <a:lnTo>
                    <a:pt x="156121" y="63868"/>
                  </a:lnTo>
                  <a:lnTo>
                    <a:pt x="156121" y="70472"/>
                  </a:lnTo>
                  <a:lnTo>
                    <a:pt x="158737" y="73164"/>
                  </a:lnTo>
                  <a:lnTo>
                    <a:pt x="257949" y="73164"/>
                  </a:lnTo>
                  <a:lnTo>
                    <a:pt x="260553" y="70472"/>
                  </a:lnTo>
                  <a:lnTo>
                    <a:pt x="260553" y="63868"/>
                  </a:lnTo>
                  <a:close/>
                </a:path>
                <a:path w="414020" h="144779">
                  <a:moveTo>
                    <a:pt x="260553" y="12128"/>
                  </a:moveTo>
                  <a:lnTo>
                    <a:pt x="257949" y="9461"/>
                  </a:lnTo>
                  <a:lnTo>
                    <a:pt x="162140" y="9461"/>
                  </a:lnTo>
                  <a:lnTo>
                    <a:pt x="158737" y="9461"/>
                  </a:lnTo>
                  <a:lnTo>
                    <a:pt x="156121" y="12128"/>
                  </a:lnTo>
                  <a:lnTo>
                    <a:pt x="156121" y="18732"/>
                  </a:lnTo>
                  <a:lnTo>
                    <a:pt x="158737" y="21424"/>
                  </a:lnTo>
                  <a:lnTo>
                    <a:pt x="257949" y="21424"/>
                  </a:lnTo>
                  <a:lnTo>
                    <a:pt x="260553" y="18732"/>
                  </a:lnTo>
                  <a:lnTo>
                    <a:pt x="260553" y="12128"/>
                  </a:lnTo>
                  <a:close/>
                </a:path>
                <a:path w="414020" h="144779">
                  <a:moveTo>
                    <a:pt x="413588" y="97853"/>
                  </a:moveTo>
                  <a:lnTo>
                    <a:pt x="394906" y="93179"/>
                  </a:lnTo>
                  <a:lnTo>
                    <a:pt x="392531" y="101460"/>
                  </a:lnTo>
                  <a:lnTo>
                    <a:pt x="389318" y="108648"/>
                  </a:lnTo>
                  <a:lnTo>
                    <a:pt x="353745" y="128752"/>
                  </a:lnTo>
                  <a:lnTo>
                    <a:pt x="345300" y="128752"/>
                  </a:lnTo>
                  <a:lnTo>
                    <a:pt x="313575" y="102285"/>
                  </a:lnTo>
                  <a:lnTo>
                    <a:pt x="308356" y="71145"/>
                  </a:lnTo>
                  <a:lnTo>
                    <a:pt x="308648" y="64287"/>
                  </a:lnTo>
                  <a:lnTo>
                    <a:pt x="323024" y="27736"/>
                  </a:lnTo>
                  <a:lnTo>
                    <a:pt x="355142" y="15824"/>
                  </a:lnTo>
                  <a:lnTo>
                    <a:pt x="364591" y="15824"/>
                  </a:lnTo>
                  <a:lnTo>
                    <a:pt x="392899" y="45021"/>
                  </a:lnTo>
                  <a:lnTo>
                    <a:pt x="411175" y="40728"/>
                  </a:lnTo>
                  <a:lnTo>
                    <a:pt x="383451" y="6007"/>
                  </a:lnTo>
                  <a:lnTo>
                    <a:pt x="355549" y="0"/>
                  </a:lnTo>
                  <a:lnTo>
                    <a:pt x="346519" y="520"/>
                  </a:lnTo>
                  <a:lnTo>
                    <a:pt x="307721" y="18834"/>
                  </a:lnTo>
                  <a:lnTo>
                    <a:pt x="289801" y="60667"/>
                  </a:lnTo>
                  <a:lnTo>
                    <a:pt x="289267" y="71247"/>
                  </a:lnTo>
                  <a:lnTo>
                    <a:pt x="289725" y="81102"/>
                  </a:lnTo>
                  <a:lnTo>
                    <a:pt x="305739" y="124117"/>
                  </a:lnTo>
                  <a:lnTo>
                    <a:pt x="344462" y="144005"/>
                  </a:lnTo>
                  <a:lnTo>
                    <a:pt x="355346" y="144576"/>
                  </a:lnTo>
                  <a:lnTo>
                    <a:pt x="365925" y="143827"/>
                  </a:lnTo>
                  <a:lnTo>
                    <a:pt x="399580" y="125958"/>
                  </a:lnTo>
                  <a:lnTo>
                    <a:pt x="413588" y="9785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8" name="object 28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2708001" y="4961699"/>
              <a:ext cx="123973" cy="139827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2859869" y="5114779"/>
              <a:ext cx="52705" cy="52705"/>
            </a:xfrm>
            <a:custGeom>
              <a:avLst/>
              <a:gdLst/>
              <a:ahLst/>
              <a:cxnLst/>
              <a:rect l="l" t="t" r="r" b="b"/>
              <a:pathLst>
                <a:path w="52705" h="52704">
                  <a:moveTo>
                    <a:pt x="8515" y="0"/>
                  </a:moveTo>
                  <a:lnTo>
                    <a:pt x="4699" y="0"/>
                  </a:lnTo>
                  <a:lnTo>
                    <a:pt x="0" y="4670"/>
                  </a:lnTo>
                  <a:lnTo>
                    <a:pt x="0" y="8462"/>
                  </a:lnTo>
                  <a:lnTo>
                    <a:pt x="41833" y="50035"/>
                  </a:lnTo>
                  <a:lnTo>
                    <a:pt x="44182" y="52390"/>
                  </a:lnTo>
                  <a:lnTo>
                    <a:pt x="47998" y="52390"/>
                  </a:lnTo>
                  <a:lnTo>
                    <a:pt x="52698" y="47700"/>
                  </a:lnTo>
                  <a:lnTo>
                    <a:pt x="52698" y="43908"/>
                  </a:lnTo>
                  <a:lnTo>
                    <a:pt x="851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0" name="object 30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412638" y="4961699"/>
              <a:ext cx="110457" cy="139827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3332506" y="5109390"/>
              <a:ext cx="53340" cy="53340"/>
            </a:xfrm>
            <a:custGeom>
              <a:avLst/>
              <a:gdLst/>
              <a:ahLst/>
              <a:cxnLst/>
              <a:rect l="l" t="t" r="r" b="b"/>
              <a:pathLst>
                <a:path w="53339" h="53339">
                  <a:moveTo>
                    <a:pt x="48601" y="0"/>
                  </a:moveTo>
                  <a:lnTo>
                    <a:pt x="44785" y="0"/>
                  </a:lnTo>
                  <a:lnTo>
                    <a:pt x="2409" y="42052"/>
                  </a:lnTo>
                  <a:lnTo>
                    <a:pt x="0" y="44387"/>
                  </a:lnTo>
                  <a:lnTo>
                    <a:pt x="0" y="48179"/>
                  </a:lnTo>
                  <a:lnTo>
                    <a:pt x="4819" y="52849"/>
                  </a:lnTo>
                  <a:lnTo>
                    <a:pt x="8635" y="52849"/>
                  </a:lnTo>
                  <a:lnTo>
                    <a:pt x="51011" y="10817"/>
                  </a:lnTo>
                  <a:lnTo>
                    <a:pt x="53220" y="8462"/>
                  </a:lnTo>
                  <a:lnTo>
                    <a:pt x="53220" y="4670"/>
                  </a:lnTo>
                  <a:lnTo>
                    <a:pt x="51011" y="2335"/>
                  </a:lnTo>
                  <a:lnTo>
                    <a:pt x="4860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2" name="object 32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412638" y="5368150"/>
              <a:ext cx="110457" cy="139807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3339937" y="5304562"/>
              <a:ext cx="52069" cy="51435"/>
            </a:xfrm>
            <a:custGeom>
              <a:avLst/>
              <a:gdLst/>
              <a:ahLst/>
              <a:cxnLst/>
              <a:rect l="l" t="t" r="r" b="b"/>
              <a:pathLst>
                <a:path w="52070" h="51435">
                  <a:moveTo>
                    <a:pt x="8635" y="0"/>
                  </a:moveTo>
                  <a:lnTo>
                    <a:pt x="4819" y="0"/>
                  </a:lnTo>
                  <a:lnTo>
                    <a:pt x="0" y="4670"/>
                  </a:lnTo>
                  <a:lnTo>
                    <a:pt x="0" y="8462"/>
                  </a:lnTo>
                  <a:lnTo>
                    <a:pt x="43178" y="51252"/>
                  </a:lnTo>
                  <a:lnTo>
                    <a:pt x="46994" y="51252"/>
                  </a:lnTo>
                  <a:lnTo>
                    <a:pt x="49404" y="48917"/>
                  </a:lnTo>
                  <a:lnTo>
                    <a:pt x="51613" y="46582"/>
                  </a:lnTo>
                  <a:lnTo>
                    <a:pt x="51613" y="42790"/>
                  </a:lnTo>
                  <a:lnTo>
                    <a:pt x="49404" y="40435"/>
                  </a:lnTo>
                  <a:lnTo>
                    <a:pt x="11045" y="2335"/>
                  </a:lnTo>
                  <a:lnTo>
                    <a:pt x="86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4" name="object 3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2714548" y="5368150"/>
              <a:ext cx="110376" cy="139807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2848737" y="5172519"/>
              <a:ext cx="1602740" cy="183515"/>
            </a:xfrm>
            <a:custGeom>
              <a:avLst/>
              <a:gdLst/>
              <a:ahLst/>
              <a:cxnLst/>
              <a:rect l="l" t="t" r="r" b="b"/>
              <a:pathLst>
                <a:path w="1602739" h="183514">
                  <a:moveTo>
                    <a:pt x="56388" y="131813"/>
                  </a:moveTo>
                  <a:lnTo>
                    <a:pt x="51689" y="127114"/>
                  </a:lnTo>
                  <a:lnTo>
                    <a:pt x="47879" y="127114"/>
                  </a:lnTo>
                  <a:lnTo>
                    <a:pt x="0" y="174701"/>
                  </a:lnTo>
                  <a:lnTo>
                    <a:pt x="0" y="178498"/>
                  </a:lnTo>
                  <a:lnTo>
                    <a:pt x="4724" y="183184"/>
                  </a:lnTo>
                  <a:lnTo>
                    <a:pt x="8521" y="183184"/>
                  </a:lnTo>
                  <a:lnTo>
                    <a:pt x="54038" y="137934"/>
                  </a:lnTo>
                  <a:lnTo>
                    <a:pt x="56388" y="135597"/>
                  </a:lnTo>
                  <a:lnTo>
                    <a:pt x="56388" y="131813"/>
                  </a:lnTo>
                  <a:close/>
                </a:path>
                <a:path w="1602739" h="183514">
                  <a:moveTo>
                    <a:pt x="1313395" y="97866"/>
                  </a:moveTo>
                  <a:lnTo>
                    <a:pt x="1294726" y="93192"/>
                  </a:lnTo>
                  <a:lnTo>
                    <a:pt x="1292339" y="101460"/>
                  </a:lnTo>
                  <a:lnTo>
                    <a:pt x="1289126" y="108661"/>
                  </a:lnTo>
                  <a:lnTo>
                    <a:pt x="1253553" y="128752"/>
                  </a:lnTo>
                  <a:lnTo>
                    <a:pt x="1245120" y="128752"/>
                  </a:lnTo>
                  <a:lnTo>
                    <a:pt x="1213383" y="102285"/>
                  </a:lnTo>
                  <a:lnTo>
                    <a:pt x="1208163" y="71158"/>
                  </a:lnTo>
                  <a:lnTo>
                    <a:pt x="1208455" y="64287"/>
                  </a:lnTo>
                  <a:lnTo>
                    <a:pt x="1222832" y="27749"/>
                  </a:lnTo>
                  <a:lnTo>
                    <a:pt x="1254950" y="15836"/>
                  </a:lnTo>
                  <a:lnTo>
                    <a:pt x="1264399" y="15836"/>
                  </a:lnTo>
                  <a:lnTo>
                    <a:pt x="1292707" y="45034"/>
                  </a:lnTo>
                  <a:lnTo>
                    <a:pt x="1310982" y="40741"/>
                  </a:lnTo>
                  <a:lnTo>
                    <a:pt x="1283258" y="6019"/>
                  </a:lnTo>
                  <a:lnTo>
                    <a:pt x="1255356" y="0"/>
                  </a:lnTo>
                  <a:lnTo>
                    <a:pt x="1246327" y="533"/>
                  </a:lnTo>
                  <a:lnTo>
                    <a:pt x="1207528" y="18846"/>
                  </a:lnTo>
                  <a:lnTo>
                    <a:pt x="1189609" y="60680"/>
                  </a:lnTo>
                  <a:lnTo>
                    <a:pt x="1189088" y="71259"/>
                  </a:lnTo>
                  <a:lnTo>
                    <a:pt x="1189532" y="81114"/>
                  </a:lnTo>
                  <a:lnTo>
                    <a:pt x="1205547" y="124129"/>
                  </a:lnTo>
                  <a:lnTo>
                    <a:pt x="1244269" y="144005"/>
                  </a:lnTo>
                  <a:lnTo>
                    <a:pt x="1255153" y="144589"/>
                  </a:lnTo>
                  <a:lnTo>
                    <a:pt x="1265732" y="143840"/>
                  </a:lnTo>
                  <a:lnTo>
                    <a:pt x="1299387" y="125958"/>
                  </a:lnTo>
                  <a:lnTo>
                    <a:pt x="1313395" y="97866"/>
                  </a:lnTo>
                  <a:close/>
                </a:path>
                <a:path w="1602739" h="183514">
                  <a:moveTo>
                    <a:pt x="1449565" y="63868"/>
                  </a:moveTo>
                  <a:lnTo>
                    <a:pt x="1446949" y="61201"/>
                  </a:lnTo>
                  <a:lnTo>
                    <a:pt x="1351153" y="61201"/>
                  </a:lnTo>
                  <a:lnTo>
                    <a:pt x="1347736" y="61201"/>
                  </a:lnTo>
                  <a:lnTo>
                    <a:pt x="1345133" y="63868"/>
                  </a:lnTo>
                  <a:lnTo>
                    <a:pt x="1345133" y="70472"/>
                  </a:lnTo>
                  <a:lnTo>
                    <a:pt x="1347736" y="73177"/>
                  </a:lnTo>
                  <a:lnTo>
                    <a:pt x="1446949" y="73177"/>
                  </a:lnTo>
                  <a:lnTo>
                    <a:pt x="1449565" y="70472"/>
                  </a:lnTo>
                  <a:lnTo>
                    <a:pt x="1449565" y="63868"/>
                  </a:lnTo>
                  <a:close/>
                </a:path>
                <a:path w="1602739" h="183514">
                  <a:moveTo>
                    <a:pt x="1449565" y="12141"/>
                  </a:moveTo>
                  <a:lnTo>
                    <a:pt x="1446949" y="9461"/>
                  </a:lnTo>
                  <a:lnTo>
                    <a:pt x="1351153" y="9461"/>
                  </a:lnTo>
                  <a:lnTo>
                    <a:pt x="1347736" y="9461"/>
                  </a:lnTo>
                  <a:lnTo>
                    <a:pt x="1345133" y="12141"/>
                  </a:lnTo>
                  <a:lnTo>
                    <a:pt x="1345133" y="18745"/>
                  </a:lnTo>
                  <a:lnTo>
                    <a:pt x="1347736" y="21437"/>
                  </a:lnTo>
                  <a:lnTo>
                    <a:pt x="1446949" y="21437"/>
                  </a:lnTo>
                  <a:lnTo>
                    <a:pt x="1449565" y="18745"/>
                  </a:lnTo>
                  <a:lnTo>
                    <a:pt x="1449565" y="12141"/>
                  </a:lnTo>
                  <a:close/>
                </a:path>
                <a:path w="1602739" h="183514">
                  <a:moveTo>
                    <a:pt x="1602600" y="97866"/>
                  </a:moveTo>
                  <a:lnTo>
                    <a:pt x="1583918" y="93192"/>
                  </a:lnTo>
                  <a:lnTo>
                    <a:pt x="1581543" y="101460"/>
                  </a:lnTo>
                  <a:lnTo>
                    <a:pt x="1578317" y="108661"/>
                  </a:lnTo>
                  <a:lnTo>
                    <a:pt x="1542745" y="128752"/>
                  </a:lnTo>
                  <a:lnTo>
                    <a:pt x="1534312" y="128752"/>
                  </a:lnTo>
                  <a:lnTo>
                    <a:pt x="1502575" y="102285"/>
                  </a:lnTo>
                  <a:lnTo>
                    <a:pt x="1497355" y="71158"/>
                  </a:lnTo>
                  <a:lnTo>
                    <a:pt x="1497660" y="64287"/>
                  </a:lnTo>
                  <a:lnTo>
                    <a:pt x="1512023" y="27749"/>
                  </a:lnTo>
                  <a:lnTo>
                    <a:pt x="1544154" y="15836"/>
                  </a:lnTo>
                  <a:lnTo>
                    <a:pt x="1553591" y="15836"/>
                  </a:lnTo>
                  <a:lnTo>
                    <a:pt x="1581912" y="45034"/>
                  </a:lnTo>
                  <a:lnTo>
                    <a:pt x="1600187" y="40741"/>
                  </a:lnTo>
                  <a:lnTo>
                    <a:pt x="1572463" y="6019"/>
                  </a:lnTo>
                  <a:lnTo>
                    <a:pt x="1544561" y="0"/>
                  </a:lnTo>
                  <a:lnTo>
                    <a:pt x="1535518" y="533"/>
                  </a:lnTo>
                  <a:lnTo>
                    <a:pt x="1496733" y="18846"/>
                  </a:lnTo>
                  <a:lnTo>
                    <a:pt x="1478800" y="60680"/>
                  </a:lnTo>
                  <a:lnTo>
                    <a:pt x="1478280" y="71259"/>
                  </a:lnTo>
                  <a:lnTo>
                    <a:pt x="1478737" y="81114"/>
                  </a:lnTo>
                  <a:lnTo>
                    <a:pt x="1494751" y="124129"/>
                  </a:lnTo>
                  <a:lnTo>
                    <a:pt x="1533474" y="144005"/>
                  </a:lnTo>
                  <a:lnTo>
                    <a:pt x="1544358" y="144589"/>
                  </a:lnTo>
                  <a:lnTo>
                    <a:pt x="1554937" y="143840"/>
                  </a:lnTo>
                  <a:lnTo>
                    <a:pt x="1588592" y="125958"/>
                  </a:lnTo>
                  <a:lnTo>
                    <a:pt x="1602600" y="978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6" name="object 36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832577" y="4971678"/>
              <a:ext cx="124113" cy="139827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3983401" y="5123561"/>
              <a:ext cx="55244" cy="55244"/>
            </a:xfrm>
            <a:custGeom>
              <a:avLst/>
              <a:gdLst/>
              <a:ahLst/>
              <a:cxnLst/>
              <a:rect l="l" t="t" r="r" b="b"/>
              <a:pathLst>
                <a:path w="55245" h="55245">
                  <a:moveTo>
                    <a:pt x="8434" y="0"/>
                  </a:moveTo>
                  <a:lnTo>
                    <a:pt x="4619" y="0"/>
                  </a:lnTo>
                  <a:lnTo>
                    <a:pt x="2209" y="2335"/>
                  </a:lnTo>
                  <a:lnTo>
                    <a:pt x="0" y="4670"/>
                  </a:lnTo>
                  <a:lnTo>
                    <a:pt x="0" y="8462"/>
                  </a:lnTo>
                  <a:lnTo>
                    <a:pt x="2209" y="10817"/>
                  </a:lnTo>
                  <a:lnTo>
                    <a:pt x="44182" y="52430"/>
                  </a:lnTo>
                  <a:lnTo>
                    <a:pt x="46592" y="54785"/>
                  </a:lnTo>
                  <a:lnTo>
                    <a:pt x="50408" y="54785"/>
                  </a:lnTo>
                  <a:lnTo>
                    <a:pt x="52617" y="52430"/>
                  </a:lnTo>
                  <a:lnTo>
                    <a:pt x="55027" y="50095"/>
                  </a:lnTo>
                  <a:lnTo>
                    <a:pt x="55027" y="46303"/>
                  </a:lnTo>
                  <a:lnTo>
                    <a:pt x="84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8" name="object 38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537294" y="4971678"/>
              <a:ext cx="110457" cy="139827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4457162" y="5120567"/>
              <a:ext cx="52069" cy="52069"/>
            </a:xfrm>
            <a:custGeom>
              <a:avLst/>
              <a:gdLst/>
              <a:ahLst/>
              <a:cxnLst/>
              <a:rect l="l" t="t" r="r" b="b"/>
              <a:pathLst>
                <a:path w="52070" h="52070">
                  <a:moveTo>
                    <a:pt x="47396" y="0"/>
                  </a:moveTo>
                  <a:lnTo>
                    <a:pt x="43580" y="0"/>
                  </a:lnTo>
                  <a:lnTo>
                    <a:pt x="2409" y="40854"/>
                  </a:lnTo>
                  <a:lnTo>
                    <a:pt x="0" y="43189"/>
                  </a:lnTo>
                  <a:lnTo>
                    <a:pt x="0" y="46981"/>
                  </a:lnTo>
                  <a:lnTo>
                    <a:pt x="4819" y="51652"/>
                  </a:lnTo>
                  <a:lnTo>
                    <a:pt x="8635" y="51652"/>
                  </a:lnTo>
                  <a:lnTo>
                    <a:pt x="49806" y="10817"/>
                  </a:lnTo>
                  <a:lnTo>
                    <a:pt x="52015" y="8462"/>
                  </a:lnTo>
                  <a:lnTo>
                    <a:pt x="52015" y="4670"/>
                  </a:lnTo>
                  <a:lnTo>
                    <a:pt x="49806" y="2335"/>
                  </a:lnTo>
                  <a:lnTo>
                    <a:pt x="4739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0" name="object 4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537294" y="5378129"/>
              <a:ext cx="110457" cy="139807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3832568" y="5182501"/>
              <a:ext cx="1683385" cy="335915"/>
            </a:xfrm>
            <a:custGeom>
              <a:avLst/>
              <a:gdLst/>
              <a:ahLst/>
              <a:cxnLst/>
              <a:rect l="l" t="t" r="r" b="b"/>
              <a:pathLst>
                <a:path w="1683385" h="335914">
                  <a:moveTo>
                    <a:pt x="124117" y="335445"/>
                  </a:moveTo>
                  <a:lnTo>
                    <a:pt x="94792" y="289953"/>
                  </a:lnTo>
                  <a:lnTo>
                    <a:pt x="76136" y="273354"/>
                  </a:lnTo>
                  <a:lnTo>
                    <a:pt x="72910" y="271830"/>
                  </a:lnTo>
                  <a:lnTo>
                    <a:pt x="104013" y="257340"/>
                  </a:lnTo>
                  <a:lnTo>
                    <a:pt x="107048" y="253466"/>
                  </a:lnTo>
                  <a:lnTo>
                    <a:pt x="110058" y="247484"/>
                  </a:lnTo>
                  <a:lnTo>
                    <a:pt x="111861" y="240919"/>
                  </a:lnTo>
                  <a:lnTo>
                    <a:pt x="112471" y="233768"/>
                  </a:lnTo>
                  <a:lnTo>
                    <a:pt x="112471" y="226085"/>
                  </a:lnTo>
                  <a:lnTo>
                    <a:pt x="110655" y="219062"/>
                  </a:lnTo>
                  <a:lnTo>
                    <a:pt x="106641" y="212699"/>
                  </a:lnTo>
                  <a:lnTo>
                    <a:pt x="105676" y="211086"/>
                  </a:lnTo>
                  <a:lnTo>
                    <a:pt x="102831" y="206349"/>
                  </a:lnTo>
                  <a:lnTo>
                    <a:pt x="97612" y="201904"/>
                  </a:lnTo>
                  <a:lnTo>
                    <a:pt x="93383" y="200317"/>
                  </a:lnTo>
                  <a:lnTo>
                    <a:pt x="93383" y="227164"/>
                  </a:lnTo>
                  <a:lnTo>
                    <a:pt x="93383" y="238302"/>
                  </a:lnTo>
                  <a:lnTo>
                    <a:pt x="92189" y="242481"/>
                  </a:lnTo>
                  <a:lnTo>
                    <a:pt x="89573" y="246329"/>
                  </a:lnTo>
                  <a:lnTo>
                    <a:pt x="87160" y="250164"/>
                  </a:lnTo>
                  <a:lnTo>
                    <a:pt x="83553" y="252971"/>
                  </a:lnTo>
                  <a:lnTo>
                    <a:pt x="73914" y="256463"/>
                  </a:lnTo>
                  <a:lnTo>
                    <a:pt x="67284" y="257340"/>
                  </a:lnTo>
                  <a:lnTo>
                    <a:pt x="18681" y="257340"/>
                  </a:lnTo>
                  <a:lnTo>
                    <a:pt x="18681" y="211086"/>
                  </a:lnTo>
                  <a:lnTo>
                    <a:pt x="73710" y="211086"/>
                  </a:lnTo>
                  <a:lnTo>
                    <a:pt x="81343" y="213220"/>
                  </a:lnTo>
                  <a:lnTo>
                    <a:pt x="90982" y="221742"/>
                  </a:lnTo>
                  <a:lnTo>
                    <a:pt x="93383" y="227164"/>
                  </a:lnTo>
                  <a:lnTo>
                    <a:pt x="93383" y="200317"/>
                  </a:lnTo>
                  <a:lnTo>
                    <a:pt x="62458" y="195630"/>
                  </a:lnTo>
                  <a:lnTo>
                    <a:pt x="0" y="195630"/>
                  </a:lnTo>
                  <a:lnTo>
                    <a:pt x="0" y="335445"/>
                  </a:lnTo>
                  <a:lnTo>
                    <a:pt x="18681" y="335445"/>
                  </a:lnTo>
                  <a:lnTo>
                    <a:pt x="18681" y="273354"/>
                  </a:lnTo>
                  <a:lnTo>
                    <a:pt x="44983" y="273354"/>
                  </a:lnTo>
                  <a:lnTo>
                    <a:pt x="59042" y="277736"/>
                  </a:lnTo>
                  <a:lnTo>
                    <a:pt x="61861" y="279514"/>
                  </a:lnTo>
                  <a:lnTo>
                    <a:pt x="100622" y="335445"/>
                  </a:lnTo>
                  <a:lnTo>
                    <a:pt x="124117" y="335445"/>
                  </a:lnTo>
                  <a:close/>
                </a:path>
                <a:path w="1683385" h="335914">
                  <a:moveTo>
                    <a:pt x="196011" y="133007"/>
                  </a:moveTo>
                  <a:lnTo>
                    <a:pt x="193598" y="130670"/>
                  </a:lnTo>
                  <a:lnTo>
                    <a:pt x="191389" y="128308"/>
                  </a:lnTo>
                  <a:lnTo>
                    <a:pt x="187579" y="128308"/>
                  </a:lnTo>
                  <a:lnTo>
                    <a:pt x="130340" y="185051"/>
                  </a:lnTo>
                  <a:lnTo>
                    <a:pt x="128130" y="187413"/>
                  </a:lnTo>
                  <a:lnTo>
                    <a:pt x="128130" y="191198"/>
                  </a:lnTo>
                  <a:lnTo>
                    <a:pt x="130340" y="193535"/>
                  </a:lnTo>
                  <a:lnTo>
                    <a:pt x="132753" y="195872"/>
                  </a:lnTo>
                  <a:lnTo>
                    <a:pt x="136563" y="195872"/>
                  </a:lnTo>
                  <a:lnTo>
                    <a:pt x="193598" y="139128"/>
                  </a:lnTo>
                  <a:lnTo>
                    <a:pt x="196011" y="136791"/>
                  </a:lnTo>
                  <a:lnTo>
                    <a:pt x="196011" y="133007"/>
                  </a:lnTo>
                  <a:close/>
                </a:path>
                <a:path w="1683385" h="335914">
                  <a:moveTo>
                    <a:pt x="683628" y="174840"/>
                  </a:moveTo>
                  <a:lnTo>
                    <a:pt x="681418" y="172478"/>
                  </a:lnTo>
                  <a:lnTo>
                    <a:pt x="643064" y="134378"/>
                  </a:lnTo>
                  <a:lnTo>
                    <a:pt x="640651" y="132041"/>
                  </a:lnTo>
                  <a:lnTo>
                    <a:pt x="636841" y="132041"/>
                  </a:lnTo>
                  <a:lnTo>
                    <a:pt x="632015" y="136715"/>
                  </a:lnTo>
                  <a:lnTo>
                    <a:pt x="632015" y="140512"/>
                  </a:lnTo>
                  <a:lnTo>
                    <a:pt x="675195" y="183299"/>
                  </a:lnTo>
                  <a:lnTo>
                    <a:pt x="679018" y="183299"/>
                  </a:lnTo>
                  <a:lnTo>
                    <a:pt x="681418" y="180962"/>
                  </a:lnTo>
                  <a:lnTo>
                    <a:pt x="683628" y="178625"/>
                  </a:lnTo>
                  <a:lnTo>
                    <a:pt x="683628" y="174840"/>
                  </a:lnTo>
                  <a:close/>
                </a:path>
                <a:path w="1683385" h="335914">
                  <a:moveTo>
                    <a:pt x="1393977" y="97853"/>
                  </a:moveTo>
                  <a:lnTo>
                    <a:pt x="1375295" y="93192"/>
                  </a:lnTo>
                  <a:lnTo>
                    <a:pt x="1372920" y="101460"/>
                  </a:lnTo>
                  <a:lnTo>
                    <a:pt x="1369695" y="108648"/>
                  </a:lnTo>
                  <a:lnTo>
                    <a:pt x="1334122" y="128752"/>
                  </a:lnTo>
                  <a:lnTo>
                    <a:pt x="1325689" y="128752"/>
                  </a:lnTo>
                  <a:lnTo>
                    <a:pt x="1293964" y="102285"/>
                  </a:lnTo>
                  <a:lnTo>
                    <a:pt x="1288732" y="71158"/>
                  </a:lnTo>
                  <a:lnTo>
                    <a:pt x="1289037" y="64287"/>
                  </a:lnTo>
                  <a:lnTo>
                    <a:pt x="1303413" y="27749"/>
                  </a:lnTo>
                  <a:lnTo>
                    <a:pt x="1335532" y="15824"/>
                  </a:lnTo>
                  <a:lnTo>
                    <a:pt x="1344968" y="15824"/>
                  </a:lnTo>
                  <a:lnTo>
                    <a:pt x="1373289" y="45034"/>
                  </a:lnTo>
                  <a:lnTo>
                    <a:pt x="1391564" y="40741"/>
                  </a:lnTo>
                  <a:lnTo>
                    <a:pt x="1363840" y="6019"/>
                  </a:lnTo>
                  <a:lnTo>
                    <a:pt x="1335938" y="0"/>
                  </a:lnTo>
                  <a:lnTo>
                    <a:pt x="1326896" y="533"/>
                  </a:lnTo>
                  <a:lnTo>
                    <a:pt x="1288110" y="18834"/>
                  </a:lnTo>
                  <a:lnTo>
                    <a:pt x="1270177" y="60680"/>
                  </a:lnTo>
                  <a:lnTo>
                    <a:pt x="1269657" y="71259"/>
                  </a:lnTo>
                  <a:lnTo>
                    <a:pt x="1270114" y="81102"/>
                  </a:lnTo>
                  <a:lnTo>
                    <a:pt x="1286129" y="124117"/>
                  </a:lnTo>
                  <a:lnTo>
                    <a:pt x="1324851" y="144005"/>
                  </a:lnTo>
                  <a:lnTo>
                    <a:pt x="1335735" y="144576"/>
                  </a:lnTo>
                  <a:lnTo>
                    <a:pt x="1346314" y="143827"/>
                  </a:lnTo>
                  <a:lnTo>
                    <a:pt x="1379969" y="125958"/>
                  </a:lnTo>
                  <a:lnTo>
                    <a:pt x="1393977" y="97853"/>
                  </a:lnTo>
                  <a:close/>
                </a:path>
                <a:path w="1683385" h="335914">
                  <a:moveTo>
                    <a:pt x="1530134" y="63868"/>
                  </a:moveTo>
                  <a:lnTo>
                    <a:pt x="1527530" y="61188"/>
                  </a:lnTo>
                  <a:lnTo>
                    <a:pt x="1429321" y="61188"/>
                  </a:lnTo>
                  <a:lnTo>
                    <a:pt x="1425905" y="61188"/>
                  </a:lnTo>
                  <a:lnTo>
                    <a:pt x="1423289" y="63868"/>
                  </a:lnTo>
                  <a:lnTo>
                    <a:pt x="1423289" y="70472"/>
                  </a:lnTo>
                  <a:lnTo>
                    <a:pt x="1425905" y="73164"/>
                  </a:lnTo>
                  <a:lnTo>
                    <a:pt x="1527530" y="73164"/>
                  </a:lnTo>
                  <a:lnTo>
                    <a:pt x="1530134" y="70472"/>
                  </a:lnTo>
                  <a:lnTo>
                    <a:pt x="1530134" y="63868"/>
                  </a:lnTo>
                  <a:close/>
                </a:path>
                <a:path w="1683385" h="335914">
                  <a:moveTo>
                    <a:pt x="1530134" y="12141"/>
                  </a:moveTo>
                  <a:lnTo>
                    <a:pt x="1527530" y="9461"/>
                  </a:lnTo>
                  <a:lnTo>
                    <a:pt x="1429321" y="9461"/>
                  </a:lnTo>
                  <a:lnTo>
                    <a:pt x="1425905" y="9461"/>
                  </a:lnTo>
                  <a:lnTo>
                    <a:pt x="1423289" y="12141"/>
                  </a:lnTo>
                  <a:lnTo>
                    <a:pt x="1423289" y="18745"/>
                  </a:lnTo>
                  <a:lnTo>
                    <a:pt x="1425905" y="21437"/>
                  </a:lnTo>
                  <a:lnTo>
                    <a:pt x="1527530" y="21437"/>
                  </a:lnTo>
                  <a:lnTo>
                    <a:pt x="1530134" y="18745"/>
                  </a:lnTo>
                  <a:lnTo>
                    <a:pt x="1530134" y="12141"/>
                  </a:lnTo>
                  <a:close/>
                </a:path>
                <a:path w="1683385" h="335914">
                  <a:moveTo>
                    <a:pt x="1683169" y="97853"/>
                  </a:moveTo>
                  <a:lnTo>
                    <a:pt x="1664500" y="93192"/>
                  </a:lnTo>
                  <a:lnTo>
                    <a:pt x="1662112" y="101460"/>
                  </a:lnTo>
                  <a:lnTo>
                    <a:pt x="1658899" y="108648"/>
                  </a:lnTo>
                  <a:lnTo>
                    <a:pt x="1623326" y="128752"/>
                  </a:lnTo>
                  <a:lnTo>
                    <a:pt x="1614893" y="128752"/>
                  </a:lnTo>
                  <a:lnTo>
                    <a:pt x="1583156" y="102285"/>
                  </a:lnTo>
                  <a:lnTo>
                    <a:pt x="1577936" y="71158"/>
                  </a:lnTo>
                  <a:lnTo>
                    <a:pt x="1578229" y="64287"/>
                  </a:lnTo>
                  <a:lnTo>
                    <a:pt x="1592605" y="27749"/>
                  </a:lnTo>
                  <a:lnTo>
                    <a:pt x="1624723" y="15824"/>
                  </a:lnTo>
                  <a:lnTo>
                    <a:pt x="1634172" y="15824"/>
                  </a:lnTo>
                  <a:lnTo>
                    <a:pt x="1662480" y="45034"/>
                  </a:lnTo>
                  <a:lnTo>
                    <a:pt x="1680756" y="40741"/>
                  </a:lnTo>
                  <a:lnTo>
                    <a:pt x="1653032" y="6019"/>
                  </a:lnTo>
                  <a:lnTo>
                    <a:pt x="1625130" y="0"/>
                  </a:lnTo>
                  <a:lnTo>
                    <a:pt x="1616100" y="533"/>
                  </a:lnTo>
                  <a:lnTo>
                    <a:pt x="1577301" y="18834"/>
                  </a:lnTo>
                  <a:lnTo>
                    <a:pt x="1559382" y="60680"/>
                  </a:lnTo>
                  <a:lnTo>
                    <a:pt x="1558861" y="71259"/>
                  </a:lnTo>
                  <a:lnTo>
                    <a:pt x="1559306" y="81102"/>
                  </a:lnTo>
                  <a:lnTo>
                    <a:pt x="1575320" y="124117"/>
                  </a:lnTo>
                  <a:lnTo>
                    <a:pt x="1614043" y="144005"/>
                  </a:lnTo>
                  <a:lnTo>
                    <a:pt x="1624926" y="144576"/>
                  </a:lnTo>
                  <a:lnTo>
                    <a:pt x="1635506" y="143827"/>
                  </a:lnTo>
                  <a:lnTo>
                    <a:pt x="1669161" y="125958"/>
                  </a:lnTo>
                  <a:lnTo>
                    <a:pt x="1683169" y="9785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2" name="object 42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4896983" y="4981657"/>
              <a:ext cx="124113" cy="139827"/>
            </a:xfrm>
            <a:prstGeom prst="rect">
              <a:avLst/>
            </a:prstGeom>
          </p:spPr>
        </p:pic>
        <p:sp>
          <p:nvSpPr>
            <p:cNvPr id="43" name="object 43"/>
            <p:cNvSpPr/>
            <p:nvPr/>
          </p:nvSpPr>
          <p:spPr>
            <a:xfrm>
              <a:off x="5047807" y="5133540"/>
              <a:ext cx="55244" cy="55244"/>
            </a:xfrm>
            <a:custGeom>
              <a:avLst/>
              <a:gdLst/>
              <a:ahLst/>
              <a:cxnLst/>
              <a:rect l="l" t="t" r="r" b="b"/>
              <a:pathLst>
                <a:path w="55245" h="55245">
                  <a:moveTo>
                    <a:pt x="8434" y="0"/>
                  </a:moveTo>
                  <a:lnTo>
                    <a:pt x="4619" y="0"/>
                  </a:lnTo>
                  <a:lnTo>
                    <a:pt x="2209" y="2335"/>
                  </a:lnTo>
                  <a:lnTo>
                    <a:pt x="0" y="4670"/>
                  </a:lnTo>
                  <a:lnTo>
                    <a:pt x="0" y="8462"/>
                  </a:lnTo>
                  <a:lnTo>
                    <a:pt x="2209" y="10817"/>
                  </a:lnTo>
                  <a:lnTo>
                    <a:pt x="44182" y="52430"/>
                  </a:lnTo>
                  <a:lnTo>
                    <a:pt x="46592" y="54785"/>
                  </a:lnTo>
                  <a:lnTo>
                    <a:pt x="50408" y="54785"/>
                  </a:lnTo>
                  <a:lnTo>
                    <a:pt x="52617" y="52430"/>
                  </a:lnTo>
                  <a:lnTo>
                    <a:pt x="55027" y="50095"/>
                  </a:lnTo>
                  <a:lnTo>
                    <a:pt x="55027" y="46303"/>
                  </a:lnTo>
                  <a:lnTo>
                    <a:pt x="84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4" name="object 44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5595274" y="4981657"/>
              <a:ext cx="123913" cy="139827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5520364" y="5133660"/>
              <a:ext cx="50800" cy="50165"/>
            </a:xfrm>
            <a:custGeom>
              <a:avLst/>
              <a:gdLst/>
              <a:ahLst/>
              <a:cxnLst/>
              <a:rect l="l" t="t" r="r" b="b"/>
              <a:pathLst>
                <a:path w="50800" h="50164">
                  <a:moveTo>
                    <a:pt x="45387" y="0"/>
                  </a:moveTo>
                  <a:lnTo>
                    <a:pt x="41572" y="0"/>
                  </a:lnTo>
                  <a:lnTo>
                    <a:pt x="39362" y="2355"/>
                  </a:lnTo>
                  <a:lnTo>
                    <a:pt x="2409" y="38938"/>
                  </a:lnTo>
                  <a:lnTo>
                    <a:pt x="0" y="41273"/>
                  </a:lnTo>
                  <a:lnTo>
                    <a:pt x="0" y="45065"/>
                  </a:lnTo>
                  <a:lnTo>
                    <a:pt x="4819" y="49736"/>
                  </a:lnTo>
                  <a:lnTo>
                    <a:pt x="8635" y="49736"/>
                  </a:lnTo>
                  <a:lnTo>
                    <a:pt x="50207" y="8482"/>
                  </a:lnTo>
                  <a:lnTo>
                    <a:pt x="50207" y="4690"/>
                  </a:lnTo>
                  <a:lnTo>
                    <a:pt x="4538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6" name="object 46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601701" y="5388108"/>
              <a:ext cx="110457" cy="139807"/>
            </a:xfrm>
            <a:prstGeom prst="rect">
              <a:avLst/>
            </a:prstGeom>
          </p:spPr>
        </p:pic>
        <p:sp>
          <p:nvSpPr>
            <p:cNvPr id="47" name="object 47"/>
            <p:cNvSpPr/>
            <p:nvPr/>
          </p:nvSpPr>
          <p:spPr>
            <a:xfrm>
              <a:off x="4896980" y="5182501"/>
              <a:ext cx="1693545" cy="345440"/>
            </a:xfrm>
            <a:custGeom>
              <a:avLst/>
              <a:gdLst/>
              <a:ahLst/>
              <a:cxnLst/>
              <a:rect l="l" t="t" r="r" b="b"/>
              <a:pathLst>
                <a:path w="1693545" h="345439">
                  <a:moveTo>
                    <a:pt x="124117" y="345414"/>
                  </a:moveTo>
                  <a:lnTo>
                    <a:pt x="94792" y="299935"/>
                  </a:lnTo>
                  <a:lnTo>
                    <a:pt x="72898" y="281813"/>
                  </a:lnTo>
                  <a:lnTo>
                    <a:pt x="82346" y="279971"/>
                  </a:lnTo>
                  <a:lnTo>
                    <a:pt x="111861" y="250901"/>
                  </a:lnTo>
                  <a:lnTo>
                    <a:pt x="112458" y="243751"/>
                  </a:lnTo>
                  <a:lnTo>
                    <a:pt x="112458" y="236067"/>
                  </a:lnTo>
                  <a:lnTo>
                    <a:pt x="110655" y="229044"/>
                  </a:lnTo>
                  <a:lnTo>
                    <a:pt x="106641" y="222681"/>
                  </a:lnTo>
                  <a:lnTo>
                    <a:pt x="105664" y="221056"/>
                  </a:lnTo>
                  <a:lnTo>
                    <a:pt x="102819" y="216331"/>
                  </a:lnTo>
                  <a:lnTo>
                    <a:pt x="97599" y="211874"/>
                  </a:lnTo>
                  <a:lnTo>
                    <a:pt x="93383" y="210299"/>
                  </a:lnTo>
                  <a:lnTo>
                    <a:pt x="93383" y="237147"/>
                  </a:lnTo>
                  <a:lnTo>
                    <a:pt x="93383" y="248259"/>
                  </a:lnTo>
                  <a:lnTo>
                    <a:pt x="92176" y="252450"/>
                  </a:lnTo>
                  <a:lnTo>
                    <a:pt x="89573" y="256311"/>
                  </a:lnTo>
                  <a:lnTo>
                    <a:pt x="87160" y="260134"/>
                  </a:lnTo>
                  <a:lnTo>
                    <a:pt x="83540" y="262953"/>
                  </a:lnTo>
                  <a:lnTo>
                    <a:pt x="73901" y="266446"/>
                  </a:lnTo>
                  <a:lnTo>
                    <a:pt x="67271" y="267322"/>
                  </a:lnTo>
                  <a:lnTo>
                    <a:pt x="18669" y="267322"/>
                  </a:lnTo>
                  <a:lnTo>
                    <a:pt x="18669" y="221056"/>
                  </a:lnTo>
                  <a:lnTo>
                    <a:pt x="73698" y="221056"/>
                  </a:lnTo>
                  <a:lnTo>
                    <a:pt x="81330" y="223189"/>
                  </a:lnTo>
                  <a:lnTo>
                    <a:pt x="90970" y="231724"/>
                  </a:lnTo>
                  <a:lnTo>
                    <a:pt x="93383" y="237147"/>
                  </a:lnTo>
                  <a:lnTo>
                    <a:pt x="93383" y="210299"/>
                  </a:lnTo>
                  <a:lnTo>
                    <a:pt x="62458" y="205613"/>
                  </a:lnTo>
                  <a:lnTo>
                    <a:pt x="0" y="205613"/>
                  </a:lnTo>
                  <a:lnTo>
                    <a:pt x="0" y="345414"/>
                  </a:lnTo>
                  <a:lnTo>
                    <a:pt x="18669" y="345414"/>
                  </a:lnTo>
                  <a:lnTo>
                    <a:pt x="18669" y="283324"/>
                  </a:lnTo>
                  <a:lnTo>
                    <a:pt x="44983" y="283324"/>
                  </a:lnTo>
                  <a:lnTo>
                    <a:pt x="59042" y="287718"/>
                  </a:lnTo>
                  <a:lnTo>
                    <a:pt x="61849" y="289496"/>
                  </a:lnTo>
                  <a:lnTo>
                    <a:pt x="100609" y="345414"/>
                  </a:lnTo>
                  <a:lnTo>
                    <a:pt x="124117" y="345414"/>
                  </a:lnTo>
                  <a:close/>
                </a:path>
                <a:path w="1693545" h="345439">
                  <a:moveTo>
                    <a:pt x="197218" y="141782"/>
                  </a:moveTo>
                  <a:lnTo>
                    <a:pt x="194805" y="139446"/>
                  </a:lnTo>
                  <a:lnTo>
                    <a:pt x="192595" y="137096"/>
                  </a:lnTo>
                  <a:lnTo>
                    <a:pt x="188772" y="137096"/>
                  </a:lnTo>
                  <a:lnTo>
                    <a:pt x="127927" y="197434"/>
                  </a:lnTo>
                  <a:lnTo>
                    <a:pt x="125717" y="199783"/>
                  </a:lnTo>
                  <a:lnTo>
                    <a:pt x="125717" y="203581"/>
                  </a:lnTo>
                  <a:lnTo>
                    <a:pt x="127927" y="205917"/>
                  </a:lnTo>
                  <a:lnTo>
                    <a:pt x="130340" y="208241"/>
                  </a:lnTo>
                  <a:lnTo>
                    <a:pt x="134150" y="208241"/>
                  </a:lnTo>
                  <a:lnTo>
                    <a:pt x="194805" y="147916"/>
                  </a:lnTo>
                  <a:lnTo>
                    <a:pt x="197218" y="145580"/>
                  </a:lnTo>
                  <a:lnTo>
                    <a:pt x="197218" y="141782"/>
                  </a:lnTo>
                  <a:close/>
                </a:path>
                <a:path w="1693545" h="345439">
                  <a:moveTo>
                    <a:pt x="684834" y="186016"/>
                  </a:moveTo>
                  <a:lnTo>
                    <a:pt x="682625" y="183654"/>
                  </a:lnTo>
                  <a:lnTo>
                    <a:pt x="643064" y="144360"/>
                  </a:lnTo>
                  <a:lnTo>
                    <a:pt x="640651" y="142024"/>
                  </a:lnTo>
                  <a:lnTo>
                    <a:pt x="636828" y="142024"/>
                  </a:lnTo>
                  <a:lnTo>
                    <a:pt x="632015" y="146697"/>
                  </a:lnTo>
                  <a:lnTo>
                    <a:pt x="632015" y="150482"/>
                  </a:lnTo>
                  <a:lnTo>
                    <a:pt x="676402" y="194475"/>
                  </a:lnTo>
                  <a:lnTo>
                    <a:pt x="680212" y="194475"/>
                  </a:lnTo>
                  <a:lnTo>
                    <a:pt x="682625" y="192138"/>
                  </a:lnTo>
                  <a:lnTo>
                    <a:pt x="684834" y="189801"/>
                  </a:lnTo>
                  <a:lnTo>
                    <a:pt x="684834" y="186016"/>
                  </a:lnTo>
                  <a:close/>
                </a:path>
                <a:path w="1693545" h="345439">
                  <a:moveTo>
                    <a:pt x="1404010" y="97853"/>
                  </a:moveTo>
                  <a:lnTo>
                    <a:pt x="1385328" y="93192"/>
                  </a:lnTo>
                  <a:lnTo>
                    <a:pt x="1382953" y="101460"/>
                  </a:lnTo>
                  <a:lnTo>
                    <a:pt x="1379728" y="108648"/>
                  </a:lnTo>
                  <a:lnTo>
                    <a:pt x="1344168" y="128752"/>
                  </a:lnTo>
                  <a:lnTo>
                    <a:pt x="1335722" y="128752"/>
                  </a:lnTo>
                  <a:lnTo>
                    <a:pt x="1303997" y="102285"/>
                  </a:lnTo>
                  <a:lnTo>
                    <a:pt x="1298778" y="71158"/>
                  </a:lnTo>
                  <a:lnTo>
                    <a:pt x="1299070" y="64287"/>
                  </a:lnTo>
                  <a:lnTo>
                    <a:pt x="1313446" y="27749"/>
                  </a:lnTo>
                  <a:lnTo>
                    <a:pt x="1345565" y="15824"/>
                  </a:lnTo>
                  <a:lnTo>
                    <a:pt x="1355001" y="15824"/>
                  </a:lnTo>
                  <a:lnTo>
                    <a:pt x="1383322" y="45034"/>
                  </a:lnTo>
                  <a:lnTo>
                    <a:pt x="1401597" y="40741"/>
                  </a:lnTo>
                  <a:lnTo>
                    <a:pt x="1373873" y="6019"/>
                  </a:lnTo>
                  <a:lnTo>
                    <a:pt x="1345971" y="0"/>
                  </a:lnTo>
                  <a:lnTo>
                    <a:pt x="1336929" y="533"/>
                  </a:lnTo>
                  <a:lnTo>
                    <a:pt x="1298143" y="18834"/>
                  </a:lnTo>
                  <a:lnTo>
                    <a:pt x="1280223" y="60680"/>
                  </a:lnTo>
                  <a:lnTo>
                    <a:pt x="1279690" y="71259"/>
                  </a:lnTo>
                  <a:lnTo>
                    <a:pt x="1280147" y="81102"/>
                  </a:lnTo>
                  <a:lnTo>
                    <a:pt x="1296162" y="124117"/>
                  </a:lnTo>
                  <a:lnTo>
                    <a:pt x="1334884" y="144005"/>
                  </a:lnTo>
                  <a:lnTo>
                    <a:pt x="1345768" y="144576"/>
                  </a:lnTo>
                  <a:lnTo>
                    <a:pt x="1356347" y="143827"/>
                  </a:lnTo>
                  <a:lnTo>
                    <a:pt x="1390002" y="125958"/>
                  </a:lnTo>
                  <a:lnTo>
                    <a:pt x="1404010" y="97853"/>
                  </a:lnTo>
                  <a:close/>
                </a:path>
                <a:path w="1693545" h="345439">
                  <a:moveTo>
                    <a:pt x="1540179" y="63868"/>
                  </a:moveTo>
                  <a:lnTo>
                    <a:pt x="1537563" y="61188"/>
                  </a:lnTo>
                  <a:lnTo>
                    <a:pt x="1441767" y="61188"/>
                  </a:lnTo>
                  <a:lnTo>
                    <a:pt x="1438351" y="61188"/>
                  </a:lnTo>
                  <a:lnTo>
                    <a:pt x="1435735" y="63868"/>
                  </a:lnTo>
                  <a:lnTo>
                    <a:pt x="1435735" y="70472"/>
                  </a:lnTo>
                  <a:lnTo>
                    <a:pt x="1438351" y="73164"/>
                  </a:lnTo>
                  <a:lnTo>
                    <a:pt x="1537563" y="73164"/>
                  </a:lnTo>
                  <a:lnTo>
                    <a:pt x="1540179" y="70472"/>
                  </a:lnTo>
                  <a:lnTo>
                    <a:pt x="1540179" y="63868"/>
                  </a:lnTo>
                  <a:close/>
                </a:path>
                <a:path w="1693545" h="345439">
                  <a:moveTo>
                    <a:pt x="1540179" y="12141"/>
                  </a:moveTo>
                  <a:lnTo>
                    <a:pt x="1537563" y="9461"/>
                  </a:lnTo>
                  <a:lnTo>
                    <a:pt x="1441767" y="9461"/>
                  </a:lnTo>
                  <a:lnTo>
                    <a:pt x="1438351" y="9461"/>
                  </a:lnTo>
                  <a:lnTo>
                    <a:pt x="1435735" y="12141"/>
                  </a:lnTo>
                  <a:lnTo>
                    <a:pt x="1435735" y="18745"/>
                  </a:lnTo>
                  <a:lnTo>
                    <a:pt x="1438351" y="21437"/>
                  </a:lnTo>
                  <a:lnTo>
                    <a:pt x="1537563" y="21437"/>
                  </a:lnTo>
                  <a:lnTo>
                    <a:pt x="1540179" y="18745"/>
                  </a:lnTo>
                  <a:lnTo>
                    <a:pt x="1540179" y="12141"/>
                  </a:lnTo>
                  <a:close/>
                </a:path>
                <a:path w="1693545" h="345439">
                  <a:moveTo>
                    <a:pt x="1693202" y="97853"/>
                  </a:moveTo>
                  <a:lnTo>
                    <a:pt x="1674533" y="93192"/>
                  </a:lnTo>
                  <a:lnTo>
                    <a:pt x="1672158" y="101460"/>
                  </a:lnTo>
                  <a:lnTo>
                    <a:pt x="1668932" y="108648"/>
                  </a:lnTo>
                  <a:lnTo>
                    <a:pt x="1633359" y="128752"/>
                  </a:lnTo>
                  <a:lnTo>
                    <a:pt x="1624926" y="128752"/>
                  </a:lnTo>
                  <a:lnTo>
                    <a:pt x="1593189" y="102285"/>
                  </a:lnTo>
                  <a:lnTo>
                    <a:pt x="1587969" y="71158"/>
                  </a:lnTo>
                  <a:lnTo>
                    <a:pt x="1588262" y="64287"/>
                  </a:lnTo>
                  <a:lnTo>
                    <a:pt x="1602638" y="27749"/>
                  </a:lnTo>
                  <a:lnTo>
                    <a:pt x="1634769" y="15824"/>
                  </a:lnTo>
                  <a:lnTo>
                    <a:pt x="1644205" y="15824"/>
                  </a:lnTo>
                  <a:lnTo>
                    <a:pt x="1672526" y="45034"/>
                  </a:lnTo>
                  <a:lnTo>
                    <a:pt x="1690801" y="40741"/>
                  </a:lnTo>
                  <a:lnTo>
                    <a:pt x="1663065" y="6019"/>
                  </a:lnTo>
                  <a:lnTo>
                    <a:pt x="1635163" y="0"/>
                  </a:lnTo>
                  <a:lnTo>
                    <a:pt x="1626133" y="533"/>
                  </a:lnTo>
                  <a:lnTo>
                    <a:pt x="1587347" y="18834"/>
                  </a:lnTo>
                  <a:lnTo>
                    <a:pt x="1569415" y="60680"/>
                  </a:lnTo>
                  <a:lnTo>
                    <a:pt x="1568894" y="71259"/>
                  </a:lnTo>
                  <a:lnTo>
                    <a:pt x="1569351" y="81102"/>
                  </a:lnTo>
                  <a:lnTo>
                    <a:pt x="1585366" y="124117"/>
                  </a:lnTo>
                  <a:lnTo>
                    <a:pt x="1624076" y="144005"/>
                  </a:lnTo>
                  <a:lnTo>
                    <a:pt x="1634959" y="144576"/>
                  </a:lnTo>
                  <a:lnTo>
                    <a:pt x="1645539" y="143827"/>
                  </a:lnTo>
                  <a:lnTo>
                    <a:pt x="1679194" y="125958"/>
                  </a:lnTo>
                  <a:lnTo>
                    <a:pt x="1693202" y="9785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8" name="object 4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5971432" y="4981657"/>
              <a:ext cx="124113" cy="139827"/>
            </a:xfrm>
            <a:prstGeom prst="rect">
              <a:avLst/>
            </a:prstGeom>
          </p:spPr>
        </p:pic>
        <p:sp>
          <p:nvSpPr>
            <p:cNvPr id="49" name="object 49"/>
            <p:cNvSpPr/>
            <p:nvPr/>
          </p:nvSpPr>
          <p:spPr>
            <a:xfrm>
              <a:off x="6122256" y="5133540"/>
              <a:ext cx="53975" cy="53975"/>
            </a:xfrm>
            <a:custGeom>
              <a:avLst/>
              <a:gdLst/>
              <a:ahLst/>
              <a:cxnLst/>
              <a:rect l="l" t="t" r="r" b="b"/>
              <a:pathLst>
                <a:path w="53975" h="53975">
                  <a:moveTo>
                    <a:pt x="8434" y="0"/>
                  </a:moveTo>
                  <a:lnTo>
                    <a:pt x="4619" y="0"/>
                  </a:lnTo>
                  <a:lnTo>
                    <a:pt x="2209" y="2335"/>
                  </a:lnTo>
                  <a:lnTo>
                    <a:pt x="0" y="4670"/>
                  </a:lnTo>
                  <a:lnTo>
                    <a:pt x="0" y="8462"/>
                  </a:lnTo>
                  <a:lnTo>
                    <a:pt x="2209" y="10817"/>
                  </a:lnTo>
                  <a:lnTo>
                    <a:pt x="42977" y="51232"/>
                  </a:lnTo>
                  <a:lnTo>
                    <a:pt x="45387" y="53588"/>
                  </a:lnTo>
                  <a:lnTo>
                    <a:pt x="49203" y="53588"/>
                  </a:lnTo>
                  <a:lnTo>
                    <a:pt x="51412" y="51232"/>
                  </a:lnTo>
                  <a:lnTo>
                    <a:pt x="53822" y="48897"/>
                  </a:lnTo>
                  <a:lnTo>
                    <a:pt x="53822" y="45105"/>
                  </a:lnTo>
                  <a:lnTo>
                    <a:pt x="84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0" name="object 5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6669723" y="4981657"/>
              <a:ext cx="123913" cy="139827"/>
            </a:xfrm>
            <a:prstGeom prst="rect">
              <a:avLst/>
            </a:prstGeom>
          </p:spPr>
        </p:pic>
        <p:sp>
          <p:nvSpPr>
            <p:cNvPr id="51" name="object 51"/>
            <p:cNvSpPr/>
            <p:nvPr/>
          </p:nvSpPr>
          <p:spPr>
            <a:xfrm>
              <a:off x="1187335" y="5133670"/>
              <a:ext cx="5606415" cy="628015"/>
            </a:xfrm>
            <a:custGeom>
              <a:avLst/>
              <a:gdLst/>
              <a:ahLst/>
              <a:cxnLst/>
              <a:rect l="l" t="t" r="r" b="b"/>
              <a:pathLst>
                <a:path w="5606415" h="628014">
                  <a:moveTo>
                    <a:pt x="97320" y="524103"/>
                  </a:moveTo>
                  <a:lnTo>
                    <a:pt x="79959" y="524103"/>
                  </a:lnTo>
                  <a:lnTo>
                    <a:pt x="68884" y="576656"/>
                  </a:lnTo>
                  <a:lnTo>
                    <a:pt x="67246" y="582777"/>
                  </a:lnTo>
                  <a:lnTo>
                    <a:pt x="41008" y="612381"/>
                  </a:lnTo>
                  <a:lnTo>
                    <a:pt x="36258" y="613549"/>
                  </a:lnTo>
                  <a:lnTo>
                    <a:pt x="26860" y="613549"/>
                  </a:lnTo>
                  <a:lnTo>
                    <a:pt x="23406" y="612495"/>
                  </a:lnTo>
                  <a:lnTo>
                    <a:pt x="18745" y="608228"/>
                  </a:lnTo>
                  <a:lnTo>
                    <a:pt x="17576" y="605256"/>
                  </a:lnTo>
                  <a:lnTo>
                    <a:pt x="17576" y="598449"/>
                  </a:lnTo>
                  <a:lnTo>
                    <a:pt x="18135" y="594258"/>
                  </a:lnTo>
                  <a:lnTo>
                    <a:pt x="32918" y="524103"/>
                  </a:lnTo>
                  <a:lnTo>
                    <a:pt x="15544" y="524103"/>
                  </a:lnTo>
                  <a:lnTo>
                    <a:pt x="1092" y="592912"/>
                  </a:lnTo>
                  <a:lnTo>
                    <a:pt x="0" y="600227"/>
                  </a:lnTo>
                  <a:lnTo>
                    <a:pt x="0" y="610984"/>
                  </a:lnTo>
                  <a:lnTo>
                    <a:pt x="2438" y="616470"/>
                  </a:lnTo>
                  <a:lnTo>
                    <a:pt x="12090" y="625424"/>
                  </a:lnTo>
                  <a:lnTo>
                    <a:pt x="18440" y="627659"/>
                  </a:lnTo>
                  <a:lnTo>
                    <a:pt x="26314" y="627659"/>
                  </a:lnTo>
                  <a:lnTo>
                    <a:pt x="35852" y="626376"/>
                  </a:lnTo>
                  <a:lnTo>
                    <a:pt x="45288" y="622515"/>
                  </a:lnTo>
                  <a:lnTo>
                    <a:pt x="54610" y="616077"/>
                  </a:lnTo>
                  <a:lnTo>
                    <a:pt x="63830" y="607072"/>
                  </a:lnTo>
                  <a:lnTo>
                    <a:pt x="59994" y="625373"/>
                  </a:lnTo>
                  <a:lnTo>
                    <a:pt x="76022" y="625373"/>
                  </a:lnTo>
                  <a:lnTo>
                    <a:pt x="97320" y="524103"/>
                  </a:lnTo>
                  <a:close/>
                </a:path>
                <a:path w="5606415" h="628014">
                  <a:moveTo>
                    <a:pt x="204927" y="538873"/>
                  </a:moveTo>
                  <a:lnTo>
                    <a:pt x="202577" y="532917"/>
                  </a:lnTo>
                  <a:lnTo>
                    <a:pt x="193179" y="524014"/>
                  </a:lnTo>
                  <a:lnTo>
                    <a:pt x="186690" y="521804"/>
                  </a:lnTo>
                  <a:lnTo>
                    <a:pt x="172237" y="521804"/>
                  </a:lnTo>
                  <a:lnTo>
                    <a:pt x="166166" y="523405"/>
                  </a:lnTo>
                  <a:lnTo>
                    <a:pt x="154266" y="529755"/>
                  </a:lnTo>
                  <a:lnTo>
                    <a:pt x="147878" y="534797"/>
                  </a:lnTo>
                  <a:lnTo>
                    <a:pt x="141033" y="541743"/>
                  </a:lnTo>
                  <a:lnTo>
                    <a:pt x="144767" y="524103"/>
                  </a:lnTo>
                  <a:lnTo>
                    <a:pt x="129019" y="524103"/>
                  </a:lnTo>
                  <a:lnTo>
                    <a:pt x="107734" y="625373"/>
                  </a:lnTo>
                  <a:lnTo>
                    <a:pt x="125095" y="625373"/>
                  </a:lnTo>
                  <a:lnTo>
                    <a:pt x="134988" y="578269"/>
                  </a:lnTo>
                  <a:lnTo>
                    <a:pt x="137769" y="567537"/>
                  </a:lnTo>
                  <a:lnTo>
                    <a:pt x="167551" y="536613"/>
                  </a:lnTo>
                  <a:lnTo>
                    <a:pt x="174040" y="536016"/>
                  </a:lnTo>
                  <a:lnTo>
                    <a:pt x="178447" y="536016"/>
                  </a:lnTo>
                  <a:lnTo>
                    <a:pt x="181813" y="537057"/>
                  </a:lnTo>
                  <a:lnTo>
                    <a:pt x="186499" y="541261"/>
                  </a:lnTo>
                  <a:lnTo>
                    <a:pt x="187655" y="544004"/>
                  </a:lnTo>
                  <a:lnTo>
                    <a:pt x="187655" y="550341"/>
                  </a:lnTo>
                  <a:lnTo>
                    <a:pt x="186994" y="554951"/>
                  </a:lnTo>
                  <a:lnTo>
                    <a:pt x="172110" y="625373"/>
                  </a:lnTo>
                  <a:lnTo>
                    <a:pt x="189484" y="625373"/>
                  </a:lnTo>
                  <a:lnTo>
                    <a:pt x="204114" y="555967"/>
                  </a:lnTo>
                  <a:lnTo>
                    <a:pt x="204927" y="550062"/>
                  </a:lnTo>
                  <a:lnTo>
                    <a:pt x="204927" y="538873"/>
                  </a:lnTo>
                  <a:close/>
                </a:path>
                <a:path w="5606415" h="628014">
                  <a:moveTo>
                    <a:pt x="4908207" y="394246"/>
                  </a:moveTo>
                  <a:lnTo>
                    <a:pt x="4878883" y="348767"/>
                  </a:lnTo>
                  <a:lnTo>
                    <a:pt x="4856988" y="330644"/>
                  </a:lnTo>
                  <a:lnTo>
                    <a:pt x="4866437" y="328803"/>
                  </a:lnTo>
                  <a:lnTo>
                    <a:pt x="4874590" y="326021"/>
                  </a:lnTo>
                  <a:lnTo>
                    <a:pt x="4881423" y="322313"/>
                  </a:lnTo>
                  <a:lnTo>
                    <a:pt x="4886922" y="317677"/>
                  </a:lnTo>
                  <a:lnTo>
                    <a:pt x="4888103" y="316153"/>
                  </a:lnTo>
                  <a:lnTo>
                    <a:pt x="4891138" y="312280"/>
                  </a:lnTo>
                  <a:lnTo>
                    <a:pt x="4894148" y="306298"/>
                  </a:lnTo>
                  <a:lnTo>
                    <a:pt x="4895951" y="299732"/>
                  </a:lnTo>
                  <a:lnTo>
                    <a:pt x="4896561" y="292582"/>
                  </a:lnTo>
                  <a:lnTo>
                    <a:pt x="4896561" y="284899"/>
                  </a:lnTo>
                  <a:lnTo>
                    <a:pt x="4894745" y="277876"/>
                  </a:lnTo>
                  <a:lnTo>
                    <a:pt x="4890732" y="271513"/>
                  </a:lnTo>
                  <a:lnTo>
                    <a:pt x="4889754" y="269887"/>
                  </a:lnTo>
                  <a:lnTo>
                    <a:pt x="4886922" y="265163"/>
                  </a:lnTo>
                  <a:lnTo>
                    <a:pt x="4881689" y="260705"/>
                  </a:lnTo>
                  <a:lnTo>
                    <a:pt x="4877473" y="259130"/>
                  </a:lnTo>
                  <a:lnTo>
                    <a:pt x="4877473" y="285978"/>
                  </a:lnTo>
                  <a:lnTo>
                    <a:pt x="4877473" y="297091"/>
                  </a:lnTo>
                  <a:lnTo>
                    <a:pt x="4876266" y="301282"/>
                  </a:lnTo>
                  <a:lnTo>
                    <a:pt x="4873663" y="305142"/>
                  </a:lnTo>
                  <a:lnTo>
                    <a:pt x="4871250" y="308965"/>
                  </a:lnTo>
                  <a:lnTo>
                    <a:pt x="4867630" y="311785"/>
                  </a:lnTo>
                  <a:lnTo>
                    <a:pt x="4857991" y="315277"/>
                  </a:lnTo>
                  <a:lnTo>
                    <a:pt x="4851374" y="316153"/>
                  </a:lnTo>
                  <a:lnTo>
                    <a:pt x="4802771" y="316153"/>
                  </a:lnTo>
                  <a:lnTo>
                    <a:pt x="4802771" y="269887"/>
                  </a:lnTo>
                  <a:lnTo>
                    <a:pt x="4857801" y="269887"/>
                  </a:lnTo>
                  <a:lnTo>
                    <a:pt x="4865421" y="272021"/>
                  </a:lnTo>
                  <a:lnTo>
                    <a:pt x="4875073" y="280555"/>
                  </a:lnTo>
                  <a:lnTo>
                    <a:pt x="4877473" y="285978"/>
                  </a:lnTo>
                  <a:lnTo>
                    <a:pt x="4877473" y="259130"/>
                  </a:lnTo>
                  <a:lnTo>
                    <a:pt x="4846548" y="254444"/>
                  </a:lnTo>
                  <a:lnTo>
                    <a:pt x="4784090" y="254444"/>
                  </a:lnTo>
                  <a:lnTo>
                    <a:pt x="4784090" y="394246"/>
                  </a:lnTo>
                  <a:lnTo>
                    <a:pt x="4802771" y="394246"/>
                  </a:lnTo>
                  <a:lnTo>
                    <a:pt x="4802771" y="332155"/>
                  </a:lnTo>
                  <a:lnTo>
                    <a:pt x="4829073" y="332155"/>
                  </a:lnTo>
                  <a:lnTo>
                    <a:pt x="4843132" y="336550"/>
                  </a:lnTo>
                  <a:lnTo>
                    <a:pt x="4845951" y="338328"/>
                  </a:lnTo>
                  <a:lnTo>
                    <a:pt x="4884712" y="394246"/>
                  </a:lnTo>
                  <a:lnTo>
                    <a:pt x="4908207" y="394246"/>
                  </a:lnTo>
                  <a:close/>
                </a:path>
                <a:path w="5606415" h="628014">
                  <a:moveTo>
                    <a:pt x="4981308" y="190614"/>
                  </a:moveTo>
                  <a:lnTo>
                    <a:pt x="4978895" y="188277"/>
                  </a:lnTo>
                  <a:lnTo>
                    <a:pt x="4976685" y="185928"/>
                  </a:lnTo>
                  <a:lnTo>
                    <a:pt x="4972875" y="185928"/>
                  </a:lnTo>
                  <a:lnTo>
                    <a:pt x="4914430" y="243865"/>
                  </a:lnTo>
                  <a:lnTo>
                    <a:pt x="4912220" y="246227"/>
                  </a:lnTo>
                  <a:lnTo>
                    <a:pt x="4912220" y="250012"/>
                  </a:lnTo>
                  <a:lnTo>
                    <a:pt x="4914430" y="252349"/>
                  </a:lnTo>
                  <a:lnTo>
                    <a:pt x="4916843" y="254685"/>
                  </a:lnTo>
                  <a:lnTo>
                    <a:pt x="4920653" y="254685"/>
                  </a:lnTo>
                  <a:lnTo>
                    <a:pt x="4978895" y="196748"/>
                  </a:lnTo>
                  <a:lnTo>
                    <a:pt x="4981308" y="194411"/>
                  </a:lnTo>
                  <a:lnTo>
                    <a:pt x="4981308" y="190614"/>
                  </a:lnTo>
                  <a:close/>
                </a:path>
                <a:path w="5606415" h="628014">
                  <a:moveTo>
                    <a:pt x="5457672" y="4686"/>
                  </a:moveTo>
                  <a:lnTo>
                    <a:pt x="5452859" y="0"/>
                  </a:lnTo>
                  <a:lnTo>
                    <a:pt x="5449036" y="0"/>
                  </a:lnTo>
                  <a:lnTo>
                    <a:pt x="5446839" y="2349"/>
                  </a:lnTo>
                  <a:lnTo>
                    <a:pt x="5411089" y="37731"/>
                  </a:lnTo>
                  <a:lnTo>
                    <a:pt x="5408676" y="40068"/>
                  </a:lnTo>
                  <a:lnTo>
                    <a:pt x="5408676" y="43865"/>
                  </a:lnTo>
                  <a:lnTo>
                    <a:pt x="5413502" y="48539"/>
                  </a:lnTo>
                  <a:lnTo>
                    <a:pt x="5417312" y="48539"/>
                  </a:lnTo>
                  <a:lnTo>
                    <a:pt x="5457672" y="8483"/>
                  </a:lnTo>
                  <a:lnTo>
                    <a:pt x="5457672" y="4686"/>
                  </a:lnTo>
                  <a:close/>
                </a:path>
                <a:path w="5606415" h="628014">
                  <a:moveTo>
                    <a:pt x="5464708" y="230517"/>
                  </a:moveTo>
                  <a:lnTo>
                    <a:pt x="5427154" y="193192"/>
                  </a:lnTo>
                  <a:lnTo>
                    <a:pt x="5424741" y="190855"/>
                  </a:lnTo>
                  <a:lnTo>
                    <a:pt x="5420931" y="190855"/>
                  </a:lnTo>
                  <a:lnTo>
                    <a:pt x="5416105" y="195529"/>
                  </a:lnTo>
                  <a:lnTo>
                    <a:pt x="5416105" y="199313"/>
                  </a:lnTo>
                  <a:lnTo>
                    <a:pt x="5453862" y="236639"/>
                  </a:lnTo>
                  <a:lnTo>
                    <a:pt x="5456072" y="239001"/>
                  </a:lnTo>
                  <a:lnTo>
                    <a:pt x="5459882" y="239001"/>
                  </a:lnTo>
                  <a:lnTo>
                    <a:pt x="5464708" y="234302"/>
                  </a:lnTo>
                  <a:lnTo>
                    <a:pt x="5464708" y="230517"/>
                  </a:lnTo>
                  <a:close/>
                </a:path>
                <a:path w="5606415" h="628014">
                  <a:moveTo>
                    <a:pt x="5606288" y="394246"/>
                  </a:moveTo>
                  <a:lnTo>
                    <a:pt x="5576976" y="348767"/>
                  </a:lnTo>
                  <a:lnTo>
                    <a:pt x="5571756" y="342557"/>
                  </a:lnTo>
                  <a:lnTo>
                    <a:pt x="5566334" y="337616"/>
                  </a:lnTo>
                  <a:lnTo>
                    <a:pt x="5563921" y="335318"/>
                  </a:lnTo>
                  <a:lnTo>
                    <a:pt x="5560098" y="332994"/>
                  </a:lnTo>
                  <a:lnTo>
                    <a:pt x="5558383" y="332155"/>
                  </a:lnTo>
                  <a:lnTo>
                    <a:pt x="5555285" y="330644"/>
                  </a:lnTo>
                  <a:lnTo>
                    <a:pt x="5564708" y="328803"/>
                  </a:lnTo>
                  <a:lnTo>
                    <a:pt x="5572811" y="326021"/>
                  </a:lnTo>
                  <a:lnTo>
                    <a:pt x="5579630" y="322313"/>
                  </a:lnTo>
                  <a:lnTo>
                    <a:pt x="5585206" y="317677"/>
                  </a:lnTo>
                  <a:lnTo>
                    <a:pt x="5586387" y="316153"/>
                  </a:lnTo>
                  <a:lnTo>
                    <a:pt x="5589422" y="312280"/>
                  </a:lnTo>
                  <a:lnTo>
                    <a:pt x="5592432" y="306298"/>
                  </a:lnTo>
                  <a:lnTo>
                    <a:pt x="5594248" y="299732"/>
                  </a:lnTo>
                  <a:lnTo>
                    <a:pt x="5594845" y="292582"/>
                  </a:lnTo>
                  <a:lnTo>
                    <a:pt x="5594845" y="284899"/>
                  </a:lnTo>
                  <a:lnTo>
                    <a:pt x="5575566" y="259080"/>
                  </a:lnTo>
                  <a:lnTo>
                    <a:pt x="5575566" y="285978"/>
                  </a:lnTo>
                  <a:lnTo>
                    <a:pt x="5575566" y="297091"/>
                  </a:lnTo>
                  <a:lnTo>
                    <a:pt x="5549455" y="316153"/>
                  </a:lnTo>
                  <a:lnTo>
                    <a:pt x="5501056" y="316153"/>
                  </a:lnTo>
                  <a:lnTo>
                    <a:pt x="5501056" y="269887"/>
                  </a:lnTo>
                  <a:lnTo>
                    <a:pt x="5555881" y="269887"/>
                  </a:lnTo>
                  <a:lnTo>
                    <a:pt x="5563514" y="272021"/>
                  </a:lnTo>
                  <a:lnTo>
                    <a:pt x="5573153" y="280555"/>
                  </a:lnTo>
                  <a:lnTo>
                    <a:pt x="5575566" y="285978"/>
                  </a:lnTo>
                  <a:lnTo>
                    <a:pt x="5575566" y="259080"/>
                  </a:lnTo>
                  <a:lnTo>
                    <a:pt x="5544642" y="254444"/>
                  </a:lnTo>
                  <a:lnTo>
                    <a:pt x="5482387" y="254444"/>
                  </a:lnTo>
                  <a:lnTo>
                    <a:pt x="5482387" y="394246"/>
                  </a:lnTo>
                  <a:lnTo>
                    <a:pt x="5501056" y="394246"/>
                  </a:lnTo>
                  <a:lnTo>
                    <a:pt x="5501056" y="332155"/>
                  </a:lnTo>
                  <a:lnTo>
                    <a:pt x="5527370" y="332155"/>
                  </a:lnTo>
                  <a:lnTo>
                    <a:pt x="5558891" y="356768"/>
                  </a:lnTo>
                  <a:lnTo>
                    <a:pt x="5582996" y="394246"/>
                  </a:lnTo>
                  <a:lnTo>
                    <a:pt x="5606288" y="3942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2" name="object 5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409123" y="5619225"/>
              <a:ext cx="1075432" cy="142103"/>
            </a:xfrm>
            <a:prstGeom prst="rect">
              <a:avLst/>
            </a:prstGeom>
          </p:spPr>
        </p:pic>
        <p:sp>
          <p:nvSpPr>
            <p:cNvPr id="53" name="object 53"/>
            <p:cNvSpPr/>
            <p:nvPr/>
          </p:nvSpPr>
          <p:spPr>
            <a:xfrm>
              <a:off x="2798191" y="5665457"/>
              <a:ext cx="560705" cy="106045"/>
            </a:xfrm>
            <a:custGeom>
              <a:avLst/>
              <a:gdLst/>
              <a:ahLst/>
              <a:cxnLst/>
              <a:rect l="l" t="t" r="r" b="b"/>
              <a:pathLst>
                <a:path w="560704" h="106045">
                  <a:moveTo>
                    <a:pt x="153250" y="15646"/>
                  </a:moveTo>
                  <a:lnTo>
                    <a:pt x="151117" y="10020"/>
                  </a:lnTo>
                  <a:lnTo>
                    <a:pt x="142608" y="1993"/>
                  </a:lnTo>
                  <a:lnTo>
                    <a:pt x="136245" y="0"/>
                  </a:lnTo>
                  <a:lnTo>
                    <a:pt x="121399" y="0"/>
                  </a:lnTo>
                  <a:lnTo>
                    <a:pt x="115354" y="1574"/>
                  </a:lnTo>
                  <a:lnTo>
                    <a:pt x="103911" y="7861"/>
                  </a:lnTo>
                  <a:lnTo>
                    <a:pt x="98463" y="12611"/>
                  </a:lnTo>
                  <a:lnTo>
                    <a:pt x="93281" y="18973"/>
                  </a:lnTo>
                  <a:lnTo>
                    <a:pt x="91935" y="12992"/>
                  </a:lnTo>
                  <a:lnTo>
                    <a:pt x="89128" y="8343"/>
                  </a:lnTo>
                  <a:lnTo>
                    <a:pt x="80632" y="1676"/>
                  </a:lnTo>
                  <a:lnTo>
                    <a:pt x="75323" y="0"/>
                  </a:lnTo>
                  <a:lnTo>
                    <a:pt x="63042" y="0"/>
                  </a:lnTo>
                  <a:lnTo>
                    <a:pt x="57531" y="1358"/>
                  </a:lnTo>
                  <a:lnTo>
                    <a:pt x="47358" y="6819"/>
                  </a:lnTo>
                  <a:lnTo>
                    <a:pt x="41567" y="11798"/>
                  </a:lnTo>
                  <a:lnTo>
                    <a:pt x="35128" y="18973"/>
                  </a:lnTo>
                  <a:lnTo>
                    <a:pt x="38671" y="2298"/>
                  </a:lnTo>
                  <a:lnTo>
                    <a:pt x="21310" y="2298"/>
                  </a:lnTo>
                  <a:lnTo>
                    <a:pt x="0" y="103555"/>
                  </a:lnTo>
                  <a:lnTo>
                    <a:pt x="17373" y="103555"/>
                  </a:lnTo>
                  <a:lnTo>
                    <a:pt x="29616" y="45402"/>
                  </a:lnTo>
                  <a:lnTo>
                    <a:pt x="32385" y="37465"/>
                  </a:lnTo>
                  <a:lnTo>
                    <a:pt x="39179" y="26339"/>
                  </a:lnTo>
                  <a:lnTo>
                    <a:pt x="43573" y="21996"/>
                  </a:lnTo>
                  <a:lnTo>
                    <a:pt x="54381" y="15760"/>
                  </a:lnTo>
                  <a:lnTo>
                    <a:pt x="59563" y="14211"/>
                  </a:lnTo>
                  <a:lnTo>
                    <a:pt x="67818" y="14211"/>
                  </a:lnTo>
                  <a:lnTo>
                    <a:pt x="70510" y="15227"/>
                  </a:lnTo>
                  <a:lnTo>
                    <a:pt x="74663" y="19291"/>
                  </a:lnTo>
                  <a:lnTo>
                    <a:pt x="75704" y="21971"/>
                  </a:lnTo>
                  <a:lnTo>
                    <a:pt x="75704" y="27241"/>
                  </a:lnTo>
                  <a:lnTo>
                    <a:pt x="75209" y="30556"/>
                  </a:lnTo>
                  <a:lnTo>
                    <a:pt x="59778" y="103555"/>
                  </a:lnTo>
                  <a:lnTo>
                    <a:pt x="77152" y="103555"/>
                  </a:lnTo>
                  <a:lnTo>
                    <a:pt x="89750" y="43967"/>
                  </a:lnTo>
                  <a:lnTo>
                    <a:pt x="118503" y="14211"/>
                  </a:lnTo>
                  <a:lnTo>
                    <a:pt x="127520" y="14211"/>
                  </a:lnTo>
                  <a:lnTo>
                    <a:pt x="130517" y="15163"/>
                  </a:lnTo>
                  <a:lnTo>
                    <a:pt x="134734" y="18973"/>
                  </a:lnTo>
                  <a:lnTo>
                    <a:pt x="135775" y="21577"/>
                  </a:lnTo>
                  <a:lnTo>
                    <a:pt x="135775" y="27241"/>
                  </a:lnTo>
                  <a:lnTo>
                    <a:pt x="135178" y="31153"/>
                  </a:lnTo>
                  <a:lnTo>
                    <a:pt x="119951" y="103555"/>
                  </a:lnTo>
                  <a:lnTo>
                    <a:pt x="137325" y="103555"/>
                  </a:lnTo>
                  <a:lnTo>
                    <a:pt x="152514" y="31153"/>
                  </a:lnTo>
                  <a:lnTo>
                    <a:pt x="153250" y="25996"/>
                  </a:lnTo>
                  <a:lnTo>
                    <a:pt x="153250" y="15646"/>
                  </a:lnTo>
                  <a:close/>
                </a:path>
                <a:path w="560704" h="106045">
                  <a:moveTo>
                    <a:pt x="266395" y="42354"/>
                  </a:moveTo>
                  <a:lnTo>
                    <a:pt x="265684" y="33083"/>
                  </a:lnTo>
                  <a:lnTo>
                    <a:pt x="263563" y="24892"/>
                  </a:lnTo>
                  <a:lnTo>
                    <a:pt x="260045" y="17665"/>
                  </a:lnTo>
                  <a:lnTo>
                    <a:pt x="256654" y="13347"/>
                  </a:lnTo>
                  <a:lnTo>
                    <a:pt x="255155" y="11430"/>
                  </a:lnTo>
                  <a:lnTo>
                    <a:pt x="249123" y="6527"/>
                  </a:lnTo>
                  <a:lnTo>
                    <a:pt x="249123" y="33083"/>
                  </a:lnTo>
                  <a:lnTo>
                    <a:pt x="249123" y="48031"/>
                  </a:lnTo>
                  <a:lnTo>
                    <a:pt x="232867" y="83439"/>
                  </a:lnTo>
                  <a:lnTo>
                    <a:pt x="229844" y="86499"/>
                  </a:lnTo>
                  <a:lnTo>
                    <a:pt x="226428" y="88773"/>
                  </a:lnTo>
                  <a:lnTo>
                    <a:pt x="222821" y="90271"/>
                  </a:lnTo>
                  <a:lnTo>
                    <a:pt x="218998" y="91770"/>
                  </a:lnTo>
                  <a:lnTo>
                    <a:pt x="215392" y="92506"/>
                  </a:lnTo>
                  <a:lnTo>
                    <a:pt x="204546" y="92506"/>
                  </a:lnTo>
                  <a:lnTo>
                    <a:pt x="198716" y="90055"/>
                  </a:lnTo>
                  <a:lnTo>
                    <a:pt x="189484" y="80187"/>
                  </a:lnTo>
                  <a:lnTo>
                    <a:pt x="187350" y="73202"/>
                  </a:lnTo>
                  <a:lnTo>
                    <a:pt x="187274" y="58280"/>
                  </a:lnTo>
                  <a:lnTo>
                    <a:pt x="188074" y="52412"/>
                  </a:lnTo>
                  <a:lnTo>
                    <a:pt x="209969" y="17195"/>
                  </a:lnTo>
                  <a:lnTo>
                    <a:pt x="214388" y="14630"/>
                  </a:lnTo>
                  <a:lnTo>
                    <a:pt x="219405" y="13347"/>
                  </a:lnTo>
                  <a:lnTo>
                    <a:pt x="231851" y="13347"/>
                  </a:lnTo>
                  <a:lnTo>
                    <a:pt x="237680" y="15887"/>
                  </a:lnTo>
                  <a:lnTo>
                    <a:pt x="246913" y="25984"/>
                  </a:lnTo>
                  <a:lnTo>
                    <a:pt x="249123" y="33083"/>
                  </a:lnTo>
                  <a:lnTo>
                    <a:pt x="249123" y="6527"/>
                  </a:lnTo>
                  <a:lnTo>
                    <a:pt x="242023" y="2857"/>
                  </a:lnTo>
                  <a:lnTo>
                    <a:pt x="234175" y="711"/>
                  </a:lnTo>
                  <a:lnTo>
                    <a:pt x="225425" y="0"/>
                  </a:lnTo>
                  <a:lnTo>
                    <a:pt x="214249" y="1003"/>
                  </a:lnTo>
                  <a:lnTo>
                    <a:pt x="179717" y="26390"/>
                  </a:lnTo>
                  <a:lnTo>
                    <a:pt x="169824" y="64884"/>
                  </a:lnTo>
                  <a:lnTo>
                    <a:pt x="169799" y="73202"/>
                  </a:lnTo>
                  <a:lnTo>
                    <a:pt x="171577" y="80187"/>
                  </a:lnTo>
                  <a:lnTo>
                    <a:pt x="203542" y="105854"/>
                  </a:lnTo>
                  <a:lnTo>
                    <a:pt x="211569" y="105854"/>
                  </a:lnTo>
                  <a:lnTo>
                    <a:pt x="250736" y="88087"/>
                  </a:lnTo>
                  <a:lnTo>
                    <a:pt x="265950" y="50927"/>
                  </a:lnTo>
                  <a:lnTo>
                    <a:pt x="266395" y="42354"/>
                  </a:lnTo>
                  <a:close/>
                </a:path>
                <a:path w="560704" h="106045">
                  <a:moveTo>
                    <a:pt x="375450" y="17056"/>
                  </a:moveTo>
                  <a:lnTo>
                    <a:pt x="373037" y="11112"/>
                  </a:lnTo>
                  <a:lnTo>
                    <a:pt x="363601" y="2209"/>
                  </a:lnTo>
                  <a:lnTo>
                    <a:pt x="357174" y="0"/>
                  </a:lnTo>
                  <a:lnTo>
                    <a:pt x="342722" y="0"/>
                  </a:lnTo>
                  <a:lnTo>
                    <a:pt x="336689" y="1600"/>
                  </a:lnTo>
                  <a:lnTo>
                    <a:pt x="324840" y="7937"/>
                  </a:lnTo>
                  <a:lnTo>
                    <a:pt x="318414" y="12992"/>
                  </a:lnTo>
                  <a:lnTo>
                    <a:pt x="311581" y="19939"/>
                  </a:lnTo>
                  <a:lnTo>
                    <a:pt x="315201" y="2298"/>
                  </a:lnTo>
                  <a:lnTo>
                    <a:pt x="299542" y="2298"/>
                  </a:lnTo>
                  <a:lnTo>
                    <a:pt x="278244" y="103555"/>
                  </a:lnTo>
                  <a:lnTo>
                    <a:pt x="295516" y="103555"/>
                  </a:lnTo>
                  <a:lnTo>
                    <a:pt x="305562" y="56464"/>
                  </a:lnTo>
                  <a:lnTo>
                    <a:pt x="308317" y="45720"/>
                  </a:lnTo>
                  <a:lnTo>
                    <a:pt x="338048" y="14808"/>
                  </a:lnTo>
                  <a:lnTo>
                    <a:pt x="344525" y="14211"/>
                  </a:lnTo>
                  <a:lnTo>
                    <a:pt x="348945" y="14211"/>
                  </a:lnTo>
                  <a:lnTo>
                    <a:pt x="352361" y="15265"/>
                  </a:lnTo>
                  <a:lnTo>
                    <a:pt x="356971" y="19456"/>
                  </a:lnTo>
                  <a:lnTo>
                    <a:pt x="358178" y="22186"/>
                  </a:lnTo>
                  <a:lnTo>
                    <a:pt x="358178" y="28536"/>
                  </a:lnTo>
                  <a:lnTo>
                    <a:pt x="357581" y="33147"/>
                  </a:lnTo>
                  <a:lnTo>
                    <a:pt x="342722" y="103555"/>
                  </a:lnTo>
                  <a:lnTo>
                    <a:pt x="359981" y="103555"/>
                  </a:lnTo>
                  <a:lnTo>
                    <a:pt x="374650" y="34163"/>
                  </a:lnTo>
                  <a:lnTo>
                    <a:pt x="375450" y="28257"/>
                  </a:lnTo>
                  <a:lnTo>
                    <a:pt x="375450" y="17056"/>
                  </a:lnTo>
                  <a:close/>
                </a:path>
                <a:path w="560704" h="106045">
                  <a:moveTo>
                    <a:pt x="489318" y="42354"/>
                  </a:moveTo>
                  <a:lnTo>
                    <a:pt x="488607" y="33083"/>
                  </a:lnTo>
                  <a:lnTo>
                    <a:pt x="486486" y="24892"/>
                  </a:lnTo>
                  <a:lnTo>
                    <a:pt x="482968" y="17665"/>
                  </a:lnTo>
                  <a:lnTo>
                    <a:pt x="479577" y="13347"/>
                  </a:lnTo>
                  <a:lnTo>
                    <a:pt x="478078" y="11430"/>
                  </a:lnTo>
                  <a:lnTo>
                    <a:pt x="472046" y="6527"/>
                  </a:lnTo>
                  <a:lnTo>
                    <a:pt x="472046" y="33083"/>
                  </a:lnTo>
                  <a:lnTo>
                    <a:pt x="472046" y="48031"/>
                  </a:lnTo>
                  <a:lnTo>
                    <a:pt x="455790" y="83439"/>
                  </a:lnTo>
                  <a:lnTo>
                    <a:pt x="452767" y="86499"/>
                  </a:lnTo>
                  <a:lnTo>
                    <a:pt x="449351" y="88773"/>
                  </a:lnTo>
                  <a:lnTo>
                    <a:pt x="445744" y="90271"/>
                  </a:lnTo>
                  <a:lnTo>
                    <a:pt x="441921" y="91770"/>
                  </a:lnTo>
                  <a:lnTo>
                    <a:pt x="438315" y="92506"/>
                  </a:lnTo>
                  <a:lnTo>
                    <a:pt x="427469" y="92506"/>
                  </a:lnTo>
                  <a:lnTo>
                    <a:pt x="421640" y="90055"/>
                  </a:lnTo>
                  <a:lnTo>
                    <a:pt x="412407" y="80187"/>
                  </a:lnTo>
                  <a:lnTo>
                    <a:pt x="410273" y="73202"/>
                  </a:lnTo>
                  <a:lnTo>
                    <a:pt x="410197" y="58280"/>
                  </a:lnTo>
                  <a:lnTo>
                    <a:pt x="410997" y="52412"/>
                  </a:lnTo>
                  <a:lnTo>
                    <a:pt x="432892" y="17195"/>
                  </a:lnTo>
                  <a:lnTo>
                    <a:pt x="437311" y="14630"/>
                  </a:lnTo>
                  <a:lnTo>
                    <a:pt x="442328" y="13347"/>
                  </a:lnTo>
                  <a:lnTo>
                    <a:pt x="454774" y="13347"/>
                  </a:lnTo>
                  <a:lnTo>
                    <a:pt x="460603" y="15887"/>
                  </a:lnTo>
                  <a:lnTo>
                    <a:pt x="469836" y="25984"/>
                  </a:lnTo>
                  <a:lnTo>
                    <a:pt x="472046" y="33083"/>
                  </a:lnTo>
                  <a:lnTo>
                    <a:pt x="472046" y="6527"/>
                  </a:lnTo>
                  <a:lnTo>
                    <a:pt x="464947" y="2857"/>
                  </a:lnTo>
                  <a:lnTo>
                    <a:pt x="457098" y="711"/>
                  </a:lnTo>
                  <a:lnTo>
                    <a:pt x="448348" y="0"/>
                  </a:lnTo>
                  <a:lnTo>
                    <a:pt x="437172" y="1003"/>
                  </a:lnTo>
                  <a:lnTo>
                    <a:pt x="402640" y="26390"/>
                  </a:lnTo>
                  <a:lnTo>
                    <a:pt x="392747" y="64884"/>
                  </a:lnTo>
                  <a:lnTo>
                    <a:pt x="392722" y="73202"/>
                  </a:lnTo>
                  <a:lnTo>
                    <a:pt x="394500" y="80187"/>
                  </a:lnTo>
                  <a:lnTo>
                    <a:pt x="426466" y="105854"/>
                  </a:lnTo>
                  <a:lnTo>
                    <a:pt x="434492" y="105854"/>
                  </a:lnTo>
                  <a:lnTo>
                    <a:pt x="473659" y="88087"/>
                  </a:lnTo>
                  <a:lnTo>
                    <a:pt x="488873" y="50927"/>
                  </a:lnTo>
                  <a:lnTo>
                    <a:pt x="489318" y="42354"/>
                  </a:lnTo>
                  <a:close/>
                </a:path>
                <a:path w="560704" h="106045">
                  <a:moveTo>
                    <a:pt x="560412" y="44348"/>
                  </a:moveTo>
                  <a:lnTo>
                    <a:pt x="507403" y="44348"/>
                  </a:lnTo>
                  <a:lnTo>
                    <a:pt x="503783" y="61607"/>
                  </a:lnTo>
                  <a:lnTo>
                    <a:pt x="556806" y="61607"/>
                  </a:lnTo>
                  <a:lnTo>
                    <a:pt x="560412" y="4434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4" name="object 54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187847" y="5599267"/>
              <a:ext cx="230152" cy="142103"/>
            </a:xfrm>
            <a:prstGeom prst="rect">
              <a:avLst/>
            </a:prstGeom>
          </p:spPr>
        </p:pic>
        <p:pic>
          <p:nvPicPr>
            <p:cNvPr id="55" name="object 55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5182565" y="5639183"/>
              <a:ext cx="260679" cy="141524"/>
            </a:xfrm>
            <a:prstGeom prst="rect">
              <a:avLst/>
            </a:prstGeom>
          </p:spPr>
        </p:pic>
        <p:pic>
          <p:nvPicPr>
            <p:cNvPr id="56" name="object 56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6126473" y="5640899"/>
              <a:ext cx="494647" cy="140386"/>
            </a:xfrm>
            <a:prstGeom prst="rect">
              <a:avLst/>
            </a:prstGeom>
          </p:spPr>
        </p:pic>
        <p:sp>
          <p:nvSpPr>
            <p:cNvPr id="57" name="object 57"/>
            <p:cNvSpPr/>
            <p:nvPr/>
          </p:nvSpPr>
          <p:spPr>
            <a:xfrm>
              <a:off x="1061618" y="4571492"/>
              <a:ext cx="6066790" cy="1727200"/>
            </a:xfrm>
            <a:custGeom>
              <a:avLst/>
              <a:gdLst/>
              <a:ahLst/>
              <a:cxnLst/>
              <a:rect l="l" t="t" r="r" b="b"/>
              <a:pathLst>
                <a:path w="6066790" h="1727200">
                  <a:moveTo>
                    <a:pt x="6066193" y="0"/>
                  </a:moveTo>
                  <a:lnTo>
                    <a:pt x="6017996" y="0"/>
                  </a:lnTo>
                  <a:lnTo>
                    <a:pt x="6017996" y="1678774"/>
                  </a:lnTo>
                  <a:lnTo>
                    <a:pt x="0" y="1678774"/>
                  </a:lnTo>
                  <a:lnTo>
                    <a:pt x="0" y="1726882"/>
                  </a:lnTo>
                  <a:lnTo>
                    <a:pt x="6066193" y="1726882"/>
                  </a:lnTo>
                  <a:lnTo>
                    <a:pt x="6066193" y="1678774"/>
                  </a:lnTo>
                  <a:lnTo>
                    <a:pt x="606619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1013429" y="4523435"/>
              <a:ext cx="6066790" cy="1727835"/>
            </a:xfrm>
            <a:custGeom>
              <a:avLst/>
              <a:gdLst/>
              <a:ahLst/>
              <a:cxnLst/>
              <a:rect l="l" t="t" r="r" b="b"/>
              <a:pathLst>
                <a:path w="6066790" h="1727835">
                  <a:moveTo>
                    <a:pt x="6066190" y="1727391"/>
                  </a:moveTo>
                  <a:lnTo>
                    <a:pt x="6066190" y="1457486"/>
                  </a:lnTo>
                  <a:lnTo>
                    <a:pt x="6066190" y="863695"/>
                  </a:lnTo>
                  <a:lnTo>
                    <a:pt x="6066190" y="269904"/>
                  </a:lnTo>
                  <a:lnTo>
                    <a:pt x="6066190" y="0"/>
                  </a:lnTo>
                  <a:lnTo>
                    <a:pt x="5118348" y="0"/>
                  </a:lnTo>
                  <a:lnTo>
                    <a:pt x="3033095" y="0"/>
                  </a:lnTo>
                  <a:lnTo>
                    <a:pt x="947842" y="0"/>
                  </a:lnTo>
                  <a:lnTo>
                    <a:pt x="0" y="0"/>
                  </a:lnTo>
                  <a:lnTo>
                    <a:pt x="0" y="269904"/>
                  </a:lnTo>
                  <a:lnTo>
                    <a:pt x="0" y="863695"/>
                  </a:lnTo>
                  <a:lnTo>
                    <a:pt x="0" y="1457486"/>
                  </a:lnTo>
                  <a:lnTo>
                    <a:pt x="0" y="1727391"/>
                  </a:lnTo>
                  <a:lnTo>
                    <a:pt x="947842" y="1727391"/>
                  </a:lnTo>
                  <a:lnTo>
                    <a:pt x="3033095" y="1727391"/>
                  </a:lnTo>
                  <a:lnTo>
                    <a:pt x="5118348" y="1727391"/>
                  </a:lnTo>
                  <a:lnTo>
                    <a:pt x="6066190" y="1727391"/>
                  </a:lnTo>
                  <a:lnTo>
                    <a:pt x="6066190" y="1457486"/>
                  </a:lnTo>
                  <a:lnTo>
                    <a:pt x="6066190" y="863695"/>
                  </a:lnTo>
                  <a:lnTo>
                    <a:pt x="6066190" y="269904"/>
                  </a:lnTo>
                  <a:lnTo>
                    <a:pt x="6066190" y="0"/>
                  </a:lnTo>
                </a:path>
              </a:pathLst>
            </a:custGeom>
            <a:ln w="1198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9" name="object 59"/>
          <p:cNvSpPr txBox="1">
            <a:spLocks noGrp="1"/>
          </p:cNvSpPr>
          <p:nvPr>
            <p:ph type="title"/>
          </p:nvPr>
        </p:nvSpPr>
        <p:spPr>
          <a:xfrm>
            <a:off x="2420239" y="309117"/>
            <a:ext cx="716089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Hydrogenation</a:t>
            </a:r>
            <a:r>
              <a:rPr dirty="0"/>
              <a:t> </a:t>
            </a:r>
            <a:r>
              <a:rPr spc="-5" dirty="0"/>
              <a:t>and </a:t>
            </a:r>
            <a:r>
              <a:rPr spc="-30" dirty="0"/>
              <a:t>alkene</a:t>
            </a:r>
            <a:r>
              <a:rPr spc="5" dirty="0"/>
              <a:t> </a:t>
            </a:r>
            <a:r>
              <a:rPr spc="-20" dirty="0"/>
              <a:t>stability</a:t>
            </a:r>
            <a:endParaRPr spc="-20" dirty="0"/>
          </a:p>
        </p:txBody>
      </p:sp>
      <p:sp>
        <p:nvSpPr>
          <p:cNvPr id="60" name="object 6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43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999738" y="201294"/>
            <a:ext cx="419608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Reactions:</a:t>
            </a:r>
            <a:r>
              <a:rPr spc="-55" dirty="0"/>
              <a:t> </a:t>
            </a:r>
            <a:r>
              <a:rPr spc="-20" dirty="0"/>
              <a:t>oxidation</a:t>
            </a:r>
            <a:endParaRPr spc="-20" dirty="0"/>
          </a:p>
        </p:txBody>
      </p:sp>
      <p:sp>
        <p:nvSpPr>
          <p:cNvPr id="3" name="object 3"/>
          <p:cNvSpPr/>
          <p:nvPr/>
        </p:nvSpPr>
        <p:spPr>
          <a:xfrm>
            <a:off x="1533169" y="3338601"/>
            <a:ext cx="512445" cy="523875"/>
          </a:xfrm>
          <a:custGeom>
            <a:avLst/>
            <a:gdLst/>
            <a:ahLst/>
            <a:cxnLst/>
            <a:rect l="l" t="t" r="r" b="b"/>
            <a:pathLst>
              <a:path w="512444" h="523875">
                <a:moveTo>
                  <a:pt x="452005" y="155041"/>
                </a:moveTo>
                <a:lnTo>
                  <a:pt x="449211" y="151955"/>
                </a:lnTo>
                <a:lnTo>
                  <a:pt x="441896" y="151561"/>
                </a:lnTo>
                <a:lnTo>
                  <a:pt x="438785" y="154368"/>
                </a:lnTo>
                <a:lnTo>
                  <a:pt x="426313" y="390017"/>
                </a:lnTo>
                <a:lnTo>
                  <a:pt x="426110" y="393649"/>
                </a:lnTo>
                <a:lnTo>
                  <a:pt x="428917" y="396722"/>
                </a:lnTo>
                <a:lnTo>
                  <a:pt x="436219" y="397103"/>
                </a:lnTo>
                <a:lnTo>
                  <a:pt x="439331" y="394322"/>
                </a:lnTo>
                <a:lnTo>
                  <a:pt x="452005" y="155041"/>
                </a:lnTo>
                <a:close/>
              </a:path>
              <a:path w="512444" h="523875">
                <a:moveTo>
                  <a:pt x="512038" y="119164"/>
                </a:moveTo>
                <a:lnTo>
                  <a:pt x="511314" y="117563"/>
                </a:lnTo>
                <a:lnTo>
                  <a:pt x="511352" y="116903"/>
                </a:lnTo>
                <a:lnTo>
                  <a:pt x="510717" y="116217"/>
                </a:lnTo>
                <a:lnTo>
                  <a:pt x="510336" y="115354"/>
                </a:lnTo>
                <a:lnTo>
                  <a:pt x="509714" y="115125"/>
                </a:lnTo>
                <a:lnTo>
                  <a:pt x="508546" y="113830"/>
                </a:lnTo>
                <a:lnTo>
                  <a:pt x="505980" y="113703"/>
                </a:lnTo>
                <a:lnTo>
                  <a:pt x="497674" y="110553"/>
                </a:lnTo>
                <a:lnTo>
                  <a:pt x="497674" y="124599"/>
                </a:lnTo>
                <a:lnTo>
                  <a:pt x="481533" y="429310"/>
                </a:lnTo>
                <a:lnTo>
                  <a:pt x="183667" y="508292"/>
                </a:lnTo>
                <a:lnTo>
                  <a:pt x="15722" y="252387"/>
                </a:lnTo>
                <a:lnTo>
                  <a:pt x="209778" y="15252"/>
                </a:lnTo>
                <a:lnTo>
                  <a:pt x="497674" y="124599"/>
                </a:lnTo>
                <a:lnTo>
                  <a:pt x="497674" y="110553"/>
                </a:lnTo>
                <a:lnTo>
                  <a:pt x="211048" y="1689"/>
                </a:lnTo>
                <a:lnTo>
                  <a:pt x="208991" y="38"/>
                </a:lnTo>
                <a:lnTo>
                  <a:pt x="207225" y="228"/>
                </a:lnTo>
                <a:lnTo>
                  <a:pt x="206629" y="0"/>
                </a:lnTo>
                <a:lnTo>
                  <a:pt x="205740" y="393"/>
                </a:lnTo>
                <a:lnTo>
                  <a:pt x="204838" y="482"/>
                </a:lnTo>
                <a:lnTo>
                  <a:pt x="204444" y="965"/>
                </a:lnTo>
                <a:lnTo>
                  <a:pt x="202806" y="1676"/>
                </a:lnTo>
                <a:lnTo>
                  <a:pt x="201841" y="4140"/>
                </a:lnTo>
                <a:lnTo>
                  <a:pt x="3073" y="247027"/>
                </a:lnTo>
                <a:lnTo>
                  <a:pt x="876" y="248437"/>
                </a:lnTo>
                <a:lnTo>
                  <a:pt x="495" y="250177"/>
                </a:lnTo>
                <a:lnTo>
                  <a:pt x="114" y="250647"/>
                </a:lnTo>
                <a:lnTo>
                  <a:pt x="203" y="251548"/>
                </a:lnTo>
                <a:lnTo>
                  <a:pt x="0" y="252501"/>
                </a:lnTo>
                <a:lnTo>
                  <a:pt x="355" y="253060"/>
                </a:lnTo>
                <a:lnTo>
                  <a:pt x="546" y="254774"/>
                </a:lnTo>
                <a:lnTo>
                  <a:pt x="2552" y="256400"/>
                </a:lnTo>
                <a:lnTo>
                  <a:pt x="174599" y="518541"/>
                </a:lnTo>
                <a:lnTo>
                  <a:pt x="175298" y="521068"/>
                </a:lnTo>
                <a:lnTo>
                  <a:pt x="176847" y="521957"/>
                </a:lnTo>
                <a:lnTo>
                  <a:pt x="177190" y="522465"/>
                </a:lnTo>
                <a:lnTo>
                  <a:pt x="178079" y="522668"/>
                </a:lnTo>
                <a:lnTo>
                  <a:pt x="178930" y="523138"/>
                </a:lnTo>
                <a:lnTo>
                  <a:pt x="179552" y="522973"/>
                </a:lnTo>
                <a:lnTo>
                  <a:pt x="181279" y="523341"/>
                </a:lnTo>
                <a:lnTo>
                  <a:pt x="183438" y="521944"/>
                </a:lnTo>
                <a:lnTo>
                  <a:pt x="488607" y="441020"/>
                </a:lnTo>
                <a:lnTo>
                  <a:pt x="491210" y="441147"/>
                </a:lnTo>
                <a:lnTo>
                  <a:pt x="492518" y="439991"/>
                </a:lnTo>
                <a:lnTo>
                  <a:pt x="493153" y="439813"/>
                </a:lnTo>
                <a:lnTo>
                  <a:pt x="493623" y="439000"/>
                </a:lnTo>
                <a:lnTo>
                  <a:pt x="494322" y="438378"/>
                </a:lnTo>
                <a:lnTo>
                  <a:pt x="494347" y="437756"/>
                </a:lnTo>
                <a:lnTo>
                  <a:pt x="495249" y="436206"/>
                </a:lnTo>
                <a:lnTo>
                  <a:pt x="494563" y="433705"/>
                </a:lnTo>
                <a:lnTo>
                  <a:pt x="511098" y="121577"/>
                </a:lnTo>
                <a:lnTo>
                  <a:pt x="512038" y="11916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036025" y="4013350"/>
            <a:ext cx="1016780" cy="15721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2199744" y="3378736"/>
            <a:ext cx="2675255" cy="281305"/>
            <a:chOff x="2199744" y="3378736"/>
            <a:chExt cx="2675255" cy="281305"/>
          </a:xfrm>
        </p:grpSpPr>
        <p:sp>
          <p:nvSpPr>
            <p:cNvPr id="6" name="object 6"/>
            <p:cNvSpPr/>
            <p:nvPr/>
          </p:nvSpPr>
          <p:spPr>
            <a:xfrm>
              <a:off x="2324468" y="3378847"/>
              <a:ext cx="98425" cy="201295"/>
            </a:xfrm>
            <a:custGeom>
              <a:avLst/>
              <a:gdLst/>
              <a:ahLst/>
              <a:cxnLst/>
              <a:rect l="l" t="t" r="r" b="b"/>
              <a:pathLst>
                <a:path w="98425" h="201295">
                  <a:moveTo>
                    <a:pt x="18986" y="44805"/>
                  </a:moveTo>
                  <a:lnTo>
                    <a:pt x="0" y="44805"/>
                  </a:lnTo>
                  <a:lnTo>
                    <a:pt x="0" y="155676"/>
                  </a:lnTo>
                  <a:lnTo>
                    <a:pt x="18986" y="155676"/>
                  </a:lnTo>
                  <a:lnTo>
                    <a:pt x="18986" y="44805"/>
                  </a:lnTo>
                  <a:close/>
                </a:path>
                <a:path w="98425" h="201295">
                  <a:moveTo>
                    <a:pt x="18986" y="2603"/>
                  </a:moveTo>
                  <a:lnTo>
                    <a:pt x="0" y="2603"/>
                  </a:lnTo>
                  <a:lnTo>
                    <a:pt x="0" y="24218"/>
                  </a:lnTo>
                  <a:lnTo>
                    <a:pt x="18986" y="24218"/>
                  </a:lnTo>
                  <a:lnTo>
                    <a:pt x="18986" y="2603"/>
                  </a:lnTo>
                  <a:close/>
                </a:path>
                <a:path w="98425" h="201295">
                  <a:moveTo>
                    <a:pt x="98399" y="100241"/>
                  </a:moveTo>
                  <a:lnTo>
                    <a:pt x="90271" y="52628"/>
                  </a:lnTo>
                  <a:lnTo>
                    <a:pt x="70192" y="13119"/>
                  </a:lnTo>
                  <a:lnTo>
                    <a:pt x="60921" y="0"/>
                  </a:lnTo>
                  <a:lnTo>
                    <a:pt x="47320" y="0"/>
                  </a:lnTo>
                  <a:lnTo>
                    <a:pt x="58000" y="18796"/>
                  </a:lnTo>
                  <a:lnTo>
                    <a:pt x="64300" y="31318"/>
                  </a:lnTo>
                  <a:lnTo>
                    <a:pt x="76314" y="71069"/>
                  </a:lnTo>
                  <a:lnTo>
                    <a:pt x="78879" y="100355"/>
                  </a:lnTo>
                  <a:lnTo>
                    <a:pt x="76898" y="125450"/>
                  </a:lnTo>
                  <a:lnTo>
                    <a:pt x="70980" y="150545"/>
                  </a:lnTo>
                  <a:lnTo>
                    <a:pt x="61112" y="175628"/>
                  </a:lnTo>
                  <a:lnTo>
                    <a:pt x="47320" y="200698"/>
                  </a:lnTo>
                  <a:lnTo>
                    <a:pt x="60921" y="200698"/>
                  </a:lnTo>
                  <a:lnTo>
                    <a:pt x="81711" y="167487"/>
                  </a:lnTo>
                  <a:lnTo>
                    <a:pt x="95656" y="127965"/>
                  </a:lnTo>
                  <a:lnTo>
                    <a:pt x="97713" y="114223"/>
                  </a:lnTo>
                  <a:lnTo>
                    <a:pt x="98399" y="10024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02760" y="3378736"/>
              <a:ext cx="147933" cy="158406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70086" y="3421130"/>
              <a:ext cx="93079" cy="115904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84316" y="3378736"/>
              <a:ext cx="242562" cy="20451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2199741" y="3513137"/>
              <a:ext cx="2560320" cy="118745"/>
            </a:xfrm>
            <a:custGeom>
              <a:avLst/>
              <a:gdLst/>
              <a:ahLst/>
              <a:cxnLst/>
              <a:rect l="l" t="t" r="r" b="b"/>
              <a:pathLst>
                <a:path w="2560320" h="118745">
                  <a:moveTo>
                    <a:pt x="878014" y="0"/>
                  </a:moveTo>
                  <a:lnTo>
                    <a:pt x="856386" y="0"/>
                  </a:lnTo>
                  <a:lnTo>
                    <a:pt x="856386" y="21386"/>
                  </a:lnTo>
                  <a:lnTo>
                    <a:pt x="867143" y="21386"/>
                  </a:lnTo>
                  <a:lnTo>
                    <a:pt x="866927" y="27724"/>
                  </a:lnTo>
                  <a:lnTo>
                    <a:pt x="865886" y="32575"/>
                  </a:lnTo>
                  <a:lnTo>
                    <a:pt x="862088" y="39357"/>
                  </a:lnTo>
                  <a:lnTo>
                    <a:pt x="859129" y="41910"/>
                  </a:lnTo>
                  <a:lnTo>
                    <a:pt x="855116" y="43637"/>
                  </a:lnTo>
                  <a:lnTo>
                    <a:pt x="860386" y="51676"/>
                  </a:lnTo>
                  <a:lnTo>
                    <a:pt x="866508" y="49034"/>
                  </a:lnTo>
                  <a:lnTo>
                    <a:pt x="870991" y="45300"/>
                  </a:lnTo>
                  <a:lnTo>
                    <a:pt x="876592" y="35610"/>
                  </a:lnTo>
                  <a:lnTo>
                    <a:pt x="878014" y="29260"/>
                  </a:lnTo>
                  <a:lnTo>
                    <a:pt x="878014" y="0"/>
                  </a:lnTo>
                  <a:close/>
                </a:path>
                <a:path w="2560320" h="118745">
                  <a:moveTo>
                    <a:pt x="2560282" y="105321"/>
                  </a:moveTo>
                  <a:lnTo>
                    <a:pt x="0" y="105321"/>
                  </a:lnTo>
                  <a:lnTo>
                    <a:pt x="0" y="118440"/>
                  </a:lnTo>
                  <a:lnTo>
                    <a:pt x="2560282" y="118440"/>
                  </a:lnTo>
                  <a:lnTo>
                    <a:pt x="2560282" y="1053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39712" y="3587927"/>
              <a:ext cx="134843" cy="71718"/>
            </a:xfrm>
            <a:prstGeom prst="rect">
              <a:avLst/>
            </a:prstGeom>
          </p:spPr>
        </p:pic>
      </p:grpSp>
      <p:grpSp>
        <p:nvGrpSpPr>
          <p:cNvPr id="12" name="object 12"/>
          <p:cNvGrpSpPr/>
          <p:nvPr/>
        </p:nvGrpSpPr>
        <p:grpSpPr>
          <a:xfrm>
            <a:off x="3166177" y="3381440"/>
            <a:ext cx="730885" cy="183515"/>
            <a:chOff x="3166177" y="3381440"/>
            <a:chExt cx="730885" cy="183515"/>
          </a:xfrm>
        </p:grpSpPr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166177" y="3421130"/>
              <a:ext cx="103259" cy="115904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3294832" y="3381440"/>
              <a:ext cx="19050" cy="153670"/>
            </a:xfrm>
            <a:custGeom>
              <a:avLst/>
              <a:gdLst/>
              <a:ahLst/>
              <a:cxnLst/>
              <a:rect l="l" t="t" r="r" b="b"/>
              <a:pathLst>
                <a:path w="19050" h="153670">
                  <a:moveTo>
                    <a:pt x="18994" y="0"/>
                  </a:moveTo>
                  <a:lnTo>
                    <a:pt x="0" y="0"/>
                  </a:lnTo>
                  <a:lnTo>
                    <a:pt x="0" y="153081"/>
                  </a:lnTo>
                  <a:lnTo>
                    <a:pt x="18994" y="153081"/>
                  </a:lnTo>
                  <a:lnTo>
                    <a:pt x="1899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337894" y="3421130"/>
              <a:ext cx="214203" cy="115904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576830" y="3381446"/>
              <a:ext cx="91202" cy="153074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692323" y="3421130"/>
              <a:ext cx="104893" cy="115904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3821506" y="3381451"/>
              <a:ext cx="75565" cy="183515"/>
            </a:xfrm>
            <a:custGeom>
              <a:avLst/>
              <a:gdLst/>
              <a:ahLst/>
              <a:cxnLst/>
              <a:rect l="l" t="t" r="r" b="b"/>
              <a:pathLst>
                <a:path w="75564" h="183514">
                  <a:moveTo>
                    <a:pt x="18986" y="0"/>
                  </a:moveTo>
                  <a:lnTo>
                    <a:pt x="0" y="0"/>
                  </a:lnTo>
                  <a:lnTo>
                    <a:pt x="0" y="153073"/>
                  </a:lnTo>
                  <a:lnTo>
                    <a:pt x="18986" y="153073"/>
                  </a:lnTo>
                  <a:lnTo>
                    <a:pt x="18986" y="0"/>
                  </a:lnTo>
                  <a:close/>
                </a:path>
                <a:path w="75564" h="183514">
                  <a:moveTo>
                    <a:pt x="75514" y="131686"/>
                  </a:moveTo>
                  <a:lnTo>
                    <a:pt x="53873" y="131686"/>
                  </a:lnTo>
                  <a:lnTo>
                    <a:pt x="53873" y="153073"/>
                  </a:lnTo>
                  <a:lnTo>
                    <a:pt x="64693" y="153073"/>
                  </a:lnTo>
                  <a:lnTo>
                    <a:pt x="64477" y="159410"/>
                  </a:lnTo>
                  <a:lnTo>
                    <a:pt x="63373" y="164261"/>
                  </a:lnTo>
                  <a:lnTo>
                    <a:pt x="61391" y="167652"/>
                  </a:lnTo>
                  <a:lnTo>
                    <a:pt x="59613" y="171043"/>
                  </a:lnTo>
                  <a:lnTo>
                    <a:pt x="56527" y="173596"/>
                  </a:lnTo>
                  <a:lnTo>
                    <a:pt x="52552" y="175323"/>
                  </a:lnTo>
                  <a:lnTo>
                    <a:pt x="57848" y="183362"/>
                  </a:lnTo>
                  <a:lnTo>
                    <a:pt x="64033" y="180721"/>
                  </a:lnTo>
                  <a:lnTo>
                    <a:pt x="68453" y="176987"/>
                  </a:lnTo>
                  <a:lnTo>
                    <a:pt x="74193" y="167297"/>
                  </a:lnTo>
                  <a:lnTo>
                    <a:pt x="75514" y="160947"/>
                  </a:lnTo>
                  <a:lnTo>
                    <a:pt x="75514" y="13168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9" name="object 19"/>
          <p:cNvGrpSpPr/>
          <p:nvPr/>
        </p:nvGrpSpPr>
        <p:grpSpPr>
          <a:xfrm>
            <a:off x="3986688" y="3380813"/>
            <a:ext cx="421005" cy="156845"/>
            <a:chOff x="3986688" y="3380813"/>
            <a:chExt cx="421005" cy="156845"/>
          </a:xfrm>
        </p:grpSpPr>
        <p:pic>
          <p:nvPicPr>
            <p:cNvPr id="20" name="object 20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986688" y="3380813"/>
              <a:ext cx="100918" cy="15633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4107027" y="3380816"/>
              <a:ext cx="175260" cy="154305"/>
            </a:xfrm>
            <a:custGeom>
              <a:avLst/>
              <a:gdLst/>
              <a:ahLst/>
              <a:cxnLst/>
              <a:rect l="l" t="t" r="r" b="b"/>
              <a:pathLst>
                <a:path w="175260" h="154304">
                  <a:moveTo>
                    <a:pt x="58356" y="88874"/>
                  </a:moveTo>
                  <a:lnTo>
                    <a:pt x="0" y="88874"/>
                  </a:lnTo>
                  <a:lnTo>
                    <a:pt x="0" y="107772"/>
                  </a:lnTo>
                  <a:lnTo>
                    <a:pt x="58356" y="107772"/>
                  </a:lnTo>
                  <a:lnTo>
                    <a:pt x="58356" y="88874"/>
                  </a:lnTo>
                  <a:close/>
                </a:path>
                <a:path w="175260" h="154304">
                  <a:moveTo>
                    <a:pt x="174904" y="135661"/>
                  </a:moveTo>
                  <a:lnTo>
                    <a:pt x="98933" y="135661"/>
                  </a:lnTo>
                  <a:lnTo>
                    <a:pt x="101142" y="132257"/>
                  </a:lnTo>
                  <a:lnTo>
                    <a:pt x="103797" y="128841"/>
                  </a:lnTo>
                  <a:lnTo>
                    <a:pt x="110121" y="122364"/>
                  </a:lnTo>
                  <a:lnTo>
                    <a:pt x="146519" y="90919"/>
                  </a:lnTo>
                  <a:lnTo>
                    <a:pt x="153073" y="84632"/>
                  </a:lnTo>
                  <a:lnTo>
                    <a:pt x="164084" y="72732"/>
                  </a:lnTo>
                  <a:lnTo>
                    <a:pt x="168275" y="66497"/>
                  </a:lnTo>
                  <a:lnTo>
                    <a:pt x="173355" y="54660"/>
                  </a:lnTo>
                  <a:lnTo>
                    <a:pt x="174675" y="48641"/>
                  </a:lnTo>
                  <a:lnTo>
                    <a:pt x="174675" y="42506"/>
                  </a:lnTo>
                  <a:lnTo>
                    <a:pt x="154609" y="6883"/>
                  </a:lnTo>
                  <a:lnTo>
                    <a:pt x="126314" y="0"/>
                  </a:lnTo>
                  <a:lnTo>
                    <a:pt x="115925" y="711"/>
                  </a:lnTo>
                  <a:lnTo>
                    <a:pt x="80962" y="25247"/>
                  </a:lnTo>
                  <a:lnTo>
                    <a:pt x="76187" y="44297"/>
                  </a:lnTo>
                  <a:lnTo>
                    <a:pt x="95618" y="46266"/>
                  </a:lnTo>
                  <a:lnTo>
                    <a:pt x="95846" y="36664"/>
                  </a:lnTo>
                  <a:lnTo>
                    <a:pt x="98501" y="29159"/>
                  </a:lnTo>
                  <a:lnTo>
                    <a:pt x="109537" y="18288"/>
                  </a:lnTo>
                  <a:lnTo>
                    <a:pt x="116827" y="15557"/>
                  </a:lnTo>
                  <a:lnTo>
                    <a:pt x="134708" y="15557"/>
                  </a:lnTo>
                  <a:lnTo>
                    <a:pt x="141554" y="18122"/>
                  </a:lnTo>
                  <a:lnTo>
                    <a:pt x="152374" y="28371"/>
                  </a:lnTo>
                  <a:lnTo>
                    <a:pt x="155028" y="34632"/>
                  </a:lnTo>
                  <a:lnTo>
                    <a:pt x="155028" y="49187"/>
                  </a:lnTo>
                  <a:lnTo>
                    <a:pt x="123736" y="87414"/>
                  </a:lnTo>
                  <a:lnTo>
                    <a:pt x="97802" y="109499"/>
                  </a:lnTo>
                  <a:lnTo>
                    <a:pt x="92036" y="115087"/>
                  </a:lnTo>
                  <a:lnTo>
                    <a:pt x="81495" y="126987"/>
                  </a:lnTo>
                  <a:lnTo>
                    <a:pt x="77520" y="133781"/>
                  </a:lnTo>
                  <a:lnTo>
                    <a:pt x="73101" y="144843"/>
                  </a:lnTo>
                  <a:lnTo>
                    <a:pt x="72440" y="149186"/>
                  </a:lnTo>
                  <a:lnTo>
                    <a:pt x="72656" y="153708"/>
                  </a:lnTo>
                  <a:lnTo>
                    <a:pt x="174904" y="153708"/>
                  </a:lnTo>
                  <a:lnTo>
                    <a:pt x="174904" y="13566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2" name="object 2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304680" y="3383544"/>
              <a:ext cx="102464" cy="153599"/>
            </a:xfrm>
            <a:prstGeom prst="rect">
              <a:avLst/>
            </a:prstGeom>
          </p:spPr>
        </p:pic>
      </p:grpSp>
      <p:pic>
        <p:nvPicPr>
          <p:cNvPr id="23" name="object 23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4489735" y="3378846"/>
            <a:ext cx="136692" cy="158297"/>
          </a:xfrm>
          <a:prstGeom prst="rect">
            <a:avLst/>
          </a:prstGeom>
        </p:spPr>
      </p:pic>
      <p:sp>
        <p:nvSpPr>
          <p:cNvPr id="24" name="object 24"/>
          <p:cNvSpPr/>
          <p:nvPr/>
        </p:nvSpPr>
        <p:spPr>
          <a:xfrm>
            <a:off x="2324468" y="3717556"/>
            <a:ext cx="147320" cy="201295"/>
          </a:xfrm>
          <a:custGeom>
            <a:avLst/>
            <a:gdLst/>
            <a:ahLst/>
            <a:cxnLst/>
            <a:rect l="l" t="t" r="r" b="b"/>
            <a:pathLst>
              <a:path w="147319" h="201295">
                <a:moveTo>
                  <a:pt x="18986" y="44805"/>
                </a:moveTo>
                <a:lnTo>
                  <a:pt x="0" y="44805"/>
                </a:lnTo>
                <a:lnTo>
                  <a:pt x="0" y="155676"/>
                </a:lnTo>
                <a:lnTo>
                  <a:pt x="18986" y="155676"/>
                </a:lnTo>
                <a:lnTo>
                  <a:pt x="18986" y="44805"/>
                </a:lnTo>
                <a:close/>
              </a:path>
              <a:path w="147319" h="201295">
                <a:moveTo>
                  <a:pt x="18986" y="2603"/>
                </a:moveTo>
                <a:lnTo>
                  <a:pt x="0" y="2603"/>
                </a:lnTo>
                <a:lnTo>
                  <a:pt x="0" y="24218"/>
                </a:lnTo>
                <a:lnTo>
                  <a:pt x="18986" y="24218"/>
                </a:lnTo>
                <a:lnTo>
                  <a:pt x="18986" y="2603"/>
                </a:lnTo>
                <a:close/>
              </a:path>
              <a:path w="147319" h="201295">
                <a:moveTo>
                  <a:pt x="67564" y="44805"/>
                </a:moveTo>
                <a:lnTo>
                  <a:pt x="48577" y="44805"/>
                </a:lnTo>
                <a:lnTo>
                  <a:pt x="48577" y="155676"/>
                </a:lnTo>
                <a:lnTo>
                  <a:pt x="67564" y="155676"/>
                </a:lnTo>
                <a:lnTo>
                  <a:pt x="67564" y="44805"/>
                </a:lnTo>
                <a:close/>
              </a:path>
              <a:path w="147319" h="201295">
                <a:moveTo>
                  <a:pt x="67564" y="2603"/>
                </a:moveTo>
                <a:lnTo>
                  <a:pt x="48577" y="2603"/>
                </a:lnTo>
                <a:lnTo>
                  <a:pt x="48577" y="24218"/>
                </a:lnTo>
                <a:lnTo>
                  <a:pt x="67564" y="24218"/>
                </a:lnTo>
                <a:lnTo>
                  <a:pt x="67564" y="2603"/>
                </a:lnTo>
                <a:close/>
              </a:path>
              <a:path w="147319" h="201295">
                <a:moveTo>
                  <a:pt x="146977" y="100241"/>
                </a:moveTo>
                <a:lnTo>
                  <a:pt x="138849" y="52628"/>
                </a:lnTo>
                <a:lnTo>
                  <a:pt x="118783" y="13119"/>
                </a:lnTo>
                <a:lnTo>
                  <a:pt x="109499" y="0"/>
                </a:lnTo>
                <a:lnTo>
                  <a:pt x="95897" y="0"/>
                </a:lnTo>
                <a:lnTo>
                  <a:pt x="106591" y="18796"/>
                </a:lnTo>
                <a:lnTo>
                  <a:pt x="112877" y="31318"/>
                </a:lnTo>
                <a:lnTo>
                  <a:pt x="124891" y="71069"/>
                </a:lnTo>
                <a:lnTo>
                  <a:pt x="127457" y="100355"/>
                </a:lnTo>
                <a:lnTo>
                  <a:pt x="125476" y="125450"/>
                </a:lnTo>
                <a:lnTo>
                  <a:pt x="119557" y="150545"/>
                </a:lnTo>
                <a:lnTo>
                  <a:pt x="109702" y="175628"/>
                </a:lnTo>
                <a:lnTo>
                  <a:pt x="95897" y="200698"/>
                </a:lnTo>
                <a:lnTo>
                  <a:pt x="109499" y="200698"/>
                </a:lnTo>
                <a:lnTo>
                  <a:pt x="130289" y="167487"/>
                </a:lnTo>
                <a:lnTo>
                  <a:pt x="144246" y="127965"/>
                </a:lnTo>
                <a:lnTo>
                  <a:pt x="146291" y="114223"/>
                </a:lnTo>
                <a:lnTo>
                  <a:pt x="146977" y="10024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25" name="object 25"/>
          <p:cNvGrpSpPr/>
          <p:nvPr/>
        </p:nvGrpSpPr>
        <p:grpSpPr>
          <a:xfrm>
            <a:off x="2548697" y="3759839"/>
            <a:ext cx="219710" cy="156210"/>
            <a:chOff x="2548697" y="3759839"/>
            <a:chExt cx="219710" cy="156210"/>
          </a:xfrm>
        </p:grpSpPr>
        <p:pic>
          <p:nvPicPr>
            <p:cNvPr id="26" name="object 2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2548697" y="3759839"/>
              <a:ext cx="103193" cy="115904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2671036" y="3759839"/>
              <a:ext cx="97098" cy="155893"/>
            </a:xfrm>
            <a:prstGeom prst="rect">
              <a:avLst/>
            </a:prstGeom>
          </p:spPr>
        </p:pic>
      </p:grpSp>
      <p:grpSp>
        <p:nvGrpSpPr>
          <p:cNvPr id="28" name="object 28"/>
          <p:cNvGrpSpPr/>
          <p:nvPr/>
        </p:nvGrpSpPr>
        <p:grpSpPr>
          <a:xfrm>
            <a:off x="2863201" y="3717445"/>
            <a:ext cx="824865" cy="207010"/>
            <a:chOff x="2863201" y="3717445"/>
            <a:chExt cx="824865" cy="207010"/>
          </a:xfrm>
        </p:grpSpPr>
        <p:pic>
          <p:nvPicPr>
            <p:cNvPr id="29" name="object 29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2863201" y="3720155"/>
              <a:ext cx="121875" cy="153074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013541" y="3759839"/>
              <a:ext cx="103193" cy="115904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3145596" y="3720155"/>
              <a:ext cx="121411" cy="153074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3297040" y="3717555"/>
              <a:ext cx="123001" cy="158297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3444571" y="3717445"/>
              <a:ext cx="147932" cy="158406"/>
            </a:xfrm>
            <a:prstGeom prst="rect">
              <a:avLst/>
            </a:prstGeom>
          </p:spPr>
        </p:pic>
        <p:pic>
          <p:nvPicPr>
            <p:cNvPr id="34" name="object 3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3612163" y="3807302"/>
              <a:ext cx="75523" cy="116690"/>
            </a:xfrm>
            <a:prstGeom prst="rect">
              <a:avLst/>
            </a:prstGeom>
          </p:spPr>
        </p:pic>
      </p:grpSp>
      <p:grpSp>
        <p:nvGrpSpPr>
          <p:cNvPr id="35" name="object 35"/>
          <p:cNvGrpSpPr/>
          <p:nvPr/>
        </p:nvGrpSpPr>
        <p:grpSpPr>
          <a:xfrm>
            <a:off x="5022373" y="3205951"/>
            <a:ext cx="1003300" cy="787400"/>
            <a:chOff x="5022373" y="3205951"/>
            <a:chExt cx="1003300" cy="787400"/>
          </a:xfrm>
        </p:grpSpPr>
        <p:sp>
          <p:nvSpPr>
            <p:cNvPr id="36" name="object 36"/>
            <p:cNvSpPr/>
            <p:nvPr/>
          </p:nvSpPr>
          <p:spPr>
            <a:xfrm>
              <a:off x="5022367" y="3205962"/>
              <a:ext cx="852169" cy="634365"/>
            </a:xfrm>
            <a:custGeom>
              <a:avLst/>
              <a:gdLst/>
              <a:ahLst/>
              <a:cxnLst/>
              <a:rect l="l" t="t" r="r" b="b"/>
              <a:pathLst>
                <a:path w="852170" h="634364">
                  <a:moveTo>
                    <a:pt x="511873" y="229946"/>
                  </a:moveTo>
                  <a:lnTo>
                    <a:pt x="511175" y="228244"/>
                  </a:lnTo>
                  <a:lnTo>
                    <a:pt x="511213" y="227698"/>
                  </a:lnTo>
                  <a:lnTo>
                    <a:pt x="510768" y="227228"/>
                  </a:lnTo>
                  <a:lnTo>
                    <a:pt x="510336" y="226148"/>
                  </a:lnTo>
                  <a:lnTo>
                    <a:pt x="509460" y="225818"/>
                  </a:lnTo>
                  <a:lnTo>
                    <a:pt x="508342" y="224612"/>
                  </a:lnTo>
                  <a:lnTo>
                    <a:pt x="505968" y="224497"/>
                  </a:lnTo>
                  <a:lnTo>
                    <a:pt x="497522" y="221297"/>
                  </a:lnTo>
                  <a:lnTo>
                    <a:pt x="497522" y="235343"/>
                  </a:lnTo>
                  <a:lnTo>
                    <a:pt x="481431" y="540092"/>
                  </a:lnTo>
                  <a:lnTo>
                    <a:pt x="183527" y="619086"/>
                  </a:lnTo>
                  <a:lnTo>
                    <a:pt x="15671" y="363220"/>
                  </a:lnTo>
                  <a:lnTo>
                    <a:pt x="209651" y="125996"/>
                  </a:lnTo>
                  <a:lnTo>
                    <a:pt x="497522" y="235343"/>
                  </a:lnTo>
                  <a:lnTo>
                    <a:pt x="497522" y="221297"/>
                  </a:lnTo>
                  <a:lnTo>
                    <a:pt x="211010" y="112509"/>
                  </a:lnTo>
                  <a:lnTo>
                    <a:pt x="208902" y="110832"/>
                  </a:lnTo>
                  <a:lnTo>
                    <a:pt x="207098" y="111023"/>
                  </a:lnTo>
                  <a:lnTo>
                    <a:pt x="206476" y="110782"/>
                  </a:lnTo>
                  <a:lnTo>
                    <a:pt x="205600" y="111175"/>
                  </a:lnTo>
                  <a:lnTo>
                    <a:pt x="204711" y="111264"/>
                  </a:lnTo>
                  <a:lnTo>
                    <a:pt x="204304" y="111760"/>
                  </a:lnTo>
                  <a:lnTo>
                    <a:pt x="202717" y="112471"/>
                  </a:lnTo>
                  <a:lnTo>
                    <a:pt x="201790" y="114833"/>
                  </a:lnTo>
                  <a:lnTo>
                    <a:pt x="3060" y="357695"/>
                  </a:lnTo>
                  <a:lnTo>
                    <a:pt x="660" y="359219"/>
                  </a:lnTo>
                  <a:lnTo>
                    <a:pt x="368" y="360972"/>
                  </a:lnTo>
                  <a:lnTo>
                    <a:pt x="0" y="361429"/>
                  </a:lnTo>
                  <a:lnTo>
                    <a:pt x="114" y="362546"/>
                  </a:lnTo>
                  <a:lnTo>
                    <a:pt x="0" y="363283"/>
                  </a:lnTo>
                  <a:lnTo>
                    <a:pt x="228" y="363651"/>
                  </a:lnTo>
                  <a:lnTo>
                    <a:pt x="444" y="365556"/>
                  </a:lnTo>
                  <a:lnTo>
                    <a:pt x="2628" y="367309"/>
                  </a:lnTo>
                  <a:lnTo>
                    <a:pt x="174447" y="629221"/>
                  </a:lnTo>
                  <a:lnTo>
                    <a:pt x="175120" y="631850"/>
                  </a:lnTo>
                  <a:lnTo>
                    <a:pt x="176784" y="632790"/>
                  </a:lnTo>
                  <a:lnTo>
                    <a:pt x="177101" y="633247"/>
                  </a:lnTo>
                  <a:lnTo>
                    <a:pt x="177977" y="633450"/>
                  </a:lnTo>
                  <a:lnTo>
                    <a:pt x="178866" y="633933"/>
                  </a:lnTo>
                  <a:lnTo>
                    <a:pt x="179476" y="633780"/>
                  </a:lnTo>
                  <a:lnTo>
                    <a:pt x="181076" y="634123"/>
                  </a:lnTo>
                  <a:lnTo>
                    <a:pt x="183146" y="632802"/>
                  </a:lnTo>
                  <a:lnTo>
                    <a:pt x="488581" y="551815"/>
                  </a:lnTo>
                  <a:lnTo>
                    <a:pt x="491121" y="551942"/>
                  </a:lnTo>
                  <a:lnTo>
                    <a:pt x="492379" y="550811"/>
                  </a:lnTo>
                  <a:lnTo>
                    <a:pt x="493115" y="550608"/>
                  </a:lnTo>
                  <a:lnTo>
                    <a:pt x="493610" y="549694"/>
                  </a:lnTo>
                  <a:lnTo>
                    <a:pt x="494207" y="549160"/>
                  </a:lnTo>
                  <a:lnTo>
                    <a:pt x="494233" y="548563"/>
                  </a:lnTo>
                  <a:lnTo>
                    <a:pt x="495096" y="547001"/>
                  </a:lnTo>
                  <a:lnTo>
                    <a:pt x="494449" y="544474"/>
                  </a:lnTo>
                  <a:lnTo>
                    <a:pt x="510971" y="232257"/>
                  </a:lnTo>
                  <a:lnTo>
                    <a:pt x="511873" y="229946"/>
                  </a:lnTo>
                  <a:close/>
                </a:path>
                <a:path w="852170" h="634364">
                  <a:moveTo>
                    <a:pt x="851954" y="79336"/>
                  </a:moveTo>
                  <a:lnTo>
                    <a:pt x="842899" y="38366"/>
                  </a:lnTo>
                  <a:lnTo>
                    <a:pt x="830757" y="21247"/>
                  </a:lnTo>
                  <a:lnTo>
                    <a:pt x="830757" y="79336"/>
                  </a:lnTo>
                  <a:lnTo>
                    <a:pt x="829843" y="93281"/>
                  </a:lnTo>
                  <a:lnTo>
                    <a:pt x="807974" y="132003"/>
                  </a:lnTo>
                  <a:lnTo>
                    <a:pt x="777760" y="141046"/>
                  </a:lnTo>
                  <a:lnTo>
                    <a:pt x="766927" y="140042"/>
                  </a:lnTo>
                  <a:lnTo>
                    <a:pt x="733552" y="116446"/>
                  </a:lnTo>
                  <a:lnTo>
                    <a:pt x="724979" y="81546"/>
                  </a:lnTo>
                  <a:lnTo>
                    <a:pt x="725970" y="65493"/>
                  </a:lnTo>
                  <a:lnTo>
                    <a:pt x="748944" y="25742"/>
                  </a:lnTo>
                  <a:lnTo>
                    <a:pt x="778192" y="17437"/>
                  </a:lnTo>
                  <a:lnTo>
                    <a:pt x="785647" y="17907"/>
                  </a:lnTo>
                  <a:lnTo>
                    <a:pt x="820826" y="40144"/>
                  </a:lnTo>
                  <a:lnTo>
                    <a:pt x="830757" y="79336"/>
                  </a:lnTo>
                  <a:lnTo>
                    <a:pt x="830757" y="21247"/>
                  </a:lnTo>
                  <a:lnTo>
                    <a:pt x="826630" y="17437"/>
                  </a:lnTo>
                  <a:lnTo>
                    <a:pt x="824738" y="15671"/>
                  </a:lnTo>
                  <a:lnTo>
                    <a:pt x="816622" y="10109"/>
                  </a:lnTo>
                  <a:lnTo>
                    <a:pt x="807758" y="5689"/>
                  </a:lnTo>
                  <a:lnTo>
                    <a:pt x="798372" y="2527"/>
                  </a:lnTo>
                  <a:lnTo>
                    <a:pt x="788454" y="622"/>
                  </a:lnTo>
                  <a:lnTo>
                    <a:pt x="777976" y="0"/>
                  </a:lnTo>
                  <a:lnTo>
                    <a:pt x="762457" y="1346"/>
                  </a:lnTo>
                  <a:lnTo>
                    <a:pt x="724763" y="21539"/>
                  </a:lnTo>
                  <a:lnTo>
                    <a:pt x="705281" y="63207"/>
                  </a:lnTo>
                  <a:lnTo>
                    <a:pt x="704024" y="81546"/>
                  </a:lnTo>
                  <a:lnTo>
                    <a:pt x="704545" y="91173"/>
                  </a:lnTo>
                  <a:lnTo>
                    <a:pt x="717804" y="127990"/>
                  </a:lnTo>
                  <a:lnTo>
                    <a:pt x="747788" y="152514"/>
                  </a:lnTo>
                  <a:lnTo>
                    <a:pt x="777976" y="158407"/>
                  </a:lnTo>
                  <a:lnTo>
                    <a:pt x="787882" y="157810"/>
                  </a:lnTo>
                  <a:lnTo>
                    <a:pt x="823760" y="143662"/>
                  </a:lnTo>
                  <a:lnTo>
                    <a:pt x="826706" y="141046"/>
                  </a:lnTo>
                  <a:lnTo>
                    <a:pt x="830973" y="137261"/>
                  </a:lnTo>
                  <a:lnTo>
                    <a:pt x="849604" y="101511"/>
                  </a:lnTo>
                  <a:lnTo>
                    <a:pt x="851369" y="90779"/>
                  </a:lnTo>
                  <a:lnTo>
                    <a:pt x="851954" y="7933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7" name="object 37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5904361" y="3208661"/>
              <a:ext cx="121234" cy="153074"/>
            </a:xfrm>
            <a:prstGeom prst="rect">
              <a:avLst/>
            </a:prstGeom>
          </p:spPr>
        </p:pic>
        <p:sp>
          <p:nvSpPr>
            <p:cNvPr id="38" name="object 38"/>
            <p:cNvSpPr/>
            <p:nvPr/>
          </p:nvSpPr>
          <p:spPr>
            <a:xfrm>
              <a:off x="5530720" y="3343358"/>
              <a:ext cx="163195" cy="90170"/>
            </a:xfrm>
            <a:custGeom>
              <a:avLst/>
              <a:gdLst/>
              <a:ahLst/>
              <a:cxnLst/>
              <a:rect l="l" t="t" r="r" b="b"/>
              <a:pathLst>
                <a:path w="163195" h="90170">
                  <a:moveTo>
                    <a:pt x="162750" y="0"/>
                  </a:moveTo>
                  <a:lnTo>
                    <a:pt x="0" y="89637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5525859" y="3311042"/>
              <a:ext cx="332105" cy="682625"/>
            </a:xfrm>
            <a:custGeom>
              <a:avLst/>
              <a:gdLst/>
              <a:ahLst/>
              <a:cxnLst/>
              <a:rect l="l" t="t" r="r" b="b"/>
              <a:pathLst>
                <a:path w="332104" h="682625">
                  <a:moveTo>
                    <a:pt x="188137" y="56769"/>
                  </a:moveTo>
                  <a:lnTo>
                    <a:pt x="155016" y="0"/>
                  </a:lnTo>
                  <a:lnTo>
                    <a:pt x="0" y="118465"/>
                  </a:lnTo>
                  <a:lnTo>
                    <a:pt x="876" y="125895"/>
                  </a:lnTo>
                  <a:lnTo>
                    <a:pt x="7289" y="130302"/>
                  </a:lnTo>
                  <a:lnTo>
                    <a:pt x="188137" y="56769"/>
                  </a:lnTo>
                  <a:close/>
                </a:path>
                <a:path w="332104" h="682625">
                  <a:moveTo>
                    <a:pt x="331673" y="603186"/>
                  </a:moveTo>
                  <a:lnTo>
                    <a:pt x="322846" y="562190"/>
                  </a:lnTo>
                  <a:lnTo>
                    <a:pt x="310692" y="545134"/>
                  </a:lnTo>
                  <a:lnTo>
                    <a:pt x="310692" y="603275"/>
                  </a:lnTo>
                  <a:lnTo>
                    <a:pt x="309753" y="617118"/>
                  </a:lnTo>
                  <a:lnTo>
                    <a:pt x="287731" y="655840"/>
                  </a:lnTo>
                  <a:lnTo>
                    <a:pt x="257708" y="664895"/>
                  </a:lnTo>
                  <a:lnTo>
                    <a:pt x="246862" y="663892"/>
                  </a:lnTo>
                  <a:lnTo>
                    <a:pt x="213398" y="640270"/>
                  </a:lnTo>
                  <a:lnTo>
                    <a:pt x="204927" y="605370"/>
                  </a:lnTo>
                  <a:lnTo>
                    <a:pt x="205917" y="589318"/>
                  </a:lnTo>
                  <a:lnTo>
                    <a:pt x="228790" y="549567"/>
                  </a:lnTo>
                  <a:lnTo>
                    <a:pt x="257924" y="541261"/>
                  </a:lnTo>
                  <a:lnTo>
                    <a:pt x="265468" y="541743"/>
                  </a:lnTo>
                  <a:lnTo>
                    <a:pt x="300774" y="563968"/>
                  </a:lnTo>
                  <a:lnTo>
                    <a:pt x="310692" y="603275"/>
                  </a:lnTo>
                  <a:lnTo>
                    <a:pt x="310692" y="545134"/>
                  </a:lnTo>
                  <a:lnTo>
                    <a:pt x="268401" y="524459"/>
                  </a:lnTo>
                  <a:lnTo>
                    <a:pt x="257924" y="523824"/>
                  </a:lnTo>
                  <a:lnTo>
                    <a:pt x="242303" y="525170"/>
                  </a:lnTo>
                  <a:lnTo>
                    <a:pt x="204482" y="545388"/>
                  </a:lnTo>
                  <a:lnTo>
                    <a:pt x="185229" y="587044"/>
                  </a:lnTo>
                  <a:lnTo>
                    <a:pt x="183959" y="605370"/>
                  </a:lnTo>
                  <a:lnTo>
                    <a:pt x="184492" y="614997"/>
                  </a:lnTo>
                  <a:lnTo>
                    <a:pt x="197662" y="651827"/>
                  </a:lnTo>
                  <a:lnTo>
                    <a:pt x="227736" y="676351"/>
                  </a:lnTo>
                  <a:lnTo>
                    <a:pt x="257924" y="682231"/>
                  </a:lnTo>
                  <a:lnTo>
                    <a:pt x="267728" y="681634"/>
                  </a:lnTo>
                  <a:lnTo>
                    <a:pt x="303618" y="667486"/>
                  </a:lnTo>
                  <a:lnTo>
                    <a:pt x="306527" y="664895"/>
                  </a:lnTo>
                  <a:lnTo>
                    <a:pt x="310807" y="661098"/>
                  </a:lnTo>
                  <a:lnTo>
                    <a:pt x="329336" y="625335"/>
                  </a:lnTo>
                  <a:lnTo>
                    <a:pt x="331101" y="614616"/>
                  </a:lnTo>
                  <a:lnTo>
                    <a:pt x="331673" y="60318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0" name="object 40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5887799" y="3837567"/>
              <a:ext cx="121234" cy="153074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5514158" y="3755097"/>
              <a:ext cx="171450" cy="94615"/>
            </a:xfrm>
            <a:custGeom>
              <a:avLst/>
              <a:gdLst/>
              <a:ahLst/>
              <a:cxnLst/>
              <a:rect l="l" t="t" r="r" b="b"/>
              <a:pathLst>
                <a:path w="171450" h="94614">
                  <a:moveTo>
                    <a:pt x="170921" y="94335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5508858" y="3746946"/>
              <a:ext cx="196850" cy="135255"/>
            </a:xfrm>
            <a:custGeom>
              <a:avLst/>
              <a:gdLst/>
              <a:ahLst/>
              <a:cxnLst/>
              <a:rect l="l" t="t" r="r" b="b"/>
              <a:pathLst>
                <a:path w="196850" h="135254">
                  <a:moveTo>
                    <a:pt x="8170" y="0"/>
                  </a:moveTo>
                  <a:lnTo>
                    <a:pt x="1324" y="4217"/>
                  </a:lnTo>
                  <a:lnTo>
                    <a:pt x="0" y="11363"/>
                  </a:lnTo>
                  <a:lnTo>
                    <a:pt x="163633" y="134806"/>
                  </a:lnTo>
                  <a:lnTo>
                    <a:pt x="196758" y="78034"/>
                  </a:lnTo>
                  <a:lnTo>
                    <a:pt x="817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3" name="object 43"/>
          <p:cNvGrpSpPr/>
          <p:nvPr/>
        </p:nvGrpSpPr>
        <p:grpSpPr>
          <a:xfrm>
            <a:off x="4748766" y="4165824"/>
            <a:ext cx="1421765" cy="158115"/>
            <a:chOff x="4748766" y="4165824"/>
            <a:chExt cx="1421765" cy="158115"/>
          </a:xfrm>
        </p:grpSpPr>
        <p:pic>
          <p:nvPicPr>
            <p:cNvPr id="44" name="object 44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4748766" y="4166322"/>
              <a:ext cx="1290079" cy="157211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6053188" y="4165828"/>
              <a:ext cx="116839" cy="122555"/>
            </a:xfrm>
            <a:custGeom>
              <a:avLst/>
              <a:gdLst/>
              <a:ahLst/>
              <a:cxnLst/>
              <a:rect l="l" t="t" r="r" b="b"/>
              <a:pathLst>
                <a:path w="116839" h="122554">
                  <a:moveTo>
                    <a:pt x="46316" y="70523"/>
                  </a:moveTo>
                  <a:lnTo>
                    <a:pt x="0" y="70523"/>
                  </a:lnTo>
                  <a:lnTo>
                    <a:pt x="0" y="85534"/>
                  </a:lnTo>
                  <a:lnTo>
                    <a:pt x="46316" y="85534"/>
                  </a:lnTo>
                  <a:lnTo>
                    <a:pt x="46316" y="70523"/>
                  </a:lnTo>
                  <a:close/>
                </a:path>
                <a:path w="116839" h="122554">
                  <a:moveTo>
                    <a:pt x="116827" y="0"/>
                  </a:moveTo>
                  <a:lnTo>
                    <a:pt x="107111" y="0"/>
                  </a:lnTo>
                  <a:lnTo>
                    <a:pt x="104457" y="5245"/>
                  </a:lnTo>
                  <a:lnTo>
                    <a:pt x="100037" y="10668"/>
                  </a:lnTo>
                  <a:lnTo>
                    <a:pt x="71551" y="30505"/>
                  </a:lnTo>
                  <a:lnTo>
                    <a:pt x="71551" y="44919"/>
                  </a:lnTo>
                  <a:lnTo>
                    <a:pt x="101803" y="26936"/>
                  </a:lnTo>
                  <a:lnTo>
                    <a:pt x="101803" y="121996"/>
                  </a:lnTo>
                  <a:lnTo>
                    <a:pt x="116827" y="121996"/>
                  </a:lnTo>
                  <a:lnTo>
                    <a:pt x="11682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6" name="object 46"/>
          <p:cNvGrpSpPr/>
          <p:nvPr/>
        </p:nvGrpSpPr>
        <p:grpSpPr>
          <a:xfrm>
            <a:off x="6217496" y="4165824"/>
            <a:ext cx="449580" cy="146050"/>
            <a:chOff x="6217496" y="4165824"/>
            <a:chExt cx="449580" cy="146050"/>
          </a:xfrm>
        </p:grpSpPr>
        <p:sp>
          <p:nvSpPr>
            <p:cNvPr id="47" name="object 47"/>
            <p:cNvSpPr/>
            <p:nvPr/>
          </p:nvSpPr>
          <p:spPr>
            <a:xfrm>
              <a:off x="6217496" y="4270826"/>
              <a:ext cx="18415" cy="41275"/>
            </a:xfrm>
            <a:custGeom>
              <a:avLst/>
              <a:gdLst/>
              <a:ahLst/>
              <a:cxnLst/>
              <a:rect l="l" t="t" r="r" b="b"/>
              <a:pathLst>
                <a:path w="18414" h="41275">
                  <a:moveTo>
                    <a:pt x="18328" y="0"/>
                  </a:moveTo>
                  <a:lnTo>
                    <a:pt x="1104" y="0"/>
                  </a:lnTo>
                  <a:lnTo>
                    <a:pt x="1104" y="16990"/>
                  </a:lnTo>
                  <a:lnTo>
                    <a:pt x="9716" y="16990"/>
                  </a:lnTo>
                  <a:lnTo>
                    <a:pt x="9495" y="22016"/>
                  </a:lnTo>
                  <a:lnTo>
                    <a:pt x="8612" y="25870"/>
                  </a:lnTo>
                  <a:lnTo>
                    <a:pt x="5520" y="31228"/>
                  </a:lnTo>
                  <a:lnTo>
                    <a:pt x="3312" y="33259"/>
                  </a:lnTo>
                  <a:lnTo>
                    <a:pt x="0" y="34640"/>
                  </a:lnTo>
                  <a:lnTo>
                    <a:pt x="4195" y="41023"/>
                  </a:lnTo>
                  <a:lnTo>
                    <a:pt x="9053" y="38923"/>
                  </a:lnTo>
                  <a:lnTo>
                    <a:pt x="12587" y="35953"/>
                  </a:lnTo>
                  <a:lnTo>
                    <a:pt x="14795" y="32113"/>
                  </a:lnTo>
                  <a:lnTo>
                    <a:pt x="17224" y="28274"/>
                  </a:lnTo>
                  <a:lnTo>
                    <a:pt x="18328" y="23233"/>
                  </a:lnTo>
                  <a:lnTo>
                    <a:pt x="1832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8" name="object 48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6257024" y="4165824"/>
              <a:ext cx="233636" cy="123980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6516056" y="4166322"/>
              <a:ext cx="116376" cy="123482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6651645" y="4166322"/>
              <a:ext cx="15240" cy="121920"/>
            </a:xfrm>
            <a:custGeom>
              <a:avLst/>
              <a:gdLst/>
              <a:ahLst/>
              <a:cxnLst/>
              <a:rect l="l" t="t" r="r" b="b"/>
              <a:pathLst>
                <a:path w="15240" h="121920">
                  <a:moveTo>
                    <a:pt x="15074" y="0"/>
                  </a:moveTo>
                  <a:lnTo>
                    <a:pt x="0" y="0"/>
                  </a:lnTo>
                  <a:lnTo>
                    <a:pt x="0" y="121493"/>
                  </a:lnTo>
                  <a:lnTo>
                    <a:pt x="15074" y="121493"/>
                  </a:lnTo>
                  <a:lnTo>
                    <a:pt x="1507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1" name="object 51"/>
          <p:cNvSpPr txBox="1"/>
          <p:nvPr/>
        </p:nvSpPr>
        <p:spPr>
          <a:xfrm>
            <a:off x="7410831" y="1373886"/>
            <a:ext cx="4445635" cy="4218940"/>
          </a:xfrm>
          <a:prstGeom prst="rect">
            <a:avLst/>
          </a:prstGeom>
        </p:spPr>
        <p:txBody>
          <a:bodyPr vert="horz" wrap="square" lIns="0" tIns="45719" rIns="0" bIns="0" rtlCol="0">
            <a:spAutoFit/>
          </a:bodyPr>
          <a:lstStyle/>
          <a:p>
            <a:pPr marL="292100" marR="55880" indent="-228600">
              <a:lnSpc>
                <a:spcPct val="90000"/>
              </a:lnSpc>
              <a:spcBef>
                <a:spcPts val="360"/>
              </a:spcBef>
              <a:buFont typeface="Arial MT"/>
              <a:buChar char="•"/>
              <a:tabLst>
                <a:tab pos="291465" algn="l"/>
                <a:tab pos="292100" algn="l"/>
              </a:tabLst>
            </a:pPr>
            <a:r>
              <a:rPr sz="2200" b="1" spc="-15" dirty="0">
                <a:latin typeface="Calibri" panose="020F0502020204030204"/>
                <a:cs typeface="Calibri" panose="020F0502020204030204"/>
              </a:rPr>
              <a:t>Vigorous</a:t>
            </a:r>
            <a:r>
              <a:rPr sz="2200" b="1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treatment</a:t>
            </a:r>
            <a:r>
              <a:rPr sz="22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with acidic </a:t>
            </a:r>
            <a:r>
              <a:rPr sz="220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dichromate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dirty="0">
                <a:latin typeface="Calibri" panose="020F0502020204030204"/>
                <a:cs typeface="Calibri" panose="020F0502020204030204"/>
              </a:rPr>
              <a:t>(Na</a:t>
            </a:r>
            <a:r>
              <a:rPr sz="2175" baseline="-21000" dirty="0">
                <a:latin typeface="Calibri" panose="020F0502020204030204"/>
                <a:cs typeface="Calibri" panose="020F0502020204030204"/>
              </a:rPr>
              <a:t>2</a:t>
            </a:r>
            <a:r>
              <a:rPr sz="2200" dirty="0">
                <a:latin typeface="Calibri" panose="020F0502020204030204"/>
                <a:cs typeface="Calibri" panose="020F0502020204030204"/>
              </a:rPr>
              <a:t>Cr</a:t>
            </a:r>
            <a:r>
              <a:rPr sz="2175" baseline="-21000" dirty="0">
                <a:latin typeface="Calibri" panose="020F0502020204030204"/>
                <a:cs typeface="Calibri" panose="020F0502020204030204"/>
              </a:rPr>
              <a:t>2</a:t>
            </a:r>
            <a:r>
              <a:rPr sz="2200" dirty="0">
                <a:latin typeface="Calibri" panose="020F0502020204030204"/>
                <a:cs typeface="Calibri" panose="020F0502020204030204"/>
              </a:rPr>
              <a:t>O</a:t>
            </a:r>
            <a:r>
              <a:rPr sz="2175" baseline="-21000" dirty="0">
                <a:latin typeface="Calibri" panose="020F0502020204030204"/>
                <a:cs typeface="Calibri" panose="020F0502020204030204"/>
              </a:rPr>
              <a:t>7</a:t>
            </a:r>
            <a:r>
              <a:rPr sz="2200" dirty="0">
                <a:latin typeface="Calibri" panose="020F0502020204030204"/>
                <a:cs typeface="Calibri" panose="020F0502020204030204"/>
              </a:rPr>
              <a:t>)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or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i="1" spc="-10" dirty="0">
                <a:latin typeface="Calibri" panose="020F0502020204030204"/>
                <a:cs typeface="Calibri" panose="020F0502020204030204"/>
              </a:rPr>
              <a:t>acidic </a:t>
            </a:r>
            <a:r>
              <a:rPr sz="2200" i="1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permanganate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(KMnO</a:t>
            </a:r>
            <a:r>
              <a:rPr sz="2175" spc="-7" baseline="-21000" dirty="0">
                <a:latin typeface="Calibri" panose="020F0502020204030204"/>
                <a:cs typeface="Calibri" panose="020F0502020204030204"/>
              </a:rPr>
              <a:t>4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)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breaks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i="1" spc="-10" dirty="0">
                <a:latin typeface="Calibri" panose="020F0502020204030204"/>
                <a:cs typeface="Calibri" panose="020F0502020204030204"/>
              </a:rPr>
              <a:t>both </a:t>
            </a:r>
            <a:r>
              <a:rPr sz="2200" i="1" spc="-48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8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Symbol" panose="05050102010706020507"/>
                <a:cs typeface="Symbol" panose="05050102010706020507"/>
              </a:rPr>
              <a:t>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-bond</a:t>
            </a:r>
            <a:r>
              <a:rPr sz="2200" spc="6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and</a:t>
            </a:r>
            <a:r>
              <a:rPr sz="2200" spc="5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200" spc="8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Symbol" panose="05050102010706020507"/>
                <a:cs typeface="Symbol" panose="05050102010706020507"/>
              </a:rPr>
              <a:t>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-bond</a:t>
            </a:r>
            <a:r>
              <a:rPr sz="2200" spc="6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to</a:t>
            </a:r>
            <a:r>
              <a:rPr sz="2200" spc="7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give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 a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 C=O</a:t>
            </a:r>
            <a:r>
              <a:rPr sz="2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at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 each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terminus</a:t>
            </a:r>
            <a:endParaRPr sz="22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buFont typeface="Arial MT"/>
              <a:buChar char="•"/>
            </a:pPr>
            <a:endParaRPr sz="2200">
              <a:latin typeface="Calibri" panose="020F0502020204030204"/>
              <a:cs typeface="Calibri" panose="020F0502020204030204"/>
            </a:endParaRPr>
          </a:p>
          <a:p>
            <a:pPr marL="292100" marR="226695" indent="-228600">
              <a:lnSpc>
                <a:spcPts val="2380"/>
              </a:lnSpc>
              <a:spcBef>
                <a:spcPts val="1715"/>
              </a:spcBef>
              <a:buFont typeface="Arial MT"/>
              <a:buChar char="•"/>
              <a:tabLst>
                <a:tab pos="291465" algn="l"/>
                <a:tab pos="292100" algn="l"/>
              </a:tabLst>
            </a:pPr>
            <a:r>
              <a:rPr sz="2200" b="1" spc="-10" dirty="0">
                <a:latin typeface="Calibri" panose="020F0502020204030204"/>
                <a:cs typeface="Calibri" panose="020F0502020204030204"/>
              </a:rPr>
              <a:t>Gentler</a:t>
            </a:r>
            <a:r>
              <a:rPr sz="2200" b="1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oxidation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using </a:t>
            </a:r>
            <a:r>
              <a:rPr sz="2200" dirty="0">
                <a:latin typeface="Calibri" panose="020F0502020204030204"/>
                <a:cs typeface="Calibri" panose="020F0502020204030204"/>
              </a:rPr>
              <a:t>OsO</a:t>
            </a:r>
            <a:r>
              <a:rPr sz="2175" baseline="-21000" dirty="0">
                <a:latin typeface="Calibri" panose="020F0502020204030204"/>
                <a:cs typeface="Calibri" panose="020F0502020204030204"/>
              </a:rPr>
              <a:t>4</a:t>
            </a:r>
            <a:r>
              <a:rPr sz="2175" spc="262" baseline="-2100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gives </a:t>
            </a:r>
            <a:r>
              <a:rPr sz="2200" spc="-48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a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i="1" spc="-10" dirty="0">
                <a:latin typeface="Calibri" panose="020F0502020204030204"/>
                <a:cs typeface="Calibri" panose="020F0502020204030204"/>
              </a:rPr>
              <a:t>cis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-diol</a:t>
            </a:r>
            <a:endParaRPr sz="22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buFont typeface="Arial MT"/>
              <a:buChar char="•"/>
            </a:pPr>
            <a:endParaRPr sz="2200">
              <a:latin typeface="Calibri" panose="020F0502020204030204"/>
              <a:cs typeface="Calibri" panose="020F0502020204030204"/>
            </a:endParaRPr>
          </a:p>
          <a:p>
            <a:pPr marL="292100" indent="-228600">
              <a:lnSpc>
                <a:spcPts val="2510"/>
              </a:lnSpc>
              <a:spcBef>
                <a:spcPts val="1390"/>
              </a:spcBef>
              <a:buFont typeface="Arial MT"/>
              <a:buChar char="•"/>
              <a:tabLst>
                <a:tab pos="291465" algn="l"/>
                <a:tab pos="292100" algn="l"/>
              </a:tabLst>
            </a:pPr>
            <a:r>
              <a:rPr sz="2200" spc="-5" dirty="0">
                <a:latin typeface="Calibri" panose="020F0502020204030204"/>
                <a:cs typeface="Calibri" panose="020F0502020204030204"/>
              </a:rPr>
              <a:t>Use</a:t>
            </a:r>
            <a:r>
              <a:rPr sz="2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20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a </a:t>
            </a:r>
            <a:r>
              <a:rPr sz="2200" b="1" spc="-10" dirty="0">
                <a:latin typeface="Calibri" panose="020F0502020204030204"/>
                <a:cs typeface="Calibri" panose="020F0502020204030204"/>
              </a:rPr>
              <a:t>peracid</a:t>
            </a:r>
            <a:r>
              <a:rPr sz="2200" b="1" dirty="0">
                <a:latin typeface="Calibri" panose="020F0502020204030204"/>
                <a:cs typeface="Calibri" panose="020F0502020204030204"/>
              </a:rPr>
              <a:t> </a:t>
            </a:r>
            <a:r>
              <a:rPr lang="zh-CN" sz="2200" b="1" dirty="0">
                <a:latin typeface="Calibri" panose="020F0502020204030204"/>
                <a:cs typeface="Calibri" panose="020F0502020204030204"/>
              </a:rPr>
              <a:t>（</a:t>
            </a:r>
            <a:r>
              <a:rPr lang="zh-CN" sz="2200" b="1" dirty="0">
                <a:latin typeface="Calibri" panose="020F0502020204030204"/>
                <a:cs typeface="Calibri" panose="020F0502020204030204"/>
              </a:rPr>
              <a:t>过酸）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(also</a:t>
            </a:r>
            <a:r>
              <a:rPr sz="220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“peroxy-</a:t>
            </a:r>
            <a:endParaRPr sz="2200">
              <a:latin typeface="Calibri" panose="020F0502020204030204"/>
              <a:cs typeface="Calibri" panose="020F0502020204030204"/>
            </a:endParaRPr>
          </a:p>
          <a:p>
            <a:pPr marL="292100">
              <a:lnSpc>
                <a:spcPts val="2510"/>
              </a:lnSpc>
            </a:pPr>
            <a:r>
              <a:rPr sz="2200" spc="-5" dirty="0">
                <a:latin typeface="Calibri" panose="020F0502020204030204"/>
                <a:cs typeface="Calibri" panose="020F0502020204030204"/>
              </a:rPr>
              <a:t>acid”)</a:t>
            </a:r>
            <a:r>
              <a:rPr sz="22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200" spc="-10" dirty="0">
                <a:latin typeface="Calibri" panose="020F0502020204030204"/>
                <a:cs typeface="Calibri" panose="020F0502020204030204"/>
              </a:rPr>
              <a:t>gives</a:t>
            </a:r>
            <a:r>
              <a:rPr sz="2200" spc="-5" dirty="0">
                <a:latin typeface="Calibri" panose="020F0502020204030204"/>
                <a:cs typeface="Calibri" panose="020F0502020204030204"/>
              </a:rPr>
              <a:t> an</a:t>
            </a:r>
            <a:r>
              <a:rPr sz="2200" spc="-15" dirty="0">
                <a:latin typeface="Calibri" panose="020F0502020204030204"/>
                <a:cs typeface="Calibri" panose="020F0502020204030204"/>
              </a:rPr>
              <a:t> epoxide</a:t>
            </a:r>
            <a:r>
              <a:rPr lang="zh-CN" sz="2200" spc="-15" dirty="0">
                <a:latin typeface="Calibri" panose="020F0502020204030204"/>
                <a:cs typeface="Calibri" panose="020F0502020204030204"/>
              </a:rPr>
              <a:t>（</a:t>
            </a:r>
            <a:r>
              <a:rPr lang="zh-CN" sz="2200" spc="-15" dirty="0">
                <a:latin typeface="Calibri" panose="020F0502020204030204"/>
                <a:cs typeface="Calibri" panose="020F0502020204030204"/>
              </a:rPr>
              <a:t>环氧化物）</a:t>
            </a:r>
            <a:endParaRPr lang="zh-CN" sz="2200" spc="-15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1282141" y="1277429"/>
            <a:ext cx="548640" cy="558800"/>
          </a:xfrm>
          <a:custGeom>
            <a:avLst/>
            <a:gdLst/>
            <a:ahLst/>
            <a:cxnLst/>
            <a:rect l="l" t="t" r="r" b="b"/>
            <a:pathLst>
              <a:path w="548639" h="558800">
                <a:moveTo>
                  <a:pt x="484111" y="165455"/>
                </a:moveTo>
                <a:lnTo>
                  <a:pt x="481114" y="162166"/>
                </a:lnTo>
                <a:lnTo>
                  <a:pt x="473278" y="161772"/>
                </a:lnTo>
                <a:lnTo>
                  <a:pt x="469950" y="164731"/>
                </a:lnTo>
                <a:lnTo>
                  <a:pt x="456565" y="416204"/>
                </a:lnTo>
                <a:lnTo>
                  <a:pt x="456374" y="420077"/>
                </a:lnTo>
                <a:lnTo>
                  <a:pt x="459371" y="423367"/>
                </a:lnTo>
                <a:lnTo>
                  <a:pt x="467207" y="423760"/>
                </a:lnTo>
                <a:lnTo>
                  <a:pt x="470535" y="420801"/>
                </a:lnTo>
                <a:lnTo>
                  <a:pt x="484111" y="165455"/>
                </a:lnTo>
                <a:close/>
              </a:path>
              <a:path w="548639" h="558800">
                <a:moveTo>
                  <a:pt x="548398" y="127165"/>
                </a:moveTo>
                <a:lnTo>
                  <a:pt x="547624" y="125437"/>
                </a:lnTo>
                <a:lnTo>
                  <a:pt x="547662" y="124764"/>
                </a:lnTo>
                <a:lnTo>
                  <a:pt x="547001" y="124053"/>
                </a:lnTo>
                <a:lnTo>
                  <a:pt x="546582" y="123101"/>
                </a:lnTo>
                <a:lnTo>
                  <a:pt x="545909" y="122859"/>
                </a:lnTo>
                <a:lnTo>
                  <a:pt x="544664" y="121475"/>
                </a:lnTo>
                <a:lnTo>
                  <a:pt x="541921" y="121348"/>
                </a:lnTo>
                <a:lnTo>
                  <a:pt x="533019" y="117983"/>
                </a:lnTo>
                <a:lnTo>
                  <a:pt x="533019" y="132969"/>
                </a:lnTo>
                <a:lnTo>
                  <a:pt x="515721" y="458165"/>
                </a:lnTo>
                <a:lnTo>
                  <a:pt x="196697" y="542429"/>
                </a:lnTo>
                <a:lnTo>
                  <a:pt x="16840" y="269341"/>
                </a:lnTo>
                <a:lnTo>
                  <a:pt x="224675" y="16281"/>
                </a:lnTo>
                <a:lnTo>
                  <a:pt x="533019" y="132969"/>
                </a:lnTo>
                <a:lnTo>
                  <a:pt x="533019" y="117983"/>
                </a:lnTo>
                <a:lnTo>
                  <a:pt x="225971" y="1778"/>
                </a:lnTo>
                <a:lnTo>
                  <a:pt x="223837" y="50"/>
                </a:lnTo>
                <a:lnTo>
                  <a:pt x="221957" y="254"/>
                </a:lnTo>
                <a:lnTo>
                  <a:pt x="221310" y="0"/>
                </a:lnTo>
                <a:lnTo>
                  <a:pt x="220357" y="419"/>
                </a:lnTo>
                <a:lnTo>
                  <a:pt x="219367" y="520"/>
                </a:lnTo>
                <a:lnTo>
                  <a:pt x="218935" y="1041"/>
                </a:lnTo>
                <a:lnTo>
                  <a:pt x="217195" y="1803"/>
                </a:lnTo>
                <a:lnTo>
                  <a:pt x="216179" y="4406"/>
                </a:lnTo>
                <a:lnTo>
                  <a:pt x="3251" y="263652"/>
                </a:lnTo>
                <a:lnTo>
                  <a:pt x="927" y="265125"/>
                </a:lnTo>
                <a:lnTo>
                  <a:pt x="533" y="266954"/>
                </a:lnTo>
                <a:lnTo>
                  <a:pt x="101" y="267474"/>
                </a:lnTo>
                <a:lnTo>
                  <a:pt x="203" y="268490"/>
                </a:lnTo>
                <a:lnTo>
                  <a:pt x="0" y="269455"/>
                </a:lnTo>
                <a:lnTo>
                  <a:pt x="368" y="270027"/>
                </a:lnTo>
                <a:lnTo>
                  <a:pt x="571" y="271881"/>
                </a:lnTo>
                <a:lnTo>
                  <a:pt x="2730" y="273621"/>
                </a:lnTo>
                <a:lnTo>
                  <a:pt x="187032" y="553453"/>
                </a:lnTo>
                <a:lnTo>
                  <a:pt x="187744" y="556044"/>
                </a:lnTo>
                <a:lnTo>
                  <a:pt x="189344" y="556971"/>
                </a:lnTo>
                <a:lnTo>
                  <a:pt x="189750" y="557568"/>
                </a:lnTo>
                <a:lnTo>
                  <a:pt x="190754" y="557784"/>
                </a:lnTo>
                <a:lnTo>
                  <a:pt x="191617" y="558266"/>
                </a:lnTo>
                <a:lnTo>
                  <a:pt x="192290" y="558088"/>
                </a:lnTo>
                <a:lnTo>
                  <a:pt x="194157" y="558469"/>
                </a:lnTo>
                <a:lnTo>
                  <a:pt x="196494" y="556983"/>
                </a:lnTo>
                <a:lnTo>
                  <a:pt x="523265" y="470649"/>
                </a:lnTo>
                <a:lnTo>
                  <a:pt x="526097" y="470789"/>
                </a:lnTo>
                <a:lnTo>
                  <a:pt x="527507" y="469519"/>
                </a:lnTo>
                <a:lnTo>
                  <a:pt x="528180" y="469341"/>
                </a:lnTo>
                <a:lnTo>
                  <a:pt x="528688" y="468464"/>
                </a:lnTo>
                <a:lnTo>
                  <a:pt x="529424" y="467804"/>
                </a:lnTo>
                <a:lnTo>
                  <a:pt x="529450" y="467144"/>
                </a:lnTo>
                <a:lnTo>
                  <a:pt x="530402" y="465518"/>
                </a:lnTo>
                <a:lnTo>
                  <a:pt x="529678" y="462864"/>
                </a:lnTo>
                <a:lnTo>
                  <a:pt x="547395" y="129730"/>
                </a:lnTo>
                <a:lnTo>
                  <a:pt x="548398" y="12716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53" name="object 53"/>
          <p:cNvGrpSpPr/>
          <p:nvPr/>
        </p:nvGrpSpPr>
        <p:grpSpPr>
          <a:xfrm>
            <a:off x="2164758" y="1761927"/>
            <a:ext cx="235585" cy="166370"/>
            <a:chOff x="2164758" y="1761927"/>
            <a:chExt cx="235585" cy="166370"/>
          </a:xfrm>
        </p:grpSpPr>
        <p:pic>
          <p:nvPicPr>
            <p:cNvPr id="54" name="object 54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2295785" y="1761927"/>
              <a:ext cx="103969" cy="166358"/>
            </a:xfrm>
            <a:prstGeom prst="rect">
              <a:avLst/>
            </a:prstGeom>
          </p:spPr>
        </p:pic>
        <p:pic>
          <p:nvPicPr>
            <p:cNvPr id="55" name="object 55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2164758" y="1761927"/>
              <a:ext cx="110521" cy="123684"/>
            </a:xfrm>
            <a:prstGeom prst="rect">
              <a:avLst/>
            </a:prstGeom>
          </p:spPr>
        </p:pic>
      </p:grpSp>
      <p:grpSp>
        <p:nvGrpSpPr>
          <p:cNvPr id="56" name="object 56"/>
          <p:cNvGrpSpPr/>
          <p:nvPr/>
        </p:nvGrpSpPr>
        <p:grpSpPr>
          <a:xfrm>
            <a:off x="2502495" y="1716688"/>
            <a:ext cx="678815" cy="218440"/>
            <a:chOff x="2502495" y="1716688"/>
            <a:chExt cx="678815" cy="218440"/>
          </a:xfrm>
        </p:grpSpPr>
        <p:pic>
          <p:nvPicPr>
            <p:cNvPr id="57" name="object 57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2502495" y="1719580"/>
              <a:ext cx="129962" cy="163373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2659372" y="1812576"/>
              <a:ext cx="81808" cy="122378"/>
            </a:xfrm>
            <a:prstGeom prst="rect">
              <a:avLst/>
            </a:prstGeom>
          </p:spPr>
        </p:pic>
        <p:pic>
          <p:nvPicPr>
            <p:cNvPr id="59" name="object 59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2763081" y="1716805"/>
              <a:ext cx="131901" cy="168923"/>
            </a:xfrm>
            <a:prstGeom prst="rect">
              <a:avLst/>
            </a:prstGeom>
          </p:spPr>
        </p:pic>
        <p:pic>
          <p:nvPicPr>
            <p:cNvPr id="60" name="object 60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2921183" y="1716688"/>
              <a:ext cx="259717" cy="218266"/>
            </a:xfrm>
            <a:prstGeom prst="rect">
              <a:avLst/>
            </a:prstGeom>
          </p:spPr>
        </p:pic>
      </p:grpSp>
      <p:pic>
        <p:nvPicPr>
          <p:cNvPr id="61" name="object 61"/>
          <p:cNvPicPr/>
          <p:nvPr/>
        </p:nvPicPr>
        <p:blipFill>
          <a:blip r:embed="rId32" cstate="print"/>
          <a:stretch>
            <a:fillRect/>
          </a:stretch>
        </p:blipFill>
        <p:spPr>
          <a:xfrm>
            <a:off x="2007881" y="1308605"/>
            <a:ext cx="1314214" cy="322992"/>
          </a:xfrm>
          <a:prstGeom prst="rect">
            <a:avLst/>
          </a:prstGeom>
        </p:spPr>
      </p:pic>
      <p:grpSp>
        <p:nvGrpSpPr>
          <p:cNvPr id="62" name="object 62"/>
          <p:cNvGrpSpPr/>
          <p:nvPr/>
        </p:nvGrpSpPr>
        <p:grpSpPr>
          <a:xfrm>
            <a:off x="2425156" y="2022728"/>
            <a:ext cx="441325" cy="166370"/>
            <a:chOff x="2425156" y="2022728"/>
            <a:chExt cx="441325" cy="166370"/>
          </a:xfrm>
        </p:grpSpPr>
        <p:pic>
          <p:nvPicPr>
            <p:cNvPr id="63" name="object 63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2425156" y="2022728"/>
              <a:ext cx="97749" cy="163363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2549716" y="2065080"/>
              <a:ext cx="110554" cy="123686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2680800" y="2026412"/>
              <a:ext cx="185494" cy="162354"/>
            </a:xfrm>
            <a:prstGeom prst="rect">
              <a:avLst/>
            </a:prstGeom>
          </p:spPr>
        </p:pic>
      </p:grpSp>
      <p:grpSp>
        <p:nvGrpSpPr>
          <p:cNvPr id="66" name="object 66"/>
          <p:cNvGrpSpPr/>
          <p:nvPr/>
        </p:nvGrpSpPr>
        <p:grpSpPr>
          <a:xfrm>
            <a:off x="3505392" y="1324066"/>
            <a:ext cx="1056005" cy="603885"/>
            <a:chOff x="3505392" y="1324066"/>
            <a:chExt cx="1056005" cy="603885"/>
          </a:xfrm>
        </p:grpSpPr>
        <p:pic>
          <p:nvPicPr>
            <p:cNvPr id="67" name="object 67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3954288" y="1709180"/>
              <a:ext cx="146636" cy="168923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4124356" y="1709063"/>
              <a:ext cx="258960" cy="218266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4413354" y="1711955"/>
              <a:ext cx="130080" cy="163373"/>
            </a:xfrm>
            <a:prstGeom prst="rect">
              <a:avLst/>
            </a:prstGeom>
          </p:spPr>
        </p:pic>
        <p:pic>
          <p:nvPicPr>
            <p:cNvPr id="70" name="object 70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3691052" y="1809825"/>
              <a:ext cx="231306" cy="72498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3972262" y="1373852"/>
              <a:ext cx="146399" cy="168923"/>
            </a:xfrm>
            <a:prstGeom prst="rect">
              <a:avLst/>
            </a:prstGeom>
          </p:spPr>
        </p:pic>
        <p:pic>
          <p:nvPicPr>
            <p:cNvPr id="72" name="object 72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4142095" y="1373735"/>
              <a:ext cx="259196" cy="218242"/>
            </a:xfrm>
            <a:prstGeom prst="rect">
              <a:avLst/>
            </a:prstGeom>
          </p:spPr>
        </p:pic>
        <p:pic>
          <p:nvPicPr>
            <p:cNvPr id="73" name="object 73"/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4431328" y="1376627"/>
              <a:ext cx="129843" cy="163349"/>
            </a:xfrm>
            <a:prstGeom prst="rect">
              <a:avLst/>
            </a:prstGeom>
          </p:spPr>
        </p:pic>
        <p:pic>
          <p:nvPicPr>
            <p:cNvPr id="74" name="object 74"/>
            <p:cNvPicPr/>
            <p:nvPr/>
          </p:nvPicPr>
          <p:blipFill>
            <a:blip r:embed="rId43" cstate="print"/>
            <a:stretch>
              <a:fillRect/>
            </a:stretch>
          </p:blipFill>
          <p:spPr>
            <a:xfrm>
              <a:off x="3719670" y="1324066"/>
              <a:ext cx="229178" cy="96447"/>
            </a:xfrm>
            <a:prstGeom prst="rect">
              <a:avLst/>
            </a:prstGeom>
          </p:spPr>
        </p:pic>
        <p:sp>
          <p:nvSpPr>
            <p:cNvPr id="75" name="object 75"/>
            <p:cNvSpPr/>
            <p:nvPr/>
          </p:nvSpPr>
          <p:spPr>
            <a:xfrm>
              <a:off x="3505390" y="1324114"/>
              <a:ext cx="230504" cy="558800"/>
            </a:xfrm>
            <a:custGeom>
              <a:avLst/>
              <a:gdLst/>
              <a:ahLst/>
              <a:cxnLst/>
              <a:rect l="l" t="t" r="r" b="b"/>
              <a:pathLst>
                <a:path w="230504" h="558800">
                  <a:moveTo>
                    <a:pt x="230352" y="9283"/>
                  </a:moveTo>
                  <a:lnTo>
                    <a:pt x="229882" y="4876"/>
                  </a:lnTo>
                  <a:lnTo>
                    <a:pt x="223735" y="0"/>
                  </a:lnTo>
                  <a:lnTo>
                    <a:pt x="219240" y="469"/>
                  </a:lnTo>
                  <a:lnTo>
                    <a:pt x="2997" y="263766"/>
                  </a:lnTo>
                  <a:lnTo>
                    <a:pt x="939" y="265074"/>
                  </a:lnTo>
                  <a:lnTo>
                    <a:pt x="584" y="266712"/>
                  </a:lnTo>
                  <a:lnTo>
                    <a:pt x="0" y="267423"/>
                  </a:lnTo>
                  <a:lnTo>
                    <a:pt x="139" y="268757"/>
                  </a:lnTo>
                  <a:lnTo>
                    <a:pt x="0" y="269405"/>
                  </a:lnTo>
                  <a:lnTo>
                    <a:pt x="241" y="269798"/>
                  </a:lnTo>
                  <a:lnTo>
                    <a:pt x="469" y="271830"/>
                  </a:lnTo>
                  <a:lnTo>
                    <a:pt x="2819" y="273710"/>
                  </a:lnTo>
                  <a:lnTo>
                    <a:pt x="189674" y="557517"/>
                  </a:lnTo>
                  <a:lnTo>
                    <a:pt x="194170" y="558431"/>
                  </a:lnTo>
                  <a:lnTo>
                    <a:pt x="200558" y="554228"/>
                  </a:lnTo>
                  <a:lnTo>
                    <a:pt x="201498" y="549884"/>
                  </a:lnTo>
                  <a:lnTo>
                    <a:pt x="16776" y="269341"/>
                  </a:lnTo>
                  <a:lnTo>
                    <a:pt x="227990" y="12268"/>
                  </a:lnTo>
                  <a:lnTo>
                    <a:pt x="230352" y="92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76" name="object 76"/>
          <p:cNvGrpSpPr/>
          <p:nvPr/>
        </p:nvGrpSpPr>
        <p:grpSpPr>
          <a:xfrm>
            <a:off x="4962293" y="1282954"/>
            <a:ext cx="2251710" cy="673100"/>
            <a:chOff x="4962293" y="1282954"/>
            <a:chExt cx="2251710" cy="673100"/>
          </a:xfrm>
        </p:grpSpPr>
        <p:sp>
          <p:nvSpPr>
            <p:cNvPr id="77" name="object 77"/>
            <p:cNvSpPr/>
            <p:nvPr/>
          </p:nvSpPr>
          <p:spPr>
            <a:xfrm>
              <a:off x="6893415" y="1786646"/>
              <a:ext cx="158750" cy="169545"/>
            </a:xfrm>
            <a:custGeom>
              <a:avLst/>
              <a:gdLst/>
              <a:ahLst/>
              <a:cxnLst/>
              <a:rect l="l" t="t" r="r" b="b"/>
              <a:pathLst>
                <a:path w="158750" h="169544">
                  <a:moveTo>
                    <a:pt x="79212" y="0"/>
                  </a:moveTo>
                  <a:lnTo>
                    <a:pt x="33913" y="12946"/>
                  </a:lnTo>
                  <a:lnTo>
                    <a:pt x="5481" y="50442"/>
                  </a:lnTo>
                  <a:lnTo>
                    <a:pt x="0" y="87026"/>
                  </a:lnTo>
                  <a:lnTo>
                    <a:pt x="562" y="97316"/>
                  </a:lnTo>
                  <a:lnTo>
                    <a:pt x="14767" y="136614"/>
                  </a:lnTo>
                  <a:lnTo>
                    <a:pt x="46885" y="162773"/>
                  </a:lnTo>
                  <a:lnTo>
                    <a:pt x="79213" y="169039"/>
                  </a:lnTo>
                  <a:lnTo>
                    <a:pt x="89818" y="168410"/>
                  </a:lnTo>
                  <a:lnTo>
                    <a:pt x="128152" y="153320"/>
                  </a:lnTo>
                  <a:lnTo>
                    <a:pt x="131291" y="150547"/>
                  </a:lnTo>
                  <a:lnTo>
                    <a:pt x="78976" y="150547"/>
                  </a:lnTo>
                  <a:lnTo>
                    <a:pt x="67371" y="149476"/>
                  </a:lnTo>
                  <a:lnTo>
                    <a:pt x="31530" y="124265"/>
                  </a:lnTo>
                  <a:lnTo>
                    <a:pt x="22450" y="87026"/>
                  </a:lnTo>
                  <a:lnTo>
                    <a:pt x="23511" y="69909"/>
                  </a:lnTo>
                  <a:lnTo>
                    <a:pt x="39242" y="34372"/>
                  </a:lnTo>
                  <a:lnTo>
                    <a:pt x="79449" y="18608"/>
                  </a:lnTo>
                  <a:lnTo>
                    <a:pt x="131305" y="18608"/>
                  </a:lnTo>
                  <a:lnTo>
                    <a:pt x="129290" y="16754"/>
                  </a:lnTo>
                  <a:lnTo>
                    <a:pt x="120602" y="10820"/>
                  </a:lnTo>
                  <a:lnTo>
                    <a:pt x="111108" y="6089"/>
                  </a:lnTo>
                  <a:lnTo>
                    <a:pt x="101060" y="2707"/>
                  </a:lnTo>
                  <a:lnTo>
                    <a:pt x="90436" y="677"/>
                  </a:lnTo>
                  <a:lnTo>
                    <a:pt x="79212" y="0"/>
                  </a:lnTo>
                  <a:close/>
                </a:path>
                <a:path w="158750" h="169544">
                  <a:moveTo>
                    <a:pt x="131305" y="18608"/>
                  </a:moveTo>
                  <a:lnTo>
                    <a:pt x="79449" y="18608"/>
                  </a:lnTo>
                  <a:lnTo>
                    <a:pt x="87428" y="19120"/>
                  </a:lnTo>
                  <a:lnTo>
                    <a:pt x="95029" y="20654"/>
                  </a:lnTo>
                  <a:lnTo>
                    <a:pt x="128880" y="49856"/>
                  </a:lnTo>
                  <a:lnTo>
                    <a:pt x="135731" y="84811"/>
                  </a:lnTo>
                  <a:lnTo>
                    <a:pt x="134759" y="99556"/>
                  </a:lnTo>
                  <a:lnTo>
                    <a:pt x="111237" y="140896"/>
                  </a:lnTo>
                  <a:lnTo>
                    <a:pt x="78976" y="150547"/>
                  </a:lnTo>
                  <a:lnTo>
                    <a:pt x="131291" y="150547"/>
                  </a:lnTo>
                  <a:lnTo>
                    <a:pt x="155842" y="108337"/>
                  </a:lnTo>
                  <a:lnTo>
                    <a:pt x="158437" y="84694"/>
                  </a:lnTo>
                  <a:lnTo>
                    <a:pt x="157826" y="72874"/>
                  </a:lnTo>
                  <a:lnTo>
                    <a:pt x="143384" y="31813"/>
                  </a:lnTo>
                  <a:lnTo>
                    <a:pt x="136891" y="23750"/>
                  </a:lnTo>
                  <a:lnTo>
                    <a:pt x="131305" y="1860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8" name="object 78"/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7084024" y="1789537"/>
              <a:ext cx="129843" cy="163373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5491835" y="1689366"/>
              <a:ext cx="1387475" cy="184150"/>
            </a:xfrm>
            <a:custGeom>
              <a:avLst/>
              <a:gdLst/>
              <a:ahLst/>
              <a:cxnLst/>
              <a:rect l="l" t="t" r="r" b="b"/>
              <a:pathLst>
                <a:path w="1387475" h="184150">
                  <a:moveTo>
                    <a:pt x="1387360" y="117195"/>
                  </a:moveTo>
                  <a:lnTo>
                    <a:pt x="1386420" y="112915"/>
                  </a:lnTo>
                  <a:lnTo>
                    <a:pt x="1192961" y="2844"/>
                  </a:lnTo>
                  <a:lnTo>
                    <a:pt x="1192009" y="1143"/>
                  </a:lnTo>
                  <a:lnTo>
                    <a:pt x="1188186" y="127"/>
                  </a:lnTo>
                  <a:lnTo>
                    <a:pt x="1187983" y="0"/>
                  </a:lnTo>
                  <a:lnTo>
                    <a:pt x="1187856" y="38"/>
                  </a:lnTo>
                  <a:lnTo>
                    <a:pt x="1187564" y="114"/>
                  </a:lnTo>
                  <a:lnTo>
                    <a:pt x="1183487" y="1143"/>
                  </a:lnTo>
                  <a:lnTo>
                    <a:pt x="1182420" y="3035"/>
                  </a:lnTo>
                  <a:lnTo>
                    <a:pt x="892822" y="167843"/>
                  </a:lnTo>
                  <a:lnTo>
                    <a:pt x="603110" y="2844"/>
                  </a:lnTo>
                  <a:lnTo>
                    <a:pt x="602157" y="1143"/>
                  </a:lnTo>
                  <a:lnTo>
                    <a:pt x="598500" y="215"/>
                  </a:lnTo>
                  <a:lnTo>
                    <a:pt x="598131" y="0"/>
                  </a:lnTo>
                  <a:lnTo>
                    <a:pt x="597890" y="63"/>
                  </a:lnTo>
                  <a:lnTo>
                    <a:pt x="597662" y="0"/>
                  </a:lnTo>
                  <a:lnTo>
                    <a:pt x="597281" y="215"/>
                  </a:lnTo>
                  <a:lnTo>
                    <a:pt x="593636" y="1143"/>
                  </a:lnTo>
                  <a:lnTo>
                    <a:pt x="592670" y="2844"/>
                  </a:lnTo>
                  <a:lnTo>
                    <a:pt x="302971" y="167843"/>
                  </a:lnTo>
                  <a:lnTo>
                    <a:pt x="8280" y="0"/>
                  </a:lnTo>
                  <a:lnTo>
                    <a:pt x="3784" y="1143"/>
                  </a:lnTo>
                  <a:lnTo>
                    <a:pt x="0" y="7835"/>
                  </a:lnTo>
                  <a:lnTo>
                    <a:pt x="1181" y="12103"/>
                  </a:lnTo>
                  <a:lnTo>
                    <a:pt x="297713" y="180975"/>
                  </a:lnTo>
                  <a:lnTo>
                    <a:pt x="298704" y="182727"/>
                  </a:lnTo>
                  <a:lnTo>
                    <a:pt x="302361" y="183667"/>
                  </a:lnTo>
                  <a:lnTo>
                    <a:pt x="302729" y="183870"/>
                  </a:lnTo>
                  <a:lnTo>
                    <a:pt x="302958" y="183819"/>
                  </a:lnTo>
                  <a:lnTo>
                    <a:pt x="303199" y="183870"/>
                  </a:lnTo>
                  <a:lnTo>
                    <a:pt x="303568" y="183667"/>
                  </a:lnTo>
                  <a:lnTo>
                    <a:pt x="307225" y="182727"/>
                  </a:lnTo>
                  <a:lnTo>
                    <a:pt x="308178" y="181038"/>
                  </a:lnTo>
                  <a:lnTo>
                    <a:pt x="597928" y="16040"/>
                  </a:lnTo>
                  <a:lnTo>
                    <a:pt x="887564" y="180975"/>
                  </a:lnTo>
                  <a:lnTo>
                    <a:pt x="888568" y="182727"/>
                  </a:lnTo>
                  <a:lnTo>
                    <a:pt x="892200" y="183654"/>
                  </a:lnTo>
                  <a:lnTo>
                    <a:pt x="892581" y="183870"/>
                  </a:lnTo>
                  <a:lnTo>
                    <a:pt x="892822" y="183819"/>
                  </a:lnTo>
                  <a:lnTo>
                    <a:pt x="893064" y="183870"/>
                  </a:lnTo>
                  <a:lnTo>
                    <a:pt x="893445" y="183654"/>
                  </a:lnTo>
                  <a:lnTo>
                    <a:pt x="897077" y="182727"/>
                  </a:lnTo>
                  <a:lnTo>
                    <a:pt x="898029" y="181051"/>
                  </a:lnTo>
                  <a:lnTo>
                    <a:pt x="1187780" y="16040"/>
                  </a:lnTo>
                  <a:lnTo>
                    <a:pt x="1375778" y="123101"/>
                  </a:lnTo>
                  <a:lnTo>
                    <a:pt x="1379321" y="125031"/>
                  </a:lnTo>
                  <a:lnTo>
                    <a:pt x="1383576" y="123875"/>
                  </a:lnTo>
                  <a:lnTo>
                    <a:pt x="1387360" y="11719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0" name="object 80"/>
            <p:cNvPicPr/>
            <p:nvPr/>
          </p:nvPicPr>
          <p:blipFill>
            <a:blip r:embed="rId45" cstate="print"/>
            <a:stretch>
              <a:fillRect/>
            </a:stretch>
          </p:blipFill>
          <p:spPr>
            <a:xfrm>
              <a:off x="6598487" y="1282954"/>
              <a:ext cx="158437" cy="169039"/>
            </a:xfrm>
            <a:prstGeom prst="rect">
              <a:avLst/>
            </a:prstGeom>
          </p:spPr>
        </p:pic>
        <p:sp>
          <p:nvSpPr>
            <p:cNvPr id="81" name="object 81"/>
            <p:cNvSpPr/>
            <p:nvPr/>
          </p:nvSpPr>
          <p:spPr>
            <a:xfrm>
              <a:off x="6641986" y="1484439"/>
              <a:ext cx="75565" cy="237490"/>
            </a:xfrm>
            <a:custGeom>
              <a:avLst/>
              <a:gdLst/>
              <a:ahLst/>
              <a:cxnLst/>
              <a:rect l="l" t="t" r="r" b="b"/>
              <a:pathLst>
                <a:path w="75565" h="237489">
                  <a:moveTo>
                    <a:pt x="14185" y="3149"/>
                  </a:moveTo>
                  <a:lnTo>
                    <a:pt x="10871" y="0"/>
                  </a:lnTo>
                  <a:lnTo>
                    <a:pt x="3073" y="0"/>
                  </a:lnTo>
                  <a:lnTo>
                    <a:pt x="0" y="3149"/>
                  </a:lnTo>
                  <a:lnTo>
                    <a:pt x="0" y="230365"/>
                  </a:lnTo>
                  <a:lnTo>
                    <a:pt x="0" y="234213"/>
                  </a:lnTo>
                  <a:lnTo>
                    <a:pt x="3073" y="237363"/>
                  </a:lnTo>
                  <a:lnTo>
                    <a:pt x="10871" y="237363"/>
                  </a:lnTo>
                  <a:lnTo>
                    <a:pt x="14185" y="234213"/>
                  </a:lnTo>
                  <a:lnTo>
                    <a:pt x="14185" y="3149"/>
                  </a:lnTo>
                  <a:close/>
                </a:path>
                <a:path w="75565" h="237489">
                  <a:moveTo>
                    <a:pt x="75438" y="3149"/>
                  </a:moveTo>
                  <a:lnTo>
                    <a:pt x="72136" y="0"/>
                  </a:lnTo>
                  <a:lnTo>
                    <a:pt x="64325" y="0"/>
                  </a:lnTo>
                  <a:lnTo>
                    <a:pt x="61252" y="3149"/>
                  </a:lnTo>
                  <a:lnTo>
                    <a:pt x="61252" y="230365"/>
                  </a:lnTo>
                  <a:lnTo>
                    <a:pt x="61252" y="234213"/>
                  </a:lnTo>
                  <a:lnTo>
                    <a:pt x="64325" y="237363"/>
                  </a:lnTo>
                  <a:lnTo>
                    <a:pt x="72136" y="237363"/>
                  </a:lnTo>
                  <a:lnTo>
                    <a:pt x="75438" y="234213"/>
                  </a:lnTo>
                  <a:lnTo>
                    <a:pt x="75438" y="314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2" name="object 82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5418540" y="1282954"/>
              <a:ext cx="158437" cy="169039"/>
            </a:xfrm>
            <a:prstGeom prst="rect">
              <a:avLst/>
            </a:prstGeom>
          </p:spPr>
        </p:pic>
        <p:sp>
          <p:nvSpPr>
            <p:cNvPr id="83" name="object 83"/>
            <p:cNvSpPr/>
            <p:nvPr/>
          </p:nvSpPr>
          <p:spPr>
            <a:xfrm>
              <a:off x="5462028" y="1484439"/>
              <a:ext cx="75565" cy="237490"/>
            </a:xfrm>
            <a:custGeom>
              <a:avLst/>
              <a:gdLst/>
              <a:ahLst/>
              <a:cxnLst/>
              <a:rect l="l" t="t" r="r" b="b"/>
              <a:pathLst>
                <a:path w="75564" h="237489">
                  <a:moveTo>
                    <a:pt x="14198" y="3149"/>
                  </a:moveTo>
                  <a:lnTo>
                    <a:pt x="11125" y="0"/>
                  </a:lnTo>
                  <a:lnTo>
                    <a:pt x="3314" y="0"/>
                  </a:lnTo>
                  <a:lnTo>
                    <a:pt x="0" y="3149"/>
                  </a:lnTo>
                  <a:lnTo>
                    <a:pt x="0" y="230365"/>
                  </a:lnTo>
                  <a:lnTo>
                    <a:pt x="0" y="234213"/>
                  </a:lnTo>
                  <a:lnTo>
                    <a:pt x="3314" y="237363"/>
                  </a:lnTo>
                  <a:lnTo>
                    <a:pt x="11125" y="237363"/>
                  </a:lnTo>
                  <a:lnTo>
                    <a:pt x="14198" y="234213"/>
                  </a:lnTo>
                  <a:lnTo>
                    <a:pt x="14198" y="3149"/>
                  </a:lnTo>
                  <a:close/>
                </a:path>
                <a:path w="75564" h="237489">
                  <a:moveTo>
                    <a:pt x="75450" y="3149"/>
                  </a:moveTo>
                  <a:lnTo>
                    <a:pt x="72377" y="0"/>
                  </a:lnTo>
                  <a:lnTo>
                    <a:pt x="64566" y="0"/>
                  </a:lnTo>
                  <a:lnTo>
                    <a:pt x="61264" y="3149"/>
                  </a:lnTo>
                  <a:lnTo>
                    <a:pt x="61264" y="230365"/>
                  </a:lnTo>
                  <a:lnTo>
                    <a:pt x="61264" y="234213"/>
                  </a:lnTo>
                  <a:lnTo>
                    <a:pt x="64566" y="237363"/>
                  </a:lnTo>
                  <a:lnTo>
                    <a:pt x="72377" y="237363"/>
                  </a:lnTo>
                  <a:lnTo>
                    <a:pt x="75450" y="234213"/>
                  </a:lnTo>
                  <a:lnTo>
                    <a:pt x="75450" y="314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4" name="object 84"/>
            <p:cNvPicPr/>
            <p:nvPr/>
          </p:nvPicPr>
          <p:blipFill>
            <a:blip r:embed="rId47" cstate="print"/>
            <a:stretch>
              <a:fillRect/>
            </a:stretch>
          </p:blipFill>
          <p:spPr>
            <a:xfrm>
              <a:off x="4962293" y="1789537"/>
              <a:ext cx="129843" cy="163373"/>
            </a:xfrm>
            <a:prstGeom prst="rect">
              <a:avLst/>
            </a:prstGeom>
          </p:spPr>
        </p:pic>
        <p:sp>
          <p:nvSpPr>
            <p:cNvPr id="85" name="object 85"/>
            <p:cNvSpPr/>
            <p:nvPr/>
          </p:nvSpPr>
          <p:spPr>
            <a:xfrm>
              <a:off x="5125263" y="1689366"/>
              <a:ext cx="382905" cy="266700"/>
            </a:xfrm>
            <a:custGeom>
              <a:avLst/>
              <a:gdLst/>
              <a:ahLst/>
              <a:cxnLst/>
              <a:rect l="l" t="t" r="r" b="b"/>
              <a:pathLst>
                <a:path w="382904" h="266700">
                  <a:moveTo>
                    <a:pt x="158432" y="181978"/>
                  </a:moveTo>
                  <a:lnTo>
                    <a:pt x="148742" y="138239"/>
                  </a:lnTo>
                  <a:lnTo>
                    <a:pt x="135737" y="120053"/>
                  </a:lnTo>
                  <a:lnTo>
                    <a:pt x="135737" y="181978"/>
                  </a:lnTo>
                  <a:lnTo>
                    <a:pt x="134721" y="196837"/>
                  </a:lnTo>
                  <a:lnTo>
                    <a:pt x="111137" y="238188"/>
                  </a:lnTo>
                  <a:lnTo>
                    <a:pt x="78968" y="247827"/>
                  </a:lnTo>
                  <a:lnTo>
                    <a:pt x="67373" y="246761"/>
                  </a:lnTo>
                  <a:lnTo>
                    <a:pt x="31534" y="221551"/>
                  </a:lnTo>
                  <a:lnTo>
                    <a:pt x="22453" y="184315"/>
                  </a:lnTo>
                  <a:lnTo>
                    <a:pt x="23507" y="167195"/>
                  </a:lnTo>
                  <a:lnTo>
                    <a:pt x="39243" y="131660"/>
                  </a:lnTo>
                  <a:lnTo>
                    <a:pt x="79209" y="115900"/>
                  </a:lnTo>
                  <a:lnTo>
                    <a:pt x="87287" y="116408"/>
                  </a:lnTo>
                  <a:lnTo>
                    <a:pt x="125107" y="140119"/>
                  </a:lnTo>
                  <a:lnTo>
                    <a:pt x="135737" y="181978"/>
                  </a:lnTo>
                  <a:lnTo>
                    <a:pt x="135737" y="120053"/>
                  </a:lnTo>
                  <a:lnTo>
                    <a:pt x="131254" y="115900"/>
                  </a:lnTo>
                  <a:lnTo>
                    <a:pt x="129260" y="114046"/>
                  </a:lnTo>
                  <a:lnTo>
                    <a:pt x="120599" y="108102"/>
                  </a:lnTo>
                  <a:lnTo>
                    <a:pt x="111112" y="103378"/>
                  </a:lnTo>
                  <a:lnTo>
                    <a:pt x="101053" y="99999"/>
                  </a:lnTo>
                  <a:lnTo>
                    <a:pt x="90436" y="97967"/>
                  </a:lnTo>
                  <a:lnTo>
                    <a:pt x="79209" y="97282"/>
                  </a:lnTo>
                  <a:lnTo>
                    <a:pt x="62484" y="98729"/>
                  </a:lnTo>
                  <a:lnTo>
                    <a:pt x="21971" y="120307"/>
                  </a:lnTo>
                  <a:lnTo>
                    <a:pt x="1358" y="164757"/>
                  </a:lnTo>
                  <a:lnTo>
                    <a:pt x="0" y="184315"/>
                  </a:lnTo>
                  <a:lnTo>
                    <a:pt x="558" y="194602"/>
                  </a:lnTo>
                  <a:lnTo>
                    <a:pt x="14668" y="233895"/>
                  </a:lnTo>
                  <a:lnTo>
                    <a:pt x="46888" y="260057"/>
                  </a:lnTo>
                  <a:lnTo>
                    <a:pt x="79209" y="266331"/>
                  </a:lnTo>
                  <a:lnTo>
                    <a:pt x="89712" y="265696"/>
                  </a:lnTo>
                  <a:lnTo>
                    <a:pt x="128155" y="250609"/>
                  </a:lnTo>
                  <a:lnTo>
                    <a:pt x="131292" y="247827"/>
                  </a:lnTo>
                  <a:lnTo>
                    <a:pt x="135890" y="243776"/>
                  </a:lnTo>
                  <a:lnTo>
                    <a:pt x="155841" y="205625"/>
                  </a:lnTo>
                  <a:lnTo>
                    <a:pt x="157784" y="194183"/>
                  </a:lnTo>
                  <a:lnTo>
                    <a:pt x="158432" y="181978"/>
                  </a:lnTo>
                  <a:close/>
                </a:path>
                <a:path w="382904" h="266700">
                  <a:moveTo>
                    <a:pt x="382651" y="7835"/>
                  </a:moveTo>
                  <a:lnTo>
                    <a:pt x="378866" y="1143"/>
                  </a:lnTo>
                  <a:lnTo>
                    <a:pt x="374370" y="0"/>
                  </a:lnTo>
                  <a:lnTo>
                    <a:pt x="175945" y="112915"/>
                  </a:lnTo>
                  <a:lnTo>
                    <a:pt x="174993" y="117195"/>
                  </a:lnTo>
                  <a:lnTo>
                    <a:pt x="178777" y="123888"/>
                  </a:lnTo>
                  <a:lnTo>
                    <a:pt x="183045" y="125031"/>
                  </a:lnTo>
                  <a:lnTo>
                    <a:pt x="378155" y="14033"/>
                  </a:lnTo>
                  <a:lnTo>
                    <a:pt x="381469" y="12103"/>
                  </a:lnTo>
                  <a:lnTo>
                    <a:pt x="382651" y="783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86" name="object 86"/>
          <p:cNvPicPr/>
          <p:nvPr/>
        </p:nvPicPr>
        <p:blipFill>
          <a:blip r:embed="rId48" cstate="print"/>
          <a:stretch>
            <a:fillRect/>
          </a:stretch>
        </p:blipFill>
        <p:spPr>
          <a:xfrm>
            <a:off x="5295536" y="2067447"/>
            <a:ext cx="1326820" cy="165642"/>
          </a:xfrm>
          <a:prstGeom prst="rect">
            <a:avLst/>
          </a:prstGeom>
        </p:spPr>
      </p:pic>
      <p:pic>
        <p:nvPicPr>
          <p:cNvPr id="87" name="object 87"/>
          <p:cNvPicPr/>
          <p:nvPr/>
        </p:nvPicPr>
        <p:blipFill>
          <a:blip r:embed="rId49" cstate="print"/>
          <a:stretch>
            <a:fillRect/>
          </a:stretch>
        </p:blipFill>
        <p:spPr>
          <a:xfrm>
            <a:off x="749686" y="1997489"/>
            <a:ext cx="1088972" cy="167766"/>
          </a:xfrm>
          <a:prstGeom prst="rect">
            <a:avLst/>
          </a:prstGeom>
        </p:spPr>
      </p:pic>
      <p:pic>
        <p:nvPicPr>
          <p:cNvPr id="88" name="object 88"/>
          <p:cNvPicPr/>
          <p:nvPr/>
        </p:nvPicPr>
        <p:blipFill>
          <a:blip r:embed="rId50" cstate="print"/>
          <a:stretch>
            <a:fillRect/>
          </a:stretch>
        </p:blipFill>
        <p:spPr>
          <a:xfrm>
            <a:off x="4586134" y="4906286"/>
            <a:ext cx="1911547" cy="1676019"/>
          </a:xfrm>
          <a:prstGeom prst="rect">
            <a:avLst/>
          </a:prstGeom>
        </p:spPr>
      </p:pic>
      <p:grpSp>
        <p:nvGrpSpPr>
          <p:cNvPr id="89" name="object 89"/>
          <p:cNvGrpSpPr/>
          <p:nvPr/>
        </p:nvGrpSpPr>
        <p:grpSpPr>
          <a:xfrm>
            <a:off x="1259222" y="5349899"/>
            <a:ext cx="504190" cy="518159"/>
            <a:chOff x="1259222" y="5349899"/>
            <a:chExt cx="504190" cy="518159"/>
          </a:xfrm>
        </p:grpSpPr>
        <p:sp>
          <p:nvSpPr>
            <p:cNvPr id="90" name="object 90"/>
            <p:cNvSpPr/>
            <p:nvPr/>
          </p:nvSpPr>
          <p:spPr>
            <a:xfrm>
              <a:off x="1436880" y="5468381"/>
              <a:ext cx="320040" cy="393065"/>
            </a:xfrm>
            <a:custGeom>
              <a:avLst/>
              <a:gdLst/>
              <a:ahLst/>
              <a:cxnLst/>
              <a:rect l="l" t="t" r="r" b="b"/>
              <a:pathLst>
                <a:path w="320039" h="393064">
                  <a:moveTo>
                    <a:pt x="0" y="392871"/>
                  </a:moveTo>
                  <a:lnTo>
                    <a:pt x="303481" y="312010"/>
                  </a:lnTo>
                </a:path>
                <a:path w="320039" h="393064">
                  <a:moveTo>
                    <a:pt x="303481" y="312010"/>
                  </a:moveTo>
                  <a:lnTo>
                    <a:pt x="319932" y="0"/>
                  </a:lnTo>
                </a:path>
              </a:pathLst>
            </a:custGeom>
            <a:ln w="13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1" name="object 91"/>
            <p:cNvSpPr/>
            <p:nvPr/>
          </p:nvSpPr>
          <p:spPr>
            <a:xfrm>
              <a:off x="1686032" y="5506241"/>
              <a:ext cx="12700" cy="230504"/>
            </a:xfrm>
            <a:custGeom>
              <a:avLst/>
              <a:gdLst/>
              <a:ahLst/>
              <a:cxnLst/>
              <a:rect l="l" t="t" r="r" b="b"/>
              <a:pathLst>
                <a:path w="12700" h="230504">
                  <a:moveTo>
                    <a:pt x="6076" y="-6545"/>
                  </a:moveTo>
                  <a:lnTo>
                    <a:pt x="6076" y="236935"/>
                  </a:lnTo>
                </a:path>
              </a:pathLst>
            </a:custGeom>
            <a:ln w="252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2" name="object 92"/>
            <p:cNvSpPr/>
            <p:nvPr/>
          </p:nvSpPr>
          <p:spPr>
            <a:xfrm>
              <a:off x="1265757" y="5356430"/>
              <a:ext cx="491490" cy="504825"/>
            </a:xfrm>
            <a:custGeom>
              <a:avLst/>
              <a:gdLst/>
              <a:ahLst/>
              <a:cxnLst/>
              <a:rect l="l" t="t" r="r" b="b"/>
              <a:pathLst>
                <a:path w="491489" h="504825">
                  <a:moveTo>
                    <a:pt x="491055" y="111951"/>
                  </a:moveTo>
                  <a:lnTo>
                    <a:pt x="197719" y="0"/>
                  </a:lnTo>
                </a:path>
                <a:path w="491489" h="504825">
                  <a:moveTo>
                    <a:pt x="197719" y="0"/>
                  </a:moveTo>
                  <a:lnTo>
                    <a:pt x="0" y="242799"/>
                  </a:lnTo>
                </a:path>
                <a:path w="491489" h="504825">
                  <a:moveTo>
                    <a:pt x="0" y="242799"/>
                  </a:moveTo>
                  <a:lnTo>
                    <a:pt x="171122" y="504822"/>
                  </a:lnTo>
                </a:path>
              </a:pathLst>
            </a:custGeom>
            <a:ln w="13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3" name="object 93"/>
          <p:cNvSpPr/>
          <p:nvPr/>
        </p:nvSpPr>
        <p:spPr>
          <a:xfrm>
            <a:off x="2153091" y="5342283"/>
            <a:ext cx="778510" cy="193040"/>
          </a:xfrm>
          <a:custGeom>
            <a:avLst/>
            <a:gdLst/>
            <a:ahLst/>
            <a:cxnLst/>
            <a:rect l="l" t="t" r="r" b="b"/>
            <a:pathLst>
              <a:path w="778510" h="193039">
                <a:moveTo>
                  <a:pt x="21208" y="0"/>
                </a:moveTo>
                <a:lnTo>
                  <a:pt x="0" y="0"/>
                </a:lnTo>
                <a:lnTo>
                  <a:pt x="0" y="25210"/>
                </a:lnTo>
                <a:lnTo>
                  <a:pt x="4756" y="53393"/>
                </a:lnTo>
                <a:lnTo>
                  <a:pt x="16233" y="53393"/>
                </a:lnTo>
                <a:lnTo>
                  <a:pt x="21208" y="25210"/>
                </a:lnTo>
                <a:lnTo>
                  <a:pt x="21208" y="0"/>
                </a:lnTo>
                <a:close/>
              </a:path>
              <a:path w="778510" h="193039">
                <a:moveTo>
                  <a:pt x="63297" y="41569"/>
                </a:moveTo>
                <a:lnTo>
                  <a:pt x="46343" y="41569"/>
                </a:lnTo>
                <a:lnTo>
                  <a:pt x="46343" y="192660"/>
                </a:lnTo>
                <a:lnTo>
                  <a:pt x="64955" y="192660"/>
                </a:lnTo>
                <a:lnTo>
                  <a:pt x="64955" y="139483"/>
                </a:lnTo>
                <a:lnTo>
                  <a:pt x="126146" y="139483"/>
                </a:lnTo>
                <a:lnTo>
                  <a:pt x="127597" y="138029"/>
                </a:lnTo>
                <a:lnTo>
                  <a:pt x="84439" y="138029"/>
                </a:lnTo>
                <a:lnTo>
                  <a:pt x="77501" y="134667"/>
                </a:lnTo>
                <a:lnTo>
                  <a:pt x="63209" y="96785"/>
                </a:lnTo>
                <a:lnTo>
                  <a:pt x="63779" y="86871"/>
                </a:lnTo>
                <a:lnTo>
                  <a:pt x="81345" y="55758"/>
                </a:lnTo>
                <a:lnTo>
                  <a:pt x="63297" y="55758"/>
                </a:lnTo>
                <a:lnTo>
                  <a:pt x="63297" y="41569"/>
                </a:lnTo>
                <a:close/>
              </a:path>
              <a:path w="778510" h="193039">
                <a:moveTo>
                  <a:pt x="126146" y="139483"/>
                </a:moveTo>
                <a:lnTo>
                  <a:pt x="64955" y="139483"/>
                </a:lnTo>
                <a:lnTo>
                  <a:pt x="68140" y="143453"/>
                </a:lnTo>
                <a:lnTo>
                  <a:pt x="72177" y="146751"/>
                </a:lnTo>
                <a:lnTo>
                  <a:pt x="82039" y="151958"/>
                </a:lnTo>
                <a:lnTo>
                  <a:pt x="87603" y="153260"/>
                </a:lnTo>
                <a:lnTo>
                  <a:pt x="102309" y="153260"/>
                </a:lnTo>
                <a:lnTo>
                  <a:pt x="110382" y="150873"/>
                </a:lnTo>
                <a:lnTo>
                  <a:pt x="118062" y="146100"/>
                </a:lnTo>
                <a:lnTo>
                  <a:pt x="123492" y="142142"/>
                </a:lnTo>
                <a:lnTo>
                  <a:pt x="126146" y="139483"/>
                </a:lnTo>
                <a:close/>
              </a:path>
              <a:path w="778510" h="193039">
                <a:moveTo>
                  <a:pt x="128135" y="53589"/>
                </a:moveTo>
                <a:lnTo>
                  <a:pt x="101393" y="53589"/>
                </a:lnTo>
                <a:lnTo>
                  <a:pt x="108288" y="57060"/>
                </a:lnTo>
                <a:lnTo>
                  <a:pt x="114048" y="63981"/>
                </a:lnTo>
                <a:lnTo>
                  <a:pt x="117815" y="69830"/>
                </a:lnTo>
                <a:lnTo>
                  <a:pt x="120509" y="76993"/>
                </a:lnTo>
                <a:lnTo>
                  <a:pt x="122127" y="85466"/>
                </a:lnTo>
                <a:lnTo>
                  <a:pt x="122666" y="95245"/>
                </a:lnTo>
                <a:lnTo>
                  <a:pt x="122114" y="105480"/>
                </a:lnTo>
                <a:lnTo>
                  <a:pt x="100847" y="138029"/>
                </a:lnTo>
                <a:lnTo>
                  <a:pt x="127597" y="138029"/>
                </a:lnTo>
                <a:lnTo>
                  <a:pt x="141709" y="95245"/>
                </a:lnTo>
                <a:lnTo>
                  <a:pt x="141371" y="87698"/>
                </a:lnTo>
                <a:lnTo>
                  <a:pt x="129425" y="54972"/>
                </a:lnTo>
                <a:lnTo>
                  <a:pt x="128135" y="53589"/>
                </a:lnTo>
                <a:close/>
              </a:path>
              <a:path w="778510" h="193039">
                <a:moveTo>
                  <a:pt x="95152" y="39096"/>
                </a:moveTo>
                <a:lnTo>
                  <a:pt x="87996" y="39096"/>
                </a:lnTo>
                <a:lnTo>
                  <a:pt x="81886" y="40484"/>
                </a:lnTo>
                <a:lnTo>
                  <a:pt x="71828" y="46038"/>
                </a:lnTo>
                <a:lnTo>
                  <a:pt x="67311" y="50204"/>
                </a:lnTo>
                <a:lnTo>
                  <a:pt x="63297" y="55758"/>
                </a:lnTo>
                <a:lnTo>
                  <a:pt x="81345" y="55758"/>
                </a:lnTo>
                <a:lnTo>
                  <a:pt x="85465" y="53589"/>
                </a:lnTo>
                <a:lnTo>
                  <a:pt x="128135" y="53589"/>
                </a:lnTo>
                <a:lnTo>
                  <a:pt x="101981" y="39544"/>
                </a:lnTo>
                <a:lnTo>
                  <a:pt x="95152" y="39096"/>
                </a:lnTo>
                <a:close/>
              </a:path>
              <a:path w="778510" h="193039">
                <a:moveTo>
                  <a:pt x="212757" y="39096"/>
                </a:moveTo>
                <a:lnTo>
                  <a:pt x="175730" y="54305"/>
                </a:lnTo>
                <a:lnTo>
                  <a:pt x="161538" y="95961"/>
                </a:lnTo>
                <a:lnTo>
                  <a:pt x="161575" y="98716"/>
                </a:lnTo>
                <a:lnTo>
                  <a:pt x="175578" y="138507"/>
                </a:lnTo>
                <a:lnTo>
                  <a:pt x="213805" y="153260"/>
                </a:lnTo>
                <a:lnTo>
                  <a:pt x="222948" y="152682"/>
                </a:lnTo>
                <a:lnTo>
                  <a:pt x="251596" y="138029"/>
                </a:lnTo>
                <a:lnTo>
                  <a:pt x="204728" y="138029"/>
                </a:lnTo>
                <a:lnTo>
                  <a:pt x="197069" y="134840"/>
                </a:lnTo>
                <a:lnTo>
                  <a:pt x="180705" y="100908"/>
                </a:lnTo>
                <a:lnTo>
                  <a:pt x="262614" y="100908"/>
                </a:lnTo>
                <a:lnTo>
                  <a:pt x="262723" y="95961"/>
                </a:lnTo>
                <a:lnTo>
                  <a:pt x="262021" y="85677"/>
                </a:lnTo>
                <a:lnTo>
                  <a:pt x="181730" y="85677"/>
                </a:lnTo>
                <a:lnTo>
                  <a:pt x="182363" y="76152"/>
                </a:lnTo>
                <a:lnTo>
                  <a:pt x="185571" y="68537"/>
                </a:lnTo>
                <a:lnTo>
                  <a:pt x="197244" y="57168"/>
                </a:lnTo>
                <a:lnTo>
                  <a:pt x="204422" y="54305"/>
                </a:lnTo>
                <a:lnTo>
                  <a:pt x="248985" y="54305"/>
                </a:lnTo>
                <a:lnTo>
                  <a:pt x="248759" y="54001"/>
                </a:lnTo>
                <a:lnTo>
                  <a:pt x="241280" y="47480"/>
                </a:lnTo>
                <a:lnTo>
                  <a:pt x="232787" y="42822"/>
                </a:lnTo>
                <a:lnTo>
                  <a:pt x="223279" y="40027"/>
                </a:lnTo>
                <a:lnTo>
                  <a:pt x="212757" y="39096"/>
                </a:lnTo>
                <a:close/>
              </a:path>
              <a:path w="778510" h="193039">
                <a:moveTo>
                  <a:pt x="242868" y="115617"/>
                </a:moveTo>
                <a:lnTo>
                  <a:pt x="240031" y="123428"/>
                </a:lnTo>
                <a:lnTo>
                  <a:pt x="236213" y="129112"/>
                </a:lnTo>
                <a:lnTo>
                  <a:pt x="226569" y="136250"/>
                </a:lnTo>
                <a:lnTo>
                  <a:pt x="220721" y="138029"/>
                </a:lnTo>
                <a:lnTo>
                  <a:pt x="251596" y="138029"/>
                </a:lnTo>
                <a:lnTo>
                  <a:pt x="255618" y="132869"/>
                </a:lnTo>
                <a:lnTo>
                  <a:pt x="259351" y="125894"/>
                </a:lnTo>
                <a:lnTo>
                  <a:pt x="262112" y="117982"/>
                </a:lnTo>
                <a:lnTo>
                  <a:pt x="242868" y="115617"/>
                </a:lnTo>
                <a:close/>
              </a:path>
              <a:path w="778510" h="193039">
                <a:moveTo>
                  <a:pt x="248985" y="54305"/>
                </a:moveTo>
                <a:lnTo>
                  <a:pt x="212975" y="54305"/>
                </a:lnTo>
                <a:lnTo>
                  <a:pt x="219730" y="54975"/>
                </a:lnTo>
                <a:lnTo>
                  <a:pt x="225824" y="56984"/>
                </a:lnTo>
                <a:lnTo>
                  <a:pt x="243064" y="85677"/>
                </a:lnTo>
                <a:lnTo>
                  <a:pt x="262021" y="85677"/>
                </a:lnTo>
                <a:lnTo>
                  <a:pt x="261851" y="83196"/>
                </a:lnTo>
                <a:lnTo>
                  <a:pt x="259235" y="71946"/>
                </a:lnTo>
                <a:lnTo>
                  <a:pt x="254871" y="62214"/>
                </a:lnTo>
                <a:lnTo>
                  <a:pt x="248985" y="54305"/>
                </a:lnTo>
                <a:close/>
              </a:path>
              <a:path w="778510" h="193039">
                <a:moveTo>
                  <a:pt x="305554" y="41569"/>
                </a:moveTo>
                <a:lnTo>
                  <a:pt x="288797" y="41569"/>
                </a:lnTo>
                <a:lnTo>
                  <a:pt x="288797" y="150787"/>
                </a:lnTo>
                <a:lnTo>
                  <a:pt x="307408" y="150787"/>
                </a:lnTo>
                <a:lnTo>
                  <a:pt x="307408" y="85785"/>
                </a:lnTo>
                <a:lnTo>
                  <a:pt x="308434" y="78582"/>
                </a:lnTo>
                <a:lnTo>
                  <a:pt x="324340" y="58232"/>
                </a:lnTo>
                <a:lnTo>
                  <a:pt x="343549" y="58232"/>
                </a:lnTo>
                <a:lnTo>
                  <a:pt x="305554" y="58123"/>
                </a:lnTo>
                <a:lnTo>
                  <a:pt x="305554" y="41569"/>
                </a:lnTo>
                <a:close/>
              </a:path>
              <a:path w="778510" h="193039">
                <a:moveTo>
                  <a:pt x="343549" y="58232"/>
                </a:moveTo>
                <a:lnTo>
                  <a:pt x="332958" y="58232"/>
                </a:lnTo>
                <a:lnTo>
                  <a:pt x="337519" y="59555"/>
                </a:lnTo>
                <a:lnTo>
                  <a:pt x="342057" y="62224"/>
                </a:lnTo>
                <a:lnTo>
                  <a:pt x="343549" y="58232"/>
                </a:lnTo>
                <a:close/>
              </a:path>
              <a:path w="778510" h="193039">
                <a:moveTo>
                  <a:pt x="335620" y="39096"/>
                </a:moveTo>
                <a:lnTo>
                  <a:pt x="324994" y="39096"/>
                </a:lnTo>
                <a:lnTo>
                  <a:pt x="321002" y="40332"/>
                </a:lnTo>
                <a:lnTo>
                  <a:pt x="317401" y="42806"/>
                </a:lnTo>
                <a:lnTo>
                  <a:pt x="313779" y="45257"/>
                </a:lnTo>
                <a:lnTo>
                  <a:pt x="309830" y="50378"/>
                </a:lnTo>
                <a:lnTo>
                  <a:pt x="305554" y="58123"/>
                </a:lnTo>
                <a:lnTo>
                  <a:pt x="343590" y="58123"/>
                </a:lnTo>
                <a:lnTo>
                  <a:pt x="348472" y="45062"/>
                </a:lnTo>
                <a:lnTo>
                  <a:pt x="341992" y="41092"/>
                </a:lnTo>
                <a:lnTo>
                  <a:pt x="335620" y="39096"/>
                </a:lnTo>
                <a:close/>
              </a:path>
              <a:path w="778510" h="193039">
                <a:moveTo>
                  <a:pt x="446792" y="54413"/>
                </a:moveTo>
                <a:lnTo>
                  <a:pt x="414736" y="54413"/>
                </a:lnTo>
                <a:lnTo>
                  <a:pt x="421806" y="56518"/>
                </a:lnTo>
                <a:lnTo>
                  <a:pt x="430075" y="63786"/>
                </a:lnTo>
                <a:lnTo>
                  <a:pt x="431842" y="69101"/>
                </a:lnTo>
                <a:lnTo>
                  <a:pt x="431733" y="81468"/>
                </a:lnTo>
                <a:lnTo>
                  <a:pt x="425670" y="83258"/>
                </a:lnTo>
                <a:lnTo>
                  <a:pt x="418118" y="84918"/>
                </a:lnTo>
                <a:lnTo>
                  <a:pt x="409077" y="86447"/>
                </a:lnTo>
                <a:lnTo>
                  <a:pt x="398547" y="87847"/>
                </a:lnTo>
                <a:lnTo>
                  <a:pt x="391150" y="88736"/>
                </a:lnTo>
                <a:lnTo>
                  <a:pt x="385651" y="89669"/>
                </a:lnTo>
                <a:lnTo>
                  <a:pt x="355301" y="116637"/>
                </a:lnTo>
                <a:lnTo>
                  <a:pt x="355301" y="131108"/>
                </a:lnTo>
                <a:lnTo>
                  <a:pt x="392852" y="153260"/>
                </a:lnTo>
                <a:lnTo>
                  <a:pt x="400161" y="153260"/>
                </a:lnTo>
                <a:lnTo>
                  <a:pt x="406991" y="152067"/>
                </a:lnTo>
                <a:lnTo>
                  <a:pt x="419755" y="147250"/>
                </a:lnTo>
                <a:lnTo>
                  <a:pt x="426388" y="143150"/>
                </a:lnTo>
                <a:lnTo>
                  <a:pt x="431591" y="138745"/>
                </a:lnTo>
                <a:lnTo>
                  <a:pt x="390059" y="138745"/>
                </a:lnTo>
                <a:lnTo>
                  <a:pt x="384561" y="137118"/>
                </a:lnTo>
                <a:lnTo>
                  <a:pt x="377033" y="130523"/>
                </a:lnTo>
                <a:lnTo>
                  <a:pt x="375276" y="126682"/>
                </a:lnTo>
                <a:lnTo>
                  <a:pt x="375157" y="118264"/>
                </a:lnTo>
                <a:lnTo>
                  <a:pt x="376029" y="115314"/>
                </a:lnTo>
                <a:lnTo>
                  <a:pt x="401339" y="102969"/>
                </a:lnTo>
                <a:lnTo>
                  <a:pt x="410838" y="101447"/>
                </a:lnTo>
                <a:lnTo>
                  <a:pt x="419073" y="99774"/>
                </a:lnTo>
                <a:lnTo>
                  <a:pt x="426039" y="97947"/>
                </a:lnTo>
                <a:lnTo>
                  <a:pt x="431733" y="95961"/>
                </a:lnTo>
                <a:lnTo>
                  <a:pt x="450563" y="95961"/>
                </a:lnTo>
                <a:lnTo>
                  <a:pt x="450563" y="72117"/>
                </a:lnTo>
                <a:lnTo>
                  <a:pt x="450258" y="66411"/>
                </a:lnTo>
                <a:lnTo>
                  <a:pt x="449625" y="63265"/>
                </a:lnTo>
                <a:lnTo>
                  <a:pt x="448534" y="58188"/>
                </a:lnTo>
                <a:lnTo>
                  <a:pt x="446792" y="54413"/>
                </a:lnTo>
                <a:close/>
              </a:path>
              <a:path w="778510" h="193039">
                <a:moveTo>
                  <a:pt x="451721" y="137313"/>
                </a:moveTo>
                <a:lnTo>
                  <a:pt x="433282" y="137313"/>
                </a:lnTo>
                <a:lnTo>
                  <a:pt x="433850" y="142455"/>
                </a:lnTo>
                <a:lnTo>
                  <a:pt x="435093" y="146947"/>
                </a:lnTo>
                <a:lnTo>
                  <a:pt x="437014" y="150787"/>
                </a:lnTo>
                <a:lnTo>
                  <a:pt x="456454" y="150787"/>
                </a:lnTo>
                <a:lnTo>
                  <a:pt x="454120" y="146599"/>
                </a:lnTo>
                <a:lnTo>
                  <a:pt x="452549" y="142238"/>
                </a:lnTo>
                <a:lnTo>
                  <a:pt x="451763" y="137682"/>
                </a:lnTo>
                <a:lnTo>
                  <a:pt x="451721" y="137313"/>
                </a:lnTo>
                <a:close/>
              </a:path>
              <a:path w="778510" h="193039">
                <a:moveTo>
                  <a:pt x="450563" y="95961"/>
                </a:moveTo>
                <a:lnTo>
                  <a:pt x="431733" y="95961"/>
                </a:lnTo>
                <a:lnTo>
                  <a:pt x="431733" y="110909"/>
                </a:lnTo>
                <a:lnTo>
                  <a:pt x="430730" y="117093"/>
                </a:lnTo>
                <a:lnTo>
                  <a:pt x="404460" y="138745"/>
                </a:lnTo>
                <a:lnTo>
                  <a:pt x="431591" y="138745"/>
                </a:lnTo>
                <a:lnTo>
                  <a:pt x="433282" y="137313"/>
                </a:lnTo>
                <a:lnTo>
                  <a:pt x="451721" y="137313"/>
                </a:lnTo>
                <a:lnTo>
                  <a:pt x="451235" y="133078"/>
                </a:lnTo>
                <a:lnTo>
                  <a:pt x="450860" y="126099"/>
                </a:lnTo>
                <a:lnTo>
                  <a:pt x="450628" y="115314"/>
                </a:lnTo>
                <a:lnTo>
                  <a:pt x="450563" y="95961"/>
                </a:lnTo>
                <a:close/>
              </a:path>
              <a:path w="778510" h="193039">
                <a:moveTo>
                  <a:pt x="417420" y="39096"/>
                </a:moveTo>
                <a:lnTo>
                  <a:pt x="398612" y="39096"/>
                </a:lnTo>
                <a:lnTo>
                  <a:pt x="390299" y="40376"/>
                </a:lnTo>
                <a:lnTo>
                  <a:pt x="360167" y="64979"/>
                </a:lnTo>
                <a:lnTo>
                  <a:pt x="358509" y="72724"/>
                </a:lnTo>
                <a:lnTo>
                  <a:pt x="376706" y="75198"/>
                </a:lnTo>
                <a:lnTo>
                  <a:pt x="378713" y="67452"/>
                </a:lnTo>
                <a:lnTo>
                  <a:pt x="381789" y="62050"/>
                </a:lnTo>
                <a:lnTo>
                  <a:pt x="390146" y="55953"/>
                </a:lnTo>
                <a:lnTo>
                  <a:pt x="396605" y="54413"/>
                </a:lnTo>
                <a:lnTo>
                  <a:pt x="446792" y="54413"/>
                </a:lnTo>
                <a:lnTo>
                  <a:pt x="446592" y="53979"/>
                </a:lnTo>
                <a:lnTo>
                  <a:pt x="441072" y="47340"/>
                </a:lnTo>
                <a:lnTo>
                  <a:pt x="436774" y="44585"/>
                </a:lnTo>
                <a:lnTo>
                  <a:pt x="425057" y="40180"/>
                </a:lnTo>
                <a:lnTo>
                  <a:pt x="417420" y="39096"/>
                </a:lnTo>
                <a:close/>
              </a:path>
              <a:path w="778510" h="193039">
                <a:moveTo>
                  <a:pt x="527323" y="39096"/>
                </a:moveTo>
                <a:lnTo>
                  <a:pt x="490579" y="54014"/>
                </a:lnTo>
                <a:lnTo>
                  <a:pt x="477248" y="96590"/>
                </a:lnTo>
                <a:lnTo>
                  <a:pt x="478106" y="109478"/>
                </a:lnTo>
                <a:lnTo>
                  <a:pt x="498359" y="145013"/>
                </a:lnTo>
                <a:lnTo>
                  <a:pt x="527214" y="153260"/>
                </a:lnTo>
                <a:lnTo>
                  <a:pt x="535862" y="152593"/>
                </a:lnTo>
                <a:lnTo>
                  <a:pt x="543804" y="150594"/>
                </a:lnTo>
                <a:lnTo>
                  <a:pt x="551039" y="147265"/>
                </a:lnTo>
                <a:lnTo>
                  <a:pt x="557564" y="142607"/>
                </a:lnTo>
                <a:lnTo>
                  <a:pt x="561959" y="138029"/>
                </a:lnTo>
                <a:lnTo>
                  <a:pt x="517897" y="138029"/>
                </a:lnTo>
                <a:lnTo>
                  <a:pt x="510522" y="134710"/>
                </a:lnTo>
                <a:lnTo>
                  <a:pt x="496383" y="96069"/>
                </a:lnTo>
                <a:lnTo>
                  <a:pt x="496932" y="85948"/>
                </a:lnTo>
                <a:lnTo>
                  <a:pt x="518660" y="54305"/>
                </a:lnTo>
                <a:lnTo>
                  <a:pt x="562636" y="54305"/>
                </a:lnTo>
                <a:lnTo>
                  <a:pt x="561765" y="53066"/>
                </a:lnTo>
                <a:lnTo>
                  <a:pt x="556582" y="48100"/>
                </a:lnTo>
                <a:lnTo>
                  <a:pt x="550491" y="44157"/>
                </a:lnTo>
                <a:lnTo>
                  <a:pt x="543581" y="41344"/>
                </a:lnTo>
                <a:lnTo>
                  <a:pt x="535856" y="39657"/>
                </a:lnTo>
                <a:lnTo>
                  <a:pt x="527323" y="39096"/>
                </a:lnTo>
                <a:close/>
              </a:path>
              <a:path w="778510" h="193039">
                <a:moveTo>
                  <a:pt x="554618" y="110779"/>
                </a:moveTo>
                <a:lnTo>
                  <a:pt x="553309" y="120043"/>
                </a:lnTo>
                <a:lnTo>
                  <a:pt x="550211" y="126899"/>
                </a:lnTo>
                <a:lnTo>
                  <a:pt x="540414" y="135816"/>
                </a:lnTo>
                <a:lnTo>
                  <a:pt x="534305" y="138029"/>
                </a:lnTo>
                <a:lnTo>
                  <a:pt x="561959" y="138029"/>
                </a:lnTo>
                <a:lnTo>
                  <a:pt x="563164" y="136774"/>
                </a:lnTo>
                <a:lnTo>
                  <a:pt x="567592" y="129918"/>
                </a:lnTo>
                <a:lnTo>
                  <a:pt x="570847" y="122041"/>
                </a:lnTo>
                <a:lnTo>
                  <a:pt x="572925" y="113144"/>
                </a:lnTo>
                <a:lnTo>
                  <a:pt x="554618" y="110779"/>
                </a:lnTo>
                <a:close/>
              </a:path>
              <a:path w="778510" h="193039">
                <a:moveTo>
                  <a:pt x="562636" y="54305"/>
                </a:moveTo>
                <a:lnTo>
                  <a:pt x="534239" y="54305"/>
                </a:lnTo>
                <a:lnTo>
                  <a:pt x="539541" y="56170"/>
                </a:lnTo>
                <a:lnTo>
                  <a:pt x="548291" y="63569"/>
                </a:lnTo>
                <a:lnTo>
                  <a:pt x="551345" y="69101"/>
                </a:lnTo>
                <a:lnTo>
                  <a:pt x="553069" y="76435"/>
                </a:lnTo>
                <a:lnTo>
                  <a:pt x="571179" y="73657"/>
                </a:lnTo>
                <a:lnTo>
                  <a:pt x="569064" y="65847"/>
                </a:lnTo>
                <a:lnTo>
                  <a:pt x="565926" y="58983"/>
                </a:lnTo>
                <a:lnTo>
                  <a:pt x="562636" y="54305"/>
                </a:lnTo>
                <a:close/>
              </a:path>
              <a:path w="778510" h="193039">
                <a:moveTo>
                  <a:pt x="610781" y="0"/>
                </a:moveTo>
                <a:lnTo>
                  <a:pt x="592169" y="0"/>
                </a:lnTo>
                <a:lnTo>
                  <a:pt x="592169" y="21305"/>
                </a:lnTo>
                <a:lnTo>
                  <a:pt x="610781" y="21305"/>
                </a:lnTo>
                <a:lnTo>
                  <a:pt x="610781" y="0"/>
                </a:lnTo>
                <a:close/>
              </a:path>
              <a:path w="778510" h="193039">
                <a:moveTo>
                  <a:pt x="610781" y="41569"/>
                </a:moveTo>
                <a:lnTo>
                  <a:pt x="592169" y="41569"/>
                </a:lnTo>
                <a:lnTo>
                  <a:pt x="592169" y="150787"/>
                </a:lnTo>
                <a:lnTo>
                  <a:pt x="610781" y="150787"/>
                </a:lnTo>
                <a:lnTo>
                  <a:pt x="610781" y="41569"/>
                </a:lnTo>
                <a:close/>
              </a:path>
              <a:path w="778510" h="193039">
                <a:moveTo>
                  <a:pt x="686907" y="39096"/>
                </a:moveTo>
                <a:lnTo>
                  <a:pt x="680296" y="39096"/>
                </a:lnTo>
                <a:lnTo>
                  <a:pt x="673681" y="39539"/>
                </a:lnTo>
                <a:lnTo>
                  <a:pt x="639342" y="66606"/>
                </a:lnTo>
                <a:lnTo>
                  <a:pt x="633843" y="96286"/>
                </a:lnTo>
                <a:lnTo>
                  <a:pt x="634223" y="104426"/>
                </a:lnTo>
                <a:lnTo>
                  <a:pt x="651771" y="142103"/>
                </a:lnTo>
                <a:lnTo>
                  <a:pt x="672354" y="153260"/>
                </a:lnTo>
                <a:lnTo>
                  <a:pt x="681125" y="153260"/>
                </a:lnTo>
                <a:lnTo>
                  <a:pt x="690645" y="152243"/>
                </a:lnTo>
                <a:lnTo>
                  <a:pt x="698941" y="149195"/>
                </a:lnTo>
                <a:lnTo>
                  <a:pt x="706009" y="144116"/>
                </a:lnTo>
                <a:lnTo>
                  <a:pt x="711009" y="138029"/>
                </a:lnTo>
                <a:lnTo>
                  <a:pt x="674820" y="138029"/>
                </a:lnTo>
                <a:lnTo>
                  <a:pt x="667816" y="134580"/>
                </a:lnTo>
                <a:lnTo>
                  <a:pt x="652979" y="96286"/>
                </a:lnTo>
                <a:lnTo>
                  <a:pt x="653502" y="86158"/>
                </a:lnTo>
                <a:lnTo>
                  <a:pt x="673772" y="54413"/>
                </a:lnTo>
                <a:lnTo>
                  <a:pt x="729105" y="54413"/>
                </a:lnTo>
                <a:lnTo>
                  <a:pt x="729105" y="54109"/>
                </a:lnTo>
                <a:lnTo>
                  <a:pt x="710603" y="54109"/>
                </a:lnTo>
                <a:lnTo>
                  <a:pt x="707352" y="49662"/>
                </a:lnTo>
                <a:lnTo>
                  <a:pt x="703163" y="46038"/>
                </a:lnTo>
                <a:lnTo>
                  <a:pt x="692798" y="40484"/>
                </a:lnTo>
                <a:lnTo>
                  <a:pt x="686907" y="39096"/>
                </a:lnTo>
                <a:close/>
              </a:path>
              <a:path w="778510" h="193039">
                <a:moveTo>
                  <a:pt x="729105" y="137010"/>
                </a:moveTo>
                <a:lnTo>
                  <a:pt x="711846" y="137010"/>
                </a:lnTo>
                <a:lnTo>
                  <a:pt x="711846" y="150787"/>
                </a:lnTo>
                <a:lnTo>
                  <a:pt x="729105" y="150787"/>
                </a:lnTo>
                <a:lnTo>
                  <a:pt x="729105" y="137010"/>
                </a:lnTo>
                <a:close/>
              </a:path>
              <a:path w="778510" h="193039">
                <a:moveTo>
                  <a:pt x="729105" y="54413"/>
                </a:moveTo>
                <a:lnTo>
                  <a:pt x="690529" y="54413"/>
                </a:lnTo>
                <a:lnTo>
                  <a:pt x="697664" y="57906"/>
                </a:lnTo>
                <a:lnTo>
                  <a:pt x="703468" y="64914"/>
                </a:lnTo>
                <a:lnTo>
                  <a:pt x="707264" y="70902"/>
                </a:lnTo>
                <a:lnTo>
                  <a:pt x="709978" y="78384"/>
                </a:lnTo>
                <a:lnTo>
                  <a:pt x="711608" y="87360"/>
                </a:lnTo>
                <a:lnTo>
                  <a:pt x="712152" y="97827"/>
                </a:lnTo>
                <a:lnTo>
                  <a:pt x="711620" y="107349"/>
                </a:lnTo>
                <a:lnTo>
                  <a:pt x="691009" y="138029"/>
                </a:lnTo>
                <a:lnTo>
                  <a:pt x="711009" y="138029"/>
                </a:lnTo>
                <a:lnTo>
                  <a:pt x="711846" y="137010"/>
                </a:lnTo>
                <a:lnTo>
                  <a:pt x="729105" y="137010"/>
                </a:lnTo>
                <a:lnTo>
                  <a:pt x="729105" y="54413"/>
                </a:lnTo>
                <a:close/>
              </a:path>
              <a:path w="778510" h="193039">
                <a:moveTo>
                  <a:pt x="729105" y="0"/>
                </a:moveTo>
                <a:lnTo>
                  <a:pt x="710603" y="0"/>
                </a:lnTo>
                <a:lnTo>
                  <a:pt x="710603" y="54109"/>
                </a:lnTo>
                <a:lnTo>
                  <a:pt x="729105" y="54109"/>
                </a:lnTo>
                <a:lnTo>
                  <a:pt x="729105" y="0"/>
                </a:lnTo>
                <a:close/>
              </a:path>
              <a:path w="778510" h="193039">
                <a:moveTo>
                  <a:pt x="778460" y="0"/>
                </a:moveTo>
                <a:lnTo>
                  <a:pt x="757252" y="0"/>
                </a:lnTo>
                <a:lnTo>
                  <a:pt x="757252" y="25210"/>
                </a:lnTo>
                <a:lnTo>
                  <a:pt x="762009" y="53393"/>
                </a:lnTo>
                <a:lnTo>
                  <a:pt x="773485" y="53393"/>
                </a:lnTo>
                <a:lnTo>
                  <a:pt x="778460" y="25210"/>
                </a:lnTo>
                <a:lnTo>
                  <a:pt x="77846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94" name="object 94"/>
          <p:cNvGrpSpPr/>
          <p:nvPr/>
        </p:nvGrpSpPr>
        <p:grpSpPr>
          <a:xfrm>
            <a:off x="1986720" y="5601115"/>
            <a:ext cx="1219200" cy="71755"/>
            <a:chOff x="1986720" y="5601115"/>
            <a:chExt cx="1219200" cy="71755"/>
          </a:xfrm>
        </p:grpSpPr>
        <p:sp>
          <p:nvSpPr>
            <p:cNvPr id="95" name="object 95"/>
            <p:cNvSpPr/>
            <p:nvPr/>
          </p:nvSpPr>
          <p:spPr>
            <a:xfrm>
              <a:off x="1986720" y="5631730"/>
              <a:ext cx="1106170" cy="13335"/>
            </a:xfrm>
            <a:custGeom>
              <a:avLst/>
              <a:gdLst/>
              <a:ahLst/>
              <a:cxnLst/>
              <a:rect l="l" t="t" r="r" b="b"/>
              <a:pathLst>
                <a:path w="1106170" h="13335">
                  <a:moveTo>
                    <a:pt x="1105572" y="0"/>
                  </a:moveTo>
                  <a:lnTo>
                    <a:pt x="0" y="0"/>
                  </a:lnTo>
                  <a:lnTo>
                    <a:pt x="0" y="13017"/>
                  </a:lnTo>
                  <a:lnTo>
                    <a:pt x="1105572" y="13017"/>
                  </a:lnTo>
                  <a:lnTo>
                    <a:pt x="110557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6" name="object 96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3071789" y="5601115"/>
              <a:ext cx="133955" cy="71643"/>
            </a:xfrm>
            <a:prstGeom prst="rect">
              <a:avLst/>
            </a:prstGeom>
          </p:spPr>
        </p:pic>
      </p:grpSp>
      <p:grpSp>
        <p:nvGrpSpPr>
          <p:cNvPr id="97" name="object 97"/>
          <p:cNvGrpSpPr/>
          <p:nvPr/>
        </p:nvGrpSpPr>
        <p:grpSpPr>
          <a:xfrm>
            <a:off x="3380031" y="5362916"/>
            <a:ext cx="831850" cy="518159"/>
            <a:chOff x="3380031" y="5362916"/>
            <a:chExt cx="831850" cy="518159"/>
          </a:xfrm>
        </p:grpSpPr>
        <p:sp>
          <p:nvSpPr>
            <p:cNvPr id="98" name="object 98"/>
            <p:cNvSpPr/>
            <p:nvPr/>
          </p:nvSpPr>
          <p:spPr>
            <a:xfrm>
              <a:off x="3386566" y="5369447"/>
              <a:ext cx="491490" cy="504825"/>
            </a:xfrm>
            <a:custGeom>
              <a:avLst/>
              <a:gdLst/>
              <a:ahLst/>
              <a:cxnLst/>
              <a:rect l="l" t="t" r="r" b="b"/>
              <a:pathLst>
                <a:path w="491489" h="504825">
                  <a:moveTo>
                    <a:pt x="171214" y="504822"/>
                  </a:moveTo>
                  <a:lnTo>
                    <a:pt x="474717" y="423961"/>
                  </a:lnTo>
                </a:path>
                <a:path w="491489" h="504825">
                  <a:moveTo>
                    <a:pt x="474717" y="423961"/>
                  </a:moveTo>
                  <a:lnTo>
                    <a:pt x="491081" y="111951"/>
                  </a:lnTo>
                </a:path>
                <a:path w="491489" h="504825">
                  <a:moveTo>
                    <a:pt x="491081" y="111951"/>
                  </a:moveTo>
                  <a:lnTo>
                    <a:pt x="197833" y="0"/>
                  </a:lnTo>
                </a:path>
                <a:path w="491489" h="504825">
                  <a:moveTo>
                    <a:pt x="197833" y="0"/>
                  </a:moveTo>
                  <a:lnTo>
                    <a:pt x="0" y="242799"/>
                  </a:lnTo>
                </a:path>
                <a:path w="491489" h="504825">
                  <a:moveTo>
                    <a:pt x="0" y="242799"/>
                  </a:moveTo>
                  <a:lnTo>
                    <a:pt x="171214" y="504822"/>
                  </a:lnTo>
                </a:path>
              </a:pathLst>
            </a:custGeom>
            <a:ln w="13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9" name="object 99"/>
            <p:cNvSpPr/>
            <p:nvPr/>
          </p:nvSpPr>
          <p:spPr>
            <a:xfrm>
              <a:off x="4066183" y="5580744"/>
              <a:ext cx="145415" cy="156210"/>
            </a:xfrm>
            <a:custGeom>
              <a:avLst/>
              <a:gdLst/>
              <a:ahLst/>
              <a:cxnLst/>
              <a:rect l="l" t="t" r="r" b="b"/>
              <a:pathLst>
                <a:path w="145414" h="156210">
                  <a:moveTo>
                    <a:pt x="72638" y="0"/>
                  </a:moveTo>
                  <a:lnTo>
                    <a:pt x="31155" y="11953"/>
                  </a:lnTo>
                  <a:lnTo>
                    <a:pt x="5054" y="46559"/>
                  </a:lnTo>
                  <a:lnTo>
                    <a:pt x="0" y="80340"/>
                  </a:lnTo>
                  <a:lnTo>
                    <a:pt x="547" y="89814"/>
                  </a:lnTo>
                  <a:lnTo>
                    <a:pt x="13618" y="126099"/>
                  </a:lnTo>
                  <a:lnTo>
                    <a:pt x="52292" y="153466"/>
                  </a:lnTo>
                  <a:lnTo>
                    <a:pt x="72638" y="156037"/>
                  </a:lnTo>
                  <a:lnTo>
                    <a:pt x="82293" y="155455"/>
                  </a:lnTo>
                  <a:lnTo>
                    <a:pt x="120327" y="138962"/>
                  </a:lnTo>
                  <a:lnTo>
                    <a:pt x="72420" y="138962"/>
                  </a:lnTo>
                  <a:lnTo>
                    <a:pt x="61742" y="137970"/>
                  </a:lnTo>
                  <a:lnTo>
                    <a:pt x="29085" y="114709"/>
                  </a:lnTo>
                  <a:lnTo>
                    <a:pt x="20709" y="80340"/>
                  </a:lnTo>
                  <a:lnTo>
                    <a:pt x="21687" y="64536"/>
                  </a:lnTo>
                  <a:lnTo>
                    <a:pt x="44168" y="25375"/>
                  </a:lnTo>
                  <a:lnTo>
                    <a:pt x="72856" y="17183"/>
                  </a:lnTo>
                  <a:lnTo>
                    <a:pt x="120287" y="17183"/>
                  </a:lnTo>
                  <a:lnTo>
                    <a:pt x="118458" y="15464"/>
                  </a:lnTo>
                  <a:lnTo>
                    <a:pt x="110603" y="9980"/>
                  </a:lnTo>
                  <a:lnTo>
                    <a:pt x="101848" y="5619"/>
                  </a:lnTo>
                  <a:lnTo>
                    <a:pt x="92603" y="2500"/>
                  </a:lnTo>
                  <a:lnTo>
                    <a:pt x="82866" y="625"/>
                  </a:lnTo>
                  <a:lnTo>
                    <a:pt x="72638" y="0"/>
                  </a:lnTo>
                  <a:close/>
                </a:path>
                <a:path w="145414" h="156210">
                  <a:moveTo>
                    <a:pt x="120287" y="17183"/>
                  </a:moveTo>
                  <a:lnTo>
                    <a:pt x="72856" y="17183"/>
                  </a:lnTo>
                  <a:lnTo>
                    <a:pt x="80091" y="17655"/>
                  </a:lnTo>
                  <a:lnTo>
                    <a:pt x="87039" y="19070"/>
                  </a:lnTo>
                  <a:lnTo>
                    <a:pt x="118022" y="46038"/>
                  </a:lnTo>
                  <a:lnTo>
                    <a:pt x="124349" y="78170"/>
                  </a:lnTo>
                  <a:lnTo>
                    <a:pt x="123446" y="91891"/>
                  </a:lnTo>
                  <a:lnTo>
                    <a:pt x="101876" y="130047"/>
                  </a:lnTo>
                  <a:lnTo>
                    <a:pt x="72420" y="138962"/>
                  </a:lnTo>
                  <a:lnTo>
                    <a:pt x="120327" y="138962"/>
                  </a:lnTo>
                  <a:lnTo>
                    <a:pt x="142759" y="100005"/>
                  </a:lnTo>
                  <a:lnTo>
                    <a:pt x="145072" y="78170"/>
                  </a:lnTo>
                  <a:lnTo>
                    <a:pt x="144508" y="67267"/>
                  </a:lnTo>
                  <a:lnTo>
                    <a:pt x="131222" y="29369"/>
                  </a:lnTo>
                  <a:lnTo>
                    <a:pt x="125331" y="21926"/>
                  </a:lnTo>
                  <a:lnTo>
                    <a:pt x="120287" y="171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0" name="object 100"/>
            <p:cNvSpPr/>
            <p:nvPr/>
          </p:nvSpPr>
          <p:spPr>
            <a:xfrm>
              <a:off x="3861283" y="5481398"/>
              <a:ext cx="186055" cy="312420"/>
            </a:xfrm>
            <a:custGeom>
              <a:avLst/>
              <a:gdLst/>
              <a:ahLst/>
              <a:cxnLst/>
              <a:rect l="l" t="t" r="r" b="b"/>
              <a:pathLst>
                <a:path w="186054" h="312420">
                  <a:moveTo>
                    <a:pt x="0" y="312010"/>
                  </a:moveTo>
                  <a:lnTo>
                    <a:pt x="175643" y="223013"/>
                  </a:lnTo>
                </a:path>
                <a:path w="186054" h="312420">
                  <a:moveTo>
                    <a:pt x="185680" y="109369"/>
                  </a:moveTo>
                  <a:lnTo>
                    <a:pt x="16364" y="0"/>
                  </a:lnTo>
                </a:path>
              </a:pathLst>
            </a:custGeom>
            <a:ln w="13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1" name="object 101"/>
          <p:cNvSpPr/>
          <p:nvPr/>
        </p:nvSpPr>
        <p:spPr>
          <a:xfrm>
            <a:off x="3303588" y="6058252"/>
            <a:ext cx="744855" cy="193040"/>
          </a:xfrm>
          <a:custGeom>
            <a:avLst/>
            <a:gdLst/>
            <a:ahLst/>
            <a:cxnLst/>
            <a:rect l="l" t="t" r="r" b="b"/>
            <a:pathLst>
              <a:path w="744854" h="193039">
                <a:moveTo>
                  <a:pt x="51296" y="39096"/>
                </a:moveTo>
                <a:lnTo>
                  <a:pt x="14269" y="54305"/>
                </a:lnTo>
                <a:lnTo>
                  <a:pt x="0" y="97089"/>
                </a:lnTo>
                <a:lnTo>
                  <a:pt x="883" y="109672"/>
                </a:lnTo>
                <a:lnTo>
                  <a:pt x="21795" y="144958"/>
                </a:lnTo>
                <a:lnTo>
                  <a:pt x="52343" y="153260"/>
                </a:lnTo>
                <a:lnTo>
                  <a:pt x="61478" y="152682"/>
                </a:lnTo>
                <a:lnTo>
                  <a:pt x="90154" y="138029"/>
                </a:lnTo>
                <a:lnTo>
                  <a:pt x="43267" y="138029"/>
                </a:lnTo>
                <a:lnTo>
                  <a:pt x="35608" y="134840"/>
                </a:lnTo>
                <a:lnTo>
                  <a:pt x="19244" y="100908"/>
                </a:lnTo>
                <a:lnTo>
                  <a:pt x="101240" y="100908"/>
                </a:lnTo>
                <a:lnTo>
                  <a:pt x="101240" y="95961"/>
                </a:lnTo>
                <a:lnTo>
                  <a:pt x="100545" y="85677"/>
                </a:lnTo>
                <a:lnTo>
                  <a:pt x="20269" y="85677"/>
                </a:lnTo>
                <a:lnTo>
                  <a:pt x="20902" y="76152"/>
                </a:lnTo>
                <a:lnTo>
                  <a:pt x="24110" y="68537"/>
                </a:lnTo>
                <a:lnTo>
                  <a:pt x="35761" y="57168"/>
                </a:lnTo>
                <a:lnTo>
                  <a:pt x="42961" y="54305"/>
                </a:lnTo>
                <a:lnTo>
                  <a:pt x="87524" y="54305"/>
                </a:lnTo>
                <a:lnTo>
                  <a:pt x="87298" y="54001"/>
                </a:lnTo>
                <a:lnTo>
                  <a:pt x="79807" y="47480"/>
                </a:lnTo>
                <a:lnTo>
                  <a:pt x="71310" y="42822"/>
                </a:lnTo>
                <a:lnTo>
                  <a:pt x="61806" y="40027"/>
                </a:lnTo>
                <a:lnTo>
                  <a:pt x="51296" y="39096"/>
                </a:lnTo>
                <a:close/>
              </a:path>
              <a:path w="744854" h="193039">
                <a:moveTo>
                  <a:pt x="81406" y="115617"/>
                </a:moveTo>
                <a:lnTo>
                  <a:pt x="78570" y="123428"/>
                </a:lnTo>
                <a:lnTo>
                  <a:pt x="74752" y="129112"/>
                </a:lnTo>
                <a:lnTo>
                  <a:pt x="65086" y="136250"/>
                </a:lnTo>
                <a:lnTo>
                  <a:pt x="59260" y="138029"/>
                </a:lnTo>
                <a:lnTo>
                  <a:pt x="90154" y="138029"/>
                </a:lnTo>
                <a:lnTo>
                  <a:pt x="94149" y="132869"/>
                </a:lnTo>
                <a:lnTo>
                  <a:pt x="97838" y="125894"/>
                </a:lnTo>
                <a:lnTo>
                  <a:pt x="100585" y="117982"/>
                </a:lnTo>
                <a:lnTo>
                  <a:pt x="81406" y="115617"/>
                </a:lnTo>
                <a:close/>
              </a:path>
              <a:path w="744854" h="193039">
                <a:moveTo>
                  <a:pt x="87524" y="54305"/>
                </a:moveTo>
                <a:lnTo>
                  <a:pt x="51514" y="54305"/>
                </a:lnTo>
                <a:lnTo>
                  <a:pt x="58269" y="54975"/>
                </a:lnTo>
                <a:lnTo>
                  <a:pt x="64363" y="56984"/>
                </a:lnTo>
                <a:lnTo>
                  <a:pt x="81603" y="85677"/>
                </a:lnTo>
                <a:lnTo>
                  <a:pt x="100545" y="85677"/>
                </a:lnTo>
                <a:lnTo>
                  <a:pt x="100378" y="83196"/>
                </a:lnTo>
                <a:lnTo>
                  <a:pt x="97779" y="71946"/>
                </a:lnTo>
                <a:lnTo>
                  <a:pt x="93425" y="62214"/>
                </a:lnTo>
                <a:lnTo>
                  <a:pt x="87524" y="54305"/>
                </a:lnTo>
                <a:close/>
              </a:path>
              <a:path w="744854" h="193039">
                <a:moveTo>
                  <a:pt x="144442" y="41569"/>
                </a:moveTo>
                <a:lnTo>
                  <a:pt x="127641" y="41569"/>
                </a:lnTo>
                <a:lnTo>
                  <a:pt x="127641" y="192660"/>
                </a:lnTo>
                <a:lnTo>
                  <a:pt x="146187" y="192660"/>
                </a:lnTo>
                <a:lnTo>
                  <a:pt x="146187" y="139483"/>
                </a:lnTo>
                <a:lnTo>
                  <a:pt x="207352" y="139483"/>
                </a:lnTo>
                <a:lnTo>
                  <a:pt x="208802" y="138029"/>
                </a:lnTo>
                <a:lnTo>
                  <a:pt x="165606" y="138029"/>
                </a:lnTo>
                <a:lnTo>
                  <a:pt x="158624" y="134667"/>
                </a:lnTo>
                <a:lnTo>
                  <a:pt x="144442" y="96785"/>
                </a:lnTo>
                <a:lnTo>
                  <a:pt x="145014" y="86871"/>
                </a:lnTo>
                <a:lnTo>
                  <a:pt x="162590" y="55758"/>
                </a:lnTo>
                <a:lnTo>
                  <a:pt x="144442" y="55758"/>
                </a:lnTo>
                <a:lnTo>
                  <a:pt x="144442" y="41569"/>
                </a:lnTo>
                <a:close/>
              </a:path>
              <a:path w="744854" h="193039">
                <a:moveTo>
                  <a:pt x="207352" y="139483"/>
                </a:moveTo>
                <a:lnTo>
                  <a:pt x="146187" y="139483"/>
                </a:lnTo>
                <a:lnTo>
                  <a:pt x="149242" y="143453"/>
                </a:lnTo>
                <a:lnTo>
                  <a:pt x="153388" y="146751"/>
                </a:lnTo>
                <a:lnTo>
                  <a:pt x="158406" y="149355"/>
                </a:lnTo>
                <a:lnTo>
                  <a:pt x="163206" y="151958"/>
                </a:lnTo>
                <a:lnTo>
                  <a:pt x="168879" y="153260"/>
                </a:lnTo>
                <a:lnTo>
                  <a:pt x="183498" y="153260"/>
                </a:lnTo>
                <a:lnTo>
                  <a:pt x="191571" y="150873"/>
                </a:lnTo>
                <a:lnTo>
                  <a:pt x="199208" y="146100"/>
                </a:lnTo>
                <a:lnTo>
                  <a:pt x="204700" y="142142"/>
                </a:lnTo>
                <a:lnTo>
                  <a:pt x="207352" y="139483"/>
                </a:lnTo>
                <a:close/>
              </a:path>
              <a:path w="744854" h="193039">
                <a:moveTo>
                  <a:pt x="209344" y="53589"/>
                </a:moveTo>
                <a:lnTo>
                  <a:pt x="182625" y="53589"/>
                </a:lnTo>
                <a:lnTo>
                  <a:pt x="189389" y="57060"/>
                </a:lnTo>
                <a:lnTo>
                  <a:pt x="195280" y="63981"/>
                </a:lnTo>
                <a:lnTo>
                  <a:pt x="199003" y="69830"/>
                </a:lnTo>
                <a:lnTo>
                  <a:pt x="201662" y="76993"/>
                </a:lnTo>
                <a:lnTo>
                  <a:pt x="203258" y="85466"/>
                </a:lnTo>
                <a:lnTo>
                  <a:pt x="203790" y="95245"/>
                </a:lnTo>
                <a:lnTo>
                  <a:pt x="203254" y="105480"/>
                </a:lnTo>
                <a:lnTo>
                  <a:pt x="181971" y="138029"/>
                </a:lnTo>
                <a:lnTo>
                  <a:pt x="208802" y="138029"/>
                </a:lnTo>
                <a:lnTo>
                  <a:pt x="222985" y="95245"/>
                </a:lnTo>
                <a:lnTo>
                  <a:pt x="222626" y="87698"/>
                </a:lnTo>
                <a:lnTo>
                  <a:pt x="210635" y="54972"/>
                </a:lnTo>
                <a:lnTo>
                  <a:pt x="209344" y="53589"/>
                </a:lnTo>
                <a:close/>
              </a:path>
              <a:path w="744854" h="193039">
                <a:moveTo>
                  <a:pt x="176298" y="39096"/>
                </a:moveTo>
                <a:lnTo>
                  <a:pt x="169097" y="39096"/>
                </a:lnTo>
                <a:lnTo>
                  <a:pt x="162988" y="40484"/>
                </a:lnTo>
                <a:lnTo>
                  <a:pt x="152951" y="46038"/>
                </a:lnTo>
                <a:lnTo>
                  <a:pt x="148542" y="50265"/>
                </a:lnTo>
                <a:lnTo>
                  <a:pt x="144442" y="55758"/>
                </a:lnTo>
                <a:lnTo>
                  <a:pt x="162590" y="55758"/>
                </a:lnTo>
                <a:lnTo>
                  <a:pt x="166697" y="53589"/>
                </a:lnTo>
                <a:lnTo>
                  <a:pt x="209344" y="53589"/>
                </a:lnTo>
                <a:lnTo>
                  <a:pt x="183130" y="39544"/>
                </a:lnTo>
                <a:lnTo>
                  <a:pt x="176298" y="39096"/>
                </a:lnTo>
                <a:close/>
              </a:path>
              <a:path w="744854" h="193039">
                <a:moveTo>
                  <a:pt x="293466" y="39096"/>
                </a:moveTo>
                <a:lnTo>
                  <a:pt x="251546" y="59514"/>
                </a:lnTo>
                <a:lnTo>
                  <a:pt x="241973" y="96178"/>
                </a:lnTo>
                <a:lnTo>
                  <a:pt x="242870" y="109200"/>
                </a:lnTo>
                <a:lnTo>
                  <a:pt x="263765" y="144986"/>
                </a:lnTo>
                <a:lnTo>
                  <a:pt x="293466" y="153260"/>
                </a:lnTo>
                <a:lnTo>
                  <a:pt x="300506" y="152841"/>
                </a:lnTo>
                <a:lnTo>
                  <a:pt x="331122" y="138029"/>
                </a:lnTo>
                <a:lnTo>
                  <a:pt x="284084" y="138029"/>
                </a:lnTo>
                <a:lnTo>
                  <a:pt x="276428" y="134536"/>
                </a:lnTo>
                <a:lnTo>
                  <a:pt x="261174" y="96178"/>
                </a:lnTo>
                <a:lnTo>
                  <a:pt x="261746" y="86346"/>
                </a:lnTo>
                <a:lnTo>
                  <a:pt x="284084" y="54413"/>
                </a:lnTo>
                <a:lnTo>
                  <a:pt x="330998" y="54413"/>
                </a:lnTo>
                <a:lnTo>
                  <a:pt x="330558" y="53849"/>
                </a:lnTo>
                <a:lnTo>
                  <a:pt x="322830" y="47397"/>
                </a:lnTo>
                <a:lnTo>
                  <a:pt x="314058" y="42787"/>
                </a:lnTo>
                <a:lnTo>
                  <a:pt x="304263" y="40019"/>
                </a:lnTo>
                <a:lnTo>
                  <a:pt x="293466" y="39096"/>
                </a:lnTo>
                <a:close/>
              </a:path>
              <a:path w="744854" h="193039">
                <a:moveTo>
                  <a:pt x="330998" y="54413"/>
                </a:moveTo>
                <a:lnTo>
                  <a:pt x="302630" y="54413"/>
                </a:lnTo>
                <a:lnTo>
                  <a:pt x="310267" y="57906"/>
                </a:lnTo>
                <a:lnTo>
                  <a:pt x="316376" y="64849"/>
                </a:lnTo>
                <a:lnTo>
                  <a:pt x="325722" y="96178"/>
                </a:lnTo>
                <a:lnTo>
                  <a:pt x="325185" y="105614"/>
                </a:lnTo>
                <a:lnTo>
                  <a:pt x="302630" y="138029"/>
                </a:lnTo>
                <a:lnTo>
                  <a:pt x="331122" y="138029"/>
                </a:lnTo>
                <a:lnTo>
                  <a:pt x="344959" y="94637"/>
                </a:lnTo>
                <a:lnTo>
                  <a:pt x="344059" y="82327"/>
                </a:lnTo>
                <a:lnTo>
                  <a:pt x="341359" y="71428"/>
                </a:lnTo>
                <a:lnTo>
                  <a:pt x="336859" y="61937"/>
                </a:lnTo>
                <a:lnTo>
                  <a:pt x="330998" y="54413"/>
                </a:lnTo>
                <a:close/>
              </a:path>
              <a:path w="744854" h="193039">
                <a:moveTo>
                  <a:pt x="384015" y="41569"/>
                </a:moveTo>
                <a:lnTo>
                  <a:pt x="360887" y="41569"/>
                </a:lnTo>
                <a:lnTo>
                  <a:pt x="397979" y="94008"/>
                </a:lnTo>
                <a:lnTo>
                  <a:pt x="357832" y="150787"/>
                </a:lnTo>
                <a:lnTo>
                  <a:pt x="380306" y="150787"/>
                </a:lnTo>
                <a:lnTo>
                  <a:pt x="409107" y="107698"/>
                </a:lnTo>
                <a:lnTo>
                  <a:pt x="430183" y="107698"/>
                </a:lnTo>
                <a:lnTo>
                  <a:pt x="419798" y="92989"/>
                </a:lnTo>
                <a:lnTo>
                  <a:pt x="429826" y="79407"/>
                </a:lnTo>
                <a:lnTo>
                  <a:pt x="408671" y="79407"/>
                </a:lnTo>
                <a:lnTo>
                  <a:pt x="406707" y="76109"/>
                </a:lnTo>
                <a:lnTo>
                  <a:pt x="404089" y="72030"/>
                </a:lnTo>
                <a:lnTo>
                  <a:pt x="400816" y="67170"/>
                </a:lnTo>
                <a:lnTo>
                  <a:pt x="384015" y="41569"/>
                </a:lnTo>
                <a:close/>
              </a:path>
              <a:path w="744854" h="193039">
                <a:moveTo>
                  <a:pt x="430183" y="107698"/>
                </a:moveTo>
                <a:lnTo>
                  <a:pt x="409107" y="107698"/>
                </a:lnTo>
                <a:lnTo>
                  <a:pt x="415216" y="116854"/>
                </a:lnTo>
                <a:lnTo>
                  <a:pt x="437690" y="150787"/>
                </a:lnTo>
                <a:lnTo>
                  <a:pt x="460600" y="150787"/>
                </a:lnTo>
                <a:lnTo>
                  <a:pt x="430183" y="107698"/>
                </a:lnTo>
                <a:close/>
              </a:path>
              <a:path w="744854" h="193039">
                <a:moveTo>
                  <a:pt x="457763" y="41569"/>
                </a:moveTo>
                <a:lnTo>
                  <a:pt x="435508" y="41569"/>
                </a:lnTo>
                <a:lnTo>
                  <a:pt x="416962" y="67366"/>
                </a:lnTo>
                <a:lnTo>
                  <a:pt x="414344" y="70880"/>
                </a:lnTo>
                <a:lnTo>
                  <a:pt x="411507" y="74894"/>
                </a:lnTo>
                <a:lnTo>
                  <a:pt x="408671" y="79407"/>
                </a:lnTo>
                <a:lnTo>
                  <a:pt x="429826" y="79407"/>
                </a:lnTo>
                <a:lnTo>
                  <a:pt x="457763" y="41569"/>
                </a:lnTo>
                <a:close/>
              </a:path>
              <a:path w="744854" h="193039">
                <a:moveTo>
                  <a:pt x="498129" y="0"/>
                </a:moveTo>
                <a:lnTo>
                  <a:pt x="479364" y="0"/>
                </a:lnTo>
                <a:lnTo>
                  <a:pt x="479364" y="21305"/>
                </a:lnTo>
                <a:lnTo>
                  <a:pt x="498129" y="21305"/>
                </a:lnTo>
                <a:lnTo>
                  <a:pt x="498129" y="0"/>
                </a:lnTo>
                <a:close/>
              </a:path>
              <a:path w="744854" h="193039">
                <a:moveTo>
                  <a:pt x="498129" y="41569"/>
                </a:moveTo>
                <a:lnTo>
                  <a:pt x="479364" y="41569"/>
                </a:lnTo>
                <a:lnTo>
                  <a:pt x="479364" y="150787"/>
                </a:lnTo>
                <a:lnTo>
                  <a:pt x="498129" y="150787"/>
                </a:lnTo>
                <a:lnTo>
                  <a:pt x="498129" y="41569"/>
                </a:lnTo>
                <a:close/>
              </a:path>
              <a:path w="744854" h="193039">
                <a:moveTo>
                  <a:pt x="574059" y="39096"/>
                </a:moveTo>
                <a:lnTo>
                  <a:pt x="567513" y="39096"/>
                </a:lnTo>
                <a:lnTo>
                  <a:pt x="560934" y="39539"/>
                </a:lnTo>
                <a:lnTo>
                  <a:pt x="526494" y="66606"/>
                </a:lnTo>
                <a:lnTo>
                  <a:pt x="521039" y="96286"/>
                </a:lnTo>
                <a:lnTo>
                  <a:pt x="521441" y="104426"/>
                </a:lnTo>
                <a:lnTo>
                  <a:pt x="539053" y="142103"/>
                </a:lnTo>
                <a:lnTo>
                  <a:pt x="559659" y="153260"/>
                </a:lnTo>
                <a:lnTo>
                  <a:pt x="568386" y="153260"/>
                </a:lnTo>
                <a:lnTo>
                  <a:pt x="577918" y="152243"/>
                </a:lnTo>
                <a:lnTo>
                  <a:pt x="586223" y="149195"/>
                </a:lnTo>
                <a:lnTo>
                  <a:pt x="593301" y="144116"/>
                </a:lnTo>
                <a:lnTo>
                  <a:pt x="598312" y="138029"/>
                </a:lnTo>
                <a:lnTo>
                  <a:pt x="562059" y="138029"/>
                </a:lnTo>
                <a:lnTo>
                  <a:pt x="555077" y="134580"/>
                </a:lnTo>
                <a:lnTo>
                  <a:pt x="540240" y="96286"/>
                </a:lnTo>
                <a:lnTo>
                  <a:pt x="540768" y="86158"/>
                </a:lnTo>
                <a:lnTo>
                  <a:pt x="560968" y="54413"/>
                </a:lnTo>
                <a:lnTo>
                  <a:pt x="616388" y="54413"/>
                </a:lnTo>
                <a:lnTo>
                  <a:pt x="616388" y="54109"/>
                </a:lnTo>
                <a:lnTo>
                  <a:pt x="597842" y="54109"/>
                </a:lnTo>
                <a:lnTo>
                  <a:pt x="594569" y="49662"/>
                </a:lnTo>
                <a:lnTo>
                  <a:pt x="590423" y="46038"/>
                </a:lnTo>
                <a:lnTo>
                  <a:pt x="585187" y="43261"/>
                </a:lnTo>
                <a:lnTo>
                  <a:pt x="580168" y="40484"/>
                </a:lnTo>
                <a:lnTo>
                  <a:pt x="574059" y="39096"/>
                </a:lnTo>
                <a:close/>
              </a:path>
              <a:path w="744854" h="193039">
                <a:moveTo>
                  <a:pt x="616388" y="137010"/>
                </a:moveTo>
                <a:lnTo>
                  <a:pt x="599151" y="137010"/>
                </a:lnTo>
                <a:lnTo>
                  <a:pt x="599151" y="150787"/>
                </a:lnTo>
                <a:lnTo>
                  <a:pt x="616388" y="150787"/>
                </a:lnTo>
                <a:lnTo>
                  <a:pt x="616388" y="137010"/>
                </a:lnTo>
                <a:close/>
              </a:path>
              <a:path w="744854" h="193039">
                <a:moveTo>
                  <a:pt x="616388" y="54413"/>
                </a:moveTo>
                <a:lnTo>
                  <a:pt x="577768" y="54413"/>
                </a:lnTo>
                <a:lnTo>
                  <a:pt x="584969" y="57906"/>
                </a:lnTo>
                <a:lnTo>
                  <a:pt x="590642" y="64914"/>
                </a:lnTo>
                <a:lnTo>
                  <a:pt x="594491" y="70902"/>
                </a:lnTo>
                <a:lnTo>
                  <a:pt x="597215" y="78384"/>
                </a:lnTo>
                <a:lnTo>
                  <a:pt x="598834" y="87360"/>
                </a:lnTo>
                <a:lnTo>
                  <a:pt x="599369" y="97827"/>
                </a:lnTo>
                <a:lnTo>
                  <a:pt x="598837" y="107349"/>
                </a:lnTo>
                <a:lnTo>
                  <a:pt x="578205" y="138029"/>
                </a:lnTo>
                <a:lnTo>
                  <a:pt x="598312" y="138029"/>
                </a:lnTo>
                <a:lnTo>
                  <a:pt x="599151" y="137010"/>
                </a:lnTo>
                <a:lnTo>
                  <a:pt x="616388" y="137010"/>
                </a:lnTo>
                <a:lnTo>
                  <a:pt x="616388" y="54413"/>
                </a:lnTo>
                <a:close/>
              </a:path>
              <a:path w="744854" h="193039">
                <a:moveTo>
                  <a:pt x="616388" y="0"/>
                </a:moveTo>
                <a:lnTo>
                  <a:pt x="597842" y="0"/>
                </a:lnTo>
                <a:lnTo>
                  <a:pt x="597842" y="54109"/>
                </a:lnTo>
                <a:lnTo>
                  <a:pt x="616388" y="54109"/>
                </a:lnTo>
                <a:lnTo>
                  <a:pt x="616388" y="0"/>
                </a:lnTo>
                <a:close/>
              </a:path>
              <a:path w="744854" h="193039">
                <a:moveTo>
                  <a:pt x="694282" y="39096"/>
                </a:moveTo>
                <a:lnTo>
                  <a:pt x="657190" y="54305"/>
                </a:lnTo>
                <a:lnTo>
                  <a:pt x="643085" y="95961"/>
                </a:lnTo>
                <a:lnTo>
                  <a:pt x="643119" y="98716"/>
                </a:lnTo>
                <a:lnTo>
                  <a:pt x="656972" y="138507"/>
                </a:lnTo>
                <a:lnTo>
                  <a:pt x="695373" y="153260"/>
                </a:lnTo>
                <a:lnTo>
                  <a:pt x="704455" y="152682"/>
                </a:lnTo>
                <a:lnTo>
                  <a:pt x="733072" y="138029"/>
                </a:lnTo>
                <a:lnTo>
                  <a:pt x="686209" y="138029"/>
                </a:lnTo>
                <a:lnTo>
                  <a:pt x="678572" y="134840"/>
                </a:lnTo>
                <a:lnTo>
                  <a:pt x="662208" y="100908"/>
                </a:lnTo>
                <a:lnTo>
                  <a:pt x="744030" y="100908"/>
                </a:lnTo>
                <a:lnTo>
                  <a:pt x="744248" y="98716"/>
                </a:lnTo>
                <a:lnTo>
                  <a:pt x="744248" y="95961"/>
                </a:lnTo>
                <a:lnTo>
                  <a:pt x="743553" y="85677"/>
                </a:lnTo>
                <a:lnTo>
                  <a:pt x="663299" y="85677"/>
                </a:lnTo>
                <a:lnTo>
                  <a:pt x="663954" y="76152"/>
                </a:lnTo>
                <a:lnTo>
                  <a:pt x="667008" y="68537"/>
                </a:lnTo>
                <a:lnTo>
                  <a:pt x="678791" y="57168"/>
                </a:lnTo>
                <a:lnTo>
                  <a:pt x="685991" y="54305"/>
                </a:lnTo>
                <a:lnTo>
                  <a:pt x="730511" y="54305"/>
                </a:lnTo>
                <a:lnTo>
                  <a:pt x="730284" y="54001"/>
                </a:lnTo>
                <a:lnTo>
                  <a:pt x="722756" y="47480"/>
                </a:lnTo>
                <a:lnTo>
                  <a:pt x="714247" y="42822"/>
                </a:lnTo>
                <a:lnTo>
                  <a:pt x="704755" y="40027"/>
                </a:lnTo>
                <a:lnTo>
                  <a:pt x="694282" y="39096"/>
                </a:lnTo>
                <a:close/>
              </a:path>
              <a:path w="744854" h="193039">
                <a:moveTo>
                  <a:pt x="724392" y="115617"/>
                </a:moveTo>
                <a:lnTo>
                  <a:pt x="721556" y="123428"/>
                </a:lnTo>
                <a:lnTo>
                  <a:pt x="717629" y="129112"/>
                </a:lnTo>
                <a:lnTo>
                  <a:pt x="708028" y="136250"/>
                </a:lnTo>
                <a:lnTo>
                  <a:pt x="702137" y="138029"/>
                </a:lnTo>
                <a:lnTo>
                  <a:pt x="733072" y="138029"/>
                </a:lnTo>
                <a:lnTo>
                  <a:pt x="737075" y="132869"/>
                </a:lnTo>
                <a:lnTo>
                  <a:pt x="740815" y="125894"/>
                </a:lnTo>
                <a:lnTo>
                  <a:pt x="743593" y="117982"/>
                </a:lnTo>
                <a:lnTo>
                  <a:pt x="724392" y="115617"/>
                </a:lnTo>
                <a:close/>
              </a:path>
              <a:path w="744854" h="193039">
                <a:moveTo>
                  <a:pt x="730511" y="54305"/>
                </a:moveTo>
                <a:lnTo>
                  <a:pt x="694500" y="54305"/>
                </a:lnTo>
                <a:lnTo>
                  <a:pt x="701213" y="54975"/>
                </a:lnTo>
                <a:lnTo>
                  <a:pt x="707292" y="56984"/>
                </a:lnTo>
                <a:lnTo>
                  <a:pt x="724611" y="85677"/>
                </a:lnTo>
                <a:lnTo>
                  <a:pt x="743553" y="85677"/>
                </a:lnTo>
                <a:lnTo>
                  <a:pt x="743385" y="83196"/>
                </a:lnTo>
                <a:lnTo>
                  <a:pt x="740784" y="71946"/>
                </a:lnTo>
                <a:lnTo>
                  <a:pt x="736424" y="62214"/>
                </a:lnTo>
                <a:lnTo>
                  <a:pt x="730511" y="5430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2" name="object 10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44</a:t>
            </a: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45</a:t>
            </a:r>
            <a:endParaRPr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09600" y="533400"/>
            <a:ext cx="8410575" cy="716915"/>
          </a:xfrm>
          <a:prstGeom prst="rect">
            <a:avLst/>
          </a:prstGeom>
        </p:spPr>
        <p:txBody>
          <a:bodyPr vert="horz" wrap="square" lIns="0" tIns="12065" rIns="0" bIns="0" rtlCol="0">
            <a:no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Elimination</a:t>
            </a:r>
            <a:r>
              <a:rPr spc="-75" dirty="0"/>
              <a:t> </a:t>
            </a:r>
            <a:r>
              <a:rPr spc="-10" dirty="0"/>
              <a:t>Reactions</a:t>
            </a:r>
            <a:r>
              <a:rPr lang="zh-CN" spc="-10" dirty="0"/>
              <a:t>（</a:t>
            </a:r>
            <a:r>
              <a:rPr lang="zh-CN" spc="-10" dirty="0"/>
              <a:t>消去反应）</a:t>
            </a:r>
            <a:endParaRPr lang="zh-CN"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602691" y="2120595"/>
            <a:ext cx="10749915" cy="295338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299720" algn="l"/>
              </a:tabLst>
            </a:pPr>
            <a:r>
              <a:rPr sz="3200" spc="-10" dirty="0">
                <a:latin typeface="Calibri" panose="020F0502020204030204"/>
                <a:cs typeface="Calibri" panose="020F0502020204030204"/>
              </a:rPr>
              <a:t>Elimination</a:t>
            </a:r>
            <a:r>
              <a:rPr sz="3200" spc="4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E2.</a:t>
            </a:r>
            <a:r>
              <a:rPr sz="3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10" dirty="0">
                <a:latin typeface="Calibri" panose="020F0502020204030204"/>
                <a:cs typeface="Calibri" panose="020F0502020204030204"/>
              </a:rPr>
              <a:t>Concerted</a:t>
            </a:r>
            <a:r>
              <a:rPr sz="3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15" dirty="0">
                <a:latin typeface="Calibri" panose="020F0502020204030204"/>
                <a:cs typeface="Calibri" panose="020F0502020204030204"/>
              </a:rPr>
              <a:t>process,</a:t>
            </a:r>
            <a:r>
              <a:rPr sz="320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single</a:t>
            </a:r>
            <a:r>
              <a:rPr sz="3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20" dirty="0">
                <a:latin typeface="Calibri" panose="020F0502020204030204"/>
                <a:cs typeface="Calibri" panose="020F0502020204030204"/>
              </a:rPr>
              <a:t>step</a:t>
            </a:r>
            <a:r>
              <a:rPr sz="3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dirty="0">
                <a:latin typeface="Calibri" panose="020F0502020204030204"/>
                <a:cs typeface="Calibri" panose="020F0502020204030204"/>
              </a:rPr>
              <a:t>mechanism.</a:t>
            </a:r>
            <a:endParaRPr sz="32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55"/>
              </a:spcBef>
              <a:buFont typeface="Arial MT"/>
              <a:buChar char="•"/>
            </a:pPr>
            <a:endParaRPr sz="3100">
              <a:latin typeface="Calibri" panose="020F0502020204030204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99720" algn="l"/>
              </a:tabLst>
            </a:pPr>
            <a:r>
              <a:rPr sz="3200" spc="-10" dirty="0">
                <a:latin typeface="Calibri" panose="020F0502020204030204"/>
                <a:cs typeface="Calibri" panose="020F0502020204030204"/>
              </a:rPr>
              <a:t>Elimination</a:t>
            </a:r>
            <a:r>
              <a:rPr sz="3200" spc="5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E1.</a:t>
            </a:r>
            <a:r>
              <a:rPr sz="3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5" dirty="0">
                <a:latin typeface="Calibri" panose="020F0502020204030204"/>
                <a:cs typeface="Calibri" panose="020F0502020204030204"/>
              </a:rPr>
              <a:t>Two</a:t>
            </a:r>
            <a:r>
              <a:rPr sz="320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25" dirty="0">
                <a:latin typeface="Calibri" panose="020F0502020204030204"/>
                <a:cs typeface="Calibri" panose="020F0502020204030204"/>
              </a:rPr>
              <a:t>step</a:t>
            </a:r>
            <a:r>
              <a:rPr sz="3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reaction</a:t>
            </a:r>
            <a:r>
              <a:rPr sz="3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dirty="0">
                <a:latin typeface="Calibri" panose="020F0502020204030204"/>
                <a:cs typeface="Calibri" panose="020F0502020204030204"/>
              </a:rPr>
              <a:t>via</a:t>
            </a:r>
            <a:r>
              <a:rPr sz="32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10" dirty="0">
                <a:latin typeface="Calibri" panose="020F0502020204030204"/>
                <a:cs typeface="Calibri" panose="020F0502020204030204"/>
              </a:rPr>
              <a:t>carbocation</a:t>
            </a:r>
            <a:r>
              <a:rPr sz="3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15" dirty="0">
                <a:latin typeface="Calibri" panose="020F0502020204030204"/>
                <a:cs typeface="Calibri" panose="020F0502020204030204"/>
              </a:rPr>
              <a:t>intermediate.</a:t>
            </a:r>
            <a:endParaRPr sz="32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55"/>
              </a:spcBef>
              <a:buFont typeface="Arial MT"/>
              <a:buChar char="•"/>
            </a:pPr>
            <a:endParaRPr sz="3100">
              <a:latin typeface="Calibri" panose="020F0502020204030204"/>
              <a:cs typeface="Calibri" panose="020F0502020204030204"/>
            </a:endParaRPr>
          </a:p>
          <a:p>
            <a:pPr marL="299085" marR="906145" indent="-287020">
              <a:lnSpc>
                <a:spcPct val="100000"/>
              </a:lnSpc>
              <a:buFont typeface="Arial MT"/>
              <a:buChar char="•"/>
              <a:tabLst>
                <a:tab pos="299720" algn="l"/>
              </a:tabLst>
            </a:pPr>
            <a:r>
              <a:rPr sz="3200" spc="-10" dirty="0">
                <a:latin typeface="Calibri" panose="020F0502020204030204"/>
                <a:cs typeface="Calibri" panose="020F0502020204030204"/>
              </a:rPr>
              <a:t>Elimination</a:t>
            </a:r>
            <a:r>
              <a:rPr sz="3200" spc="4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E1Cb.</a:t>
            </a:r>
            <a:r>
              <a:rPr sz="3200" spc="3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Less common</a:t>
            </a:r>
            <a:r>
              <a:rPr sz="32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mechanism</a:t>
            </a:r>
            <a:r>
              <a:rPr sz="3200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dirty="0">
                <a:latin typeface="Calibri" panose="020F0502020204030204"/>
                <a:cs typeface="Calibri" panose="020F0502020204030204"/>
              </a:rPr>
              <a:t>via</a:t>
            </a:r>
            <a:r>
              <a:rPr sz="32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5" dirty="0">
                <a:latin typeface="Calibri" panose="020F0502020204030204"/>
                <a:cs typeface="Calibri" panose="020F0502020204030204"/>
              </a:rPr>
              <a:t>carbanion </a:t>
            </a:r>
            <a:r>
              <a:rPr sz="3200" spc="-710" dirty="0">
                <a:latin typeface="Calibri" panose="020F0502020204030204"/>
                <a:cs typeface="Calibri" panose="020F0502020204030204"/>
              </a:rPr>
              <a:t> </a:t>
            </a:r>
            <a:r>
              <a:rPr sz="3200" spc="-15" dirty="0">
                <a:latin typeface="Calibri" panose="020F0502020204030204"/>
                <a:cs typeface="Calibri" panose="020F0502020204030204"/>
              </a:rPr>
              <a:t>intermediate.</a:t>
            </a:r>
            <a:endParaRPr sz="3200">
              <a:latin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016502" y="219913"/>
            <a:ext cx="416179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0" dirty="0"/>
              <a:t>Alkene </a:t>
            </a:r>
            <a:r>
              <a:rPr spc="-20" dirty="0"/>
              <a:t>preparations</a:t>
            </a:r>
            <a:endParaRPr spc="-20" dirty="0"/>
          </a:p>
        </p:txBody>
      </p:sp>
      <p:sp>
        <p:nvSpPr>
          <p:cNvPr id="3" name="object 3"/>
          <p:cNvSpPr txBox="1"/>
          <p:nvPr/>
        </p:nvSpPr>
        <p:spPr>
          <a:xfrm>
            <a:off x="7950834" y="2341879"/>
            <a:ext cx="3399154" cy="1990725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1300" marR="5080" indent="-228600">
              <a:lnSpc>
                <a:spcPct val="90000"/>
              </a:lnSpc>
              <a:spcBef>
                <a:spcPts val="43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-15" dirty="0">
                <a:latin typeface="Calibri" panose="020F0502020204030204"/>
                <a:cs typeface="Calibri" panose="020F0502020204030204"/>
              </a:rPr>
              <a:t>Alkenes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can</a:t>
            </a:r>
            <a:r>
              <a:rPr sz="2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be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prepared</a:t>
            </a:r>
            <a:r>
              <a:rPr sz="28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by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 elimination </a:t>
            </a:r>
            <a:r>
              <a:rPr sz="2800" spc="-20" dirty="0">
                <a:latin typeface="Calibri" panose="020F0502020204030204"/>
                <a:cs typeface="Calibri" panose="020F0502020204030204"/>
              </a:rPr>
              <a:t>from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alkyl </a:t>
            </a:r>
            <a:r>
              <a:rPr sz="2800" spc="-6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halides</a:t>
            </a:r>
            <a:r>
              <a:rPr lang="zh-CN" sz="2800" spc="-10" dirty="0">
                <a:latin typeface="Calibri" panose="020F0502020204030204"/>
                <a:cs typeface="Calibri" panose="020F0502020204030204"/>
              </a:rPr>
              <a:t>（）卤代烃</a:t>
            </a:r>
            <a:r>
              <a:rPr sz="28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5" dirty="0">
                <a:latin typeface="Calibri" panose="020F0502020204030204"/>
                <a:cs typeface="Calibri" panose="020F0502020204030204"/>
              </a:rPr>
              <a:t>or</a:t>
            </a:r>
            <a:r>
              <a:rPr sz="2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800" spc="-10" dirty="0">
                <a:latin typeface="Calibri" panose="020F0502020204030204"/>
                <a:cs typeface="Calibri" panose="020F0502020204030204"/>
              </a:rPr>
              <a:t>alcohols</a:t>
            </a:r>
            <a:endParaRPr sz="2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364029" y="1087628"/>
            <a:ext cx="5807710" cy="2578735"/>
            <a:chOff x="1364029" y="1087628"/>
            <a:chExt cx="5807710" cy="2578735"/>
          </a:xfrm>
        </p:grpSpPr>
        <p:sp>
          <p:nvSpPr>
            <p:cNvPr id="5" name="object 5"/>
            <p:cNvSpPr/>
            <p:nvPr/>
          </p:nvSpPr>
          <p:spPr>
            <a:xfrm>
              <a:off x="1839794" y="2419274"/>
              <a:ext cx="805815" cy="155575"/>
            </a:xfrm>
            <a:custGeom>
              <a:avLst/>
              <a:gdLst/>
              <a:ahLst/>
              <a:cxnLst/>
              <a:rect l="l" t="t" r="r" b="b"/>
              <a:pathLst>
                <a:path w="805814" h="155575">
                  <a:moveTo>
                    <a:pt x="0" y="0"/>
                  </a:moveTo>
                  <a:lnTo>
                    <a:pt x="268472" y="155017"/>
                  </a:lnTo>
                </a:path>
                <a:path w="805814" h="155575">
                  <a:moveTo>
                    <a:pt x="268472" y="155017"/>
                  </a:moveTo>
                  <a:lnTo>
                    <a:pt x="536922" y="0"/>
                  </a:lnTo>
                </a:path>
                <a:path w="805814" h="155575">
                  <a:moveTo>
                    <a:pt x="536922" y="0"/>
                  </a:moveTo>
                  <a:lnTo>
                    <a:pt x="805395" y="155017"/>
                  </a:lnTo>
                </a:path>
              </a:pathLst>
            </a:custGeom>
            <a:ln w="129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320422" y="2042710"/>
              <a:ext cx="200745" cy="14963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376717" y="2227440"/>
              <a:ext cx="0" cy="192405"/>
            </a:xfrm>
            <a:custGeom>
              <a:avLst/>
              <a:gdLst/>
              <a:ahLst/>
              <a:cxnLst/>
              <a:rect l="l" t="t" r="r" b="b"/>
              <a:pathLst>
                <a:path h="192405">
                  <a:moveTo>
                    <a:pt x="0" y="191834"/>
                  </a:moveTo>
                  <a:lnTo>
                    <a:pt x="0" y="0"/>
                  </a:lnTo>
                </a:path>
              </a:pathLst>
            </a:custGeom>
            <a:ln w="1291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18179" y="2283849"/>
              <a:ext cx="246858" cy="152218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86177" y="2256505"/>
              <a:ext cx="74098" cy="7406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2840825" y="2281275"/>
              <a:ext cx="1003935" cy="225425"/>
            </a:xfrm>
            <a:custGeom>
              <a:avLst/>
              <a:gdLst/>
              <a:ahLst/>
              <a:cxnLst/>
              <a:rect l="l" t="t" r="r" b="b"/>
              <a:pathLst>
                <a:path w="1003935" h="225425">
                  <a:moveTo>
                    <a:pt x="684212" y="77508"/>
                  </a:moveTo>
                  <a:lnTo>
                    <a:pt x="675601" y="37465"/>
                  </a:lnTo>
                  <a:lnTo>
                    <a:pt x="663765" y="20739"/>
                  </a:lnTo>
                  <a:lnTo>
                    <a:pt x="663765" y="77508"/>
                  </a:lnTo>
                  <a:lnTo>
                    <a:pt x="662876" y="91186"/>
                  </a:lnTo>
                  <a:lnTo>
                    <a:pt x="641705" y="128981"/>
                  </a:lnTo>
                  <a:lnTo>
                    <a:pt x="612622" y="137795"/>
                  </a:lnTo>
                  <a:lnTo>
                    <a:pt x="602094" y="136817"/>
                  </a:lnTo>
                  <a:lnTo>
                    <a:pt x="569772" y="113804"/>
                  </a:lnTo>
                  <a:lnTo>
                    <a:pt x="561568" y="79654"/>
                  </a:lnTo>
                  <a:lnTo>
                    <a:pt x="562521" y="64033"/>
                  </a:lnTo>
                  <a:lnTo>
                    <a:pt x="584682" y="25184"/>
                  </a:lnTo>
                  <a:lnTo>
                    <a:pt x="612914" y="17005"/>
                  </a:lnTo>
                  <a:lnTo>
                    <a:pt x="620141" y="17487"/>
                  </a:lnTo>
                  <a:lnTo>
                    <a:pt x="654304" y="39230"/>
                  </a:lnTo>
                  <a:lnTo>
                    <a:pt x="663765" y="77508"/>
                  </a:lnTo>
                  <a:lnTo>
                    <a:pt x="663765" y="20739"/>
                  </a:lnTo>
                  <a:lnTo>
                    <a:pt x="659752" y="17005"/>
                  </a:lnTo>
                  <a:lnTo>
                    <a:pt x="657987" y="15354"/>
                  </a:lnTo>
                  <a:lnTo>
                    <a:pt x="650201" y="9906"/>
                  </a:lnTo>
                  <a:lnTo>
                    <a:pt x="641578" y="5537"/>
                  </a:lnTo>
                  <a:lnTo>
                    <a:pt x="632498" y="2451"/>
                  </a:lnTo>
                  <a:lnTo>
                    <a:pt x="622909" y="609"/>
                  </a:lnTo>
                  <a:lnTo>
                    <a:pt x="612813" y="0"/>
                  </a:lnTo>
                  <a:lnTo>
                    <a:pt x="597725" y="1320"/>
                  </a:lnTo>
                  <a:lnTo>
                    <a:pt x="561162" y="21094"/>
                  </a:lnTo>
                  <a:lnTo>
                    <a:pt x="542417" y="61760"/>
                  </a:lnTo>
                  <a:lnTo>
                    <a:pt x="541172" y="79654"/>
                  </a:lnTo>
                  <a:lnTo>
                    <a:pt x="541705" y="89166"/>
                  </a:lnTo>
                  <a:lnTo>
                    <a:pt x="554545" y="125095"/>
                  </a:lnTo>
                  <a:lnTo>
                    <a:pt x="592709" y="152247"/>
                  </a:lnTo>
                  <a:lnTo>
                    <a:pt x="612698" y="154800"/>
                  </a:lnTo>
                  <a:lnTo>
                    <a:pt x="622274" y="154228"/>
                  </a:lnTo>
                  <a:lnTo>
                    <a:pt x="660019" y="137795"/>
                  </a:lnTo>
                  <a:lnTo>
                    <a:pt x="681926" y="99199"/>
                  </a:lnTo>
                  <a:lnTo>
                    <a:pt x="684123" y="79654"/>
                  </a:lnTo>
                  <a:lnTo>
                    <a:pt x="684212" y="77508"/>
                  </a:lnTo>
                  <a:close/>
                </a:path>
                <a:path w="1003935" h="225425">
                  <a:moveTo>
                    <a:pt x="826731" y="134556"/>
                  </a:moveTo>
                  <a:lnTo>
                    <a:pt x="734809" y="134556"/>
                  </a:lnTo>
                  <a:lnTo>
                    <a:pt x="734809" y="83743"/>
                  </a:lnTo>
                  <a:lnTo>
                    <a:pt x="817689" y="83743"/>
                  </a:lnTo>
                  <a:lnTo>
                    <a:pt x="817689" y="66090"/>
                  </a:lnTo>
                  <a:lnTo>
                    <a:pt x="734809" y="66090"/>
                  </a:lnTo>
                  <a:lnTo>
                    <a:pt x="734809" y="20231"/>
                  </a:lnTo>
                  <a:lnTo>
                    <a:pt x="823290" y="20231"/>
                  </a:lnTo>
                  <a:lnTo>
                    <a:pt x="823290" y="2578"/>
                  </a:lnTo>
                  <a:lnTo>
                    <a:pt x="714997" y="2578"/>
                  </a:lnTo>
                  <a:lnTo>
                    <a:pt x="714997" y="152209"/>
                  </a:lnTo>
                  <a:lnTo>
                    <a:pt x="826731" y="152209"/>
                  </a:lnTo>
                  <a:lnTo>
                    <a:pt x="826731" y="134556"/>
                  </a:lnTo>
                  <a:close/>
                </a:path>
                <a:path w="1003935" h="225425">
                  <a:moveTo>
                    <a:pt x="898639" y="152006"/>
                  </a:moveTo>
                  <a:lnTo>
                    <a:pt x="896150" y="136499"/>
                  </a:lnTo>
                  <a:lnTo>
                    <a:pt x="896048" y="135851"/>
                  </a:lnTo>
                  <a:lnTo>
                    <a:pt x="892606" y="136283"/>
                  </a:lnTo>
                  <a:lnTo>
                    <a:pt x="890028" y="136499"/>
                  </a:lnTo>
                  <a:lnTo>
                    <a:pt x="885291" y="136499"/>
                  </a:lnTo>
                  <a:lnTo>
                    <a:pt x="877531" y="126809"/>
                  </a:lnTo>
                  <a:lnTo>
                    <a:pt x="877531" y="58127"/>
                  </a:lnTo>
                  <a:lnTo>
                    <a:pt x="896048" y="58127"/>
                  </a:lnTo>
                  <a:lnTo>
                    <a:pt x="896048" y="43916"/>
                  </a:lnTo>
                  <a:lnTo>
                    <a:pt x="877531" y="43916"/>
                  </a:lnTo>
                  <a:lnTo>
                    <a:pt x="877531" y="6019"/>
                  </a:lnTo>
                  <a:lnTo>
                    <a:pt x="859243" y="17005"/>
                  </a:lnTo>
                  <a:lnTo>
                    <a:pt x="859243" y="43916"/>
                  </a:lnTo>
                  <a:lnTo>
                    <a:pt x="845896" y="43916"/>
                  </a:lnTo>
                  <a:lnTo>
                    <a:pt x="845896" y="58127"/>
                  </a:lnTo>
                  <a:lnTo>
                    <a:pt x="859243" y="58127"/>
                  </a:lnTo>
                  <a:lnTo>
                    <a:pt x="859243" y="131546"/>
                  </a:lnTo>
                  <a:lnTo>
                    <a:pt x="860094" y="138861"/>
                  </a:lnTo>
                  <a:lnTo>
                    <a:pt x="863117" y="145757"/>
                  </a:lnTo>
                  <a:lnTo>
                    <a:pt x="865695" y="148336"/>
                  </a:lnTo>
                  <a:lnTo>
                    <a:pt x="873010" y="152641"/>
                  </a:lnTo>
                  <a:lnTo>
                    <a:pt x="878179" y="153720"/>
                  </a:lnTo>
                  <a:lnTo>
                    <a:pt x="888949" y="153720"/>
                  </a:lnTo>
                  <a:lnTo>
                    <a:pt x="893470" y="153073"/>
                  </a:lnTo>
                  <a:lnTo>
                    <a:pt x="898639" y="152006"/>
                  </a:lnTo>
                  <a:close/>
                </a:path>
                <a:path w="1003935" h="225425">
                  <a:moveTo>
                    <a:pt x="950214" y="19939"/>
                  </a:moveTo>
                  <a:lnTo>
                    <a:pt x="907884" y="19939"/>
                  </a:lnTo>
                  <a:lnTo>
                    <a:pt x="907884" y="33794"/>
                  </a:lnTo>
                  <a:lnTo>
                    <a:pt x="950214" y="33794"/>
                  </a:lnTo>
                  <a:lnTo>
                    <a:pt x="950214" y="19939"/>
                  </a:lnTo>
                  <a:close/>
                </a:path>
                <a:path w="1003935" h="225425">
                  <a:moveTo>
                    <a:pt x="1003630" y="212280"/>
                  </a:moveTo>
                  <a:lnTo>
                    <a:pt x="0" y="212280"/>
                  </a:lnTo>
                  <a:lnTo>
                    <a:pt x="0" y="225209"/>
                  </a:lnTo>
                  <a:lnTo>
                    <a:pt x="1003630" y="225209"/>
                  </a:lnTo>
                  <a:lnTo>
                    <a:pt x="1003630" y="2122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824284" y="2463196"/>
              <a:ext cx="132180" cy="71049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184351" y="2620367"/>
              <a:ext cx="488950" cy="154940"/>
            </a:xfrm>
            <a:custGeom>
              <a:avLst/>
              <a:gdLst/>
              <a:ahLst/>
              <a:cxnLst/>
              <a:rect l="l" t="t" r="r" b="b"/>
              <a:pathLst>
                <a:path w="488950" h="154939">
                  <a:moveTo>
                    <a:pt x="108176" y="2583"/>
                  </a:moveTo>
                  <a:lnTo>
                    <a:pt x="0" y="2583"/>
                  </a:lnTo>
                  <a:lnTo>
                    <a:pt x="0" y="152218"/>
                  </a:lnTo>
                  <a:lnTo>
                    <a:pt x="111642" y="152218"/>
                  </a:lnTo>
                  <a:lnTo>
                    <a:pt x="111642" y="134564"/>
                  </a:lnTo>
                  <a:lnTo>
                    <a:pt x="19805" y="134564"/>
                  </a:lnTo>
                  <a:lnTo>
                    <a:pt x="19805" y="83752"/>
                  </a:lnTo>
                  <a:lnTo>
                    <a:pt x="102558" y="83752"/>
                  </a:lnTo>
                  <a:lnTo>
                    <a:pt x="102558" y="66097"/>
                  </a:lnTo>
                  <a:lnTo>
                    <a:pt x="19805" y="66097"/>
                  </a:lnTo>
                  <a:lnTo>
                    <a:pt x="19805" y="20238"/>
                  </a:lnTo>
                  <a:lnTo>
                    <a:pt x="108176" y="20238"/>
                  </a:lnTo>
                  <a:lnTo>
                    <a:pt x="108176" y="2583"/>
                  </a:lnTo>
                  <a:close/>
                </a:path>
                <a:path w="488950" h="154939">
                  <a:moveTo>
                    <a:pt x="162469" y="58131"/>
                  </a:moveTo>
                  <a:lnTo>
                    <a:pt x="144192" y="58131"/>
                  </a:lnTo>
                  <a:lnTo>
                    <a:pt x="144192" y="131549"/>
                  </a:lnTo>
                  <a:lnTo>
                    <a:pt x="163050" y="153725"/>
                  </a:lnTo>
                  <a:lnTo>
                    <a:pt x="173793" y="153725"/>
                  </a:lnTo>
                  <a:lnTo>
                    <a:pt x="178421" y="153080"/>
                  </a:lnTo>
                  <a:lnTo>
                    <a:pt x="183588" y="152003"/>
                  </a:lnTo>
                  <a:lnTo>
                    <a:pt x="181046" y="136501"/>
                  </a:lnTo>
                  <a:lnTo>
                    <a:pt x="170155" y="136501"/>
                  </a:lnTo>
                  <a:lnTo>
                    <a:pt x="168066" y="136071"/>
                  </a:lnTo>
                  <a:lnTo>
                    <a:pt x="165139" y="134348"/>
                  </a:lnTo>
                  <a:lnTo>
                    <a:pt x="164084" y="133272"/>
                  </a:lnTo>
                  <a:lnTo>
                    <a:pt x="162792" y="130257"/>
                  </a:lnTo>
                  <a:lnTo>
                    <a:pt x="162469" y="126813"/>
                  </a:lnTo>
                  <a:lnTo>
                    <a:pt x="162469" y="58131"/>
                  </a:lnTo>
                  <a:close/>
                </a:path>
                <a:path w="488950" h="154939">
                  <a:moveTo>
                    <a:pt x="180940" y="135855"/>
                  </a:moveTo>
                  <a:lnTo>
                    <a:pt x="177603" y="136286"/>
                  </a:lnTo>
                  <a:lnTo>
                    <a:pt x="174912" y="136501"/>
                  </a:lnTo>
                  <a:lnTo>
                    <a:pt x="181046" y="136501"/>
                  </a:lnTo>
                  <a:lnTo>
                    <a:pt x="180940" y="135855"/>
                  </a:lnTo>
                  <a:close/>
                </a:path>
                <a:path w="488950" h="154939">
                  <a:moveTo>
                    <a:pt x="180940" y="43921"/>
                  </a:moveTo>
                  <a:lnTo>
                    <a:pt x="130737" y="43921"/>
                  </a:lnTo>
                  <a:lnTo>
                    <a:pt x="130737" y="58131"/>
                  </a:lnTo>
                  <a:lnTo>
                    <a:pt x="180940" y="58131"/>
                  </a:lnTo>
                  <a:lnTo>
                    <a:pt x="180940" y="43921"/>
                  </a:lnTo>
                  <a:close/>
                </a:path>
                <a:path w="488950" h="154939">
                  <a:moveTo>
                    <a:pt x="162469" y="6028"/>
                  </a:moveTo>
                  <a:lnTo>
                    <a:pt x="144192" y="17008"/>
                  </a:lnTo>
                  <a:lnTo>
                    <a:pt x="144192" y="43921"/>
                  </a:lnTo>
                  <a:lnTo>
                    <a:pt x="162469" y="43921"/>
                  </a:lnTo>
                  <a:lnTo>
                    <a:pt x="162469" y="6028"/>
                  </a:lnTo>
                  <a:close/>
                </a:path>
                <a:path w="488950" h="154939">
                  <a:moveTo>
                    <a:pt x="268601" y="0"/>
                  </a:moveTo>
                  <a:lnTo>
                    <a:pt x="227689" y="11898"/>
                  </a:lnTo>
                  <a:lnTo>
                    <a:pt x="201959" y="46155"/>
                  </a:lnTo>
                  <a:lnTo>
                    <a:pt x="196968" y="79661"/>
                  </a:lnTo>
                  <a:lnTo>
                    <a:pt x="197493" y="89172"/>
                  </a:lnTo>
                  <a:lnTo>
                    <a:pt x="210320" y="125094"/>
                  </a:lnTo>
                  <a:lnTo>
                    <a:pt x="248499" y="152245"/>
                  </a:lnTo>
                  <a:lnTo>
                    <a:pt x="268493" y="154802"/>
                  </a:lnTo>
                  <a:lnTo>
                    <a:pt x="278069" y="154233"/>
                  </a:lnTo>
                  <a:lnTo>
                    <a:pt x="315785" y="137793"/>
                  </a:lnTo>
                  <a:lnTo>
                    <a:pt x="268407" y="137793"/>
                  </a:lnTo>
                  <a:lnTo>
                    <a:pt x="257881" y="136821"/>
                  </a:lnTo>
                  <a:lnTo>
                    <a:pt x="225557" y="113814"/>
                  </a:lnTo>
                  <a:lnTo>
                    <a:pt x="217365" y="79661"/>
                  </a:lnTo>
                  <a:lnTo>
                    <a:pt x="218313" y="64042"/>
                  </a:lnTo>
                  <a:lnTo>
                    <a:pt x="240473" y="25183"/>
                  </a:lnTo>
                  <a:lnTo>
                    <a:pt x="268709" y="17008"/>
                  </a:lnTo>
                  <a:lnTo>
                    <a:pt x="315538" y="17008"/>
                  </a:lnTo>
                  <a:lnTo>
                    <a:pt x="313788" y="15360"/>
                  </a:lnTo>
                  <a:lnTo>
                    <a:pt x="306038" y="9903"/>
                  </a:lnTo>
                  <a:lnTo>
                    <a:pt x="297409" y="5540"/>
                  </a:lnTo>
                  <a:lnTo>
                    <a:pt x="288304" y="2449"/>
                  </a:lnTo>
                  <a:lnTo>
                    <a:pt x="278707" y="608"/>
                  </a:lnTo>
                  <a:lnTo>
                    <a:pt x="268601" y="0"/>
                  </a:lnTo>
                  <a:close/>
                </a:path>
                <a:path w="488950" h="154939">
                  <a:moveTo>
                    <a:pt x="315538" y="17008"/>
                  </a:moveTo>
                  <a:lnTo>
                    <a:pt x="268709" y="17008"/>
                  </a:lnTo>
                  <a:lnTo>
                    <a:pt x="275932" y="17489"/>
                  </a:lnTo>
                  <a:lnTo>
                    <a:pt x="282809" y="18919"/>
                  </a:lnTo>
                  <a:lnTo>
                    <a:pt x="313357" y="45644"/>
                  </a:lnTo>
                  <a:lnTo>
                    <a:pt x="319600" y="77508"/>
                  </a:lnTo>
                  <a:lnTo>
                    <a:pt x="318709" y="91194"/>
                  </a:lnTo>
                  <a:lnTo>
                    <a:pt x="297439" y="128982"/>
                  </a:lnTo>
                  <a:lnTo>
                    <a:pt x="268407" y="137793"/>
                  </a:lnTo>
                  <a:lnTo>
                    <a:pt x="315785" y="137793"/>
                  </a:lnTo>
                  <a:lnTo>
                    <a:pt x="337764" y="99200"/>
                  </a:lnTo>
                  <a:lnTo>
                    <a:pt x="340040" y="77508"/>
                  </a:lnTo>
                  <a:lnTo>
                    <a:pt x="339490" y="66740"/>
                  </a:lnTo>
                  <a:lnTo>
                    <a:pt x="326381" y="29099"/>
                  </a:lnTo>
                  <a:lnTo>
                    <a:pt x="320569" y="21745"/>
                  </a:lnTo>
                  <a:lnTo>
                    <a:pt x="315538" y="17008"/>
                  </a:lnTo>
                  <a:close/>
                </a:path>
                <a:path w="488950" h="154939">
                  <a:moveTo>
                    <a:pt x="390857" y="2583"/>
                  </a:moveTo>
                  <a:lnTo>
                    <a:pt x="371051" y="2583"/>
                  </a:lnTo>
                  <a:lnTo>
                    <a:pt x="371051" y="152218"/>
                  </a:lnTo>
                  <a:lnTo>
                    <a:pt x="390857" y="152218"/>
                  </a:lnTo>
                  <a:lnTo>
                    <a:pt x="390857" y="81814"/>
                  </a:lnTo>
                  <a:lnTo>
                    <a:pt x="488377" y="81814"/>
                  </a:lnTo>
                  <a:lnTo>
                    <a:pt x="488377" y="64160"/>
                  </a:lnTo>
                  <a:lnTo>
                    <a:pt x="390857" y="64160"/>
                  </a:lnTo>
                  <a:lnTo>
                    <a:pt x="390857" y="2583"/>
                  </a:lnTo>
                  <a:close/>
                </a:path>
                <a:path w="488950" h="154939">
                  <a:moveTo>
                    <a:pt x="488377" y="81814"/>
                  </a:moveTo>
                  <a:lnTo>
                    <a:pt x="468572" y="81814"/>
                  </a:lnTo>
                  <a:lnTo>
                    <a:pt x="468572" y="152218"/>
                  </a:lnTo>
                  <a:lnTo>
                    <a:pt x="488377" y="152218"/>
                  </a:lnTo>
                  <a:lnTo>
                    <a:pt x="488377" y="81814"/>
                  </a:lnTo>
                  <a:close/>
                </a:path>
                <a:path w="488950" h="154939">
                  <a:moveTo>
                    <a:pt x="488377" y="2583"/>
                  </a:moveTo>
                  <a:lnTo>
                    <a:pt x="468572" y="2583"/>
                  </a:lnTo>
                  <a:lnTo>
                    <a:pt x="468572" y="64160"/>
                  </a:lnTo>
                  <a:lnTo>
                    <a:pt x="488377" y="64160"/>
                  </a:lnTo>
                  <a:lnTo>
                    <a:pt x="488377" y="25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4213290" y="2435637"/>
              <a:ext cx="2210435" cy="235585"/>
            </a:xfrm>
            <a:custGeom>
              <a:avLst/>
              <a:gdLst/>
              <a:ahLst/>
              <a:cxnLst/>
              <a:rect l="l" t="t" r="r" b="b"/>
              <a:pathLst>
                <a:path w="2210435" h="235585">
                  <a:moveTo>
                    <a:pt x="0" y="48227"/>
                  </a:moveTo>
                  <a:lnTo>
                    <a:pt x="268450" y="203245"/>
                  </a:lnTo>
                </a:path>
                <a:path w="2210435" h="235585">
                  <a:moveTo>
                    <a:pt x="268450" y="203245"/>
                  </a:moveTo>
                  <a:lnTo>
                    <a:pt x="536901" y="48227"/>
                  </a:lnTo>
                </a:path>
                <a:path w="2210435" h="235585">
                  <a:moveTo>
                    <a:pt x="268450" y="138870"/>
                  </a:moveTo>
                  <a:lnTo>
                    <a:pt x="508915" y="0"/>
                  </a:lnTo>
                </a:path>
                <a:path w="2210435" h="235585">
                  <a:moveTo>
                    <a:pt x="536901" y="48227"/>
                  </a:moveTo>
                  <a:lnTo>
                    <a:pt x="805352" y="203245"/>
                  </a:lnTo>
                </a:path>
                <a:path w="2210435" h="235585">
                  <a:moveTo>
                    <a:pt x="1404683" y="32080"/>
                  </a:moveTo>
                  <a:lnTo>
                    <a:pt x="1673134" y="187097"/>
                  </a:lnTo>
                </a:path>
                <a:path w="2210435" h="235585">
                  <a:moveTo>
                    <a:pt x="1673134" y="187097"/>
                  </a:moveTo>
                  <a:lnTo>
                    <a:pt x="1941585" y="32080"/>
                  </a:lnTo>
                </a:path>
                <a:path w="2210435" h="235585">
                  <a:moveTo>
                    <a:pt x="1941585" y="32080"/>
                  </a:moveTo>
                  <a:lnTo>
                    <a:pt x="2210035" y="187097"/>
                  </a:lnTo>
                </a:path>
                <a:path w="2210435" h="235585">
                  <a:moveTo>
                    <a:pt x="1941585" y="96670"/>
                  </a:moveTo>
                  <a:lnTo>
                    <a:pt x="2182049" y="235540"/>
                  </a:lnTo>
                </a:path>
              </a:pathLst>
            </a:custGeom>
            <a:ln w="129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060228" y="3058299"/>
              <a:ext cx="2418715" cy="452120"/>
            </a:xfrm>
            <a:custGeom>
              <a:avLst/>
              <a:gdLst/>
              <a:ahLst/>
              <a:cxnLst/>
              <a:rect l="l" t="t" r="r" b="b"/>
              <a:pathLst>
                <a:path w="2418715" h="452120">
                  <a:moveTo>
                    <a:pt x="98590" y="345986"/>
                  </a:moveTo>
                  <a:lnTo>
                    <a:pt x="79857" y="321094"/>
                  </a:lnTo>
                  <a:lnTo>
                    <a:pt x="79857" y="346633"/>
                  </a:lnTo>
                  <a:lnTo>
                    <a:pt x="79857" y="364070"/>
                  </a:lnTo>
                  <a:lnTo>
                    <a:pt x="76847" y="371182"/>
                  </a:lnTo>
                  <a:lnTo>
                    <a:pt x="71247" y="376999"/>
                  </a:lnTo>
                  <a:lnTo>
                    <a:pt x="65443" y="382587"/>
                  </a:lnTo>
                  <a:lnTo>
                    <a:pt x="58331" y="385394"/>
                  </a:lnTo>
                  <a:lnTo>
                    <a:pt x="43916" y="385394"/>
                  </a:lnTo>
                  <a:lnTo>
                    <a:pt x="38531" y="384098"/>
                  </a:lnTo>
                  <a:lnTo>
                    <a:pt x="33578" y="381304"/>
                  </a:lnTo>
                  <a:lnTo>
                    <a:pt x="28841" y="378714"/>
                  </a:lnTo>
                  <a:lnTo>
                    <a:pt x="24968" y="374840"/>
                  </a:lnTo>
                  <a:lnTo>
                    <a:pt x="22593" y="369887"/>
                  </a:lnTo>
                  <a:lnTo>
                    <a:pt x="20015" y="365150"/>
                  </a:lnTo>
                  <a:lnTo>
                    <a:pt x="18935" y="359981"/>
                  </a:lnTo>
                  <a:lnTo>
                    <a:pt x="19024" y="345986"/>
                  </a:lnTo>
                  <a:lnTo>
                    <a:pt x="21742" y="339102"/>
                  </a:lnTo>
                  <a:lnTo>
                    <a:pt x="27330" y="333286"/>
                  </a:lnTo>
                  <a:lnTo>
                    <a:pt x="33147" y="327685"/>
                  </a:lnTo>
                  <a:lnTo>
                    <a:pt x="40246" y="324675"/>
                  </a:lnTo>
                  <a:lnTo>
                    <a:pt x="57683" y="324675"/>
                  </a:lnTo>
                  <a:lnTo>
                    <a:pt x="65011" y="327685"/>
                  </a:lnTo>
                  <a:lnTo>
                    <a:pt x="71031" y="333502"/>
                  </a:lnTo>
                  <a:lnTo>
                    <a:pt x="76847" y="339318"/>
                  </a:lnTo>
                  <a:lnTo>
                    <a:pt x="79857" y="346633"/>
                  </a:lnTo>
                  <a:lnTo>
                    <a:pt x="79857" y="321094"/>
                  </a:lnTo>
                  <a:lnTo>
                    <a:pt x="76885" y="319328"/>
                  </a:lnTo>
                  <a:lnTo>
                    <a:pt x="70383" y="316712"/>
                  </a:lnTo>
                  <a:lnTo>
                    <a:pt x="77711" y="313905"/>
                  </a:lnTo>
                  <a:lnTo>
                    <a:pt x="83312" y="310032"/>
                  </a:lnTo>
                  <a:lnTo>
                    <a:pt x="83464" y="309816"/>
                  </a:lnTo>
                  <a:lnTo>
                    <a:pt x="90627" y="299694"/>
                  </a:lnTo>
                  <a:lnTo>
                    <a:pt x="92341" y="293674"/>
                  </a:lnTo>
                  <a:lnTo>
                    <a:pt x="92252" y="285699"/>
                  </a:lnTo>
                  <a:lnTo>
                    <a:pt x="91617" y="278904"/>
                  </a:lnTo>
                  <a:lnTo>
                    <a:pt x="73520" y="253796"/>
                  </a:lnTo>
                  <a:lnTo>
                    <a:pt x="73520" y="293458"/>
                  </a:lnTo>
                  <a:lnTo>
                    <a:pt x="71247" y="298627"/>
                  </a:lnTo>
                  <a:lnTo>
                    <a:pt x="66725" y="303149"/>
                  </a:lnTo>
                  <a:lnTo>
                    <a:pt x="62204" y="307454"/>
                  </a:lnTo>
                  <a:lnTo>
                    <a:pt x="56400" y="309816"/>
                  </a:lnTo>
                  <a:lnTo>
                    <a:pt x="42189" y="309816"/>
                  </a:lnTo>
                  <a:lnTo>
                    <a:pt x="36156" y="307454"/>
                  </a:lnTo>
                  <a:lnTo>
                    <a:pt x="31635" y="302933"/>
                  </a:lnTo>
                  <a:lnTo>
                    <a:pt x="27114" y="298627"/>
                  </a:lnTo>
                  <a:lnTo>
                    <a:pt x="24752" y="292811"/>
                  </a:lnTo>
                  <a:lnTo>
                    <a:pt x="24752" y="279463"/>
                  </a:lnTo>
                  <a:lnTo>
                    <a:pt x="27114" y="274078"/>
                  </a:lnTo>
                  <a:lnTo>
                    <a:pt x="31635" y="269557"/>
                  </a:lnTo>
                  <a:lnTo>
                    <a:pt x="36372" y="265036"/>
                  </a:lnTo>
                  <a:lnTo>
                    <a:pt x="42189" y="262877"/>
                  </a:lnTo>
                  <a:lnTo>
                    <a:pt x="56184" y="262877"/>
                  </a:lnTo>
                  <a:lnTo>
                    <a:pt x="61988" y="265036"/>
                  </a:lnTo>
                  <a:lnTo>
                    <a:pt x="66509" y="269773"/>
                  </a:lnTo>
                  <a:lnTo>
                    <a:pt x="71247" y="274294"/>
                  </a:lnTo>
                  <a:lnTo>
                    <a:pt x="73431" y="279463"/>
                  </a:lnTo>
                  <a:lnTo>
                    <a:pt x="73520" y="293458"/>
                  </a:lnTo>
                  <a:lnTo>
                    <a:pt x="73520" y="253796"/>
                  </a:lnTo>
                  <a:lnTo>
                    <a:pt x="66624" y="250482"/>
                  </a:lnTo>
                  <a:lnTo>
                    <a:pt x="58178" y="248323"/>
                  </a:lnTo>
                  <a:lnTo>
                    <a:pt x="48856" y="247599"/>
                  </a:lnTo>
                  <a:lnTo>
                    <a:pt x="39636" y="248323"/>
                  </a:lnTo>
                  <a:lnTo>
                    <a:pt x="8928" y="271284"/>
                  </a:lnTo>
                  <a:lnTo>
                    <a:pt x="6083" y="285699"/>
                  </a:lnTo>
                  <a:lnTo>
                    <a:pt x="6083" y="293674"/>
                  </a:lnTo>
                  <a:lnTo>
                    <a:pt x="28409" y="316712"/>
                  </a:lnTo>
                  <a:lnTo>
                    <a:pt x="19367" y="319074"/>
                  </a:lnTo>
                  <a:lnTo>
                    <a:pt x="0" y="354596"/>
                  </a:lnTo>
                  <a:lnTo>
                    <a:pt x="838" y="364045"/>
                  </a:lnTo>
                  <a:lnTo>
                    <a:pt x="29248" y="397205"/>
                  </a:lnTo>
                  <a:lnTo>
                    <a:pt x="49288" y="400456"/>
                  </a:lnTo>
                  <a:lnTo>
                    <a:pt x="59778" y="399656"/>
                  </a:lnTo>
                  <a:lnTo>
                    <a:pt x="95199" y="372821"/>
                  </a:lnTo>
                  <a:lnTo>
                    <a:pt x="98590" y="355244"/>
                  </a:lnTo>
                  <a:lnTo>
                    <a:pt x="98590" y="345986"/>
                  </a:lnTo>
                  <a:close/>
                </a:path>
                <a:path w="2418715" h="452120">
                  <a:moveTo>
                    <a:pt x="99136" y="96024"/>
                  </a:moveTo>
                  <a:lnTo>
                    <a:pt x="99123" y="86004"/>
                  </a:lnTo>
                  <a:lnTo>
                    <a:pt x="98158" y="79451"/>
                  </a:lnTo>
                  <a:lnTo>
                    <a:pt x="95796" y="72555"/>
                  </a:lnTo>
                  <a:lnTo>
                    <a:pt x="93637" y="65671"/>
                  </a:lnTo>
                  <a:lnTo>
                    <a:pt x="90627" y="59639"/>
                  </a:lnTo>
                  <a:lnTo>
                    <a:pt x="86791" y="54686"/>
                  </a:lnTo>
                  <a:lnTo>
                    <a:pt x="86296" y="54038"/>
                  </a:lnTo>
                  <a:lnTo>
                    <a:pt x="83096" y="49949"/>
                  </a:lnTo>
                  <a:lnTo>
                    <a:pt x="80289" y="47879"/>
                  </a:lnTo>
                  <a:lnTo>
                    <a:pt x="80289" y="96024"/>
                  </a:lnTo>
                  <a:lnTo>
                    <a:pt x="79768" y="105740"/>
                  </a:lnTo>
                  <a:lnTo>
                    <a:pt x="58762" y="137795"/>
                  </a:lnTo>
                  <a:lnTo>
                    <a:pt x="50800" y="137795"/>
                  </a:lnTo>
                  <a:lnTo>
                    <a:pt x="43776" y="136906"/>
                  </a:lnTo>
                  <a:lnTo>
                    <a:pt x="43332" y="136715"/>
                  </a:lnTo>
                  <a:lnTo>
                    <a:pt x="37528" y="134239"/>
                  </a:lnTo>
                  <a:lnTo>
                    <a:pt x="21971" y="96024"/>
                  </a:lnTo>
                  <a:lnTo>
                    <a:pt x="22009" y="94513"/>
                  </a:lnTo>
                  <a:lnTo>
                    <a:pt x="36588" y="58127"/>
                  </a:lnTo>
                  <a:lnTo>
                    <a:pt x="43484" y="54686"/>
                  </a:lnTo>
                  <a:lnTo>
                    <a:pt x="59626" y="54686"/>
                  </a:lnTo>
                  <a:lnTo>
                    <a:pt x="80289" y="96024"/>
                  </a:lnTo>
                  <a:lnTo>
                    <a:pt x="80289" y="47879"/>
                  </a:lnTo>
                  <a:lnTo>
                    <a:pt x="78143" y="46291"/>
                  </a:lnTo>
                  <a:lnTo>
                    <a:pt x="72110" y="43484"/>
                  </a:lnTo>
                  <a:lnTo>
                    <a:pt x="66294" y="40906"/>
                  </a:lnTo>
                  <a:lnTo>
                    <a:pt x="59842" y="39395"/>
                  </a:lnTo>
                  <a:lnTo>
                    <a:pt x="53162" y="39395"/>
                  </a:lnTo>
                  <a:lnTo>
                    <a:pt x="44526" y="40322"/>
                  </a:lnTo>
                  <a:lnTo>
                    <a:pt x="36703" y="43091"/>
                  </a:lnTo>
                  <a:lnTo>
                    <a:pt x="29679" y="47663"/>
                  </a:lnTo>
                  <a:lnTo>
                    <a:pt x="23456" y="54038"/>
                  </a:lnTo>
                  <a:lnTo>
                    <a:pt x="23456" y="647"/>
                  </a:lnTo>
                  <a:lnTo>
                    <a:pt x="5156" y="647"/>
                  </a:lnTo>
                  <a:lnTo>
                    <a:pt x="5156" y="150279"/>
                  </a:lnTo>
                  <a:lnTo>
                    <a:pt x="22161" y="150279"/>
                  </a:lnTo>
                  <a:lnTo>
                    <a:pt x="22161" y="136715"/>
                  </a:lnTo>
                  <a:lnTo>
                    <a:pt x="28181" y="143776"/>
                  </a:lnTo>
                  <a:lnTo>
                    <a:pt x="35217" y="148831"/>
                  </a:lnTo>
                  <a:lnTo>
                    <a:pt x="43268" y="151853"/>
                  </a:lnTo>
                  <a:lnTo>
                    <a:pt x="52311" y="152869"/>
                  </a:lnTo>
                  <a:lnTo>
                    <a:pt x="61633" y="151904"/>
                  </a:lnTo>
                  <a:lnTo>
                    <a:pt x="95732" y="119202"/>
                  </a:lnTo>
                  <a:lnTo>
                    <a:pt x="98361" y="107632"/>
                  </a:lnTo>
                  <a:lnTo>
                    <a:pt x="99136" y="96024"/>
                  </a:lnTo>
                  <a:close/>
                </a:path>
                <a:path w="2418715" h="452120">
                  <a:moveTo>
                    <a:pt x="189001" y="247599"/>
                  </a:moveTo>
                  <a:lnTo>
                    <a:pt x="177165" y="247599"/>
                  </a:lnTo>
                  <a:lnTo>
                    <a:pt x="174332" y="252577"/>
                  </a:lnTo>
                  <a:lnTo>
                    <a:pt x="170688" y="257530"/>
                  </a:lnTo>
                  <a:lnTo>
                    <a:pt x="133896" y="285280"/>
                  </a:lnTo>
                  <a:lnTo>
                    <a:pt x="133896" y="302933"/>
                  </a:lnTo>
                  <a:lnTo>
                    <a:pt x="139712" y="300990"/>
                  </a:lnTo>
                  <a:lnTo>
                    <a:pt x="146164" y="297764"/>
                  </a:lnTo>
                  <a:lnTo>
                    <a:pt x="153276" y="293458"/>
                  </a:lnTo>
                  <a:lnTo>
                    <a:pt x="160375" y="289369"/>
                  </a:lnTo>
                  <a:lnTo>
                    <a:pt x="166192" y="285064"/>
                  </a:lnTo>
                  <a:lnTo>
                    <a:pt x="170713" y="280974"/>
                  </a:lnTo>
                  <a:lnTo>
                    <a:pt x="170713" y="397878"/>
                  </a:lnTo>
                  <a:lnTo>
                    <a:pt x="189001" y="397878"/>
                  </a:lnTo>
                  <a:lnTo>
                    <a:pt x="189001" y="280974"/>
                  </a:lnTo>
                  <a:lnTo>
                    <a:pt x="189001" y="247599"/>
                  </a:lnTo>
                  <a:close/>
                </a:path>
                <a:path w="2418715" h="452120">
                  <a:moveTo>
                    <a:pt x="212471" y="41986"/>
                  </a:moveTo>
                  <a:lnTo>
                    <a:pt x="194170" y="41986"/>
                  </a:lnTo>
                  <a:lnTo>
                    <a:pt x="194170" y="109372"/>
                  </a:lnTo>
                  <a:lnTo>
                    <a:pt x="193103" y="116268"/>
                  </a:lnTo>
                  <a:lnTo>
                    <a:pt x="170713" y="136931"/>
                  </a:lnTo>
                  <a:lnTo>
                    <a:pt x="159727" y="136931"/>
                  </a:lnTo>
                  <a:lnTo>
                    <a:pt x="142938" y="111747"/>
                  </a:lnTo>
                  <a:lnTo>
                    <a:pt x="142938" y="41986"/>
                  </a:lnTo>
                  <a:lnTo>
                    <a:pt x="124637" y="41986"/>
                  </a:lnTo>
                  <a:lnTo>
                    <a:pt x="124688" y="118198"/>
                  </a:lnTo>
                  <a:lnTo>
                    <a:pt x="124853" y="122720"/>
                  </a:lnTo>
                  <a:lnTo>
                    <a:pt x="125755" y="126377"/>
                  </a:lnTo>
                  <a:lnTo>
                    <a:pt x="126796" y="131546"/>
                  </a:lnTo>
                  <a:lnTo>
                    <a:pt x="155206" y="152869"/>
                  </a:lnTo>
                  <a:lnTo>
                    <a:pt x="161671" y="152869"/>
                  </a:lnTo>
                  <a:lnTo>
                    <a:pt x="171919" y="151701"/>
                  </a:lnTo>
                  <a:lnTo>
                    <a:pt x="181063" y="148209"/>
                  </a:lnTo>
                  <a:lnTo>
                    <a:pt x="189128" y="142417"/>
                  </a:lnTo>
                  <a:lnTo>
                    <a:pt x="193878" y="136931"/>
                  </a:lnTo>
                  <a:lnTo>
                    <a:pt x="196113" y="134353"/>
                  </a:lnTo>
                  <a:lnTo>
                    <a:pt x="196113" y="150279"/>
                  </a:lnTo>
                  <a:lnTo>
                    <a:pt x="212471" y="150279"/>
                  </a:lnTo>
                  <a:lnTo>
                    <a:pt x="212471" y="134353"/>
                  </a:lnTo>
                  <a:lnTo>
                    <a:pt x="212471" y="41986"/>
                  </a:lnTo>
                  <a:close/>
                </a:path>
                <a:path w="2418715" h="452120">
                  <a:moveTo>
                    <a:pt x="287388" y="150063"/>
                  </a:moveTo>
                  <a:lnTo>
                    <a:pt x="284911" y="134569"/>
                  </a:lnTo>
                  <a:lnTo>
                    <a:pt x="284810" y="133921"/>
                  </a:lnTo>
                  <a:lnTo>
                    <a:pt x="281355" y="134353"/>
                  </a:lnTo>
                  <a:lnTo>
                    <a:pt x="278777" y="134569"/>
                  </a:lnTo>
                  <a:lnTo>
                    <a:pt x="274040" y="134569"/>
                  </a:lnTo>
                  <a:lnTo>
                    <a:pt x="266293" y="124879"/>
                  </a:lnTo>
                  <a:lnTo>
                    <a:pt x="266293" y="56197"/>
                  </a:lnTo>
                  <a:lnTo>
                    <a:pt x="284810" y="56197"/>
                  </a:lnTo>
                  <a:lnTo>
                    <a:pt x="284810" y="41986"/>
                  </a:lnTo>
                  <a:lnTo>
                    <a:pt x="266293" y="41986"/>
                  </a:lnTo>
                  <a:lnTo>
                    <a:pt x="266293" y="4089"/>
                  </a:lnTo>
                  <a:lnTo>
                    <a:pt x="247992" y="15074"/>
                  </a:lnTo>
                  <a:lnTo>
                    <a:pt x="247992" y="41986"/>
                  </a:lnTo>
                  <a:lnTo>
                    <a:pt x="234645" y="41986"/>
                  </a:lnTo>
                  <a:lnTo>
                    <a:pt x="234645" y="56197"/>
                  </a:lnTo>
                  <a:lnTo>
                    <a:pt x="247992" y="56197"/>
                  </a:lnTo>
                  <a:lnTo>
                    <a:pt x="247992" y="129616"/>
                  </a:lnTo>
                  <a:lnTo>
                    <a:pt x="248856" y="136931"/>
                  </a:lnTo>
                  <a:lnTo>
                    <a:pt x="251866" y="143827"/>
                  </a:lnTo>
                  <a:lnTo>
                    <a:pt x="254457" y="146405"/>
                  </a:lnTo>
                  <a:lnTo>
                    <a:pt x="261772" y="150710"/>
                  </a:lnTo>
                  <a:lnTo>
                    <a:pt x="266941" y="151790"/>
                  </a:lnTo>
                  <a:lnTo>
                    <a:pt x="277698" y="151790"/>
                  </a:lnTo>
                  <a:lnTo>
                    <a:pt x="282219" y="151142"/>
                  </a:lnTo>
                  <a:lnTo>
                    <a:pt x="287388" y="150063"/>
                  </a:lnTo>
                  <a:close/>
                </a:path>
                <a:path w="2418715" h="452120">
                  <a:moveTo>
                    <a:pt x="306984" y="285280"/>
                  </a:moveTo>
                  <a:lnTo>
                    <a:pt x="291693" y="249097"/>
                  </a:lnTo>
                  <a:lnTo>
                    <a:pt x="291045" y="248818"/>
                  </a:lnTo>
                  <a:lnTo>
                    <a:pt x="291045" y="274942"/>
                  </a:lnTo>
                  <a:lnTo>
                    <a:pt x="290957" y="295605"/>
                  </a:lnTo>
                  <a:lnTo>
                    <a:pt x="289547" y="302285"/>
                  </a:lnTo>
                  <a:lnTo>
                    <a:pt x="286524" y="306374"/>
                  </a:lnTo>
                  <a:lnTo>
                    <a:pt x="283514" y="310248"/>
                  </a:lnTo>
                  <a:lnTo>
                    <a:pt x="279641" y="312191"/>
                  </a:lnTo>
                  <a:lnTo>
                    <a:pt x="270598" y="312191"/>
                  </a:lnTo>
                  <a:lnTo>
                    <a:pt x="266725" y="310248"/>
                  </a:lnTo>
                  <a:lnTo>
                    <a:pt x="260692" y="302501"/>
                  </a:lnTo>
                  <a:lnTo>
                    <a:pt x="259181" y="295605"/>
                  </a:lnTo>
                  <a:lnTo>
                    <a:pt x="259181" y="275590"/>
                  </a:lnTo>
                  <a:lnTo>
                    <a:pt x="260692" y="268262"/>
                  </a:lnTo>
                  <a:lnTo>
                    <a:pt x="263702" y="264388"/>
                  </a:lnTo>
                  <a:lnTo>
                    <a:pt x="266725" y="260299"/>
                  </a:lnTo>
                  <a:lnTo>
                    <a:pt x="270383" y="258356"/>
                  </a:lnTo>
                  <a:lnTo>
                    <a:pt x="279641" y="258356"/>
                  </a:lnTo>
                  <a:lnTo>
                    <a:pt x="283298" y="260299"/>
                  </a:lnTo>
                  <a:lnTo>
                    <a:pt x="286524" y="264388"/>
                  </a:lnTo>
                  <a:lnTo>
                    <a:pt x="289547" y="268262"/>
                  </a:lnTo>
                  <a:lnTo>
                    <a:pt x="291045" y="274942"/>
                  </a:lnTo>
                  <a:lnTo>
                    <a:pt x="291045" y="248818"/>
                  </a:lnTo>
                  <a:lnTo>
                    <a:pt x="283946" y="245656"/>
                  </a:lnTo>
                  <a:lnTo>
                    <a:pt x="274472" y="245656"/>
                  </a:lnTo>
                  <a:lnTo>
                    <a:pt x="243560" y="276542"/>
                  </a:lnTo>
                  <a:lnTo>
                    <a:pt x="243039" y="284200"/>
                  </a:lnTo>
                  <a:lnTo>
                    <a:pt x="243611" y="293763"/>
                  </a:lnTo>
                  <a:lnTo>
                    <a:pt x="265645" y="324891"/>
                  </a:lnTo>
                  <a:lnTo>
                    <a:pt x="283730" y="324891"/>
                  </a:lnTo>
                  <a:lnTo>
                    <a:pt x="291477" y="321449"/>
                  </a:lnTo>
                  <a:lnTo>
                    <a:pt x="297726" y="314553"/>
                  </a:lnTo>
                  <a:lnTo>
                    <a:pt x="299415" y="312191"/>
                  </a:lnTo>
                  <a:lnTo>
                    <a:pt x="301802" y="308864"/>
                  </a:lnTo>
                  <a:lnTo>
                    <a:pt x="304698" y="302069"/>
                  </a:lnTo>
                  <a:lnTo>
                    <a:pt x="306412" y="294246"/>
                  </a:lnTo>
                  <a:lnTo>
                    <a:pt x="306984" y="285280"/>
                  </a:lnTo>
                  <a:close/>
                </a:path>
                <a:path w="2418715" h="452120">
                  <a:moveTo>
                    <a:pt x="353695" y="86982"/>
                  </a:moveTo>
                  <a:lnTo>
                    <a:pt x="297294" y="86982"/>
                  </a:lnTo>
                  <a:lnTo>
                    <a:pt x="297294" y="105498"/>
                  </a:lnTo>
                  <a:lnTo>
                    <a:pt x="353695" y="105498"/>
                  </a:lnTo>
                  <a:lnTo>
                    <a:pt x="353695" y="86982"/>
                  </a:lnTo>
                  <a:close/>
                </a:path>
                <a:path w="2418715" h="452120">
                  <a:moveTo>
                    <a:pt x="371779" y="245656"/>
                  </a:moveTo>
                  <a:lnTo>
                    <a:pt x="356920" y="245656"/>
                  </a:lnTo>
                  <a:lnTo>
                    <a:pt x="275120" y="403479"/>
                  </a:lnTo>
                  <a:lnTo>
                    <a:pt x="290398" y="403479"/>
                  </a:lnTo>
                  <a:lnTo>
                    <a:pt x="371779" y="245656"/>
                  </a:lnTo>
                  <a:close/>
                </a:path>
                <a:path w="2418715" h="452120">
                  <a:moveTo>
                    <a:pt x="403860" y="363855"/>
                  </a:moveTo>
                  <a:lnTo>
                    <a:pt x="388569" y="327685"/>
                  </a:lnTo>
                  <a:lnTo>
                    <a:pt x="387921" y="327418"/>
                  </a:lnTo>
                  <a:lnTo>
                    <a:pt x="387921" y="353529"/>
                  </a:lnTo>
                  <a:lnTo>
                    <a:pt x="387832" y="374192"/>
                  </a:lnTo>
                  <a:lnTo>
                    <a:pt x="386422" y="380873"/>
                  </a:lnTo>
                  <a:lnTo>
                    <a:pt x="383400" y="384962"/>
                  </a:lnTo>
                  <a:lnTo>
                    <a:pt x="380390" y="388835"/>
                  </a:lnTo>
                  <a:lnTo>
                    <a:pt x="376516" y="390779"/>
                  </a:lnTo>
                  <a:lnTo>
                    <a:pt x="367258" y="390779"/>
                  </a:lnTo>
                  <a:lnTo>
                    <a:pt x="363385" y="388835"/>
                  </a:lnTo>
                  <a:lnTo>
                    <a:pt x="360362" y="384962"/>
                  </a:lnTo>
                  <a:lnTo>
                    <a:pt x="357352" y="380873"/>
                  </a:lnTo>
                  <a:lnTo>
                    <a:pt x="355841" y="374192"/>
                  </a:lnTo>
                  <a:lnTo>
                    <a:pt x="355841" y="354177"/>
                  </a:lnTo>
                  <a:lnTo>
                    <a:pt x="357352" y="346849"/>
                  </a:lnTo>
                  <a:lnTo>
                    <a:pt x="360362" y="342976"/>
                  </a:lnTo>
                  <a:lnTo>
                    <a:pt x="363385" y="338886"/>
                  </a:lnTo>
                  <a:lnTo>
                    <a:pt x="367258" y="336943"/>
                  </a:lnTo>
                  <a:lnTo>
                    <a:pt x="376516" y="336943"/>
                  </a:lnTo>
                  <a:lnTo>
                    <a:pt x="380174" y="338886"/>
                  </a:lnTo>
                  <a:lnTo>
                    <a:pt x="383184" y="342976"/>
                  </a:lnTo>
                  <a:lnTo>
                    <a:pt x="386422" y="346849"/>
                  </a:lnTo>
                  <a:lnTo>
                    <a:pt x="387921" y="353529"/>
                  </a:lnTo>
                  <a:lnTo>
                    <a:pt x="387921" y="327418"/>
                  </a:lnTo>
                  <a:lnTo>
                    <a:pt x="380822" y="324459"/>
                  </a:lnTo>
                  <a:lnTo>
                    <a:pt x="371348" y="324459"/>
                  </a:lnTo>
                  <a:lnTo>
                    <a:pt x="340220" y="355028"/>
                  </a:lnTo>
                  <a:lnTo>
                    <a:pt x="339699" y="362788"/>
                  </a:lnTo>
                  <a:lnTo>
                    <a:pt x="340271" y="372313"/>
                  </a:lnTo>
                  <a:lnTo>
                    <a:pt x="362305" y="403479"/>
                  </a:lnTo>
                  <a:lnTo>
                    <a:pt x="371348" y="403479"/>
                  </a:lnTo>
                  <a:lnTo>
                    <a:pt x="396316" y="390779"/>
                  </a:lnTo>
                  <a:lnTo>
                    <a:pt x="398678" y="387540"/>
                  </a:lnTo>
                  <a:lnTo>
                    <a:pt x="401523" y="380873"/>
                  </a:lnTo>
                  <a:lnTo>
                    <a:pt x="401612" y="380568"/>
                  </a:lnTo>
                  <a:lnTo>
                    <a:pt x="403288" y="372859"/>
                  </a:lnTo>
                  <a:lnTo>
                    <a:pt x="403860" y="363855"/>
                  </a:lnTo>
                  <a:close/>
                </a:path>
                <a:path w="2418715" h="452120">
                  <a:moveTo>
                    <a:pt x="467575" y="132626"/>
                  </a:moveTo>
                  <a:lnTo>
                    <a:pt x="394169" y="132626"/>
                  </a:lnTo>
                  <a:lnTo>
                    <a:pt x="396316" y="129400"/>
                  </a:lnTo>
                  <a:lnTo>
                    <a:pt x="423227" y="103987"/>
                  </a:lnTo>
                  <a:lnTo>
                    <a:pt x="432384" y="96037"/>
                  </a:lnTo>
                  <a:lnTo>
                    <a:pt x="461327" y="65024"/>
                  </a:lnTo>
                  <a:lnTo>
                    <a:pt x="463702" y="59207"/>
                  </a:lnTo>
                  <a:lnTo>
                    <a:pt x="466064" y="53606"/>
                  </a:lnTo>
                  <a:lnTo>
                    <a:pt x="467360" y="47586"/>
                  </a:lnTo>
                  <a:lnTo>
                    <a:pt x="467360" y="41554"/>
                  </a:lnTo>
                  <a:lnTo>
                    <a:pt x="466585" y="33159"/>
                  </a:lnTo>
                  <a:lnTo>
                    <a:pt x="464261" y="25425"/>
                  </a:lnTo>
                  <a:lnTo>
                    <a:pt x="460362" y="18389"/>
                  </a:lnTo>
                  <a:lnTo>
                    <a:pt x="457669" y="15290"/>
                  </a:lnTo>
                  <a:lnTo>
                    <a:pt x="454875" y="12052"/>
                  </a:lnTo>
                  <a:lnTo>
                    <a:pt x="448017" y="6807"/>
                  </a:lnTo>
                  <a:lnTo>
                    <a:pt x="440016" y="3035"/>
                  </a:lnTo>
                  <a:lnTo>
                    <a:pt x="430898" y="762"/>
                  </a:lnTo>
                  <a:lnTo>
                    <a:pt x="420649" y="0"/>
                  </a:lnTo>
                  <a:lnTo>
                    <a:pt x="410552" y="723"/>
                  </a:lnTo>
                  <a:lnTo>
                    <a:pt x="376783" y="24726"/>
                  </a:lnTo>
                  <a:lnTo>
                    <a:pt x="372211" y="43268"/>
                  </a:lnTo>
                  <a:lnTo>
                    <a:pt x="390931" y="45427"/>
                  </a:lnTo>
                  <a:lnTo>
                    <a:pt x="391147" y="35953"/>
                  </a:lnTo>
                  <a:lnTo>
                    <a:pt x="393738" y="28638"/>
                  </a:lnTo>
                  <a:lnTo>
                    <a:pt x="404495" y="17868"/>
                  </a:lnTo>
                  <a:lnTo>
                    <a:pt x="411391" y="15290"/>
                  </a:lnTo>
                  <a:lnTo>
                    <a:pt x="428612" y="15290"/>
                  </a:lnTo>
                  <a:lnTo>
                    <a:pt x="435495" y="17868"/>
                  </a:lnTo>
                  <a:lnTo>
                    <a:pt x="445833" y="27774"/>
                  </a:lnTo>
                  <a:lnTo>
                    <a:pt x="448411" y="34010"/>
                  </a:lnTo>
                  <a:lnTo>
                    <a:pt x="448411" y="48221"/>
                  </a:lnTo>
                  <a:lnTo>
                    <a:pt x="418134" y="85458"/>
                  </a:lnTo>
                  <a:lnTo>
                    <a:pt x="406869" y="94945"/>
                  </a:lnTo>
                  <a:lnTo>
                    <a:pt x="399567" y="101206"/>
                  </a:lnTo>
                  <a:lnTo>
                    <a:pt x="373291" y="130898"/>
                  </a:lnTo>
                  <a:lnTo>
                    <a:pt x="370916" y="137579"/>
                  </a:lnTo>
                  <a:lnTo>
                    <a:pt x="369189" y="141668"/>
                  </a:lnTo>
                  <a:lnTo>
                    <a:pt x="368554" y="145973"/>
                  </a:lnTo>
                  <a:lnTo>
                    <a:pt x="368769" y="150279"/>
                  </a:lnTo>
                  <a:lnTo>
                    <a:pt x="467575" y="150279"/>
                  </a:lnTo>
                  <a:lnTo>
                    <a:pt x="467575" y="132626"/>
                  </a:lnTo>
                  <a:close/>
                </a:path>
                <a:path w="2418715" h="452120">
                  <a:moveTo>
                    <a:pt x="545071" y="86982"/>
                  </a:moveTo>
                  <a:lnTo>
                    <a:pt x="488670" y="86982"/>
                  </a:lnTo>
                  <a:lnTo>
                    <a:pt x="488670" y="105498"/>
                  </a:lnTo>
                  <a:lnTo>
                    <a:pt x="545071" y="105498"/>
                  </a:lnTo>
                  <a:lnTo>
                    <a:pt x="545071" y="86982"/>
                  </a:lnTo>
                  <a:close/>
                </a:path>
                <a:path w="2418715" h="452120">
                  <a:moveTo>
                    <a:pt x="661327" y="96024"/>
                  </a:moveTo>
                  <a:lnTo>
                    <a:pt x="647865" y="54686"/>
                  </a:lnTo>
                  <a:lnTo>
                    <a:pt x="641946" y="49364"/>
                  </a:lnTo>
                  <a:lnTo>
                    <a:pt x="641946" y="85686"/>
                  </a:lnTo>
                  <a:lnTo>
                    <a:pt x="581456" y="85686"/>
                  </a:lnTo>
                  <a:lnTo>
                    <a:pt x="581888" y="76212"/>
                  </a:lnTo>
                  <a:lnTo>
                    <a:pt x="585114" y="68681"/>
                  </a:lnTo>
                  <a:lnTo>
                    <a:pt x="596747" y="57480"/>
                  </a:lnTo>
                  <a:lnTo>
                    <a:pt x="603846" y="54686"/>
                  </a:lnTo>
                  <a:lnTo>
                    <a:pt x="621499" y="54686"/>
                  </a:lnTo>
                  <a:lnTo>
                    <a:pt x="629031" y="58127"/>
                  </a:lnTo>
                  <a:lnTo>
                    <a:pt x="634847" y="65239"/>
                  </a:lnTo>
                  <a:lnTo>
                    <a:pt x="638721" y="69761"/>
                  </a:lnTo>
                  <a:lnTo>
                    <a:pt x="641083" y="76644"/>
                  </a:lnTo>
                  <a:lnTo>
                    <a:pt x="641946" y="85686"/>
                  </a:lnTo>
                  <a:lnTo>
                    <a:pt x="641946" y="49364"/>
                  </a:lnTo>
                  <a:lnTo>
                    <a:pt x="640118" y="47752"/>
                  </a:lnTo>
                  <a:lnTo>
                    <a:pt x="631723" y="43116"/>
                  </a:lnTo>
                  <a:lnTo>
                    <a:pt x="622363" y="40322"/>
                  </a:lnTo>
                  <a:lnTo>
                    <a:pt x="612025" y="39395"/>
                  </a:lnTo>
                  <a:lnTo>
                    <a:pt x="601281" y="40360"/>
                  </a:lnTo>
                  <a:lnTo>
                    <a:pt x="569252" y="62915"/>
                  </a:lnTo>
                  <a:lnTo>
                    <a:pt x="561505" y="96024"/>
                  </a:lnTo>
                  <a:lnTo>
                    <a:pt x="561543" y="98602"/>
                  </a:lnTo>
                  <a:lnTo>
                    <a:pt x="575221" y="138226"/>
                  </a:lnTo>
                  <a:lnTo>
                    <a:pt x="613105" y="152869"/>
                  </a:lnTo>
                  <a:lnTo>
                    <a:pt x="622058" y="152260"/>
                  </a:lnTo>
                  <a:lnTo>
                    <a:pt x="657936" y="125679"/>
                  </a:lnTo>
                  <a:lnTo>
                    <a:pt x="660679" y="117767"/>
                  </a:lnTo>
                  <a:lnTo>
                    <a:pt x="641731" y="115404"/>
                  </a:lnTo>
                  <a:lnTo>
                    <a:pt x="638937" y="123151"/>
                  </a:lnTo>
                  <a:lnTo>
                    <a:pt x="635063" y="128752"/>
                  </a:lnTo>
                  <a:lnTo>
                    <a:pt x="630326" y="132410"/>
                  </a:lnTo>
                  <a:lnTo>
                    <a:pt x="625589" y="135851"/>
                  </a:lnTo>
                  <a:lnTo>
                    <a:pt x="619772" y="137795"/>
                  </a:lnTo>
                  <a:lnTo>
                    <a:pt x="604062" y="137795"/>
                  </a:lnTo>
                  <a:lnTo>
                    <a:pt x="580377" y="100761"/>
                  </a:lnTo>
                  <a:lnTo>
                    <a:pt x="661111" y="100761"/>
                  </a:lnTo>
                  <a:lnTo>
                    <a:pt x="661327" y="98602"/>
                  </a:lnTo>
                  <a:lnTo>
                    <a:pt x="661327" y="96024"/>
                  </a:lnTo>
                  <a:close/>
                </a:path>
                <a:path w="2418715" h="452120">
                  <a:moveTo>
                    <a:pt x="775208" y="150279"/>
                  </a:moveTo>
                  <a:lnTo>
                    <a:pt x="775157" y="73660"/>
                  </a:lnTo>
                  <a:lnTo>
                    <a:pt x="770839" y="55333"/>
                  </a:lnTo>
                  <a:lnTo>
                    <a:pt x="768527" y="52311"/>
                  </a:lnTo>
                  <a:lnTo>
                    <a:pt x="744855" y="39395"/>
                  </a:lnTo>
                  <a:lnTo>
                    <a:pt x="738174" y="39395"/>
                  </a:lnTo>
                  <a:lnTo>
                    <a:pt x="727557" y="40525"/>
                  </a:lnTo>
                  <a:lnTo>
                    <a:pt x="718299" y="43891"/>
                  </a:lnTo>
                  <a:lnTo>
                    <a:pt x="710361" y="49479"/>
                  </a:lnTo>
                  <a:lnTo>
                    <a:pt x="703732" y="57264"/>
                  </a:lnTo>
                  <a:lnTo>
                    <a:pt x="703732" y="41986"/>
                  </a:lnTo>
                  <a:lnTo>
                    <a:pt x="687158" y="41986"/>
                  </a:lnTo>
                  <a:lnTo>
                    <a:pt x="687158" y="150279"/>
                  </a:lnTo>
                  <a:lnTo>
                    <a:pt x="705675" y="150279"/>
                  </a:lnTo>
                  <a:lnTo>
                    <a:pt x="705675" y="91071"/>
                  </a:lnTo>
                  <a:lnTo>
                    <a:pt x="706196" y="81546"/>
                  </a:lnTo>
                  <a:lnTo>
                    <a:pt x="726554" y="55333"/>
                  </a:lnTo>
                  <a:lnTo>
                    <a:pt x="739254" y="55333"/>
                  </a:lnTo>
                  <a:lnTo>
                    <a:pt x="756907" y="76860"/>
                  </a:lnTo>
                  <a:lnTo>
                    <a:pt x="756907" y="150279"/>
                  </a:lnTo>
                  <a:lnTo>
                    <a:pt x="775208" y="150279"/>
                  </a:lnTo>
                  <a:close/>
                </a:path>
                <a:path w="2418715" h="452120">
                  <a:moveTo>
                    <a:pt x="900709" y="96024"/>
                  </a:moveTo>
                  <a:lnTo>
                    <a:pt x="887260" y="54686"/>
                  </a:lnTo>
                  <a:lnTo>
                    <a:pt x="881341" y="49364"/>
                  </a:lnTo>
                  <a:lnTo>
                    <a:pt x="881341" y="85686"/>
                  </a:lnTo>
                  <a:lnTo>
                    <a:pt x="820851" y="85686"/>
                  </a:lnTo>
                  <a:lnTo>
                    <a:pt x="821486" y="76212"/>
                  </a:lnTo>
                  <a:lnTo>
                    <a:pt x="824509" y="68681"/>
                  </a:lnTo>
                  <a:lnTo>
                    <a:pt x="836129" y="57480"/>
                  </a:lnTo>
                  <a:lnTo>
                    <a:pt x="843229" y="54686"/>
                  </a:lnTo>
                  <a:lnTo>
                    <a:pt x="860882" y="54686"/>
                  </a:lnTo>
                  <a:lnTo>
                    <a:pt x="881341" y="85686"/>
                  </a:lnTo>
                  <a:lnTo>
                    <a:pt x="881341" y="49364"/>
                  </a:lnTo>
                  <a:lnTo>
                    <a:pt x="879513" y="47752"/>
                  </a:lnTo>
                  <a:lnTo>
                    <a:pt x="871118" y="43116"/>
                  </a:lnTo>
                  <a:lnTo>
                    <a:pt x="861745" y="40322"/>
                  </a:lnTo>
                  <a:lnTo>
                    <a:pt x="851420" y="39395"/>
                  </a:lnTo>
                  <a:lnTo>
                    <a:pt x="840676" y="40360"/>
                  </a:lnTo>
                  <a:lnTo>
                    <a:pt x="808723" y="62915"/>
                  </a:lnTo>
                  <a:lnTo>
                    <a:pt x="800900" y="96024"/>
                  </a:lnTo>
                  <a:lnTo>
                    <a:pt x="800925" y="98602"/>
                  </a:lnTo>
                  <a:lnTo>
                    <a:pt x="814819" y="138226"/>
                  </a:lnTo>
                  <a:lnTo>
                    <a:pt x="852487" y="152869"/>
                  </a:lnTo>
                  <a:lnTo>
                    <a:pt x="861453" y="152260"/>
                  </a:lnTo>
                  <a:lnTo>
                    <a:pt x="897331" y="125679"/>
                  </a:lnTo>
                  <a:lnTo>
                    <a:pt x="900074" y="117767"/>
                  </a:lnTo>
                  <a:lnTo>
                    <a:pt x="881126" y="115404"/>
                  </a:lnTo>
                  <a:lnTo>
                    <a:pt x="878319" y="123151"/>
                  </a:lnTo>
                  <a:lnTo>
                    <a:pt x="874445" y="128752"/>
                  </a:lnTo>
                  <a:lnTo>
                    <a:pt x="869708" y="132410"/>
                  </a:lnTo>
                  <a:lnTo>
                    <a:pt x="864971" y="135851"/>
                  </a:lnTo>
                  <a:lnTo>
                    <a:pt x="859167" y="137795"/>
                  </a:lnTo>
                  <a:lnTo>
                    <a:pt x="843445" y="137795"/>
                  </a:lnTo>
                  <a:lnTo>
                    <a:pt x="819772" y="100761"/>
                  </a:lnTo>
                  <a:lnTo>
                    <a:pt x="900493" y="100761"/>
                  </a:lnTo>
                  <a:lnTo>
                    <a:pt x="900709" y="98602"/>
                  </a:lnTo>
                  <a:lnTo>
                    <a:pt x="900709" y="96024"/>
                  </a:lnTo>
                  <a:close/>
                </a:path>
                <a:path w="2418715" h="452120">
                  <a:moveTo>
                    <a:pt x="1587017" y="296037"/>
                  </a:moveTo>
                  <a:lnTo>
                    <a:pt x="1575181" y="296037"/>
                  </a:lnTo>
                  <a:lnTo>
                    <a:pt x="1572348" y="301015"/>
                  </a:lnTo>
                  <a:lnTo>
                    <a:pt x="1568691" y="305968"/>
                  </a:lnTo>
                  <a:lnTo>
                    <a:pt x="1531912" y="333717"/>
                  </a:lnTo>
                  <a:lnTo>
                    <a:pt x="1531912" y="351370"/>
                  </a:lnTo>
                  <a:lnTo>
                    <a:pt x="1537716" y="349440"/>
                  </a:lnTo>
                  <a:lnTo>
                    <a:pt x="1544180" y="346202"/>
                  </a:lnTo>
                  <a:lnTo>
                    <a:pt x="1551279" y="341896"/>
                  </a:lnTo>
                  <a:lnTo>
                    <a:pt x="1558391" y="337807"/>
                  </a:lnTo>
                  <a:lnTo>
                    <a:pt x="1564195" y="333502"/>
                  </a:lnTo>
                  <a:lnTo>
                    <a:pt x="1568716" y="329412"/>
                  </a:lnTo>
                  <a:lnTo>
                    <a:pt x="1568716" y="446316"/>
                  </a:lnTo>
                  <a:lnTo>
                    <a:pt x="1587017" y="446316"/>
                  </a:lnTo>
                  <a:lnTo>
                    <a:pt x="1587017" y="329412"/>
                  </a:lnTo>
                  <a:lnTo>
                    <a:pt x="1587017" y="296037"/>
                  </a:lnTo>
                  <a:close/>
                </a:path>
                <a:path w="2418715" h="452120">
                  <a:moveTo>
                    <a:pt x="1616837" y="144462"/>
                  </a:moveTo>
                  <a:lnTo>
                    <a:pt x="1616824" y="134442"/>
                  </a:lnTo>
                  <a:lnTo>
                    <a:pt x="1615859" y="127889"/>
                  </a:lnTo>
                  <a:lnTo>
                    <a:pt x="1613496" y="120992"/>
                  </a:lnTo>
                  <a:lnTo>
                    <a:pt x="1611337" y="114109"/>
                  </a:lnTo>
                  <a:lnTo>
                    <a:pt x="1608328" y="108077"/>
                  </a:lnTo>
                  <a:lnTo>
                    <a:pt x="1604505" y="103124"/>
                  </a:lnTo>
                  <a:lnTo>
                    <a:pt x="1603997" y="102489"/>
                  </a:lnTo>
                  <a:lnTo>
                    <a:pt x="1600796" y="98386"/>
                  </a:lnTo>
                  <a:lnTo>
                    <a:pt x="1598002" y="96329"/>
                  </a:lnTo>
                  <a:lnTo>
                    <a:pt x="1598002" y="144462"/>
                  </a:lnTo>
                  <a:lnTo>
                    <a:pt x="1597469" y="154190"/>
                  </a:lnTo>
                  <a:lnTo>
                    <a:pt x="1576463" y="186232"/>
                  </a:lnTo>
                  <a:lnTo>
                    <a:pt x="1568500" y="186232"/>
                  </a:lnTo>
                  <a:lnTo>
                    <a:pt x="1561477" y="185343"/>
                  </a:lnTo>
                  <a:lnTo>
                    <a:pt x="1561033" y="185153"/>
                  </a:lnTo>
                  <a:lnTo>
                    <a:pt x="1555242" y="182689"/>
                  </a:lnTo>
                  <a:lnTo>
                    <a:pt x="1539684" y="144462"/>
                  </a:lnTo>
                  <a:lnTo>
                    <a:pt x="1539709" y="142963"/>
                  </a:lnTo>
                  <a:lnTo>
                    <a:pt x="1554289" y="106578"/>
                  </a:lnTo>
                  <a:lnTo>
                    <a:pt x="1561185" y="103124"/>
                  </a:lnTo>
                  <a:lnTo>
                    <a:pt x="1577327" y="103124"/>
                  </a:lnTo>
                  <a:lnTo>
                    <a:pt x="1598002" y="144462"/>
                  </a:lnTo>
                  <a:lnTo>
                    <a:pt x="1598002" y="96329"/>
                  </a:lnTo>
                  <a:lnTo>
                    <a:pt x="1595843" y="94729"/>
                  </a:lnTo>
                  <a:lnTo>
                    <a:pt x="1589811" y="91935"/>
                  </a:lnTo>
                  <a:lnTo>
                    <a:pt x="1584007" y="89344"/>
                  </a:lnTo>
                  <a:lnTo>
                    <a:pt x="1577543" y="87845"/>
                  </a:lnTo>
                  <a:lnTo>
                    <a:pt x="1570875" y="87845"/>
                  </a:lnTo>
                  <a:lnTo>
                    <a:pt x="1562239" y="88773"/>
                  </a:lnTo>
                  <a:lnTo>
                    <a:pt x="1554403" y="91528"/>
                  </a:lnTo>
                  <a:lnTo>
                    <a:pt x="1547380" y="96113"/>
                  </a:lnTo>
                  <a:lnTo>
                    <a:pt x="1541157" y="102489"/>
                  </a:lnTo>
                  <a:lnTo>
                    <a:pt x="1541157" y="49085"/>
                  </a:lnTo>
                  <a:lnTo>
                    <a:pt x="1522869" y="49085"/>
                  </a:lnTo>
                  <a:lnTo>
                    <a:pt x="1522869" y="198729"/>
                  </a:lnTo>
                  <a:lnTo>
                    <a:pt x="1539875" y="198729"/>
                  </a:lnTo>
                  <a:lnTo>
                    <a:pt x="1539875" y="185153"/>
                  </a:lnTo>
                  <a:lnTo>
                    <a:pt x="1545882" y="192227"/>
                  </a:lnTo>
                  <a:lnTo>
                    <a:pt x="1552917" y="197269"/>
                  </a:lnTo>
                  <a:lnTo>
                    <a:pt x="1560969" y="200291"/>
                  </a:lnTo>
                  <a:lnTo>
                    <a:pt x="1570012" y="201307"/>
                  </a:lnTo>
                  <a:lnTo>
                    <a:pt x="1579333" y="200342"/>
                  </a:lnTo>
                  <a:lnTo>
                    <a:pt x="1613446" y="167640"/>
                  </a:lnTo>
                  <a:lnTo>
                    <a:pt x="1616062" y="156070"/>
                  </a:lnTo>
                  <a:lnTo>
                    <a:pt x="1616837" y="144462"/>
                  </a:lnTo>
                  <a:close/>
                </a:path>
                <a:path w="2418715" h="452120">
                  <a:moveTo>
                    <a:pt x="1730171" y="90424"/>
                  </a:moveTo>
                  <a:lnTo>
                    <a:pt x="1711883" y="90424"/>
                  </a:lnTo>
                  <a:lnTo>
                    <a:pt x="1711883" y="157810"/>
                  </a:lnTo>
                  <a:lnTo>
                    <a:pt x="1710804" y="164706"/>
                  </a:lnTo>
                  <a:lnTo>
                    <a:pt x="1688414" y="185369"/>
                  </a:lnTo>
                  <a:lnTo>
                    <a:pt x="1677428" y="185369"/>
                  </a:lnTo>
                  <a:lnTo>
                    <a:pt x="1660639" y="160185"/>
                  </a:lnTo>
                  <a:lnTo>
                    <a:pt x="1660639" y="90424"/>
                  </a:lnTo>
                  <a:lnTo>
                    <a:pt x="1642338" y="90424"/>
                  </a:lnTo>
                  <a:lnTo>
                    <a:pt x="1642389" y="166649"/>
                  </a:lnTo>
                  <a:lnTo>
                    <a:pt x="1642554" y="171170"/>
                  </a:lnTo>
                  <a:lnTo>
                    <a:pt x="1643468" y="174828"/>
                  </a:lnTo>
                  <a:lnTo>
                    <a:pt x="1644497" y="179997"/>
                  </a:lnTo>
                  <a:lnTo>
                    <a:pt x="1672907" y="201307"/>
                  </a:lnTo>
                  <a:lnTo>
                    <a:pt x="1679371" y="201307"/>
                  </a:lnTo>
                  <a:lnTo>
                    <a:pt x="1689633" y="200139"/>
                  </a:lnTo>
                  <a:lnTo>
                    <a:pt x="1698777" y="196646"/>
                  </a:lnTo>
                  <a:lnTo>
                    <a:pt x="1706829" y="190855"/>
                  </a:lnTo>
                  <a:lnTo>
                    <a:pt x="1711579" y="185369"/>
                  </a:lnTo>
                  <a:lnTo>
                    <a:pt x="1713814" y="182791"/>
                  </a:lnTo>
                  <a:lnTo>
                    <a:pt x="1713814" y="198729"/>
                  </a:lnTo>
                  <a:lnTo>
                    <a:pt x="1730171" y="198729"/>
                  </a:lnTo>
                  <a:lnTo>
                    <a:pt x="1730171" y="182791"/>
                  </a:lnTo>
                  <a:lnTo>
                    <a:pt x="1730171" y="90424"/>
                  </a:lnTo>
                  <a:close/>
                </a:path>
                <a:path w="2418715" h="452120">
                  <a:moveTo>
                    <a:pt x="1735937" y="370535"/>
                  </a:moveTo>
                  <a:lnTo>
                    <a:pt x="1729752" y="326402"/>
                  </a:lnTo>
                  <a:lnTo>
                    <a:pt x="1719846" y="311327"/>
                  </a:lnTo>
                  <a:lnTo>
                    <a:pt x="1716976" y="308317"/>
                  </a:lnTo>
                  <a:lnTo>
                    <a:pt x="1715427" y="307162"/>
                  </a:lnTo>
                  <a:lnTo>
                    <a:pt x="1715427" y="344182"/>
                  </a:lnTo>
                  <a:lnTo>
                    <a:pt x="1715427" y="347281"/>
                  </a:lnTo>
                  <a:lnTo>
                    <a:pt x="1694865" y="379361"/>
                  </a:lnTo>
                  <a:lnTo>
                    <a:pt x="1677860" y="379361"/>
                  </a:lnTo>
                  <a:lnTo>
                    <a:pt x="1670761" y="376567"/>
                  </a:lnTo>
                  <a:lnTo>
                    <a:pt x="1665160" y="370535"/>
                  </a:lnTo>
                  <a:lnTo>
                    <a:pt x="1659356" y="364502"/>
                  </a:lnTo>
                  <a:lnTo>
                    <a:pt x="1656676" y="357085"/>
                  </a:lnTo>
                  <a:lnTo>
                    <a:pt x="1656778" y="344182"/>
                  </a:lnTo>
                  <a:lnTo>
                    <a:pt x="1657121" y="339737"/>
                  </a:lnTo>
                  <a:lnTo>
                    <a:pt x="1678724" y="311327"/>
                  </a:lnTo>
                  <a:lnTo>
                    <a:pt x="1694865" y="311327"/>
                  </a:lnTo>
                  <a:lnTo>
                    <a:pt x="1715427" y="344182"/>
                  </a:lnTo>
                  <a:lnTo>
                    <a:pt x="1715427" y="307162"/>
                  </a:lnTo>
                  <a:lnTo>
                    <a:pt x="1684540" y="296037"/>
                  </a:lnTo>
                  <a:lnTo>
                    <a:pt x="1674926" y="296926"/>
                  </a:lnTo>
                  <a:lnTo>
                    <a:pt x="1640967" y="326161"/>
                  </a:lnTo>
                  <a:lnTo>
                    <a:pt x="1637652" y="347281"/>
                  </a:lnTo>
                  <a:lnTo>
                    <a:pt x="1638414" y="357085"/>
                  </a:lnTo>
                  <a:lnTo>
                    <a:pt x="1664703" y="392328"/>
                  </a:lnTo>
                  <a:lnTo>
                    <a:pt x="1681949" y="395719"/>
                  </a:lnTo>
                  <a:lnTo>
                    <a:pt x="1689277" y="395719"/>
                  </a:lnTo>
                  <a:lnTo>
                    <a:pt x="1715389" y="379361"/>
                  </a:lnTo>
                  <a:lnTo>
                    <a:pt x="1717687" y="375920"/>
                  </a:lnTo>
                  <a:lnTo>
                    <a:pt x="1717598" y="388099"/>
                  </a:lnTo>
                  <a:lnTo>
                    <a:pt x="1716874" y="394246"/>
                  </a:lnTo>
                  <a:lnTo>
                    <a:pt x="1716773" y="394881"/>
                  </a:lnTo>
                  <a:lnTo>
                    <a:pt x="1714893" y="402183"/>
                  </a:lnTo>
                  <a:lnTo>
                    <a:pt x="1713166" y="409498"/>
                  </a:lnTo>
                  <a:lnTo>
                    <a:pt x="1710804" y="415315"/>
                  </a:lnTo>
                  <a:lnTo>
                    <a:pt x="1707997" y="419620"/>
                  </a:lnTo>
                  <a:lnTo>
                    <a:pt x="1705419" y="423926"/>
                  </a:lnTo>
                  <a:lnTo>
                    <a:pt x="1701977" y="427380"/>
                  </a:lnTo>
                  <a:lnTo>
                    <a:pt x="1693367" y="432536"/>
                  </a:lnTo>
                  <a:lnTo>
                    <a:pt x="1688414" y="433832"/>
                  </a:lnTo>
                  <a:lnTo>
                    <a:pt x="1676146" y="433832"/>
                  </a:lnTo>
                  <a:lnTo>
                    <a:pt x="1670761" y="431901"/>
                  </a:lnTo>
                  <a:lnTo>
                    <a:pt x="1666671" y="428231"/>
                  </a:lnTo>
                  <a:lnTo>
                    <a:pt x="1662366" y="424573"/>
                  </a:lnTo>
                  <a:lnTo>
                    <a:pt x="1659559" y="418541"/>
                  </a:lnTo>
                  <a:lnTo>
                    <a:pt x="1658061" y="410146"/>
                  </a:lnTo>
                  <a:lnTo>
                    <a:pt x="1640408" y="411873"/>
                  </a:lnTo>
                  <a:lnTo>
                    <a:pt x="1666455" y="446481"/>
                  </a:lnTo>
                  <a:lnTo>
                    <a:pt x="1682381" y="448906"/>
                  </a:lnTo>
                  <a:lnTo>
                    <a:pt x="1690370" y="448348"/>
                  </a:lnTo>
                  <a:lnTo>
                    <a:pt x="1718043" y="433832"/>
                  </a:lnTo>
                  <a:lnTo>
                    <a:pt x="1722018" y="429094"/>
                  </a:lnTo>
                  <a:lnTo>
                    <a:pt x="1735582" y="382155"/>
                  </a:lnTo>
                  <a:lnTo>
                    <a:pt x="1735772" y="375920"/>
                  </a:lnTo>
                  <a:lnTo>
                    <a:pt x="1735937" y="370535"/>
                  </a:lnTo>
                  <a:close/>
                </a:path>
                <a:path w="2418715" h="452120">
                  <a:moveTo>
                    <a:pt x="1805089" y="198513"/>
                  </a:moveTo>
                  <a:lnTo>
                    <a:pt x="1802612" y="183007"/>
                  </a:lnTo>
                  <a:lnTo>
                    <a:pt x="1802511" y="182359"/>
                  </a:lnTo>
                  <a:lnTo>
                    <a:pt x="1799069" y="182791"/>
                  </a:lnTo>
                  <a:lnTo>
                    <a:pt x="1796478" y="183007"/>
                  </a:lnTo>
                  <a:lnTo>
                    <a:pt x="1791741" y="183007"/>
                  </a:lnTo>
                  <a:lnTo>
                    <a:pt x="1783994" y="173316"/>
                  </a:lnTo>
                  <a:lnTo>
                    <a:pt x="1783994" y="104635"/>
                  </a:lnTo>
                  <a:lnTo>
                    <a:pt x="1802511" y="104635"/>
                  </a:lnTo>
                  <a:lnTo>
                    <a:pt x="1802511" y="90424"/>
                  </a:lnTo>
                  <a:lnTo>
                    <a:pt x="1783994" y="90424"/>
                  </a:lnTo>
                  <a:lnTo>
                    <a:pt x="1783994" y="52527"/>
                  </a:lnTo>
                  <a:lnTo>
                    <a:pt x="1765693" y="63512"/>
                  </a:lnTo>
                  <a:lnTo>
                    <a:pt x="1765693" y="90424"/>
                  </a:lnTo>
                  <a:lnTo>
                    <a:pt x="1752346" y="90424"/>
                  </a:lnTo>
                  <a:lnTo>
                    <a:pt x="1752346" y="104635"/>
                  </a:lnTo>
                  <a:lnTo>
                    <a:pt x="1765693" y="104635"/>
                  </a:lnTo>
                  <a:lnTo>
                    <a:pt x="1765693" y="178054"/>
                  </a:lnTo>
                  <a:lnTo>
                    <a:pt x="1766557" y="185369"/>
                  </a:lnTo>
                  <a:lnTo>
                    <a:pt x="1769567" y="192265"/>
                  </a:lnTo>
                  <a:lnTo>
                    <a:pt x="1772158" y="194843"/>
                  </a:lnTo>
                  <a:lnTo>
                    <a:pt x="1779473" y="199148"/>
                  </a:lnTo>
                  <a:lnTo>
                    <a:pt x="1784642" y="200228"/>
                  </a:lnTo>
                  <a:lnTo>
                    <a:pt x="1795411" y="200228"/>
                  </a:lnTo>
                  <a:lnTo>
                    <a:pt x="1799932" y="199580"/>
                  </a:lnTo>
                  <a:lnTo>
                    <a:pt x="1805089" y="198513"/>
                  </a:lnTo>
                  <a:close/>
                </a:path>
                <a:path w="2418715" h="452120">
                  <a:moveTo>
                    <a:pt x="1824685" y="333717"/>
                  </a:moveTo>
                  <a:lnTo>
                    <a:pt x="1824113" y="324599"/>
                  </a:lnTo>
                  <a:lnTo>
                    <a:pt x="1822399" y="316623"/>
                  </a:lnTo>
                  <a:lnTo>
                    <a:pt x="1819503" y="309829"/>
                  </a:lnTo>
                  <a:lnTo>
                    <a:pt x="1817306" y="306806"/>
                  </a:lnTo>
                  <a:lnTo>
                    <a:pt x="1815426" y="304215"/>
                  </a:lnTo>
                  <a:lnTo>
                    <a:pt x="1809394" y="297548"/>
                  </a:lnTo>
                  <a:lnTo>
                    <a:pt x="1808759" y="297268"/>
                  </a:lnTo>
                  <a:lnTo>
                    <a:pt x="1808759" y="323380"/>
                  </a:lnTo>
                  <a:lnTo>
                    <a:pt x="1808657" y="344055"/>
                  </a:lnTo>
                  <a:lnTo>
                    <a:pt x="1807248" y="350723"/>
                  </a:lnTo>
                  <a:lnTo>
                    <a:pt x="1804238" y="354812"/>
                  </a:lnTo>
                  <a:lnTo>
                    <a:pt x="1801215" y="358698"/>
                  </a:lnTo>
                  <a:lnTo>
                    <a:pt x="1797342" y="360629"/>
                  </a:lnTo>
                  <a:lnTo>
                    <a:pt x="1788299" y="360629"/>
                  </a:lnTo>
                  <a:lnTo>
                    <a:pt x="1784426" y="358698"/>
                  </a:lnTo>
                  <a:lnTo>
                    <a:pt x="1778393" y="350939"/>
                  </a:lnTo>
                  <a:lnTo>
                    <a:pt x="1776895" y="344055"/>
                  </a:lnTo>
                  <a:lnTo>
                    <a:pt x="1776895" y="324027"/>
                  </a:lnTo>
                  <a:lnTo>
                    <a:pt x="1778393" y="316712"/>
                  </a:lnTo>
                  <a:lnTo>
                    <a:pt x="1781416" y="312839"/>
                  </a:lnTo>
                  <a:lnTo>
                    <a:pt x="1784426" y="308737"/>
                  </a:lnTo>
                  <a:lnTo>
                    <a:pt x="1788083" y="306806"/>
                  </a:lnTo>
                  <a:lnTo>
                    <a:pt x="1797342" y="306806"/>
                  </a:lnTo>
                  <a:lnTo>
                    <a:pt x="1800999" y="308737"/>
                  </a:lnTo>
                  <a:lnTo>
                    <a:pt x="1804238" y="312839"/>
                  </a:lnTo>
                  <a:lnTo>
                    <a:pt x="1807248" y="316712"/>
                  </a:lnTo>
                  <a:lnTo>
                    <a:pt x="1808759" y="323380"/>
                  </a:lnTo>
                  <a:lnTo>
                    <a:pt x="1808759" y="297268"/>
                  </a:lnTo>
                  <a:lnTo>
                    <a:pt x="1801647" y="294106"/>
                  </a:lnTo>
                  <a:lnTo>
                    <a:pt x="1792173" y="294106"/>
                  </a:lnTo>
                  <a:lnTo>
                    <a:pt x="1761261" y="324980"/>
                  </a:lnTo>
                  <a:lnTo>
                    <a:pt x="1760740" y="332638"/>
                  </a:lnTo>
                  <a:lnTo>
                    <a:pt x="1761312" y="342201"/>
                  </a:lnTo>
                  <a:lnTo>
                    <a:pt x="1783346" y="373329"/>
                  </a:lnTo>
                  <a:lnTo>
                    <a:pt x="1801431" y="373329"/>
                  </a:lnTo>
                  <a:lnTo>
                    <a:pt x="1824113" y="342684"/>
                  </a:lnTo>
                  <a:lnTo>
                    <a:pt x="1824685" y="333717"/>
                  </a:lnTo>
                  <a:close/>
                </a:path>
                <a:path w="2418715" h="452120">
                  <a:moveTo>
                    <a:pt x="1871395" y="135420"/>
                  </a:moveTo>
                  <a:lnTo>
                    <a:pt x="1814995" y="135420"/>
                  </a:lnTo>
                  <a:lnTo>
                    <a:pt x="1814995" y="153936"/>
                  </a:lnTo>
                  <a:lnTo>
                    <a:pt x="1871395" y="153936"/>
                  </a:lnTo>
                  <a:lnTo>
                    <a:pt x="1871395" y="135420"/>
                  </a:lnTo>
                  <a:close/>
                </a:path>
                <a:path w="2418715" h="452120">
                  <a:moveTo>
                    <a:pt x="1889480" y="294106"/>
                  </a:moveTo>
                  <a:lnTo>
                    <a:pt x="1874621" y="294106"/>
                  </a:lnTo>
                  <a:lnTo>
                    <a:pt x="1792820" y="451916"/>
                  </a:lnTo>
                  <a:lnTo>
                    <a:pt x="1808111" y="451916"/>
                  </a:lnTo>
                  <a:lnTo>
                    <a:pt x="1889480" y="294106"/>
                  </a:lnTo>
                  <a:close/>
                </a:path>
                <a:path w="2418715" h="452120">
                  <a:moveTo>
                    <a:pt x="1921560" y="412305"/>
                  </a:moveTo>
                  <a:lnTo>
                    <a:pt x="1920989" y="403186"/>
                  </a:lnTo>
                  <a:lnTo>
                    <a:pt x="1919274" y="395211"/>
                  </a:lnTo>
                  <a:lnTo>
                    <a:pt x="1916379" y="388416"/>
                  </a:lnTo>
                  <a:lnTo>
                    <a:pt x="1914182" y="385394"/>
                  </a:lnTo>
                  <a:lnTo>
                    <a:pt x="1912302" y="382803"/>
                  </a:lnTo>
                  <a:lnTo>
                    <a:pt x="1906270" y="376135"/>
                  </a:lnTo>
                  <a:lnTo>
                    <a:pt x="1905622" y="375869"/>
                  </a:lnTo>
                  <a:lnTo>
                    <a:pt x="1905622" y="401967"/>
                  </a:lnTo>
                  <a:lnTo>
                    <a:pt x="1905533" y="422643"/>
                  </a:lnTo>
                  <a:lnTo>
                    <a:pt x="1904123" y="429310"/>
                  </a:lnTo>
                  <a:lnTo>
                    <a:pt x="1901101" y="433400"/>
                  </a:lnTo>
                  <a:lnTo>
                    <a:pt x="1898091" y="437273"/>
                  </a:lnTo>
                  <a:lnTo>
                    <a:pt x="1894217" y="439216"/>
                  </a:lnTo>
                  <a:lnTo>
                    <a:pt x="1884959" y="439216"/>
                  </a:lnTo>
                  <a:lnTo>
                    <a:pt x="1881085" y="437273"/>
                  </a:lnTo>
                  <a:lnTo>
                    <a:pt x="1878076" y="433400"/>
                  </a:lnTo>
                  <a:lnTo>
                    <a:pt x="1875053" y="429310"/>
                  </a:lnTo>
                  <a:lnTo>
                    <a:pt x="1873554" y="422643"/>
                  </a:lnTo>
                  <a:lnTo>
                    <a:pt x="1873554" y="402615"/>
                  </a:lnTo>
                  <a:lnTo>
                    <a:pt x="1875053" y="395300"/>
                  </a:lnTo>
                  <a:lnTo>
                    <a:pt x="1878076" y="391414"/>
                  </a:lnTo>
                  <a:lnTo>
                    <a:pt x="1881085" y="387324"/>
                  </a:lnTo>
                  <a:lnTo>
                    <a:pt x="1884959" y="385394"/>
                  </a:lnTo>
                  <a:lnTo>
                    <a:pt x="1894217" y="385394"/>
                  </a:lnTo>
                  <a:lnTo>
                    <a:pt x="1897875" y="387324"/>
                  </a:lnTo>
                  <a:lnTo>
                    <a:pt x="1900897" y="391414"/>
                  </a:lnTo>
                  <a:lnTo>
                    <a:pt x="1904123" y="395300"/>
                  </a:lnTo>
                  <a:lnTo>
                    <a:pt x="1905622" y="401967"/>
                  </a:lnTo>
                  <a:lnTo>
                    <a:pt x="1905622" y="375869"/>
                  </a:lnTo>
                  <a:lnTo>
                    <a:pt x="1898523" y="372897"/>
                  </a:lnTo>
                  <a:lnTo>
                    <a:pt x="1889048" y="372897"/>
                  </a:lnTo>
                  <a:lnTo>
                    <a:pt x="1857921" y="403466"/>
                  </a:lnTo>
                  <a:lnTo>
                    <a:pt x="1857400" y="411226"/>
                  </a:lnTo>
                  <a:lnTo>
                    <a:pt x="1857971" y="420751"/>
                  </a:lnTo>
                  <a:lnTo>
                    <a:pt x="1880006" y="451916"/>
                  </a:lnTo>
                  <a:lnTo>
                    <a:pt x="1889048" y="451916"/>
                  </a:lnTo>
                  <a:lnTo>
                    <a:pt x="1920989" y="421297"/>
                  </a:lnTo>
                  <a:lnTo>
                    <a:pt x="1921560" y="412305"/>
                  </a:lnTo>
                  <a:close/>
                </a:path>
                <a:path w="2418715" h="452120">
                  <a:moveTo>
                    <a:pt x="1957946" y="48437"/>
                  </a:moveTo>
                  <a:lnTo>
                    <a:pt x="1946097" y="48437"/>
                  </a:lnTo>
                  <a:lnTo>
                    <a:pt x="1943265" y="53416"/>
                  </a:lnTo>
                  <a:lnTo>
                    <a:pt x="1939620" y="58369"/>
                  </a:lnTo>
                  <a:lnTo>
                    <a:pt x="1902828" y="86118"/>
                  </a:lnTo>
                  <a:lnTo>
                    <a:pt x="1902828" y="103771"/>
                  </a:lnTo>
                  <a:lnTo>
                    <a:pt x="1908644" y="101841"/>
                  </a:lnTo>
                  <a:lnTo>
                    <a:pt x="1914880" y="98602"/>
                  </a:lnTo>
                  <a:lnTo>
                    <a:pt x="1922208" y="94297"/>
                  </a:lnTo>
                  <a:lnTo>
                    <a:pt x="1929307" y="90208"/>
                  </a:lnTo>
                  <a:lnTo>
                    <a:pt x="1935124" y="85902"/>
                  </a:lnTo>
                  <a:lnTo>
                    <a:pt x="1939645" y="81813"/>
                  </a:lnTo>
                  <a:lnTo>
                    <a:pt x="1939645" y="198729"/>
                  </a:lnTo>
                  <a:lnTo>
                    <a:pt x="1957946" y="198729"/>
                  </a:lnTo>
                  <a:lnTo>
                    <a:pt x="1957946" y="81813"/>
                  </a:lnTo>
                  <a:lnTo>
                    <a:pt x="1957946" y="48437"/>
                  </a:lnTo>
                  <a:close/>
                </a:path>
                <a:path w="2418715" h="452120">
                  <a:moveTo>
                    <a:pt x="2062784" y="135420"/>
                  </a:moveTo>
                  <a:lnTo>
                    <a:pt x="2006371" y="135420"/>
                  </a:lnTo>
                  <a:lnTo>
                    <a:pt x="2006371" y="153936"/>
                  </a:lnTo>
                  <a:lnTo>
                    <a:pt x="2062784" y="153936"/>
                  </a:lnTo>
                  <a:lnTo>
                    <a:pt x="2062784" y="135420"/>
                  </a:lnTo>
                  <a:close/>
                </a:path>
                <a:path w="2418715" h="452120">
                  <a:moveTo>
                    <a:pt x="2179028" y="144462"/>
                  </a:moveTo>
                  <a:lnTo>
                    <a:pt x="2165566" y="103124"/>
                  </a:lnTo>
                  <a:lnTo>
                    <a:pt x="2159660" y="97815"/>
                  </a:lnTo>
                  <a:lnTo>
                    <a:pt x="2159660" y="134137"/>
                  </a:lnTo>
                  <a:lnTo>
                    <a:pt x="2099157" y="134137"/>
                  </a:lnTo>
                  <a:lnTo>
                    <a:pt x="2099589" y="124663"/>
                  </a:lnTo>
                  <a:lnTo>
                    <a:pt x="2102827" y="117119"/>
                  </a:lnTo>
                  <a:lnTo>
                    <a:pt x="2114448" y="105930"/>
                  </a:lnTo>
                  <a:lnTo>
                    <a:pt x="2121547" y="103124"/>
                  </a:lnTo>
                  <a:lnTo>
                    <a:pt x="2139200" y="103124"/>
                  </a:lnTo>
                  <a:lnTo>
                    <a:pt x="2146744" y="106578"/>
                  </a:lnTo>
                  <a:lnTo>
                    <a:pt x="2152548" y="113677"/>
                  </a:lnTo>
                  <a:lnTo>
                    <a:pt x="2156422" y="118198"/>
                  </a:lnTo>
                  <a:lnTo>
                    <a:pt x="2158796" y="125095"/>
                  </a:lnTo>
                  <a:lnTo>
                    <a:pt x="2159660" y="134137"/>
                  </a:lnTo>
                  <a:lnTo>
                    <a:pt x="2159660" y="97815"/>
                  </a:lnTo>
                  <a:lnTo>
                    <a:pt x="2157819" y="96202"/>
                  </a:lnTo>
                  <a:lnTo>
                    <a:pt x="2149424" y="91554"/>
                  </a:lnTo>
                  <a:lnTo>
                    <a:pt x="2140064" y="88773"/>
                  </a:lnTo>
                  <a:lnTo>
                    <a:pt x="2129726" y="87845"/>
                  </a:lnTo>
                  <a:lnTo>
                    <a:pt x="2118982" y="88811"/>
                  </a:lnTo>
                  <a:lnTo>
                    <a:pt x="2086952" y="111366"/>
                  </a:lnTo>
                  <a:lnTo>
                    <a:pt x="2079218" y="144462"/>
                  </a:lnTo>
                  <a:lnTo>
                    <a:pt x="2079244" y="147053"/>
                  </a:lnTo>
                  <a:lnTo>
                    <a:pt x="2092921" y="186664"/>
                  </a:lnTo>
                  <a:lnTo>
                    <a:pt x="2130806" y="201307"/>
                  </a:lnTo>
                  <a:lnTo>
                    <a:pt x="2139772" y="200710"/>
                  </a:lnTo>
                  <a:lnTo>
                    <a:pt x="2167953" y="186232"/>
                  </a:lnTo>
                  <a:lnTo>
                    <a:pt x="2171954" y="181063"/>
                  </a:lnTo>
                  <a:lnTo>
                    <a:pt x="2175637" y="174129"/>
                  </a:lnTo>
                  <a:lnTo>
                    <a:pt x="2178380" y="166217"/>
                  </a:lnTo>
                  <a:lnTo>
                    <a:pt x="2159444" y="163842"/>
                  </a:lnTo>
                  <a:lnTo>
                    <a:pt x="2156637" y="171589"/>
                  </a:lnTo>
                  <a:lnTo>
                    <a:pt x="2152764" y="177190"/>
                  </a:lnTo>
                  <a:lnTo>
                    <a:pt x="2148027" y="180848"/>
                  </a:lnTo>
                  <a:lnTo>
                    <a:pt x="2143290" y="184302"/>
                  </a:lnTo>
                  <a:lnTo>
                    <a:pt x="2137486" y="186232"/>
                  </a:lnTo>
                  <a:lnTo>
                    <a:pt x="2121763" y="186232"/>
                  </a:lnTo>
                  <a:lnTo>
                    <a:pt x="2098090" y="149199"/>
                  </a:lnTo>
                  <a:lnTo>
                    <a:pt x="2178812" y="149199"/>
                  </a:lnTo>
                  <a:lnTo>
                    <a:pt x="2179028" y="147053"/>
                  </a:lnTo>
                  <a:lnTo>
                    <a:pt x="2179028" y="144462"/>
                  </a:lnTo>
                  <a:close/>
                </a:path>
                <a:path w="2418715" h="452120">
                  <a:moveTo>
                    <a:pt x="2292908" y="198729"/>
                  </a:moveTo>
                  <a:lnTo>
                    <a:pt x="2292858" y="122097"/>
                  </a:lnTo>
                  <a:lnTo>
                    <a:pt x="2288540" y="103771"/>
                  </a:lnTo>
                  <a:lnTo>
                    <a:pt x="2286241" y="100761"/>
                  </a:lnTo>
                  <a:lnTo>
                    <a:pt x="2262555" y="87845"/>
                  </a:lnTo>
                  <a:lnTo>
                    <a:pt x="2255888" y="87845"/>
                  </a:lnTo>
                  <a:lnTo>
                    <a:pt x="2245258" y="88963"/>
                  </a:lnTo>
                  <a:lnTo>
                    <a:pt x="2236000" y="92341"/>
                  </a:lnTo>
                  <a:lnTo>
                    <a:pt x="2228062" y="97929"/>
                  </a:lnTo>
                  <a:lnTo>
                    <a:pt x="2221433" y="105714"/>
                  </a:lnTo>
                  <a:lnTo>
                    <a:pt x="2221433" y="90424"/>
                  </a:lnTo>
                  <a:lnTo>
                    <a:pt x="2204859" y="90424"/>
                  </a:lnTo>
                  <a:lnTo>
                    <a:pt x="2204859" y="198729"/>
                  </a:lnTo>
                  <a:lnTo>
                    <a:pt x="2223376" y="198729"/>
                  </a:lnTo>
                  <a:lnTo>
                    <a:pt x="2223376" y="139509"/>
                  </a:lnTo>
                  <a:lnTo>
                    <a:pt x="2223897" y="129997"/>
                  </a:lnTo>
                  <a:lnTo>
                    <a:pt x="2244255" y="103771"/>
                  </a:lnTo>
                  <a:lnTo>
                    <a:pt x="2256955" y="103771"/>
                  </a:lnTo>
                  <a:lnTo>
                    <a:pt x="2274608" y="125310"/>
                  </a:lnTo>
                  <a:lnTo>
                    <a:pt x="2274608" y="198729"/>
                  </a:lnTo>
                  <a:lnTo>
                    <a:pt x="2292908" y="198729"/>
                  </a:lnTo>
                  <a:close/>
                </a:path>
                <a:path w="2418715" h="452120">
                  <a:moveTo>
                    <a:pt x="2418423" y="144462"/>
                  </a:moveTo>
                  <a:lnTo>
                    <a:pt x="2417724" y="134137"/>
                  </a:lnTo>
                  <a:lnTo>
                    <a:pt x="2417572" y="131800"/>
                  </a:lnTo>
                  <a:lnTo>
                    <a:pt x="2415006" y="120599"/>
                  </a:lnTo>
                  <a:lnTo>
                    <a:pt x="2410701" y="110883"/>
                  </a:lnTo>
                  <a:lnTo>
                    <a:pt x="2404961" y="103124"/>
                  </a:lnTo>
                  <a:lnTo>
                    <a:pt x="2404643" y="102692"/>
                  </a:lnTo>
                  <a:lnTo>
                    <a:pt x="2399042" y="97802"/>
                  </a:lnTo>
                  <a:lnTo>
                    <a:pt x="2399042" y="134137"/>
                  </a:lnTo>
                  <a:lnTo>
                    <a:pt x="2338552" y="134137"/>
                  </a:lnTo>
                  <a:lnTo>
                    <a:pt x="2339200" y="124663"/>
                  </a:lnTo>
                  <a:lnTo>
                    <a:pt x="2342210" y="117119"/>
                  </a:lnTo>
                  <a:lnTo>
                    <a:pt x="2353830" y="105930"/>
                  </a:lnTo>
                  <a:lnTo>
                    <a:pt x="2360942" y="103124"/>
                  </a:lnTo>
                  <a:lnTo>
                    <a:pt x="2378595" y="103124"/>
                  </a:lnTo>
                  <a:lnTo>
                    <a:pt x="2399042" y="134137"/>
                  </a:lnTo>
                  <a:lnTo>
                    <a:pt x="2399042" y="97802"/>
                  </a:lnTo>
                  <a:lnTo>
                    <a:pt x="2397214" y="96202"/>
                  </a:lnTo>
                  <a:lnTo>
                    <a:pt x="2388819" y="91554"/>
                  </a:lnTo>
                  <a:lnTo>
                    <a:pt x="2379459" y="88773"/>
                  </a:lnTo>
                  <a:lnTo>
                    <a:pt x="2369121" y="87845"/>
                  </a:lnTo>
                  <a:lnTo>
                    <a:pt x="2358377" y="88811"/>
                  </a:lnTo>
                  <a:lnTo>
                    <a:pt x="2326436" y="111366"/>
                  </a:lnTo>
                  <a:lnTo>
                    <a:pt x="2318601" y="144462"/>
                  </a:lnTo>
                  <a:lnTo>
                    <a:pt x="2318639" y="147053"/>
                  </a:lnTo>
                  <a:lnTo>
                    <a:pt x="2332520" y="186664"/>
                  </a:lnTo>
                  <a:lnTo>
                    <a:pt x="2370201" y="201307"/>
                  </a:lnTo>
                  <a:lnTo>
                    <a:pt x="2379154" y="200710"/>
                  </a:lnTo>
                  <a:lnTo>
                    <a:pt x="2407348" y="186232"/>
                  </a:lnTo>
                  <a:lnTo>
                    <a:pt x="2411336" y="181063"/>
                  </a:lnTo>
                  <a:lnTo>
                    <a:pt x="2415032" y="174129"/>
                  </a:lnTo>
                  <a:lnTo>
                    <a:pt x="2417775" y="166217"/>
                  </a:lnTo>
                  <a:lnTo>
                    <a:pt x="2398826" y="163842"/>
                  </a:lnTo>
                  <a:lnTo>
                    <a:pt x="2396032" y="171589"/>
                  </a:lnTo>
                  <a:lnTo>
                    <a:pt x="2392159" y="177190"/>
                  </a:lnTo>
                  <a:lnTo>
                    <a:pt x="2387422" y="180848"/>
                  </a:lnTo>
                  <a:lnTo>
                    <a:pt x="2382685" y="184302"/>
                  </a:lnTo>
                  <a:lnTo>
                    <a:pt x="2376868" y="186232"/>
                  </a:lnTo>
                  <a:lnTo>
                    <a:pt x="2361158" y="186232"/>
                  </a:lnTo>
                  <a:lnTo>
                    <a:pt x="2337473" y="149199"/>
                  </a:lnTo>
                  <a:lnTo>
                    <a:pt x="2418207" y="149199"/>
                  </a:lnTo>
                  <a:lnTo>
                    <a:pt x="2418423" y="147053"/>
                  </a:lnTo>
                  <a:lnTo>
                    <a:pt x="2418423" y="1444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42100" y="2488171"/>
              <a:ext cx="98596" cy="98823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349356" y="1347283"/>
              <a:ext cx="1467824" cy="191188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3884561" y="1344701"/>
              <a:ext cx="2628265" cy="196850"/>
            </a:xfrm>
            <a:custGeom>
              <a:avLst/>
              <a:gdLst/>
              <a:ahLst/>
              <a:cxnLst/>
              <a:rect l="l" t="t" r="r" b="b"/>
              <a:pathLst>
                <a:path w="2628265" h="196850">
                  <a:moveTo>
                    <a:pt x="100317" y="86347"/>
                  </a:moveTo>
                  <a:lnTo>
                    <a:pt x="82880" y="48564"/>
                  </a:lnTo>
                  <a:lnTo>
                    <a:pt x="82880" y="75361"/>
                  </a:lnTo>
                  <a:lnTo>
                    <a:pt x="82880" y="88493"/>
                  </a:lnTo>
                  <a:lnTo>
                    <a:pt x="21958" y="88493"/>
                  </a:lnTo>
                  <a:lnTo>
                    <a:pt x="24688" y="80899"/>
                  </a:lnTo>
                  <a:lnTo>
                    <a:pt x="50152" y="55765"/>
                  </a:lnTo>
                  <a:lnTo>
                    <a:pt x="65443" y="55765"/>
                  </a:lnTo>
                  <a:lnTo>
                    <a:pt x="71462" y="58356"/>
                  </a:lnTo>
                  <a:lnTo>
                    <a:pt x="75984" y="63309"/>
                  </a:lnTo>
                  <a:lnTo>
                    <a:pt x="80721" y="68249"/>
                  </a:lnTo>
                  <a:lnTo>
                    <a:pt x="57683" y="41338"/>
                  </a:lnTo>
                  <a:lnTo>
                    <a:pt x="50228" y="41859"/>
                  </a:lnTo>
                  <a:lnTo>
                    <a:pt x="12534" y="66535"/>
                  </a:lnTo>
                  <a:lnTo>
                    <a:pt x="0" y="108737"/>
                  </a:lnTo>
                  <a:lnTo>
                    <a:pt x="0" y="117779"/>
                  </a:lnTo>
                  <a:lnTo>
                    <a:pt x="27330" y="152869"/>
                  </a:lnTo>
                  <a:lnTo>
                    <a:pt x="34658" y="154813"/>
                  </a:lnTo>
                  <a:lnTo>
                    <a:pt x="42621" y="154813"/>
                  </a:lnTo>
                  <a:lnTo>
                    <a:pt x="78867" y="139738"/>
                  </a:lnTo>
                  <a:lnTo>
                    <a:pt x="93637" y="117348"/>
                  </a:lnTo>
                  <a:lnTo>
                    <a:pt x="75768" y="115404"/>
                  </a:lnTo>
                  <a:lnTo>
                    <a:pt x="72326" y="123367"/>
                  </a:lnTo>
                  <a:lnTo>
                    <a:pt x="67589" y="129184"/>
                  </a:lnTo>
                  <a:lnTo>
                    <a:pt x="61353" y="133489"/>
                  </a:lnTo>
                  <a:lnTo>
                    <a:pt x="55321" y="137579"/>
                  </a:lnTo>
                  <a:lnTo>
                    <a:pt x="49072" y="139738"/>
                  </a:lnTo>
                  <a:lnTo>
                    <a:pt x="35941" y="139738"/>
                  </a:lnTo>
                  <a:lnTo>
                    <a:pt x="30353" y="136931"/>
                  </a:lnTo>
                  <a:lnTo>
                    <a:pt x="25615" y="131559"/>
                  </a:lnTo>
                  <a:lnTo>
                    <a:pt x="20878" y="126390"/>
                  </a:lnTo>
                  <a:lnTo>
                    <a:pt x="18719" y="118630"/>
                  </a:lnTo>
                  <a:lnTo>
                    <a:pt x="18719" y="104851"/>
                  </a:lnTo>
                  <a:lnTo>
                    <a:pt x="18935" y="102704"/>
                  </a:lnTo>
                  <a:lnTo>
                    <a:pt x="98806" y="102704"/>
                  </a:lnTo>
                  <a:lnTo>
                    <a:pt x="99885" y="97104"/>
                  </a:lnTo>
                  <a:lnTo>
                    <a:pt x="100317" y="91719"/>
                  </a:lnTo>
                  <a:lnTo>
                    <a:pt x="100317" y="88493"/>
                  </a:lnTo>
                  <a:lnTo>
                    <a:pt x="100317" y="86347"/>
                  </a:lnTo>
                  <a:close/>
                </a:path>
                <a:path w="2628265" h="196850">
                  <a:moveTo>
                    <a:pt x="164033" y="2590"/>
                  </a:moveTo>
                  <a:lnTo>
                    <a:pt x="145516" y="2590"/>
                  </a:lnTo>
                  <a:lnTo>
                    <a:pt x="114312" y="152222"/>
                  </a:lnTo>
                  <a:lnTo>
                    <a:pt x="132816" y="152222"/>
                  </a:lnTo>
                  <a:lnTo>
                    <a:pt x="164033" y="2590"/>
                  </a:lnTo>
                  <a:close/>
                </a:path>
                <a:path w="2628265" h="196850">
                  <a:moveTo>
                    <a:pt x="204076" y="43929"/>
                  </a:moveTo>
                  <a:lnTo>
                    <a:pt x="185559" y="43929"/>
                  </a:lnTo>
                  <a:lnTo>
                    <a:pt x="162953" y="152222"/>
                  </a:lnTo>
                  <a:lnTo>
                    <a:pt x="181470" y="152222"/>
                  </a:lnTo>
                  <a:lnTo>
                    <a:pt x="204076" y="43929"/>
                  </a:lnTo>
                  <a:close/>
                </a:path>
                <a:path w="2628265" h="196850">
                  <a:moveTo>
                    <a:pt x="212686" y="2590"/>
                  </a:moveTo>
                  <a:lnTo>
                    <a:pt x="194170" y="2590"/>
                  </a:lnTo>
                  <a:lnTo>
                    <a:pt x="189865" y="23685"/>
                  </a:lnTo>
                  <a:lnTo>
                    <a:pt x="208165" y="23685"/>
                  </a:lnTo>
                  <a:lnTo>
                    <a:pt x="212686" y="2590"/>
                  </a:lnTo>
                  <a:close/>
                </a:path>
                <a:path w="2628265" h="196850">
                  <a:moveTo>
                    <a:pt x="374357" y="58140"/>
                  </a:moveTo>
                  <a:lnTo>
                    <a:pt x="373824" y="56629"/>
                  </a:lnTo>
                  <a:lnTo>
                    <a:pt x="372211" y="52108"/>
                  </a:lnTo>
                  <a:lnTo>
                    <a:pt x="363169" y="43497"/>
                  </a:lnTo>
                  <a:lnTo>
                    <a:pt x="356273" y="41338"/>
                  </a:lnTo>
                  <a:lnTo>
                    <a:pt x="340563" y="41338"/>
                  </a:lnTo>
                  <a:lnTo>
                    <a:pt x="334098" y="43065"/>
                  </a:lnTo>
                  <a:lnTo>
                    <a:pt x="328079" y="46507"/>
                  </a:lnTo>
                  <a:lnTo>
                    <a:pt x="321830" y="49949"/>
                  </a:lnTo>
                  <a:lnTo>
                    <a:pt x="316026" y="54902"/>
                  </a:lnTo>
                  <a:lnTo>
                    <a:pt x="310642" y="61798"/>
                  </a:lnTo>
                  <a:lnTo>
                    <a:pt x="309435" y="56629"/>
                  </a:lnTo>
                  <a:lnTo>
                    <a:pt x="291477" y="41338"/>
                  </a:lnTo>
                  <a:lnTo>
                    <a:pt x="278561" y="41338"/>
                  </a:lnTo>
                  <a:lnTo>
                    <a:pt x="272529" y="42849"/>
                  </a:lnTo>
                  <a:lnTo>
                    <a:pt x="267157" y="45859"/>
                  </a:lnTo>
                  <a:lnTo>
                    <a:pt x="261772" y="48666"/>
                  </a:lnTo>
                  <a:lnTo>
                    <a:pt x="255739" y="54051"/>
                  </a:lnTo>
                  <a:lnTo>
                    <a:pt x="248856" y="61798"/>
                  </a:lnTo>
                  <a:lnTo>
                    <a:pt x="252514" y="43929"/>
                  </a:lnTo>
                  <a:lnTo>
                    <a:pt x="233997" y="43929"/>
                  </a:lnTo>
                  <a:lnTo>
                    <a:pt x="211391" y="152222"/>
                  </a:lnTo>
                  <a:lnTo>
                    <a:pt x="229908" y="152222"/>
                  </a:lnTo>
                  <a:lnTo>
                    <a:pt x="240677" y="100977"/>
                  </a:lnTo>
                  <a:lnTo>
                    <a:pt x="242443" y="93230"/>
                  </a:lnTo>
                  <a:lnTo>
                    <a:pt x="269303" y="58356"/>
                  </a:lnTo>
                  <a:lnTo>
                    <a:pt x="274688" y="56629"/>
                  </a:lnTo>
                  <a:lnTo>
                    <a:pt x="283514" y="56629"/>
                  </a:lnTo>
                  <a:lnTo>
                    <a:pt x="286308" y="57708"/>
                  </a:lnTo>
                  <a:lnTo>
                    <a:pt x="288683" y="59855"/>
                  </a:lnTo>
                  <a:lnTo>
                    <a:pt x="290830" y="62014"/>
                  </a:lnTo>
                  <a:lnTo>
                    <a:pt x="291909" y="65024"/>
                  </a:lnTo>
                  <a:lnTo>
                    <a:pt x="291909" y="70624"/>
                  </a:lnTo>
                  <a:lnTo>
                    <a:pt x="291477" y="74066"/>
                  </a:lnTo>
                  <a:lnTo>
                    <a:pt x="290042" y="80746"/>
                  </a:lnTo>
                  <a:lnTo>
                    <a:pt x="274904" y="152222"/>
                  </a:lnTo>
                  <a:lnTo>
                    <a:pt x="293420" y="152222"/>
                  </a:lnTo>
                  <a:lnTo>
                    <a:pt x="304393" y="99695"/>
                  </a:lnTo>
                  <a:lnTo>
                    <a:pt x="306349" y="91821"/>
                  </a:lnTo>
                  <a:lnTo>
                    <a:pt x="331736" y="58356"/>
                  </a:lnTo>
                  <a:lnTo>
                    <a:pt x="337553" y="56629"/>
                  </a:lnTo>
                  <a:lnTo>
                    <a:pt x="347014" y="56629"/>
                  </a:lnTo>
                  <a:lnTo>
                    <a:pt x="350253" y="57708"/>
                  </a:lnTo>
                  <a:lnTo>
                    <a:pt x="354774" y="61798"/>
                  </a:lnTo>
                  <a:lnTo>
                    <a:pt x="355841" y="64592"/>
                  </a:lnTo>
                  <a:lnTo>
                    <a:pt x="355841" y="70624"/>
                  </a:lnTo>
                  <a:lnTo>
                    <a:pt x="355206" y="74714"/>
                  </a:lnTo>
                  <a:lnTo>
                    <a:pt x="353910" y="80746"/>
                  </a:lnTo>
                  <a:lnTo>
                    <a:pt x="339051" y="152222"/>
                  </a:lnTo>
                  <a:lnTo>
                    <a:pt x="357352" y="152222"/>
                  </a:lnTo>
                  <a:lnTo>
                    <a:pt x="371995" y="82461"/>
                  </a:lnTo>
                  <a:lnTo>
                    <a:pt x="373710" y="74714"/>
                  </a:lnTo>
                  <a:lnTo>
                    <a:pt x="374332" y="69545"/>
                  </a:lnTo>
                  <a:lnTo>
                    <a:pt x="374357" y="58140"/>
                  </a:lnTo>
                  <a:close/>
                </a:path>
                <a:path w="2628265" h="196850">
                  <a:moveTo>
                    <a:pt x="431190" y="43929"/>
                  </a:moveTo>
                  <a:lnTo>
                    <a:pt x="412686" y="43929"/>
                  </a:lnTo>
                  <a:lnTo>
                    <a:pt x="390080" y="152222"/>
                  </a:lnTo>
                  <a:lnTo>
                    <a:pt x="408584" y="152222"/>
                  </a:lnTo>
                  <a:lnTo>
                    <a:pt x="431190" y="43929"/>
                  </a:lnTo>
                  <a:close/>
                </a:path>
                <a:path w="2628265" h="196850">
                  <a:moveTo>
                    <a:pt x="439801" y="2590"/>
                  </a:moveTo>
                  <a:lnTo>
                    <a:pt x="421513" y="2590"/>
                  </a:lnTo>
                  <a:lnTo>
                    <a:pt x="416991" y="23685"/>
                  </a:lnTo>
                  <a:lnTo>
                    <a:pt x="435495" y="23685"/>
                  </a:lnTo>
                  <a:lnTo>
                    <a:pt x="439801" y="2590"/>
                  </a:lnTo>
                  <a:close/>
                </a:path>
                <a:path w="2628265" h="196850">
                  <a:moveTo>
                    <a:pt x="542061" y="59639"/>
                  </a:moveTo>
                  <a:lnTo>
                    <a:pt x="540816" y="56629"/>
                  </a:lnTo>
                  <a:lnTo>
                    <a:pt x="539483" y="53403"/>
                  </a:lnTo>
                  <a:lnTo>
                    <a:pt x="529577" y="43929"/>
                  </a:lnTo>
                  <a:lnTo>
                    <a:pt x="522681" y="41338"/>
                  </a:lnTo>
                  <a:lnTo>
                    <a:pt x="507403" y="41338"/>
                  </a:lnTo>
                  <a:lnTo>
                    <a:pt x="474040" y="62877"/>
                  </a:lnTo>
                  <a:lnTo>
                    <a:pt x="478129" y="43929"/>
                  </a:lnTo>
                  <a:lnTo>
                    <a:pt x="461327" y="43929"/>
                  </a:lnTo>
                  <a:lnTo>
                    <a:pt x="438734" y="152222"/>
                  </a:lnTo>
                  <a:lnTo>
                    <a:pt x="457238" y="152222"/>
                  </a:lnTo>
                  <a:lnTo>
                    <a:pt x="467575" y="101841"/>
                  </a:lnTo>
                  <a:lnTo>
                    <a:pt x="470649" y="90335"/>
                  </a:lnTo>
                  <a:lnTo>
                    <a:pt x="474383" y="80695"/>
                  </a:lnTo>
                  <a:lnTo>
                    <a:pt x="478802" y="72898"/>
                  </a:lnTo>
                  <a:lnTo>
                    <a:pt x="483933" y="66967"/>
                  </a:lnTo>
                  <a:lnTo>
                    <a:pt x="489089" y="62877"/>
                  </a:lnTo>
                  <a:lnTo>
                    <a:pt x="489623" y="62445"/>
                  </a:lnTo>
                  <a:lnTo>
                    <a:pt x="495719" y="59207"/>
                  </a:lnTo>
                  <a:lnTo>
                    <a:pt x="502221" y="57277"/>
                  </a:lnTo>
                  <a:lnTo>
                    <a:pt x="509130" y="56629"/>
                  </a:lnTo>
                  <a:lnTo>
                    <a:pt x="513854" y="56629"/>
                  </a:lnTo>
                  <a:lnTo>
                    <a:pt x="517525" y="57708"/>
                  </a:lnTo>
                  <a:lnTo>
                    <a:pt x="519887" y="60071"/>
                  </a:lnTo>
                  <a:lnTo>
                    <a:pt x="522478" y="62230"/>
                  </a:lnTo>
                  <a:lnTo>
                    <a:pt x="523760" y="65239"/>
                  </a:lnTo>
                  <a:lnTo>
                    <a:pt x="523760" y="71920"/>
                  </a:lnTo>
                  <a:lnTo>
                    <a:pt x="522897" y="76873"/>
                  </a:lnTo>
                  <a:lnTo>
                    <a:pt x="521614" y="83540"/>
                  </a:lnTo>
                  <a:lnTo>
                    <a:pt x="507187" y="152222"/>
                  </a:lnTo>
                  <a:lnTo>
                    <a:pt x="525703" y="152222"/>
                  </a:lnTo>
                  <a:lnTo>
                    <a:pt x="539483" y="86550"/>
                  </a:lnTo>
                  <a:lnTo>
                    <a:pt x="541197" y="77939"/>
                  </a:lnTo>
                  <a:lnTo>
                    <a:pt x="542036" y="71920"/>
                  </a:lnTo>
                  <a:lnTo>
                    <a:pt x="542061" y="59639"/>
                  </a:lnTo>
                  <a:close/>
                </a:path>
                <a:path w="2628265" h="196850">
                  <a:moveTo>
                    <a:pt x="661543" y="62014"/>
                  </a:moveTo>
                  <a:lnTo>
                    <a:pt x="658939" y="56629"/>
                  </a:lnTo>
                  <a:lnTo>
                    <a:pt x="658533" y="55765"/>
                  </a:lnTo>
                  <a:lnTo>
                    <a:pt x="652500" y="51028"/>
                  </a:lnTo>
                  <a:lnTo>
                    <a:pt x="646125" y="46799"/>
                  </a:lnTo>
                  <a:lnTo>
                    <a:pt x="638670" y="43764"/>
                  </a:lnTo>
                  <a:lnTo>
                    <a:pt x="630161" y="41948"/>
                  </a:lnTo>
                  <a:lnTo>
                    <a:pt x="620636" y="41338"/>
                  </a:lnTo>
                  <a:lnTo>
                    <a:pt x="611644" y="41897"/>
                  </a:lnTo>
                  <a:lnTo>
                    <a:pt x="574522" y="67119"/>
                  </a:lnTo>
                  <a:lnTo>
                    <a:pt x="571334" y="74714"/>
                  </a:lnTo>
                  <a:lnTo>
                    <a:pt x="589851" y="76441"/>
                  </a:lnTo>
                  <a:lnTo>
                    <a:pt x="592226" y="69977"/>
                  </a:lnTo>
                  <a:lnTo>
                    <a:pt x="595668" y="65239"/>
                  </a:lnTo>
                  <a:lnTo>
                    <a:pt x="605574" y="58356"/>
                  </a:lnTo>
                  <a:lnTo>
                    <a:pt x="612025" y="56629"/>
                  </a:lnTo>
                  <a:lnTo>
                    <a:pt x="627964" y="56629"/>
                  </a:lnTo>
                  <a:lnTo>
                    <a:pt x="643204" y="75361"/>
                  </a:lnTo>
                  <a:lnTo>
                    <a:pt x="642594" y="79235"/>
                  </a:lnTo>
                  <a:lnTo>
                    <a:pt x="641096" y="84404"/>
                  </a:lnTo>
                  <a:lnTo>
                    <a:pt x="638289" y="85471"/>
                  </a:lnTo>
                  <a:lnTo>
                    <a:pt x="638289" y="97320"/>
                  </a:lnTo>
                  <a:lnTo>
                    <a:pt x="623011" y="132410"/>
                  </a:lnTo>
                  <a:lnTo>
                    <a:pt x="617194" y="135648"/>
                  </a:lnTo>
                  <a:lnTo>
                    <a:pt x="611593" y="138874"/>
                  </a:lnTo>
                  <a:lnTo>
                    <a:pt x="605790" y="140385"/>
                  </a:lnTo>
                  <a:lnTo>
                    <a:pt x="593077" y="140385"/>
                  </a:lnTo>
                  <a:lnTo>
                    <a:pt x="587921" y="138874"/>
                  </a:lnTo>
                  <a:lnTo>
                    <a:pt x="584466" y="135432"/>
                  </a:lnTo>
                  <a:lnTo>
                    <a:pt x="580809" y="132207"/>
                  </a:lnTo>
                  <a:lnTo>
                    <a:pt x="579094" y="127889"/>
                  </a:lnTo>
                  <a:lnTo>
                    <a:pt x="579094" y="118846"/>
                  </a:lnTo>
                  <a:lnTo>
                    <a:pt x="592442" y="105067"/>
                  </a:lnTo>
                  <a:lnTo>
                    <a:pt x="596747" y="103568"/>
                  </a:lnTo>
                  <a:lnTo>
                    <a:pt x="604494" y="102489"/>
                  </a:lnTo>
                  <a:lnTo>
                    <a:pt x="615035" y="101409"/>
                  </a:lnTo>
                  <a:lnTo>
                    <a:pt x="627100" y="100330"/>
                  </a:lnTo>
                  <a:lnTo>
                    <a:pt x="629894" y="99695"/>
                  </a:lnTo>
                  <a:lnTo>
                    <a:pt x="632904" y="99263"/>
                  </a:lnTo>
                  <a:lnTo>
                    <a:pt x="635711" y="98399"/>
                  </a:lnTo>
                  <a:lnTo>
                    <a:pt x="638289" y="97320"/>
                  </a:lnTo>
                  <a:lnTo>
                    <a:pt x="638289" y="85471"/>
                  </a:lnTo>
                  <a:lnTo>
                    <a:pt x="635927" y="86347"/>
                  </a:lnTo>
                  <a:lnTo>
                    <a:pt x="627748" y="87414"/>
                  </a:lnTo>
                  <a:lnTo>
                    <a:pt x="616115" y="88061"/>
                  </a:lnTo>
                  <a:lnTo>
                    <a:pt x="604494" y="88493"/>
                  </a:lnTo>
                  <a:lnTo>
                    <a:pt x="596747" y="89141"/>
                  </a:lnTo>
                  <a:lnTo>
                    <a:pt x="592442" y="90004"/>
                  </a:lnTo>
                  <a:lnTo>
                    <a:pt x="585978" y="91084"/>
                  </a:lnTo>
                  <a:lnTo>
                    <a:pt x="580377" y="93230"/>
                  </a:lnTo>
                  <a:lnTo>
                    <a:pt x="575640" y="96024"/>
                  </a:lnTo>
                  <a:lnTo>
                    <a:pt x="571119" y="98831"/>
                  </a:lnTo>
                  <a:lnTo>
                    <a:pt x="567461" y="102489"/>
                  </a:lnTo>
                  <a:lnTo>
                    <a:pt x="564883" y="107226"/>
                  </a:lnTo>
                  <a:lnTo>
                    <a:pt x="562089" y="111963"/>
                  </a:lnTo>
                  <a:lnTo>
                    <a:pt x="560590" y="117271"/>
                  </a:lnTo>
                  <a:lnTo>
                    <a:pt x="560578" y="132410"/>
                  </a:lnTo>
                  <a:lnTo>
                    <a:pt x="563803" y="139954"/>
                  </a:lnTo>
                  <a:lnTo>
                    <a:pt x="593940" y="154813"/>
                  </a:lnTo>
                  <a:lnTo>
                    <a:pt x="600837" y="154813"/>
                  </a:lnTo>
                  <a:lnTo>
                    <a:pt x="631405" y="138874"/>
                  </a:lnTo>
                  <a:lnTo>
                    <a:pt x="631837" y="144259"/>
                  </a:lnTo>
                  <a:lnTo>
                    <a:pt x="632688" y="148780"/>
                  </a:lnTo>
                  <a:lnTo>
                    <a:pt x="633552" y="152222"/>
                  </a:lnTo>
                  <a:lnTo>
                    <a:pt x="652284" y="152222"/>
                  </a:lnTo>
                  <a:lnTo>
                    <a:pt x="650773" y="145986"/>
                  </a:lnTo>
                  <a:lnTo>
                    <a:pt x="650125" y="141033"/>
                  </a:lnTo>
                  <a:lnTo>
                    <a:pt x="650125" y="138874"/>
                  </a:lnTo>
                  <a:lnTo>
                    <a:pt x="650125" y="132207"/>
                  </a:lnTo>
                  <a:lnTo>
                    <a:pt x="650989" y="125310"/>
                  </a:lnTo>
                  <a:lnTo>
                    <a:pt x="657263" y="97320"/>
                  </a:lnTo>
                  <a:lnTo>
                    <a:pt x="660679" y="82029"/>
                  </a:lnTo>
                  <a:lnTo>
                    <a:pt x="661543" y="75361"/>
                  </a:lnTo>
                  <a:lnTo>
                    <a:pt x="661543" y="62014"/>
                  </a:lnTo>
                  <a:close/>
                </a:path>
                <a:path w="2628265" h="196850">
                  <a:moveTo>
                    <a:pt x="738390" y="43929"/>
                  </a:moveTo>
                  <a:lnTo>
                    <a:pt x="720102" y="43929"/>
                  </a:lnTo>
                  <a:lnTo>
                    <a:pt x="728497" y="4521"/>
                  </a:lnTo>
                  <a:lnTo>
                    <a:pt x="707390" y="17233"/>
                  </a:lnTo>
                  <a:lnTo>
                    <a:pt x="701586" y="43929"/>
                  </a:lnTo>
                  <a:lnTo>
                    <a:pt x="687158" y="43929"/>
                  </a:lnTo>
                  <a:lnTo>
                    <a:pt x="684149" y="58140"/>
                  </a:lnTo>
                  <a:lnTo>
                    <a:pt x="698779" y="58140"/>
                  </a:lnTo>
                  <a:lnTo>
                    <a:pt x="685647" y="121221"/>
                  </a:lnTo>
                  <a:lnTo>
                    <a:pt x="683717" y="129832"/>
                  </a:lnTo>
                  <a:lnTo>
                    <a:pt x="682853" y="135216"/>
                  </a:lnTo>
                  <a:lnTo>
                    <a:pt x="682853" y="142316"/>
                  </a:lnTo>
                  <a:lnTo>
                    <a:pt x="684580" y="145986"/>
                  </a:lnTo>
                  <a:lnTo>
                    <a:pt x="687806" y="148780"/>
                  </a:lnTo>
                  <a:lnTo>
                    <a:pt x="692111" y="152222"/>
                  </a:lnTo>
                  <a:lnTo>
                    <a:pt x="697928" y="154165"/>
                  </a:lnTo>
                  <a:lnTo>
                    <a:pt x="709549" y="154165"/>
                  </a:lnTo>
                  <a:lnTo>
                    <a:pt x="713854" y="153517"/>
                  </a:lnTo>
                  <a:lnTo>
                    <a:pt x="718159" y="152438"/>
                  </a:lnTo>
                  <a:lnTo>
                    <a:pt x="720953" y="138442"/>
                  </a:lnTo>
                  <a:lnTo>
                    <a:pt x="721169" y="137363"/>
                  </a:lnTo>
                  <a:lnTo>
                    <a:pt x="718159" y="138010"/>
                  </a:lnTo>
                  <a:lnTo>
                    <a:pt x="714502" y="138442"/>
                  </a:lnTo>
                  <a:lnTo>
                    <a:pt x="707390" y="138442"/>
                  </a:lnTo>
                  <a:lnTo>
                    <a:pt x="705459" y="138010"/>
                  </a:lnTo>
                  <a:lnTo>
                    <a:pt x="704164" y="136728"/>
                  </a:lnTo>
                  <a:lnTo>
                    <a:pt x="702868" y="135648"/>
                  </a:lnTo>
                  <a:lnTo>
                    <a:pt x="702233" y="133921"/>
                  </a:lnTo>
                  <a:lnTo>
                    <a:pt x="702310" y="129832"/>
                  </a:lnTo>
                  <a:lnTo>
                    <a:pt x="703084" y="125742"/>
                  </a:lnTo>
                  <a:lnTo>
                    <a:pt x="704596" y="118211"/>
                  </a:lnTo>
                  <a:lnTo>
                    <a:pt x="717296" y="58140"/>
                  </a:lnTo>
                  <a:lnTo>
                    <a:pt x="735164" y="58140"/>
                  </a:lnTo>
                  <a:lnTo>
                    <a:pt x="738390" y="43929"/>
                  </a:lnTo>
                  <a:close/>
                </a:path>
                <a:path w="2628265" h="196850">
                  <a:moveTo>
                    <a:pt x="778217" y="43929"/>
                  </a:moveTo>
                  <a:lnTo>
                    <a:pt x="759917" y="43929"/>
                  </a:lnTo>
                  <a:lnTo>
                    <a:pt x="737108" y="152222"/>
                  </a:lnTo>
                  <a:lnTo>
                    <a:pt x="755611" y="152222"/>
                  </a:lnTo>
                  <a:lnTo>
                    <a:pt x="778217" y="43929"/>
                  </a:lnTo>
                  <a:close/>
                </a:path>
                <a:path w="2628265" h="196850">
                  <a:moveTo>
                    <a:pt x="786828" y="2590"/>
                  </a:moveTo>
                  <a:lnTo>
                    <a:pt x="768527" y="2590"/>
                  </a:lnTo>
                  <a:lnTo>
                    <a:pt x="764222" y="23685"/>
                  </a:lnTo>
                  <a:lnTo>
                    <a:pt x="782523" y="23685"/>
                  </a:lnTo>
                  <a:lnTo>
                    <a:pt x="786828" y="2590"/>
                  </a:lnTo>
                  <a:close/>
                </a:path>
                <a:path w="2628265" h="196850">
                  <a:moveTo>
                    <a:pt x="891667" y="86766"/>
                  </a:moveTo>
                  <a:lnTo>
                    <a:pt x="873379" y="48437"/>
                  </a:lnTo>
                  <a:lnTo>
                    <a:pt x="873379" y="92798"/>
                  </a:lnTo>
                  <a:lnTo>
                    <a:pt x="872299" y="99263"/>
                  </a:lnTo>
                  <a:lnTo>
                    <a:pt x="870356" y="106146"/>
                  </a:lnTo>
                  <a:lnTo>
                    <a:pt x="868857" y="110883"/>
                  </a:lnTo>
                  <a:lnTo>
                    <a:pt x="866914" y="115404"/>
                  </a:lnTo>
                  <a:lnTo>
                    <a:pt x="864425" y="119710"/>
                  </a:lnTo>
                  <a:lnTo>
                    <a:pt x="862177" y="123799"/>
                  </a:lnTo>
                  <a:lnTo>
                    <a:pt x="845172" y="138010"/>
                  </a:lnTo>
                  <a:lnTo>
                    <a:pt x="841298" y="139738"/>
                  </a:lnTo>
                  <a:lnTo>
                    <a:pt x="837425" y="140385"/>
                  </a:lnTo>
                  <a:lnTo>
                    <a:pt x="826008" y="140385"/>
                  </a:lnTo>
                  <a:lnTo>
                    <a:pt x="807504" y="103784"/>
                  </a:lnTo>
                  <a:lnTo>
                    <a:pt x="808355" y="97536"/>
                  </a:lnTo>
                  <a:lnTo>
                    <a:pt x="810298" y="90436"/>
                  </a:lnTo>
                  <a:lnTo>
                    <a:pt x="812025" y="83540"/>
                  </a:lnTo>
                  <a:lnTo>
                    <a:pt x="841730" y="55765"/>
                  </a:lnTo>
                  <a:lnTo>
                    <a:pt x="854862" y="55765"/>
                  </a:lnTo>
                  <a:lnTo>
                    <a:pt x="861098" y="58356"/>
                  </a:lnTo>
                  <a:lnTo>
                    <a:pt x="866051" y="63944"/>
                  </a:lnTo>
                  <a:lnTo>
                    <a:pt x="871004" y="69329"/>
                  </a:lnTo>
                  <a:lnTo>
                    <a:pt x="873366" y="76835"/>
                  </a:lnTo>
                  <a:lnTo>
                    <a:pt x="873379" y="92798"/>
                  </a:lnTo>
                  <a:lnTo>
                    <a:pt x="873379" y="48437"/>
                  </a:lnTo>
                  <a:lnTo>
                    <a:pt x="873163" y="48247"/>
                  </a:lnTo>
                  <a:lnTo>
                    <a:pt x="865759" y="44411"/>
                  </a:lnTo>
                  <a:lnTo>
                    <a:pt x="857427" y="42113"/>
                  </a:lnTo>
                  <a:lnTo>
                    <a:pt x="848182" y="41338"/>
                  </a:lnTo>
                  <a:lnTo>
                    <a:pt x="836231" y="42430"/>
                  </a:lnTo>
                  <a:lnTo>
                    <a:pt x="799515" y="69710"/>
                  </a:lnTo>
                  <a:lnTo>
                    <a:pt x="789000" y="110883"/>
                  </a:lnTo>
                  <a:lnTo>
                    <a:pt x="788987" y="119710"/>
                  </a:lnTo>
                  <a:lnTo>
                    <a:pt x="790917" y="127469"/>
                  </a:lnTo>
                  <a:lnTo>
                    <a:pt x="794588" y="133921"/>
                  </a:lnTo>
                  <a:lnTo>
                    <a:pt x="798245" y="140601"/>
                  </a:lnTo>
                  <a:lnTo>
                    <a:pt x="803414" y="145770"/>
                  </a:lnTo>
                  <a:lnTo>
                    <a:pt x="810298" y="149428"/>
                  </a:lnTo>
                  <a:lnTo>
                    <a:pt x="817181" y="152869"/>
                  </a:lnTo>
                  <a:lnTo>
                    <a:pt x="824941" y="154813"/>
                  </a:lnTo>
                  <a:lnTo>
                    <a:pt x="833335" y="154813"/>
                  </a:lnTo>
                  <a:lnTo>
                    <a:pt x="869188" y="141389"/>
                  </a:lnTo>
                  <a:lnTo>
                    <a:pt x="870204" y="140385"/>
                  </a:lnTo>
                  <a:lnTo>
                    <a:pt x="874991" y="135674"/>
                  </a:lnTo>
                  <a:lnTo>
                    <a:pt x="891197" y="95961"/>
                  </a:lnTo>
                  <a:lnTo>
                    <a:pt x="891667" y="86766"/>
                  </a:lnTo>
                  <a:close/>
                </a:path>
                <a:path w="2628265" h="196850">
                  <a:moveTo>
                    <a:pt x="1008786" y="59639"/>
                  </a:moveTo>
                  <a:lnTo>
                    <a:pt x="989406" y="41338"/>
                  </a:lnTo>
                  <a:lnTo>
                    <a:pt x="974128" y="41338"/>
                  </a:lnTo>
                  <a:lnTo>
                    <a:pt x="940968" y="62877"/>
                  </a:lnTo>
                  <a:lnTo>
                    <a:pt x="944841" y="43929"/>
                  </a:lnTo>
                  <a:lnTo>
                    <a:pt x="928052" y="43929"/>
                  </a:lnTo>
                  <a:lnTo>
                    <a:pt x="905446" y="152222"/>
                  </a:lnTo>
                  <a:lnTo>
                    <a:pt x="923963" y="152222"/>
                  </a:lnTo>
                  <a:lnTo>
                    <a:pt x="934516" y="101841"/>
                  </a:lnTo>
                  <a:lnTo>
                    <a:pt x="937463" y="90335"/>
                  </a:lnTo>
                  <a:lnTo>
                    <a:pt x="962634" y="59207"/>
                  </a:lnTo>
                  <a:lnTo>
                    <a:pt x="976058" y="56629"/>
                  </a:lnTo>
                  <a:lnTo>
                    <a:pt x="980795" y="56629"/>
                  </a:lnTo>
                  <a:lnTo>
                    <a:pt x="984237" y="57708"/>
                  </a:lnTo>
                  <a:lnTo>
                    <a:pt x="989190" y="62230"/>
                  </a:lnTo>
                  <a:lnTo>
                    <a:pt x="990485" y="65239"/>
                  </a:lnTo>
                  <a:lnTo>
                    <a:pt x="990485" y="71920"/>
                  </a:lnTo>
                  <a:lnTo>
                    <a:pt x="989838" y="76873"/>
                  </a:lnTo>
                  <a:lnTo>
                    <a:pt x="988326" y="83540"/>
                  </a:lnTo>
                  <a:lnTo>
                    <a:pt x="973912" y="152222"/>
                  </a:lnTo>
                  <a:lnTo>
                    <a:pt x="992416" y="152222"/>
                  </a:lnTo>
                  <a:lnTo>
                    <a:pt x="1006195" y="86550"/>
                  </a:lnTo>
                  <a:lnTo>
                    <a:pt x="1007922" y="77939"/>
                  </a:lnTo>
                  <a:lnTo>
                    <a:pt x="1008748" y="71920"/>
                  </a:lnTo>
                  <a:lnTo>
                    <a:pt x="1008786" y="59639"/>
                  </a:lnTo>
                  <a:close/>
                </a:path>
                <a:path w="2628265" h="196850">
                  <a:moveTo>
                    <a:pt x="1164209" y="3022"/>
                  </a:moveTo>
                  <a:lnTo>
                    <a:pt x="1155166" y="1079"/>
                  </a:lnTo>
                  <a:lnTo>
                    <a:pt x="1148499" y="0"/>
                  </a:lnTo>
                  <a:lnTo>
                    <a:pt x="1137094" y="0"/>
                  </a:lnTo>
                  <a:lnTo>
                    <a:pt x="1131709" y="1295"/>
                  </a:lnTo>
                  <a:lnTo>
                    <a:pt x="1123962" y="5600"/>
                  </a:lnTo>
                  <a:lnTo>
                    <a:pt x="1121156" y="8407"/>
                  </a:lnTo>
                  <a:lnTo>
                    <a:pt x="1119441" y="11849"/>
                  </a:lnTo>
                  <a:lnTo>
                    <a:pt x="1117498" y="15290"/>
                  </a:lnTo>
                  <a:lnTo>
                    <a:pt x="1115987" y="20891"/>
                  </a:lnTo>
                  <a:lnTo>
                    <a:pt x="1114272" y="28422"/>
                  </a:lnTo>
                  <a:lnTo>
                    <a:pt x="1111034" y="43929"/>
                  </a:lnTo>
                  <a:lnTo>
                    <a:pt x="1094676" y="43929"/>
                  </a:lnTo>
                  <a:lnTo>
                    <a:pt x="1091666" y="58140"/>
                  </a:lnTo>
                  <a:lnTo>
                    <a:pt x="1108240" y="58140"/>
                  </a:lnTo>
                  <a:lnTo>
                    <a:pt x="1088440" y="152222"/>
                  </a:lnTo>
                  <a:lnTo>
                    <a:pt x="1106944" y="152222"/>
                  </a:lnTo>
                  <a:lnTo>
                    <a:pt x="1126540" y="58140"/>
                  </a:lnTo>
                  <a:lnTo>
                    <a:pt x="1147203" y="58140"/>
                  </a:lnTo>
                  <a:lnTo>
                    <a:pt x="1150226" y="43929"/>
                  </a:lnTo>
                  <a:lnTo>
                    <a:pt x="1129550" y="43929"/>
                  </a:lnTo>
                  <a:lnTo>
                    <a:pt x="1132141" y="32296"/>
                  </a:lnTo>
                  <a:lnTo>
                    <a:pt x="1141399" y="16802"/>
                  </a:lnTo>
                  <a:lnTo>
                    <a:pt x="1149362" y="16802"/>
                  </a:lnTo>
                  <a:lnTo>
                    <a:pt x="1154531" y="17665"/>
                  </a:lnTo>
                  <a:lnTo>
                    <a:pt x="1160767" y="19164"/>
                  </a:lnTo>
                  <a:lnTo>
                    <a:pt x="1161275" y="16802"/>
                  </a:lnTo>
                  <a:lnTo>
                    <a:pt x="1164209" y="3022"/>
                  </a:lnTo>
                  <a:close/>
                </a:path>
                <a:path w="2628265" h="196850">
                  <a:moveTo>
                    <a:pt x="1226426" y="45427"/>
                  </a:moveTo>
                  <a:lnTo>
                    <a:pt x="1221041" y="42849"/>
                  </a:lnTo>
                  <a:lnTo>
                    <a:pt x="1216520" y="41338"/>
                  </a:lnTo>
                  <a:lnTo>
                    <a:pt x="1207274" y="41338"/>
                  </a:lnTo>
                  <a:lnTo>
                    <a:pt x="1180147" y="66103"/>
                  </a:lnTo>
                  <a:lnTo>
                    <a:pt x="1184668" y="43929"/>
                  </a:lnTo>
                  <a:lnTo>
                    <a:pt x="1168298" y="43929"/>
                  </a:lnTo>
                  <a:lnTo>
                    <a:pt x="1145705" y="152222"/>
                  </a:lnTo>
                  <a:lnTo>
                    <a:pt x="1163358" y="152222"/>
                  </a:lnTo>
                  <a:lnTo>
                    <a:pt x="1172387" y="108737"/>
                  </a:lnTo>
                  <a:lnTo>
                    <a:pt x="1175588" y="95770"/>
                  </a:lnTo>
                  <a:lnTo>
                    <a:pt x="1179334" y="85001"/>
                  </a:lnTo>
                  <a:lnTo>
                    <a:pt x="1183652" y="76403"/>
                  </a:lnTo>
                  <a:lnTo>
                    <a:pt x="1188542" y="69977"/>
                  </a:lnTo>
                  <a:lnTo>
                    <a:pt x="1192072" y="66103"/>
                  </a:lnTo>
                  <a:lnTo>
                    <a:pt x="1195209" y="62661"/>
                  </a:lnTo>
                  <a:lnTo>
                    <a:pt x="1201889" y="59004"/>
                  </a:lnTo>
                  <a:lnTo>
                    <a:pt x="1212215" y="59004"/>
                  </a:lnTo>
                  <a:lnTo>
                    <a:pt x="1215669" y="60286"/>
                  </a:lnTo>
                  <a:lnTo>
                    <a:pt x="1218895" y="62661"/>
                  </a:lnTo>
                  <a:lnTo>
                    <a:pt x="1220495" y="59004"/>
                  </a:lnTo>
                  <a:lnTo>
                    <a:pt x="1226426" y="45427"/>
                  </a:lnTo>
                  <a:close/>
                </a:path>
                <a:path w="2628265" h="196850">
                  <a:moveTo>
                    <a:pt x="1323301" y="86766"/>
                  </a:moveTo>
                  <a:lnTo>
                    <a:pt x="1322539" y="76835"/>
                  </a:lnTo>
                  <a:lnTo>
                    <a:pt x="1320266" y="68008"/>
                  </a:lnTo>
                  <a:lnTo>
                    <a:pt x="1316494" y="60274"/>
                  </a:lnTo>
                  <a:lnTo>
                    <a:pt x="1312938" y="55765"/>
                  </a:lnTo>
                  <a:lnTo>
                    <a:pt x="1311249" y="53619"/>
                  </a:lnTo>
                  <a:lnTo>
                    <a:pt x="1305001" y="48425"/>
                  </a:lnTo>
                  <a:lnTo>
                    <a:pt x="1305001" y="76835"/>
                  </a:lnTo>
                  <a:lnTo>
                    <a:pt x="1305001" y="92798"/>
                  </a:lnTo>
                  <a:lnTo>
                    <a:pt x="1303934" y="99263"/>
                  </a:lnTo>
                  <a:lnTo>
                    <a:pt x="1301775" y="106146"/>
                  </a:lnTo>
                  <a:lnTo>
                    <a:pt x="1300480" y="110883"/>
                  </a:lnTo>
                  <a:lnTo>
                    <a:pt x="1298549" y="115404"/>
                  </a:lnTo>
                  <a:lnTo>
                    <a:pt x="1296060" y="119710"/>
                  </a:lnTo>
                  <a:lnTo>
                    <a:pt x="1293812" y="123799"/>
                  </a:lnTo>
                  <a:lnTo>
                    <a:pt x="1291005" y="127469"/>
                  </a:lnTo>
                  <a:lnTo>
                    <a:pt x="1287564" y="130695"/>
                  </a:lnTo>
                  <a:lnTo>
                    <a:pt x="1284338" y="133921"/>
                  </a:lnTo>
                  <a:lnTo>
                    <a:pt x="1280680" y="136512"/>
                  </a:lnTo>
                  <a:lnTo>
                    <a:pt x="1276807" y="138010"/>
                  </a:lnTo>
                  <a:lnTo>
                    <a:pt x="1272933" y="139738"/>
                  </a:lnTo>
                  <a:lnTo>
                    <a:pt x="1269047" y="140385"/>
                  </a:lnTo>
                  <a:lnTo>
                    <a:pt x="1257642" y="140385"/>
                  </a:lnTo>
                  <a:lnTo>
                    <a:pt x="1239126" y="103784"/>
                  </a:lnTo>
                  <a:lnTo>
                    <a:pt x="1239989" y="97536"/>
                  </a:lnTo>
                  <a:lnTo>
                    <a:pt x="1258506" y="62661"/>
                  </a:lnTo>
                  <a:lnTo>
                    <a:pt x="1273149" y="55765"/>
                  </a:lnTo>
                  <a:lnTo>
                    <a:pt x="1286484" y="55765"/>
                  </a:lnTo>
                  <a:lnTo>
                    <a:pt x="1292733" y="58356"/>
                  </a:lnTo>
                  <a:lnTo>
                    <a:pt x="1297686" y="63944"/>
                  </a:lnTo>
                  <a:lnTo>
                    <a:pt x="1302639" y="69329"/>
                  </a:lnTo>
                  <a:lnTo>
                    <a:pt x="1305001" y="76835"/>
                  </a:lnTo>
                  <a:lnTo>
                    <a:pt x="1305001" y="48425"/>
                  </a:lnTo>
                  <a:lnTo>
                    <a:pt x="1304798" y="48247"/>
                  </a:lnTo>
                  <a:lnTo>
                    <a:pt x="1297393" y="44411"/>
                  </a:lnTo>
                  <a:lnTo>
                    <a:pt x="1289062" y="42113"/>
                  </a:lnTo>
                  <a:lnTo>
                    <a:pt x="1279817" y="41338"/>
                  </a:lnTo>
                  <a:lnTo>
                    <a:pt x="1267866" y="42430"/>
                  </a:lnTo>
                  <a:lnTo>
                    <a:pt x="1231150" y="69710"/>
                  </a:lnTo>
                  <a:lnTo>
                    <a:pt x="1220635" y="110883"/>
                  </a:lnTo>
                  <a:lnTo>
                    <a:pt x="1220609" y="119710"/>
                  </a:lnTo>
                  <a:lnTo>
                    <a:pt x="1222336" y="127469"/>
                  </a:lnTo>
                  <a:lnTo>
                    <a:pt x="1225994" y="133921"/>
                  </a:lnTo>
                  <a:lnTo>
                    <a:pt x="1229652" y="140601"/>
                  </a:lnTo>
                  <a:lnTo>
                    <a:pt x="1235036" y="145770"/>
                  </a:lnTo>
                  <a:lnTo>
                    <a:pt x="1241933" y="149428"/>
                  </a:lnTo>
                  <a:lnTo>
                    <a:pt x="1248816" y="152869"/>
                  </a:lnTo>
                  <a:lnTo>
                    <a:pt x="1256563" y="154813"/>
                  </a:lnTo>
                  <a:lnTo>
                    <a:pt x="1264958" y="154813"/>
                  </a:lnTo>
                  <a:lnTo>
                    <a:pt x="1300784" y="141389"/>
                  </a:lnTo>
                  <a:lnTo>
                    <a:pt x="1321396" y="104825"/>
                  </a:lnTo>
                  <a:lnTo>
                    <a:pt x="1322819" y="95973"/>
                  </a:lnTo>
                  <a:lnTo>
                    <a:pt x="1323301" y="86766"/>
                  </a:lnTo>
                  <a:close/>
                </a:path>
                <a:path w="2628265" h="196850">
                  <a:moveTo>
                    <a:pt x="1500047" y="58140"/>
                  </a:moveTo>
                  <a:lnTo>
                    <a:pt x="1499450" y="56629"/>
                  </a:lnTo>
                  <a:lnTo>
                    <a:pt x="1497672" y="52108"/>
                  </a:lnTo>
                  <a:lnTo>
                    <a:pt x="1488630" y="43497"/>
                  </a:lnTo>
                  <a:lnTo>
                    <a:pt x="1481747" y="41338"/>
                  </a:lnTo>
                  <a:lnTo>
                    <a:pt x="1466037" y="41338"/>
                  </a:lnTo>
                  <a:lnTo>
                    <a:pt x="1459572" y="43065"/>
                  </a:lnTo>
                  <a:lnTo>
                    <a:pt x="1447520" y="49949"/>
                  </a:lnTo>
                  <a:lnTo>
                    <a:pt x="1441704" y="54902"/>
                  </a:lnTo>
                  <a:lnTo>
                    <a:pt x="1436103" y="61798"/>
                  </a:lnTo>
                  <a:lnTo>
                    <a:pt x="1435074" y="56629"/>
                  </a:lnTo>
                  <a:lnTo>
                    <a:pt x="1417167" y="41338"/>
                  </a:lnTo>
                  <a:lnTo>
                    <a:pt x="1404035" y="41338"/>
                  </a:lnTo>
                  <a:lnTo>
                    <a:pt x="1398219" y="42849"/>
                  </a:lnTo>
                  <a:lnTo>
                    <a:pt x="1392834" y="45859"/>
                  </a:lnTo>
                  <a:lnTo>
                    <a:pt x="1387246" y="48666"/>
                  </a:lnTo>
                  <a:lnTo>
                    <a:pt x="1381213" y="54051"/>
                  </a:lnTo>
                  <a:lnTo>
                    <a:pt x="1374317" y="61798"/>
                  </a:lnTo>
                  <a:lnTo>
                    <a:pt x="1378204" y="43929"/>
                  </a:lnTo>
                  <a:lnTo>
                    <a:pt x="1359687" y="43929"/>
                  </a:lnTo>
                  <a:lnTo>
                    <a:pt x="1336865" y="152222"/>
                  </a:lnTo>
                  <a:lnTo>
                    <a:pt x="1355382" y="152222"/>
                  </a:lnTo>
                  <a:lnTo>
                    <a:pt x="1366139" y="100977"/>
                  </a:lnTo>
                  <a:lnTo>
                    <a:pt x="1368031" y="93230"/>
                  </a:lnTo>
                  <a:lnTo>
                    <a:pt x="1388618" y="61798"/>
                  </a:lnTo>
                  <a:lnTo>
                    <a:pt x="1388960" y="61582"/>
                  </a:lnTo>
                  <a:lnTo>
                    <a:pt x="1394777" y="58356"/>
                  </a:lnTo>
                  <a:lnTo>
                    <a:pt x="1400378" y="56629"/>
                  </a:lnTo>
                  <a:lnTo>
                    <a:pt x="1408988" y="56629"/>
                  </a:lnTo>
                  <a:lnTo>
                    <a:pt x="1411998" y="57708"/>
                  </a:lnTo>
                  <a:lnTo>
                    <a:pt x="1416304" y="62014"/>
                  </a:lnTo>
                  <a:lnTo>
                    <a:pt x="1417383" y="65024"/>
                  </a:lnTo>
                  <a:lnTo>
                    <a:pt x="1417383" y="70624"/>
                  </a:lnTo>
                  <a:lnTo>
                    <a:pt x="1416951" y="74066"/>
                  </a:lnTo>
                  <a:lnTo>
                    <a:pt x="1415516" y="80746"/>
                  </a:lnTo>
                  <a:lnTo>
                    <a:pt x="1400581" y="152222"/>
                  </a:lnTo>
                  <a:lnTo>
                    <a:pt x="1419098" y="152222"/>
                  </a:lnTo>
                  <a:lnTo>
                    <a:pt x="1430083" y="99695"/>
                  </a:lnTo>
                  <a:lnTo>
                    <a:pt x="1431937" y="91821"/>
                  </a:lnTo>
                  <a:lnTo>
                    <a:pt x="1457426" y="58356"/>
                  </a:lnTo>
                  <a:lnTo>
                    <a:pt x="1463014" y="56629"/>
                  </a:lnTo>
                  <a:lnTo>
                    <a:pt x="1472488" y="56629"/>
                  </a:lnTo>
                  <a:lnTo>
                    <a:pt x="1475714" y="57708"/>
                  </a:lnTo>
                  <a:lnTo>
                    <a:pt x="1478089" y="59639"/>
                  </a:lnTo>
                  <a:lnTo>
                    <a:pt x="1480235" y="61798"/>
                  </a:lnTo>
                  <a:lnTo>
                    <a:pt x="1481315" y="64592"/>
                  </a:lnTo>
                  <a:lnTo>
                    <a:pt x="1481315" y="70624"/>
                  </a:lnTo>
                  <a:lnTo>
                    <a:pt x="1480667" y="74714"/>
                  </a:lnTo>
                  <a:lnTo>
                    <a:pt x="1479384" y="80746"/>
                  </a:lnTo>
                  <a:lnTo>
                    <a:pt x="1464525" y="152222"/>
                  </a:lnTo>
                  <a:lnTo>
                    <a:pt x="1483042" y="152222"/>
                  </a:lnTo>
                  <a:lnTo>
                    <a:pt x="1497672" y="82461"/>
                  </a:lnTo>
                  <a:lnTo>
                    <a:pt x="1499184" y="74714"/>
                  </a:lnTo>
                  <a:lnTo>
                    <a:pt x="1500009" y="69545"/>
                  </a:lnTo>
                  <a:lnTo>
                    <a:pt x="1500047" y="58140"/>
                  </a:lnTo>
                  <a:close/>
                </a:path>
                <a:path w="2628265" h="196850">
                  <a:moveTo>
                    <a:pt x="1680667" y="62014"/>
                  </a:moveTo>
                  <a:lnTo>
                    <a:pt x="1639976" y="41338"/>
                  </a:lnTo>
                  <a:lnTo>
                    <a:pt x="1630883" y="41897"/>
                  </a:lnTo>
                  <a:lnTo>
                    <a:pt x="1593773" y="67119"/>
                  </a:lnTo>
                  <a:lnTo>
                    <a:pt x="1590459" y="74714"/>
                  </a:lnTo>
                  <a:lnTo>
                    <a:pt x="1609191" y="76441"/>
                  </a:lnTo>
                  <a:lnTo>
                    <a:pt x="1611337" y="69977"/>
                  </a:lnTo>
                  <a:lnTo>
                    <a:pt x="1615008" y="65239"/>
                  </a:lnTo>
                  <a:lnTo>
                    <a:pt x="1624901" y="58356"/>
                  </a:lnTo>
                  <a:lnTo>
                    <a:pt x="1631149" y="56629"/>
                  </a:lnTo>
                  <a:lnTo>
                    <a:pt x="1647291" y="56629"/>
                  </a:lnTo>
                  <a:lnTo>
                    <a:pt x="1662328" y="75361"/>
                  </a:lnTo>
                  <a:lnTo>
                    <a:pt x="1661718" y="79235"/>
                  </a:lnTo>
                  <a:lnTo>
                    <a:pt x="1660207" y="84404"/>
                  </a:lnTo>
                  <a:lnTo>
                    <a:pt x="1657629" y="85420"/>
                  </a:lnTo>
                  <a:lnTo>
                    <a:pt x="1657629" y="97320"/>
                  </a:lnTo>
                  <a:lnTo>
                    <a:pt x="1642122" y="132410"/>
                  </a:lnTo>
                  <a:lnTo>
                    <a:pt x="1624901" y="140385"/>
                  </a:lnTo>
                  <a:lnTo>
                    <a:pt x="1612201" y="140385"/>
                  </a:lnTo>
                  <a:lnTo>
                    <a:pt x="1607248" y="138874"/>
                  </a:lnTo>
                  <a:lnTo>
                    <a:pt x="1603590" y="135432"/>
                  </a:lnTo>
                  <a:lnTo>
                    <a:pt x="1599933" y="132207"/>
                  </a:lnTo>
                  <a:lnTo>
                    <a:pt x="1598206" y="127889"/>
                  </a:lnTo>
                  <a:lnTo>
                    <a:pt x="1598206" y="118846"/>
                  </a:lnTo>
                  <a:lnTo>
                    <a:pt x="1599285" y="115189"/>
                  </a:lnTo>
                  <a:lnTo>
                    <a:pt x="1601660" y="112179"/>
                  </a:lnTo>
                  <a:lnTo>
                    <a:pt x="1603806" y="108953"/>
                  </a:lnTo>
                  <a:lnTo>
                    <a:pt x="1641271" y="100761"/>
                  </a:lnTo>
                  <a:lnTo>
                    <a:pt x="1646224" y="100330"/>
                  </a:lnTo>
                  <a:lnTo>
                    <a:pt x="1649234" y="99695"/>
                  </a:lnTo>
                  <a:lnTo>
                    <a:pt x="1652244" y="99263"/>
                  </a:lnTo>
                  <a:lnTo>
                    <a:pt x="1655051" y="98399"/>
                  </a:lnTo>
                  <a:lnTo>
                    <a:pt x="1657629" y="97320"/>
                  </a:lnTo>
                  <a:lnTo>
                    <a:pt x="1657629" y="85420"/>
                  </a:lnTo>
                  <a:lnTo>
                    <a:pt x="1655254" y="86347"/>
                  </a:lnTo>
                  <a:lnTo>
                    <a:pt x="1646859" y="87414"/>
                  </a:lnTo>
                  <a:lnTo>
                    <a:pt x="1635455" y="88061"/>
                  </a:lnTo>
                  <a:lnTo>
                    <a:pt x="1623834" y="88493"/>
                  </a:lnTo>
                  <a:lnTo>
                    <a:pt x="1615859" y="89141"/>
                  </a:lnTo>
                  <a:lnTo>
                    <a:pt x="1611769" y="90004"/>
                  </a:lnTo>
                  <a:lnTo>
                    <a:pt x="1605102" y="91084"/>
                  </a:lnTo>
                  <a:lnTo>
                    <a:pt x="1599501" y="93230"/>
                  </a:lnTo>
                  <a:lnTo>
                    <a:pt x="1579918" y="132410"/>
                  </a:lnTo>
                  <a:lnTo>
                    <a:pt x="1582928" y="139954"/>
                  </a:lnTo>
                  <a:lnTo>
                    <a:pt x="1613281" y="154813"/>
                  </a:lnTo>
                  <a:lnTo>
                    <a:pt x="1619961" y="154813"/>
                  </a:lnTo>
                  <a:lnTo>
                    <a:pt x="1626412" y="153517"/>
                  </a:lnTo>
                  <a:lnTo>
                    <a:pt x="1632229" y="150926"/>
                  </a:lnTo>
                  <a:lnTo>
                    <a:pt x="1638249" y="148348"/>
                  </a:lnTo>
                  <a:lnTo>
                    <a:pt x="1644281" y="144259"/>
                  </a:lnTo>
                  <a:lnTo>
                    <a:pt x="1648929" y="140385"/>
                  </a:lnTo>
                  <a:lnTo>
                    <a:pt x="1650746" y="138874"/>
                  </a:lnTo>
                  <a:lnTo>
                    <a:pt x="1651165" y="144259"/>
                  </a:lnTo>
                  <a:lnTo>
                    <a:pt x="1651812" y="148780"/>
                  </a:lnTo>
                  <a:lnTo>
                    <a:pt x="1652892" y="152222"/>
                  </a:lnTo>
                  <a:lnTo>
                    <a:pt x="1671624" y="152222"/>
                  </a:lnTo>
                  <a:lnTo>
                    <a:pt x="1670113" y="145986"/>
                  </a:lnTo>
                  <a:lnTo>
                    <a:pt x="1669249" y="141033"/>
                  </a:lnTo>
                  <a:lnTo>
                    <a:pt x="1669249" y="138874"/>
                  </a:lnTo>
                  <a:lnTo>
                    <a:pt x="1669249" y="132207"/>
                  </a:lnTo>
                  <a:lnTo>
                    <a:pt x="1670329" y="125310"/>
                  </a:lnTo>
                  <a:lnTo>
                    <a:pt x="1672056" y="116700"/>
                  </a:lnTo>
                  <a:lnTo>
                    <a:pt x="1676387" y="97320"/>
                  </a:lnTo>
                  <a:lnTo>
                    <a:pt x="1679803" y="82029"/>
                  </a:lnTo>
                  <a:lnTo>
                    <a:pt x="1680667" y="75361"/>
                  </a:lnTo>
                  <a:lnTo>
                    <a:pt x="1680667" y="62014"/>
                  </a:lnTo>
                  <a:close/>
                </a:path>
                <a:path w="2628265" h="196850">
                  <a:moveTo>
                    <a:pt x="1745678" y="2590"/>
                  </a:moveTo>
                  <a:lnTo>
                    <a:pt x="1727161" y="2590"/>
                  </a:lnTo>
                  <a:lnTo>
                    <a:pt x="1695945" y="152222"/>
                  </a:lnTo>
                  <a:lnTo>
                    <a:pt x="1714461" y="152222"/>
                  </a:lnTo>
                  <a:lnTo>
                    <a:pt x="1745678" y="2590"/>
                  </a:lnTo>
                  <a:close/>
                </a:path>
                <a:path w="2628265" h="196850">
                  <a:moveTo>
                    <a:pt x="1853958" y="43929"/>
                  </a:moveTo>
                  <a:lnTo>
                    <a:pt x="1829638" y="43929"/>
                  </a:lnTo>
                  <a:lnTo>
                    <a:pt x="1775815" y="95389"/>
                  </a:lnTo>
                  <a:lnTo>
                    <a:pt x="1795195" y="2590"/>
                  </a:lnTo>
                  <a:lnTo>
                    <a:pt x="1776679" y="2590"/>
                  </a:lnTo>
                  <a:lnTo>
                    <a:pt x="1745462" y="152222"/>
                  </a:lnTo>
                  <a:lnTo>
                    <a:pt x="1763979" y="152222"/>
                  </a:lnTo>
                  <a:lnTo>
                    <a:pt x="1771510" y="116052"/>
                  </a:lnTo>
                  <a:lnTo>
                    <a:pt x="1793900" y="96672"/>
                  </a:lnTo>
                  <a:lnTo>
                    <a:pt x="1815426" y="152222"/>
                  </a:lnTo>
                  <a:lnTo>
                    <a:pt x="1835658" y="152222"/>
                  </a:lnTo>
                  <a:lnTo>
                    <a:pt x="1812747" y="96672"/>
                  </a:lnTo>
                  <a:lnTo>
                    <a:pt x="1812213" y="95389"/>
                  </a:lnTo>
                  <a:lnTo>
                    <a:pt x="1807679" y="84404"/>
                  </a:lnTo>
                  <a:lnTo>
                    <a:pt x="1853958" y="43929"/>
                  </a:lnTo>
                  <a:close/>
                </a:path>
                <a:path w="2628265" h="196850">
                  <a:moveTo>
                    <a:pt x="1963102" y="43929"/>
                  </a:moveTo>
                  <a:lnTo>
                    <a:pt x="1943950" y="43929"/>
                  </a:lnTo>
                  <a:lnTo>
                    <a:pt x="1895513" y="131127"/>
                  </a:lnTo>
                  <a:lnTo>
                    <a:pt x="1894535" y="123050"/>
                  </a:lnTo>
                  <a:lnTo>
                    <a:pt x="1893519" y="114947"/>
                  </a:lnTo>
                  <a:lnTo>
                    <a:pt x="1892427" y="106807"/>
                  </a:lnTo>
                  <a:lnTo>
                    <a:pt x="1883029" y="43929"/>
                  </a:lnTo>
                  <a:lnTo>
                    <a:pt x="1864944" y="43929"/>
                  </a:lnTo>
                  <a:lnTo>
                    <a:pt x="1883029" y="152654"/>
                  </a:lnTo>
                  <a:lnTo>
                    <a:pt x="1876996" y="163207"/>
                  </a:lnTo>
                  <a:lnTo>
                    <a:pt x="1861921" y="178485"/>
                  </a:lnTo>
                  <a:lnTo>
                    <a:pt x="1854606" y="178485"/>
                  </a:lnTo>
                  <a:lnTo>
                    <a:pt x="1850948" y="177850"/>
                  </a:lnTo>
                  <a:lnTo>
                    <a:pt x="1847075" y="176771"/>
                  </a:lnTo>
                  <a:lnTo>
                    <a:pt x="1845995" y="194208"/>
                  </a:lnTo>
                  <a:lnTo>
                    <a:pt x="1850085" y="195503"/>
                  </a:lnTo>
                  <a:lnTo>
                    <a:pt x="1854174" y="196367"/>
                  </a:lnTo>
                  <a:lnTo>
                    <a:pt x="1865160" y="196367"/>
                  </a:lnTo>
                  <a:lnTo>
                    <a:pt x="1886839" y="178485"/>
                  </a:lnTo>
                  <a:lnTo>
                    <a:pt x="1889252" y="174929"/>
                  </a:lnTo>
                  <a:lnTo>
                    <a:pt x="1894001" y="166649"/>
                  </a:lnTo>
                  <a:lnTo>
                    <a:pt x="1914004" y="131127"/>
                  </a:lnTo>
                  <a:lnTo>
                    <a:pt x="1963102" y="43929"/>
                  </a:lnTo>
                  <a:close/>
                </a:path>
                <a:path w="2628265" h="196850">
                  <a:moveTo>
                    <a:pt x="2008746" y="2590"/>
                  </a:moveTo>
                  <a:lnTo>
                    <a:pt x="1990445" y="2590"/>
                  </a:lnTo>
                  <a:lnTo>
                    <a:pt x="1959013" y="152222"/>
                  </a:lnTo>
                  <a:lnTo>
                    <a:pt x="1977529" y="152222"/>
                  </a:lnTo>
                  <a:lnTo>
                    <a:pt x="2008746" y="2590"/>
                  </a:lnTo>
                  <a:close/>
                </a:path>
                <a:path w="2628265" h="196850">
                  <a:moveTo>
                    <a:pt x="2172144" y="59423"/>
                  </a:moveTo>
                  <a:lnTo>
                    <a:pt x="2171077" y="56629"/>
                  </a:lnTo>
                  <a:lnTo>
                    <a:pt x="2169769" y="53187"/>
                  </a:lnTo>
                  <a:lnTo>
                    <a:pt x="2164600" y="48450"/>
                  </a:lnTo>
                  <a:lnTo>
                    <a:pt x="2159660" y="43713"/>
                  </a:lnTo>
                  <a:lnTo>
                    <a:pt x="2152764" y="41338"/>
                  </a:lnTo>
                  <a:lnTo>
                    <a:pt x="2137486" y="41338"/>
                  </a:lnTo>
                  <a:lnTo>
                    <a:pt x="2131453" y="42849"/>
                  </a:lnTo>
                  <a:lnTo>
                    <a:pt x="2125421" y="45859"/>
                  </a:lnTo>
                  <a:lnTo>
                    <a:pt x="2119617" y="48666"/>
                  </a:lnTo>
                  <a:lnTo>
                    <a:pt x="2113153" y="53403"/>
                  </a:lnTo>
                  <a:lnTo>
                    <a:pt x="2106269" y="60071"/>
                  </a:lnTo>
                  <a:lnTo>
                    <a:pt x="2118322" y="2590"/>
                  </a:lnTo>
                  <a:lnTo>
                    <a:pt x="2099805" y="2590"/>
                  </a:lnTo>
                  <a:lnTo>
                    <a:pt x="2068588" y="152222"/>
                  </a:lnTo>
                  <a:lnTo>
                    <a:pt x="2087105" y="152222"/>
                  </a:lnTo>
                  <a:lnTo>
                    <a:pt x="2096795" y="105714"/>
                  </a:lnTo>
                  <a:lnTo>
                    <a:pt x="2098967" y="96266"/>
                  </a:lnTo>
                  <a:lnTo>
                    <a:pt x="2120481" y="62014"/>
                  </a:lnTo>
                  <a:lnTo>
                    <a:pt x="2123668" y="60071"/>
                  </a:lnTo>
                  <a:lnTo>
                    <a:pt x="2126500" y="58356"/>
                  </a:lnTo>
                  <a:lnTo>
                    <a:pt x="2132749" y="56629"/>
                  </a:lnTo>
                  <a:lnTo>
                    <a:pt x="2144153" y="56629"/>
                  </a:lnTo>
                  <a:lnTo>
                    <a:pt x="2147595" y="57708"/>
                  </a:lnTo>
                  <a:lnTo>
                    <a:pt x="2152548" y="62230"/>
                  </a:lnTo>
                  <a:lnTo>
                    <a:pt x="2153843" y="65239"/>
                  </a:lnTo>
                  <a:lnTo>
                    <a:pt x="2153843" y="71056"/>
                  </a:lnTo>
                  <a:lnTo>
                    <a:pt x="2152764" y="77089"/>
                  </a:lnTo>
                  <a:lnTo>
                    <a:pt x="2150465" y="88277"/>
                  </a:lnTo>
                  <a:lnTo>
                    <a:pt x="2137054" y="152222"/>
                  </a:lnTo>
                  <a:lnTo>
                    <a:pt x="2155571" y="152222"/>
                  </a:lnTo>
                  <a:lnTo>
                    <a:pt x="2168918" y="88226"/>
                  </a:lnTo>
                  <a:lnTo>
                    <a:pt x="2171065" y="78155"/>
                  </a:lnTo>
                  <a:lnTo>
                    <a:pt x="2172144" y="71056"/>
                  </a:lnTo>
                  <a:lnTo>
                    <a:pt x="2172144" y="59423"/>
                  </a:lnTo>
                  <a:close/>
                </a:path>
                <a:path w="2628265" h="196850">
                  <a:moveTo>
                    <a:pt x="2291410" y="75361"/>
                  </a:moveTo>
                  <a:lnTo>
                    <a:pt x="2268537" y="43764"/>
                  </a:lnTo>
                  <a:lnTo>
                    <a:pt x="2250503" y="41338"/>
                  </a:lnTo>
                  <a:lnTo>
                    <a:pt x="2241512" y="41897"/>
                  </a:lnTo>
                  <a:lnTo>
                    <a:pt x="2204389" y="67119"/>
                  </a:lnTo>
                  <a:lnTo>
                    <a:pt x="2201202" y="74714"/>
                  </a:lnTo>
                  <a:lnTo>
                    <a:pt x="2219718" y="76441"/>
                  </a:lnTo>
                  <a:lnTo>
                    <a:pt x="2222081" y="69977"/>
                  </a:lnTo>
                  <a:lnTo>
                    <a:pt x="2225751" y="65239"/>
                  </a:lnTo>
                  <a:lnTo>
                    <a:pt x="2230475" y="61798"/>
                  </a:lnTo>
                  <a:lnTo>
                    <a:pt x="2235428" y="58356"/>
                  </a:lnTo>
                  <a:lnTo>
                    <a:pt x="2241893" y="56629"/>
                  </a:lnTo>
                  <a:lnTo>
                    <a:pt x="2257818" y="56629"/>
                  </a:lnTo>
                  <a:lnTo>
                    <a:pt x="2273071" y="75361"/>
                  </a:lnTo>
                  <a:lnTo>
                    <a:pt x="2272461" y="79235"/>
                  </a:lnTo>
                  <a:lnTo>
                    <a:pt x="2270950" y="84404"/>
                  </a:lnTo>
                  <a:lnTo>
                    <a:pt x="2268156" y="85509"/>
                  </a:lnTo>
                  <a:lnTo>
                    <a:pt x="2268156" y="97320"/>
                  </a:lnTo>
                  <a:lnTo>
                    <a:pt x="2252865" y="132410"/>
                  </a:lnTo>
                  <a:lnTo>
                    <a:pt x="2235644" y="140385"/>
                  </a:lnTo>
                  <a:lnTo>
                    <a:pt x="2222944" y="140385"/>
                  </a:lnTo>
                  <a:lnTo>
                    <a:pt x="2217775" y="138874"/>
                  </a:lnTo>
                  <a:lnTo>
                    <a:pt x="2214334" y="135432"/>
                  </a:lnTo>
                  <a:lnTo>
                    <a:pt x="2210676" y="132207"/>
                  </a:lnTo>
                  <a:lnTo>
                    <a:pt x="2208949" y="127889"/>
                  </a:lnTo>
                  <a:lnTo>
                    <a:pt x="2208949" y="118846"/>
                  </a:lnTo>
                  <a:lnTo>
                    <a:pt x="2222296" y="105067"/>
                  </a:lnTo>
                  <a:lnTo>
                    <a:pt x="2226602" y="103568"/>
                  </a:lnTo>
                  <a:lnTo>
                    <a:pt x="2234361" y="102489"/>
                  </a:lnTo>
                  <a:lnTo>
                    <a:pt x="2252014" y="100761"/>
                  </a:lnTo>
                  <a:lnTo>
                    <a:pt x="2256955" y="100330"/>
                  </a:lnTo>
                  <a:lnTo>
                    <a:pt x="2259977" y="99695"/>
                  </a:lnTo>
                  <a:lnTo>
                    <a:pt x="2262771" y="99263"/>
                  </a:lnTo>
                  <a:lnTo>
                    <a:pt x="2265565" y="98399"/>
                  </a:lnTo>
                  <a:lnTo>
                    <a:pt x="2268156" y="97320"/>
                  </a:lnTo>
                  <a:lnTo>
                    <a:pt x="2268156" y="85509"/>
                  </a:lnTo>
                  <a:lnTo>
                    <a:pt x="2265997" y="86347"/>
                  </a:lnTo>
                  <a:lnTo>
                    <a:pt x="2257602" y="87414"/>
                  </a:lnTo>
                  <a:lnTo>
                    <a:pt x="2245982" y="88061"/>
                  </a:lnTo>
                  <a:lnTo>
                    <a:pt x="2234361" y="88493"/>
                  </a:lnTo>
                  <a:lnTo>
                    <a:pt x="2226602" y="89141"/>
                  </a:lnTo>
                  <a:lnTo>
                    <a:pt x="2222296" y="90004"/>
                  </a:lnTo>
                  <a:lnTo>
                    <a:pt x="2215845" y="91084"/>
                  </a:lnTo>
                  <a:lnTo>
                    <a:pt x="2210244" y="93230"/>
                  </a:lnTo>
                  <a:lnTo>
                    <a:pt x="2205723" y="96024"/>
                  </a:lnTo>
                  <a:lnTo>
                    <a:pt x="2200986" y="98831"/>
                  </a:lnTo>
                  <a:lnTo>
                    <a:pt x="2197328" y="102489"/>
                  </a:lnTo>
                  <a:lnTo>
                    <a:pt x="2194750" y="107226"/>
                  </a:lnTo>
                  <a:lnTo>
                    <a:pt x="2191943" y="111963"/>
                  </a:lnTo>
                  <a:lnTo>
                    <a:pt x="2190458" y="117271"/>
                  </a:lnTo>
                  <a:lnTo>
                    <a:pt x="2210384" y="152577"/>
                  </a:lnTo>
                  <a:lnTo>
                    <a:pt x="2223808" y="154813"/>
                  </a:lnTo>
                  <a:lnTo>
                    <a:pt x="2230691" y="154813"/>
                  </a:lnTo>
                  <a:lnTo>
                    <a:pt x="2261260" y="138874"/>
                  </a:lnTo>
                  <a:lnTo>
                    <a:pt x="2261692" y="144259"/>
                  </a:lnTo>
                  <a:lnTo>
                    <a:pt x="2262555" y="148780"/>
                  </a:lnTo>
                  <a:lnTo>
                    <a:pt x="2263419" y="152222"/>
                  </a:lnTo>
                  <a:lnTo>
                    <a:pt x="2282152" y="152222"/>
                  </a:lnTo>
                  <a:lnTo>
                    <a:pt x="2280640" y="145986"/>
                  </a:lnTo>
                  <a:lnTo>
                    <a:pt x="2279993" y="141033"/>
                  </a:lnTo>
                  <a:lnTo>
                    <a:pt x="2279993" y="138874"/>
                  </a:lnTo>
                  <a:lnTo>
                    <a:pt x="2279993" y="132207"/>
                  </a:lnTo>
                  <a:lnTo>
                    <a:pt x="2280856" y="125310"/>
                  </a:lnTo>
                  <a:lnTo>
                    <a:pt x="2287117" y="97320"/>
                  </a:lnTo>
                  <a:lnTo>
                    <a:pt x="2290546" y="82029"/>
                  </a:lnTo>
                  <a:lnTo>
                    <a:pt x="2291410" y="75361"/>
                  </a:lnTo>
                  <a:close/>
                </a:path>
                <a:path w="2628265" h="196850">
                  <a:moveTo>
                    <a:pt x="2356205" y="2590"/>
                  </a:moveTo>
                  <a:lnTo>
                    <a:pt x="2337689" y="2590"/>
                  </a:lnTo>
                  <a:lnTo>
                    <a:pt x="2306472" y="152222"/>
                  </a:lnTo>
                  <a:lnTo>
                    <a:pt x="2324989" y="152222"/>
                  </a:lnTo>
                  <a:lnTo>
                    <a:pt x="2356205" y="2590"/>
                  </a:lnTo>
                  <a:close/>
                </a:path>
                <a:path w="2628265" h="196850">
                  <a:moveTo>
                    <a:pt x="2396248" y="43929"/>
                  </a:moveTo>
                  <a:lnTo>
                    <a:pt x="2377732" y="43929"/>
                  </a:lnTo>
                  <a:lnTo>
                    <a:pt x="2355126" y="152222"/>
                  </a:lnTo>
                  <a:lnTo>
                    <a:pt x="2373642" y="152222"/>
                  </a:lnTo>
                  <a:lnTo>
                    <a:pt x="2396248" y="43929"/>
                  </a:lnTo>
                  <a:close/>
                </a:path>
                <a:path w="2628265" h="196850">
                  <a:moveTo>
                    <a:pt x="2404859" y="2590"/>
                  </a:moveTo>
                  <a:lnTo>
                    <a:pt x="2386558" y="2590"/>
                  </a:lnTo>
                  <a:lnTo>
                    <a:pt x="2382037" y="23685"/>
                  </a:lnTo>
                  <a:lnTo>
                    <a:pt x="2400554" y="23685"/>
                  </a:lnTo>
                  <a:lnTo>
                    <a:pt x="2404859" y="2590"/>
                  </a:lnTo>
                  <a:close/>
                </a:path>
                <a:path w="2628265" h="196850">
                  <a:moveTo>
                    <a:pt x="2521750" y="2590"/>
                  </a:moveTo>
                  <a:lnTo>
                    <a:pt x="2503449" y="2590"/>
                  </a:lnTo>
                  <a:lnTo>
                    <a:pt x="2491181" y="60934"/>
                  </a:lnTo>
                  <a:lnTo>
                    <a:pt x="2488260" y="56629"/>
                  </a:lnTo>
                  <a:lnTo>
                    <a:pt x="2485402" y="52425"/>
                  </a:lnTo>
                  <a:lnTo>
                    <a:pt x="2485364" y="75361"/>
                  </a:lnTo>
                  <a:lnTo>
                    <a:pt x="2485364" y="83972"/>
                  </a:lnTo>
                  <a:lnTo>
                    <a:pt x="2471801" y="126822"/>
                  </a:lnTo>
                  <a:lnTo>
                    <a:pt x="2448991" y="139954"/>
                  </a:lnTo>
                  <a:lnTo>
                    <a:pt x="2444038" y="139954"/>
                  </a:lnTo>
                  <a:lnTo>
                    <a:pt x="2428316" y="124663"/>
                  </a:lnTo>
                  <a:lnTo>
                    <a:pt x="2426817" y="120357"/>
                  </a:lnTo>
                  <a:lnTo>
                    <a:pt x="2426170" y="114325"/>
                  </a:lnTo>
                  <a:lnTo>
                    <a:pt x="2426170" y="101409"/>
                  </a:lnTo>
                  <a:lnTo>
                    <a:pt x="2442527" y="65024"/>
                  </a:lnTo>
                  <a:lnTo>
                    <a:pt x="2457386" y="56629"/>
                  </a:lnTo>
                  <a:lnTo>
                    <a:pt x="2468575" y="56629"/>
                  </a:lnTo>
                  <a:lnTo>
                    <a:pt x="2474176" y="59004"/>
                  </a:lnTo>
                  <a:lnTo>
                    <a:pt x="2478697" y="63944"/>
                  </a:lnTo>
                  <a:lnTo>
                    <a:pt x="2483218" y="68681"/>
                  </a:lnTo>
                  <a:lnTo>
                    <a:pt x="2485364" y="75361"/>
                  </a:lnTo>
                  <a:lnTo>
                    <a:pt x="2485364" y="52400"/>
                  </a:lnTo>
                  <a:lnTo>
                    <a:pt x="2478405" y="46291"/>
                  </a:lnTo>
                  <a:lnTo>
                    <a:pt x="2470137" y="42583"/>
                  </a:lnTo>
                  <a:lnTo>
                    <a:pt x="2460612" y="41338"/>
                  </a:lnTo>
                  <a:lnTo>
                    <a:pt x="2454478" y="41859"/>
                  </a:lnTo>
                  <a:lnTo>
                    <a:pt x="2420150" y="66484"/>
                  </a:lnTo>
                  <a:lnTo>
                    <a:pt x="2407869" y="110236"/>
                  </a:lnTo>
                  <a:lnTo>
                    <a:pt x="2408517" y="120446"/>
                  </a:lnTo>
                  <a:lnTo>
                    <a:pt x="2436393" y="154089"/>
                  </a:lnTo>
                  <a:lnTo>
                    <a:pt x="2443823" y="154813"/>
                  </a:lnTo>
                  <a:lnTo>
                    <a:pt x="2452293" y="153670"/>
                  </a:lnTo>
                  <a:lnTo>
                    <a:pt x="2460612" y="150253"/>
                  </a:lnTo>
                  <a:lnTo>
                    <a:pt x="2468765" y="144538"/>
                  </a:lnTo>
                  <a:lnTo>
                    <a:pt x="2473337" y="139954"/>
                  </a:lnTo>
                  <a:lnTo>
                    <a:pt x="2476754" y="136512"/>
                  </a:lnTo>
                  <a:lnTo>
                    <a:pt x="2473528" y="152222"/>
                  </a:lnTo>
                  <a:lnTo>
                    <a:pt x="2490533" y="152222"/>
                  </a:lnTo>
                  <a:lnTo>
                    <a:pt x="2493810" y="136512"/>
                  </a:lnTo>
                  <a:lnTo>
                    <a:pt x="2509583" y="60934"/>
                  </a:lnTo>
                  <a:lnTo>
                    <a:pt x="2521750" y="2590"/>
                  </a:lnTo>
                  <a:close/>
                </a:path>
                <a:path w="2628265" h="196850">
                  <a:moveTo>
                    <a:pt x="2627668" y="86347"/>
                  </a:moveTo>
                  <a:lnTo>
                    <a:pt x="2610231" y="48564"/>
                  </a:lnTo>
                  <a:lnTo>
                    <a:pt x="2610231" y="75361"/>
                  </a:lnTo>
                  <a:lnTo>
                    <a:pt x="2610231" y="88493"/>
                  </a:lnTo>
                  <a:lnTo>
                    <a:pt x="2549309" y="88493"/>
                  </a:lnTo>
                  <a:lnTo>
                    <a:pt x="2552052" y="80899"/>
                  </a:lnTo>
                  <a:lnTo>
                    <a:pt x="2577503" y="55765"/>
                  </a:lnTo>
                  <a:lnTo>
                    <a:pt x="2592794" y="55765"/>
                  </a:lnTo>
                  <a:lnTo>
                    <a:pt x="2598610" y="58356"/>
                  </a:lnTo>
                  <a:lnTo>
                    <a:pt x="2603347" y="63309"/>
                  </a:lnTo>
                  <a:lnTo>
                    <a:pt x="2607856" y="68249"/>
                  </a:lnTo>
                  <a:lnTo>
                    <a:pt x="2610231" y="75361"/>
                  </a:lnTo>
                  <a:lnTo>
                    <a:pt x="2610231" y="48564"/>
                  </a:lnTo>
                  <a:lnTo>
                    <a:pt x="2609748" y="48158"/>
                  </a:lnTo>
                  <a:lnTo>
                    <a:pt x="2602484" y="44386"/>
                  </a:lnTo>
                  <a:lnTo>
                    <a:pt x="2594241" y="42113"/>
                  </a:lnTo>
                  <a:lnTo>
                    <a:pt x="2585047" y="41338"/>
                  </a:lnTo>
                  <a:lnTo>
                    <a:pt x="2577579" y="41859"/>
                  </a:lnTo>
                  <a:lnTo>
                    <a:pt x="2539885" y="66535"/>
                  </a:lnTo>
                  <a:lnTo>
                    <a:pt x="2527350" y="108737"/>
                  </a:lnTo>
                  <a:lnTo>
                    <a:pt x="2527350" y="117779"/>
                  </a:lnTo>
                  <a:lnTo>
                    <a:pt x="2554478" y="152869"/>
                  </a:lnTo>
                  <a:lnTo>
                    <a:pt x="2562009" y="154813"/>
                  </a:lnTo>
                  <a:lnTo>
                    <a:pt x="2569972" y="154813"/>
                  </a:lnTo>
                  <a:lnTo>
                    <a:pt x="2606217" y="139738"/>
                  </a:lnTo>
                  <a:lnTo>
                    <a:pt x="2620988" y="117348"/>
                  </a:lnTo>
                  <a:lnTo>
                    <a:pt x="2603131" y="115404"/>
                  </a:lnTo>
                  <a:lnTo>
                    <a:pt x="2599677" y="123367"/>
                  </a:lnTo>
                  <a:lnTo>
                    <a:pt x="2594940" y="129184"/>
                  </a:lnTo>
                  <a:lnTo>
                    <a:pt x="2588704" y="133489"/>
                  </a:lnTo>
                  <a:lnTo>
                    <a:pt x="2582672" y="137579"/>
                  </a:lnTo>
                  <a:lnTo>
                    <a:pt x="2576436" y="139738"/>
                  </a:lnTo>
                  <a:lnTo>
                    <a:pt x="2563304" y="139738"/>
                  </a:lnTo>
                  <a:lnTo>
                    <a:pt x="2557703" y="136931"/>
                  </a:lnTo>
                  <a:lnTo>
                    <a:pt x="2552966" y="131559"/>
                  </a:lnTo>
                  <a:lnTo>
                    <a:pt x="2548229" y="126390"/>
                  </a:lnTo>
                  <a:lnTo>
                    <a:pt x="2546083" y="118630"/>
                  </a:lnTo>
                  <a:lnTo>
                    <a:pt x="2546083" y="104851"/>
                  </a:lnTo>
                  <a:lnTo>
                    <a:pt x="2546299" y="102704"/>
                  </a:lnTo>
                  <a:lnTo>
                    <a:pt x="2626156" y="102704"/>
                  </a:lnTo>
                  <a:lnTo>
                    <a:pt x="2627236" y="97104"/>
                  </a:lnTo>
                  <a:lnTo>
                    <a:pt x="2627668" y="91719"/>
                  </a:lnTo>
                  <a:lnTo>
                    <a:pt x="2627668" y="88493"/>
                  </a:lnTo>
                  <a:lnTo>
                    <a:pt x="2627668" y="863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1422152" y="1145760"/>
              <a:ext cx="5749290" cy="2520315"/>
            </a:xfrm>
            <a:custGeom>
              <a:avLst/>
              <a:gdLst/>
              <a:ahLst/>
              <a:cxnLst/>
              <a:rect l="l" t="t" r="r" b="b"/>
              <a:pathLst>
                <a:path w="5749290" h="2520315">
                  <a:moveTo>
                    <a:pt x="0" y="2442606"/>
                  </a:moveTo>
                  <a:lnTo>
                    <a:pt x="6093" y="2472792"/>
                  </a:lnTo>
                  <a:lnTo>
                    <a:pt x="22708" y="2497427"/>
                  </a:lnTo>
                  <a:lnTo>
                    <a:pt x="47343" y="2514029"/>
                  </a:lnTo>
                  <a:lnTo>
                    <a:pt x="77499" y="2520115"/>
                  </a:lnTo>
                  <a:lnTo>
                    <a:pt x="5671546" y="2520115"/>
                  </a:lnTo>
                  <a:lnTo>
                    <a:pt x="5701638" y="2514029"/>
                  </a:lnTo>
                  <a:lnTo>
                    <a:pt x="5726280" y="2497427"/>
                  </a:lnTo>
                  <a:lnTo>
                    <a:pt x="5742931" y="2472792"/>
                  </a:lnTo>
                  <a:lnTo>
                    <a:pt x="5743812" y="2468442"/>
                  </a:lnTo>
                  <a:lnTo>
                    <a:pt x="25833" y="2468442"/>
                  </a:lnTo>
                  <a:lnTo>
                    <a:pt x="0" y="2442606"/>
                  </a:lnTo>
                  <a:close/>
                </a:path>
                <a:path w="5749290" h="2520315">
                  <a:moveTo>
                    <a:pt x="5671546" y="0"/>
                  </a:moveTo>
                  <a:lnTo>
                    <a:pt x="5697379" y="25836"/>
                  </a:lnTo>
                  <a:lnTo>
                    <a:pt x="5697379" y="2390933"/>
                  </a:lnTo>
                  <a:lnTo>
                    <a:pt x="5691264" y="2421119"/>
                  </a:lnTo>
                  <a:lnTo>
                    <a:pt x="5674614" y="2445755"/>
                  </a:lnTo>
                  <a:lnTo>
                    <a:pt x="5649971" y="2462356"/>
                  </a:lnTo>
                  <a:lnTo>
                    <a:pt x="5619880" y="2468442"/>
                  </a:lnTo>
                  <a:lnTo>
                    <a:pt x="5743812" y="2468442"/>
                  </a:lnTo>
                  <a:lnTo>
                    <a:pt x="5749046" y="2442606"/>
                  </a:lnTo>
                  <a:lnTo>
                    <a:pt x="5749046" y="77508"/>
                  </a:lnTo>
                  <a:lnTo>
                    <a:pt x="5742931" y="47413"/>
                  </a:lnTo>
                  <a:lnTo>
                    <a:pt x="5726280" y="22768"/>
                  </a:lnTo>
                  <a:lnTo>
                    <a:pt x="5701638" y="6115"/>
                  </a:lnTo>
                  <a:lnTo>
                    <a:pt x="5671546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1370488" y="1094087"/>
              <a:ext cx="5749290" cy="2520315"/>
            </a:xfrm>
            <a:custGeom>
              <a:avLst/>
              <a:gdLst/>
              <a:ahLst/>
              <a:cxnLst/>
              <a:rect l="l" t="t" r="r" b="b"/>
              <a:pathLst>
                <a:path w="5749290" h="2520315">
                  <a:moveTo>
                    <a:pt x="0" y="2442606"/>
                  </a:moveTo>
                  <a:lnTo>
                    <a:pt x="0" y="2073059"/>
                  </a:lnTo>
                  <a:lnTo>
                    <a:pt x="0" y="1260057"/>
                  </a:lnTo>
                  <a:lnTo>
                    <a:pt x="0" y="447055"/>
                  </a:lnTo>
                  <a:lnTo>
                    <a:pt x="0" y="77508"/>
                  </a:lnTo>
                  <a:lnTo>
                    <a:pt x="22707" y="22768"/>
                  </a:lnTo>
                  <a:lnTo>
                    <a:pt x="77497" y="0"/>
                  </a:lnTo>
                  <a:lnTo>
                    <a:pt x="951567" y="0"/>
                  </a:lnTo>
                  <a:lnTo>
                    <a:pt x="2874521" y="0"/>
                  </a:lnTo>
                  <a:lnTo>
                    <a:pt x="4797474" y="0"/>
                  </a:lnTo>
                  <a:lnTo>
                    <a:pt x="5671544" y="0"/>
                  </a:lnTo>
                  <a:lnTo>
                    <a:pt x="5701636" y="6115"/>
                  </a:lnTo>
                  <a:lnTo>
                    <a:pt x="5726279" y="22768"/>
                  </a:lnTo>
                  <a:lnTo>
                    <a:pt x="5742929" y="47413"/>
                  </a:lnTo>
                  <a:lnTo>
                    <a:pt x="5749044" y="77508"/>
                  </a:lnTo>
                  <a:lnTo>
                    <a:pt x="5749044" y="447055"/>
                  </a:lnTo>
                  <a:lnTo>
                    <a:pt x="5749044" y="1260057"/>
                  </a:lnTo>
                  <a:lnTo>
                    <a:pt x="5749044" y="2073059"/>
                  </a:lnTo>
                  <a:lnTo>
                    <a:pt x="5749044" y="2442606"/>
                  </a:lnTo>
                  <a:lnTo>
                    <a:pt x="5742929" y="2472792"/>
                  </a:lnTo>
                  <a:lnTo>
                    <a:pt x="5726279" y="2497427"/>
                  </a:lnTo>
                  <a:lnTo>
                    <a:pt x="5701636" y="2514029"/>
                  </a:lnTo>
                  <a:lnTo>
                    <a:pt x="5671544" y="2520115"/>
                  </a:lnTo>
                  <a:lnTo>
                    <a:pt x="4797474" y="2520115"/>
                  </a:lnTo>
                  <a:lnTo>
                    <a:pt x="2874521" y="2520115"/>
                  </a:lnTo>
                  <a:lnTo>
                    <a:pt x="951567" y="2520115"/>
                  </a:lnTo>
                  <a:lnTo>
                    <a:pt x="77497" y="2520115"/>
                  </a:lnTo>
                  <a:lnTo>
                    <a:pt x="47342" y="2514029"/>
                  </a:lnTo>
                  <a:lnTo>
                    <a:pt x="22708" y="2497427"/>
                  </a:lnTo>
                  <a:lnTo>
                    <a:pt x="6093" y="2472792"/>
                  </a:lnTo>
                  <a:lnTo>
                    <a:pt x="0" y="2442606"/>
                  </a:lnTo>
                  <a:close/>
                </a:path>
              </a:pathLst>
            </a:custGeom>
            <a:ln w="129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0" name="object 20"/>
          <p:cNvGrpSpPr/>
          <p:nvPr/>
        </p:nvGrpSpPr>
        <p:grpSpPr>
          <a:xfrm>
            <a:off x="1364029" y="3929621"/>
            <a:ext cx="6243320" cy="2562225"/>
            <a:chOff x="1364029" y="3929621"/>
            <a:chExt cx="6243320" cy="2562225"/>
          </a:xfrm>
        </p:grpSpPr>
        <p:sp>
          <p:nvSpPr>
            <p:cNvPr id="21" name="object 21"/>
            <p:cNvSpPr/>
            <p:nvPr/>
          </p:nvSpPr>
          <p:spPr>
            <a:xfrm>
              <a:off x="1791357" y="5148319"/>
              <a:ext cx="537210" cy="155575"/>
            </a:xfrm>
            <a:custGeom>
              <a:avLst/>
              <a:gdLst/>
              <a:ahLst/>
              <a:cxnLst/>
              <a:rect l="l" t="t" r="r" b="b"/>
              <a:pathLst>
                <a:path w="537210" h="155575">
                  <a:moveTo>
                    <a:pt x="0" y="0"/>
                  </a:moveTo>
                  <a:lnTo>
                    <a:pt x="268472" y="155017"/>
                  </a:lnTo>
                </a:path>
                <a:path w="537210" h="155575">
                  <a:moveTo>
                    <a:pt x="268472" y="155017"/>
                  </a:moveTo>
                  <a:lnTo>
                    <a:pt x="536922" y="0"/>
                  </a:lnTo>
                </a:path>
              </a:pathLst>
            </a:custGeom>
            <a:ln w="129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2254415" y="4769085"/>
              <a:ext cx="291465" cy="154940"/>
            </a:xfrm>
            <a:custGeom>
              <a:avLst/>
              <a:gdLst/>
              <a:ahLst/>
              <a:cxnLst/>
              <a:rect l="l" t="t" r="r" b="b"/>
              <a:pathLst>
                <a:path w="291464" h="154939">
                  <a:moveTo>
                    <a:pt x="71626" y="0"/>
                  </a:moveTo>
                  <a:lnTo>
                    <a:pt x="30715" y="11853"/>
                  </a:lnTo>
                  <a:lnTo>
                    <a:pt x="4984" y="46203"/>
                  </a:lnTo>
                  <a:lnTo>
                    <a:pt x="0" y="79726"/>
                  </a:lnTo>
                  <a:lnTo>
                    <a:pt x="518" y="89127"/>
                  </a:lnTo>
                  <a:lnTo>
                    <a:pt x="13345" y="125126"/>
                  </a:lnTo>
                  <a:lnTo>
                    <a:pt x="51516" y="152294"/>
                  </a:lnTo>
                  <a:lnTo>
                    <a:pt x="71518" y="154845"/>
                  </a:lnTo>
                  <a:lnTo>
                    <a:pt x="81101" y="154268"/>
                  </a:lnTo>
                  <a:lnTo>
                    <a:pt x="118627" y="137901"/>
                  </a:lnTo>
                  <a:lnTo>
                    <a:pt x="71432" y="137901"/>
                  </a:lnTo>
                  <a:lnTo>
                    <a:pt x="60880" y="136916"/>
                  </a:lnTo>
                  <a:lnTo>
                    <a:pt x="28573" y="113833"/>
                  </a:lnTo>
                  <a:lnTo>
                    <a:pt x="20390" y="79726"/>
                  </a:lnTo>
                  <a:lnTo>
                    <a:pt x="21338" y="64034"/>
                  </a:lnTo>
                  <a:lnTo>
                    <a:pt x="43498" y="25172"/>
                  </a:lnTo>
                  <a:lnTo>
                    <a:pt x="71734" y="17051"/>
                  </a:lnTo>
                  <a:lnTo>
                    <a:pt x="118617" y="17051"/>
                  </a:lnTo>
                  <a:lnTo>
                    <a:pt x="116799" y="15346"/>
                  </a:lnTo>
                  <a:lnTo>
                    <a:pt x="108977" y="9903"/>
                  </a:lnTo>
                  <a:lnTo>
                    <a:pt x="100407" y="5567"/>
                  </a:lnTo>
                  <a:lnTo>
                    <a:pt x="91326" y="2473"/>
                  </a:lnTo>
                  <a:lnTo>
                    <a:pt x="81734" y="617"/>
                  </a:lnTo>
                  <a:lnTo>
                    <a:pt x="71626" y="0"/>
                  </a:lnTo>
                  <a:close/>
                </a:path>
                <a:path w="291464" h="154939">
                  <a:moveTo>
                    <a:pt x="118617" y="17051"/>
                  </a:moveTo>
                  <a:lnTo>
                    <a:pt x="71734" y="17051"/>
                  </a:lnTo>
                  <a:lnTo>
                    <a:pt x="78947" y="17520"/>
                  </a:lnTo>
                  <a:lnTo>
                    <a:pt x="85797" y="18925"/>
                  </a:lnTo>
                  <a:lnTo>
                    <a:pt x="116490" y="45687"/>
                  </a:lnTo>
                  <a:lnTo>
                    <a:pt x="122647" y="77573"/>
                  </a:lnTo>
                  <a:lnTo>
                    <a:pt x="121746" y="91189"/>
                  </a:lnTo>
                  <a:lnTo>
                    <a:pt x="100501" y="129054"/>
                  </a:lnTo>
                  <a:lnTo>
                    <a:pt x="71432" y="137901"/>
                  </a:lnTo>
                  <a:lnTo>
                    <a:pt x="118627" y="137901"/>
                  </a:lnTo>
                  <a:lnTo>
                    <a:pt x="140762" y="99232"/>
                  </a:lnTo>
                  <a:lnTo>
                    <a:pt x="143050" y="77573"/>
                  </a:lnTo>
                  <a:lnTo>
                    <a:pt x="142510" y="66744"/>
                  </a:lnTo>
                  <a:lnTo>
                    <a:pt x="129481" y="29144"/>
                  </a:lnTo>
                  <a:lnTo>
                    <a:pt x="123634" y="21759"/>
                  </a:lnTo>
                  <a:lnTo>
                    <a:pt x="118617" y="17051"/>
                  </a:lnTo>
                  <a:close/>
                </a:path>
                <a:path w="291464" h="154939">
                  <a:moveTo>
                    <a:pt x="193882" y="2648"/>
                  </a:moveTo>
                  <a:lnTo>
                    <a:pt x="174098" y="2648"/>
                  </a:lnTo>
                  <a:lnTo>
                    <a:pt x="174098" y="152283"/>
                  </a:lnTo>
                  <a:lnTo>
                    <a:pt x="193882" y="152283"/>
                  </a:lnTo>
                  <a:lnTo>
                    <a:pt x="193882" y="81750"/>
                  </a:lnTo>
                  <a:lnTo>
                    <a:pt x="291445" y="81750"/>
                  </a:lnTo>
                  <a:lnTo>
                    <a:pt x="291445" y="64095"/>
                  </a:lnTo>
                  <a:lnTo>
                    <a:pt x="193882" y="64095"/>
                  </a:lnTo>
                  <a:lnTo>
                    <a:pt x="193882" y="2648"/>
                  </a:lnTo>
                  <a:close/>
                </a:path>
                <a:path w="291464" h="154939">
                  <a:moveTo>
                    <a:pt x="291445" y="81750"/>
                  </a:moveTo>
                  <a:lnTo>
                    <a:pt x="271662" y="81750"/>
                  </a:lnTo>
                  <a:lnTo>
                    <a:pt x="271662" y="152283"/>
                  </a:lnTo>
                  <a:lnTo>
                    <a:pt x="291445" y="152283"/>
                  </a:lnTo>
                  <a:lnTo>
                    <a:pt x="291445" y="81750"/>
                  </a:lnTo>
                  <a:close/>
                </a:path>
                <a:path w="291464" h="154939">
                  <a:moveTo>
                    <a:pt x="291445" y="2648"/>
                  </a:moveTo>
                  <a:lnTo>
                    <a:pt x="271662" y="2648"/>
                  </a:lnTo>
                  <a:lnTo>
                    <a:pt x="271662" y="64095"/>
                  </a:lnTo>
                  <a:lnTo>
                    <a:pt x="291445" y="64095"/>
                  </a:lnTo>
                  <a:lnTo>
                    <a:pt x="291445" y="264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2328280" y="4957841"/>
              <a:ext cx="310515" cy="459105"/>
            </a:xfrm>
            <a:custGeom>
              <a:avLst/>
              <a:gdLst/>
              <a:ahLst/>
              <a:cxnLst/>
              <a:rect l="l" t="t" r="r" b="b"/>
              <a:pathLst>
                <a:path w="310514" h="459104">
                  <a:moveTo>
                    <a:pt x="0" y="190478"/>
                  </a:moveTo>
                  <a:lnTo>
                    <a:pt x="0" y="0"/>
                  </a:lnTo>
                </a:path>
                <a:path w="310514" h="459104">
                  <a:moveTo>
                    <a:pt x="0" y="190478"/>
                  </a:moveTo>
                  <a:lnTo>
                    <a:pt x="309999" y="190478"/>
                  </a:lnTo>
                </a:path>
                <a:path w="310514" h="459104">
                  <a:moveTo>
                    <a:pt x="0" y="190478"/>
                  </a:moveTo>
                  <a:lnTo>
                    <a:pt x="154999" y="458981"/>
                  </a:lnTo>
                </a:path>
              </a:pathLst>
            </a:custGeom>
            <a:ln w="129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277200" y="5012872"/>
              <a:ext cx="117347" cy="149635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422512" y="5096388"/>
              <a:ext cx="73474" cy="114670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3521820" y="5010224"/>
              <a:ext cx="281305" cy="154940"/>
            </a:xfrm>
            <a:custGeom>
              <a:avLst/>
              <a:gdLst/>
              <a:ahLst/>
              <a:cxnLst/>
              <a:rect l="l" t="t" r="r" b="b"/>
              <a:pathLst>
                <a:path w="281304" h="154939">
                  <a:moveTo>
                    <a:pt x="66305" y="2648"/>
                  </a:moveTo>
                  <a:lnTo>
                    <a:pt x="0" y="2648"/>
                  </a:lnTo>
                  <a:lnTo>
                    <a:pt x="0" y="152283"/>
                  </a:lnTo>
                  <a:lnTo>
                    <a:pt x="19805" y="152283"/>
                  </a:lnTo>
                  <a:lnTo>
                    <a:pt x="19805" y="91460"/>
                  </a:lnTo>
                  <a:lnTo>
                    <a:pt x="58124" y="91460"/>
                  </a:lnTo>
                  <a:lnTo>
                    <a:pt x="102041" y="78240"/>
                  </a:lnTo>
                  <a:lnTo>
                    <a:pt x="105455" y="73805"/>
                  </a:lnTo>
                  <a:lnTo>
                    <a:pt x="19805" y="73805"/>
                  </a:lnTo>
                  <a:lnTo>
                    <a:pt x="19805" y="20303"/>
                  </a:lnTo>
                  <a:lnTo>
                    <a:pt x="107034" y="20303"/>
                  </a:lnTo>
                  <a:lnTo>
                    <a:pt x="106562" y="19334"/>
                  </a:lnTo>
                  <a:lnTo>
                    <a:pt x="102687" y="14511"/>
                  </a:lnTo>
                  <a:lnTo>
                    <a:pt x="92784" y="7643"/>
                  </a:lnTo>
                  <a:lnTo>
                    <a:pt x="86541" y="5317"/>
                  </a:lnTo>
                  <a:lnTo>
                    <a:pt x="79222" y="4090"/>
                  </a:lnTo>
                  <a:lnTo>
                    <a:pt x="74055" y="3143"/>
                  </a:lnTo>
                  <a:lnTo>
                    <a:pt x="66305" y="2648"/>
                  </a:lnTo>
                  <a:close/>
                </a:path>
                <a:path w="281304" h="154939">
                  <a:moveTo>
                    <a:pt x="107034" y="20303"/>
                  </a:moveTo>
                  <a:lnTo>
                    <a:pt x="67166" y="20303"/>
                  </a:lnTo>
                  <a:lnTo>
                    <a:pt x="73194" y="20755"/>
                  </a:lnTo>
                  <a:lnTo>
                    <a:pt x="76638" y="21637"/>
                  </a:lnTo>
                  <a:lnTo>
                    <a:pt x="93860" y="55182"/>
                  </a:lnTo>
                  <a:lnTo>
                    <a:pt x="91062" y="61899"/>
                  </a:lnTo>
                  <a:lnTo>
                    <a:pt x="58555" y="73805"/>
                  </a:lnTo>
                  <a:lnTo>
                    <a:pt x="105455" y="73805"/>
                  </a:lnTo>
                  <a:lnTo>
                    <a:pt x="107409" y="71265"/>
                  </a:lnTo>
                  <a:lnTo>
                    <a:pt x="111244" y="63551"/>
                  </a:lnTo>
                  <a:lnTo>
                    <a:pt x="113545" y="55103"/>
                  </a:lnTo>
                  <a:lnTo>
                    <a:pt x="114312" y="45924"/>
                  </a:lnTo>
                  <a:lnTo>
                    <a:pt x="114312" y="38517"/>
                  </a:lnTo>
                  <a:lnTo>
                    <a:pt x="112805" y="31714"/>
                  </a:lnTo>
                  <a:lnTo>
                    <a:pt x="109576" y="25513"/>
                  </a:lnTo>
                  <a:lnTo>
                    <a:pt x="107034" y="20303"/>
                  </a:lnTo>
                  <a:close/>
                </a:path>
                <a:path w="281304" h="154939">
                  <a:moveTo>
                    <a:pt x="209249" y="0"/>
                  </a:moveTo>
                  <a:lnTo>
                    <a:pt x="168319" y="11853"/>
                  </a:lnTo>
                  <a:lnTo>
                    <a:pt x="142567" y="46203"/>
                  </a:lnTo>
                  <a:lnTo>
                    <a:pt x="137579" y="79726"/>
                  </a:lnTo>
                  <a:lnTo>
                    <a:pt x="138090" y="89127"/>
                  </a:lnTo>
                  <a:lnTo>
                    <a:pt x="150926" y="125123"/>
                  </a:lnTo>
                  <a:lnTo>
                    <a:pt x="189147" y="152294"/>
                  </a:lnTo>
                  <a:lnTo>
                    <a:pt x="209034" y="154845"/>
                  </a:lnTo>
                  <a:lnTo>
                    <a:pt x="218684" y="154268"/>
                  </a:lnTo>
                  <a:lnTo>
                    <a:pt x="256209" y="137901"/>
                  </a:lnTo>
                  <a:lnTo>
                    <a:pt x="209034" y="137901"/>
                  </a:lnTo>
                  <a:lnTo>
                    <a:pt x="198495" y="136916"/>
                  </a:lnTo>
                  <a:lnTo>
                    <a:pt x="166096" y="113833"/>
                  </a:lnTo>
                  <a:lnTo>
                    <a:pt x="158013" y="79726"/>
                  </a:lnTo>
                  <a:lnTo>
                    <a:pt x="158945" y="64034"/>
                  </a:lnTo>
                  <a:lnTo>
                    <a:pt x="181034" y="25172"/>
                  </a:lnTo>
                  <a:lnTo>
                    <a:pt x="209249" y="17051"/>
                  </a:lnTo>
                  <a:lnTo>
                    <a:pt x="256187" y="17051"/>
                  </a:lnTo>
                  <a:lnTo>
                    <a:pt x="254366" y="15346"/>
                  </a:lnTo>
                  <a:lnTo>
                    <a:pt x="246492" y="9903"/>
                  </a:lnTo>
                  <a:lnTo>
                    <a:pt x="237978" y="5567"/>
                  </a:lnTo>
                  <a:lnTo>
                    <a:pt x="228920" y="2473"/>
                  </a:lnTo>
                  <a:lnTo>
                    <a:pt x="219337" y="617"/>
                  </a:lnTo>
                  <a:lnTo>
                    <a:pt x="209249" y="0"/>
                  </a:lnTo>
                  <a:close/>
                </a:path>
                <a:path w="281304" h="154939">
                  <a:moveTo>
                    <a:pt x="256187" y="17051"/>
                  </a:moveTo>
                  <a:lnTo>
                    <a:pt x="209249" y="17051"/>
                  </a:lnTo>
                  <a:lnTo>
                    <a:pt x="216508" y="17520"/>
                  </a:lnTo>
                  <a:lnTo>
                    <a:pt x="223403" y="18925"/>
                  </a:lnTo>
                  <a:lnTo>
                    <a:pt x="254027" y="45687"/>
                  </a:lnTo>
                  <a:lnTo>
                    <a:pt x="260270" y="77573"/>
                  </a:lnTo>
                  <a:lnTo>
                    <a:pt x="259378" y="91189"/>
                  </a:lnTo>
                  <a:lnTo>
                    <a:pt x="238096" y="129054"/>
                  </a:lnTo>
                  <a:lnTo>
                    <a:pt x="209034" y="137901"/>
                  </a:lnTo>
                  <a:lnTo>
                    <a:pt x="256209" y="137901"/>
                  </a:lnTo>
                  <a:lnTo>
                    <a:pt x="278434" y="99232"/>
                  </a:lnTo>
                  <a:lnTo>
                    <a:pt x="280715" y="77573"/>
                  </a:lnTo>
                  <a:lnTo>
                    <a:pt x="280159" y="66744"/>
                  </a:lnTo>
                  <a:lnTo>
                    <a:pt x="267048" y="29144"/>
                  </a:lnTo>
                  <a:lnTo>
                    <a:pt x="261211" y="21759"/>
                  </a:lnTo>
                  <a:lnTo>
                    <a:pt x="256187" y="170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7" name="object 2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819118" y="5096862"/>
              <a:ext cx="77715" cy="112215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2970000" y="5271041"/>
              <a:ext cx="1036319" cy="13335"/>
            </a:xfrm>
            <a:custGeom>
              <a:avLst/>
              <a:gdLst/>
              <a:ahLst/>
              <a:cxnLst/>
              <a:rect l="l" t="t" r="r" b="b"/>
              <a:pathLst>
                <a:path w="1036320" h="13335">
                  <a:moveTo>
                    <a:pt x="1035913" y="0"/>
                  </a:moveTo>
                  <a:lnTo>
                    <a:pt x="0" y="0"/>
                  </a:lnTo>
                  <a:lnTo>
                    <a:pt x="0" y="12918"/>
                  </a:lnTo>
                  <a:lnTo>
                    <a:pt x="1035913" y="12918"/>
                  </a:lnTo>
                  <a:lnTo>
                    <a:pt x="103591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9" name="object 2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985742" y="5240662"/>
              <a:ext cx="132180" cy="71092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301656" y="5399814"/>
              <a:ext cx="218872" cy="152886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597813" y="5382159"/>
              <a:ext cx="227332" cy="170454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4423186" y="4968541"/>
              <a:ext cx="2078989" cy="520700"/>
            </a:xfrm>
            <a:custGeom>
              <a:avLst/>
              <a:gdLst/>
              <a:ahLst/>
              <a:cxnLst/>
              <a:rect l="l" t="t" r="r" b="b"/>
              <a:pathLst>
                <a:path w="2078989" h="520700">
                  <a:moveTo>
                    <a:pt x="0" y="308959"/>
                  </a:moveTo>
                  <a:lnTo>
                    <a:pt x="268450" y="463976"/>
                  </a:lnTo>
                </a:path>
                <a:path w="2078989" h="520700">
                  <a:moveTo>
                    <a:pt x="268450" y="463976"/>
                  </a:moveTo>
                  <a:lnTo>
                    <a:pt x="536901" y="308959"/>
                  </a:lnTo>
                </a:path>
                <a:path w="2078989" h="520700">
                  <a:moveTo>
                    <a:pt x="268450" y="399536"/>
                  </a:moveTo>
                  <a:lnTo>
                    <a:pt x="481144" y="276749"/>
                  </a:lnTo>
                </a:path>
                <a:path w="2078989" h="520700">
                  <a:moveTo>
                    <a:pt x="536901" y="308959"/>
                  </a:moveTo>
                  <a:lnTo>
                    <a:pt x="805352" y="463976"/>
                  </a:lnTo>
                </a:path>
                <a:path w="2078989" h="520700">
                  <a:moveTo>
                    <a:pt x="536901" y="308959"/>
                  </a:moveTo>
                  <a:lnTo>
                    <a:pt x="536901" y="0"/>
                  </a:lnTo>
                </a:path>
                <a:path w="2078989" h="520700">
                  <a:moveTo>
                    <a:pt x="1259371" y="341254"/>
                  </a:moveTo>
                  <a:lnTo>
                    <a:pt x="1527822" y="496272"/>
                  </a:lnTo>
                </a:path>
                <a:path w="2078989" h="520700">
                  <a:moveTo>
                    <a:pt x="1527822" y="496272"/>
                  </a:moveTo>
                  <a:lnTo>
                    <a:pt x="1796273" y="341254"/>
                  </a:lnTo>
                </a:path>
                <a:path w="2078989" h="520700">
                  <a:moveTo>
                    <a:pt x="1796273" y="309045"/>
                  </a:moveTo>
                  <a:lnTo>
                    <a:pt x="2078716" y="472115"/>
                  </a:lnTo>
                </a:path>
                <a:path w="2078989" h="520700">
                  <a:moveTo>
                    <a:pt x="1768286" y="357359"/>
                  </a:moveTo>
                  <a:lnTo>
                    <a:pt x="2050730" y="520429"/>
                  </a:lnTo>
                </a:path>
                <a:path w="2078989" h="520700">
                  <a:moveTo>
                    <a:pt x="1796273" y="341254"/>
                  </a:moveTo>
                  <a:lnTo>
                    <a:pt x="1796273" y="32295"/>
                  </a:lnTo>
                </a:path>
              </a:pathLst>
            </a:custGeom>
            <a:ln w="129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3" name="object 33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371266" y="5249339"/>
              <a:ext cx="98596" cy="98909"/>
            </a:xfrm>
            <a:prstGeom prst="rect">
              <a:avLst/>
            </a:prstGeom>
          </p:spPr>
        </p:pic>
        <p:pic>
          <p:nvPicPr>
            <p:cNvPr id="34" name="object 34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492757" y="5884244"/>
              <a:ext cx="1728460" cy="403347"/>
            </a:xfrm>
            <a:prstGeom prst="rect">
              <a:avLst/>
            </a:prstGeom>
          </p:spPr>
        </p:pic>
        <p:pic>
          <p:nvPicPr>
            <p:cNvPr id="35" name="object 35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624002" y="5884244"/>
              <a:ext cx="1728460" cy="403347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2610573" y="4140833"/>
              <a:ext cx="1409398" cy="193772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4086707" y="4138256"/>
              <a:ext cx="2357755" cy="154940"/>
            </a:xfrm>
            <a:custGeom>
              <a:avLst/>
              <a:gdLst/>
              <a:ahLst/>
              <a:cxnLst/>
              <a:rect l="l" t="t" r="r" b="b"/>
              <a:pathLst>
                <a:path w="2357754" h="154939">
                  <a:moveTo>
                    <a:pt x="100317" y="86334"/>
                  </a:moveTo>
                  <a:lnTo>
                    <a:pt x="82880" y="48564"/>
                  </a:lnTo>
                  <a:lnTo>
                    <a:pt x="82880" y="75349"/>
                  </a:lnTo>
                  <a:lnTo>
                    <a:pt x="82880" y="88493"/>
                  </a:lnTo>
                  <a:lnTo>
                    <a:pt x="21958" y="88493"/>
                  </a:lnTo>
                  <a:lnTo>
                    <a:pt x="24688" y="80899"/>
                  </a:lnTo>
                  <a:lnTo>
                    <a:pt x="50152" y="55765"/>
                  </a:lnTo>
                  <a:lnTo>
                    <a:pt x="65443" y="55765"/>
                  </a:lnTo>
                  <a:lnTo>
                    <a:pt x="71462" y="58343"/>
                  </a:lnTo>
                  <a:lnTo>
                    <a:pt x="75984" y="63296"/>
                  </a:lnTo>
                  <a:lnTo>
                    <a:pt x="80721" y="68249"/>
                  </a:lnTo>
                  <a:lnTo>
                    <a:pt x="82880" y="75349"/>
                  </a:lnTo>
                  <a:lnTo>
                    <a:pt x="82880" y="48564"/>
                  </a:lnTo>
                  <a:lnTo>
                    <a:pt x="82384" y="48145"/>
                  </a:lnTo>
                  <a:lnTo>
                    <a:pt x="75120" y="44373"/>
                  </a:lnTo>
                  <a:lnTo>
                    <a:pt x="66890" y="42100"/>
                  </a:lnTo>
                  <a:lnTo>
                    <a:pt x="57683" y="41338"/>
                  </a:lnTo>
                  <a:lnTo>
                    <a:pt x="50228" y="41859"/>
                  </a:lnTo>
                  <a:lnTo>
                    <a:pt x="12534" y="66535"/>
                  </a:lnTo>
                  <a:lnTo>
                    <a:pt x="0" y="108724"/>
                  </a:lnTo>
                  <a:lnTo>
                    <a:pt x="0" y="117767"/>
                  </a:lnTo>
                  <a:lnTo>
                    <a:pt x="27330" y="152869"/>
                  </a:lnTo>
                  <a:lnTo>
                    <a:pt x="34658" y="154800"/>
                  </a:lnTo>
                  <a:lnTo>
                    <a:pt x="42621" y="154800"/>
                  </a:lnTo>
                  <a:lnTo>
                    <a:pt x="78854" y="139725"/>
                  </a:lnTo>
                  <a:lnTo>
                    <a:pt x="82105" y="136563"/>
                  </a:lnTo>
                  <a:lnTo>
                    <a:pt x="87210" y="130289"/>
                  </a:lnTo>
                  <a:lnTo>
                    <a:pt x="91059" y="123875"/>
                  </a:lnTo>
                  <a:lnTo>
                    <a:pt x="93637" y="117335"/>
                  </a:lnTo>
                  <a:lnTo>
                    <a:pt x="75768" y="115404"/>
                  </a:lnTo>
                  <a:lnTo>
                    <a:pt x="72326" y="123367"/>
                  </a:lnTo>
                  <a:lnTo>
                    <a:pt x="67589" y="129184"/>
                  </a:lnTo>
                  <a:lnTo>
                    <a:pt x="61353" y="133489"/>
                  </a:lnTo>
                  <a:lnTo>
                    <a:pt x="55321" y="137579"/>
                  </a:lnTo>
                  <a:lnTo>
                    <a:pt x="49072" y="139725"/>
                  </a:lnTo>
                  <a:lnTo>
                    <a:pt x="35941" y="139725"/>
                  </a:lnTo>
                  <a:lnTo>
                    <a:pt x="30353" y="136931"/>
                  </a:lnTo>
                  <a:lnTo>
                    <a:pt x="25615" y="131546"/>
                  </a:lnTo>
                  <a:lnTo>
                    <a:pt x="20878" y="126377"/>
                  </a:lnTo>
                  <a:lnTo>
                    <a:pt x="18719" y="118630"/>
                  </a:lnTo>
                  <a:lnTo>
                    <a:pt x="18719" y="104851"/>
                  </a:lnTo>
                  <a:lnTo>
                    <a:pt x="19151" y="102692"/>
                  </a:lnTo>
                  <a:lnTo>
                    <a:pt x="98806" y="102692"/>
                  </a:lnTo>
                  <a:lnTo>
                    <a:pt x="99885" y="97104"/>
                  </a:lnTo>
                  <a:lnTo>
                    <a:pt x="100317" y="91719"/>
                  </a:lnTo>
                  <a:lnTo>
                    <a:pt x="100317" y="88493"/>
                  </a:lnTo>
                  <a:lnTo>
                    <a:pt x="100317" y="86334"/>
                  </a:lnTo>
                  <a:close/>
                </a:path>
                <a:path w="2357754" h="154939">
                  <a:moveTo>
                    <a:pt x="164033" y="2578"/>
                  </a:moveTo>
                  <a:lnTo>
                    <a:pt x="145516" y="2578"/>
                  </a:lnTo>
                  <a:lnTo>
                    <a:pt x="114300" y="152222"/>
                  </a:lnTo>
                  <a:lnTo>
                    <a:pt x="132816" y="152222"/>
                  </a:lnTo>
                  <a:lnTo>
                    <a:pt x="164033" y="2578"/>
                  </a:lnTo>
                  <a:close/>
                </a:path>
                <a:path w="2357754" h="154939">
                  <a:moveTo>
                    <a:pt x="204076" y="43916"/>
                  </a:moveTo>
                  <a:lnTo>
                    <a:pt x="185559" y="43916"/>
                  </a:lnTo>
                  <a:lnTo>
                    <a:pt x="162953" y="152222"/>
                  </a:lnTo>
                  <a:lnTo>
                    <a:pt x="181470" y="152222"/>
                  </a:lnTo>
                  <a:lnTo>
                    <a:pt x="204076" y="43916"/>
                  </a:lnTo>
                  <a:close/>
                </a:path>
                <a:path w="2357754" h="154939">
                  <a:moveTo>
                    <a:pt x="212686" y="2578"/>
                  </a:moveTo>
                  <a:lnTo>
                    <a:pt x="194170" y="2578"/>
                  </a:lnTo>
                  <a:lnTo>
                    <a:pt x="189865" y="23685"/>
                  </a:lnTo>
                  <a:lnTo>
                    <a:pt x="208165" y="23685"/>
                  </a:lnTo>
                  <a:lnTo>
                    <a:pt x="212686" y="2578"/>
                  </a:lnTo>
                  <a:close/>
                </a:path>
                <a:path w="2357754" h="154939">
                  <a:moveTo>
                    <a:pt x="374357" y="58127"/>
                  </a:moveTo>
                  <a:lnTo>
                    <a:pt x="373824" y="56629"/>
                  </a:lnTo>
                  <a:lnTo>
                    <a:pt x="372211" y="52108"/>
                  </a:lnTo>
                  <a:lnTo>
                    <a:pt x="363169" y="43484"/>
                  </a:lnTo>
                  <a:lnTo>
                    <a:pt x="356273" y="41338"/>
                  </a:lnTo>
                  <a:lnTo>
                    <a:pt x="340563" y="41338"/>
                  </a:lnTo>
                  <a:lnTo>
                    <a:pt x="334098" y="43065"/>
                  </a:lnTo>
                  <a:lnTo>
                    <a:pt x="328079" y="46507"/>
                  </a:lnTo>
                  <a:lnTo>
                    <a:pt x="321830" y="49949"/>
                  </a:lnTo>
                  <a:lnTo>
                    <a:pt x="316230" y="54902"/>
                  </a:lnTo>
                  <a:lnTo>
                    <a:pt x="310642" y="61785"/>
                  </a:lnTo>
                  <a:lnTo>
                    <a:pt x="309435" y="56629"/>
                  </a:lnTo>
                  <a:lnTo>
                    <a:pt x="291477" y="41338"/>
                  </a:lnTo>
                  <a:lnTo>
                    <a:pt x="278561" y="41338"/>
                  </a:lnTo>
                  <a:lnTo>
                    <a:pt x="272529" y="42849"/>
                  </a:lnTo>
                  <a:lnTo>
                    <a:pt x="267157" y="45859"/>
                  </a:lnTo>
                  <a:lnTo>
                    <a:pt x="261772" y="48653"/>
                  </a:lnTo>
                  <a:lnTo>
                    <a:pt x="255739" y="54038"/>
                  </a:lnTo>
                  <a:lnTo>
                    <a:pt x="248856" y="61785"/>
                  </a:lnTo>
                  <a:lnTo>
                    <a:pt x="252514" y="43916"/>
                  </a:lnTo>
                  <a:lnTo>
                    <a:pt x="233997" y="43916"/>
                  </a:lnTo>
                  <a:lnTo>
                    <a:pt x="211391" y="152222"/>
                  </a:lnTo>
                  <a:lnTo>
                    <a:pt x="229908" y="152222"/>
                  </a:lnTo>
                  <a:lnTo>
                    <a:pt x="240677" y="100977"/>
                  </a:lnTo>
                  <a:lnTo>
                    <a:pt x="242443" y="93218"/>
                  </a:lnTo>
                  <a:lnTo>
                    <a:pt x="269303" y="58343"/>
                  </a:lnTo>
                  <a:lnTo>
                    <a:pt x="274688" y="56629"/>
                  </a:lnTo>
                  <a:lnTo>
                    <a:pt x="283514" y="56629"/>
                  </a:lnTo>
                  <a:lnTo>
                    <a:pt x="286308" y="57696"/>
                  </a:lnTo>
                  <a:lnTo>
                    <a:pt x="288683" y="59855"/>
                  </a:lnTo>
                  <a:lnTo>
                    <a:pt x="290830" y="62001"/>
                  </a:lnTo>
                  <a:lnTo>
                    <a:pt x="291909" y="65024"/>
                  </a:lnTo>
                  <a:lnTo>
                    <a:pt x="291909" y="70612"/>
                  </a:lnTo>
                  <a:lnTo>
                    <a:pt x="291477" y="74066"/>
                  </a:lnTo>
                  <a:lnTo>
                    <a:pt x="290042" y="80733"/>
                  </a:lnTo>
                  <a:lnTo>
                    <a:pt x="274904" y="152222"/>
                  </a:lnTo>
                  <a:lnTo>
                    <a:pt x="293420" y="152222"/>
                  </a:lnTo>
                  <a:lnTo>
                    <a:pt x="304393" y="99682"/>
                  </a:lnTo>
                  <a:lnTo>
                    <a:pt x="306349" y="91821"/>
                  </a:lnTo>
                  <a:lnTo>
                    <a:pt x="331952" y="58343"/>
                  </a:lnTo>
                  <a:lnTo>
                    <a:pt x="337553" y="56629"/>
                  </a:lnTo>
                  <a:lnTo>
                    <a:pt x="347014" y="56629"/>
                  </a:lnTo>
                  <a:lnTo>
                    <a:pt x="350253" y="57696"/>
                  </a:lnTo>
                  <a:lnTo>
                    <a:pt x="354774" y="61785"/>
                  </a:lnTo>
                  <a:lnTo>
                    <a:pt x="355841" y="64592"/>
                  </a:lnTo>
                  <a:lnTo>
                    <a:pt x="355841" y="70612"/>
                  </a:lnTo>
                  <a:lnTo>
                    <a:pt x="355206" y="74714"/>
                  </a:lnTo>
                  <a:lnTo>
                    <a:pt x="353910" y="80733"/>
                  </a:lnTo>
                  <a:lnTo>
                    <a:pt x="339051" y="152222"/>
                  </a:lnTo>
                  <a:lnTo>
                    <a:pt x="357352" y="152222"/>
                  </a:lnTo>
                  <a:lnTo>
                    <a:pt x="371995" y="82461"/>
                  </a:lnTo>
                  <a:lnTo>
                    <a:pt x="373710" y="74714"/>
                  </a:lnTo>
                  <a:lnTo>
                    <a:pt x="374332" y="69545"/>
                  </a:lnTo>
                  <a:lnTo>
                    <a:pt x="374357" y="58127"/>
                  </a:lnTo>
                  <a:close/>
                </a:path>
                <a:path w="2357754" h="154939">
                  <a:moveTo>
                    <a:pt x="431190" y="43916"/>
                  </a:moveTo>
                  <a:lnTo>
                    <a:pt x="412673" y="43916"/>
                  </a:lnTo>
                  <a:lnTo>
                    <a:pt x="390080" y="152222"/>
                  </a:lnTo>
                  <a:lnTo>
                    <a:pt x="408584" y="152222"/>
                  </a:lnTo>
                  <a:lnTo>
                    <a:pt x="431190" y="43916"/>
                  </a:lnTo>
                  <a:close/>
                </a:path>
                <a:path w="2357754" h="154939">
                  <a:moveTo>
                    <a:pt x="439801" y="2578"/>
                  </a:moveTo>
                  <a:lnTo>
                    <a:pt x="421500" y="2578"/>
                  </a:lnTo>
                  <a:lnTo>
                    <a:pt x="416991" y="23685"/>
                  </a:lnTo>
                  <a:lnTo>
                    <a:pt x="435495" y="23685"/>
                  </a:lnTo>
                  <a:lnTo>
                    <a:pt x="439801" y="2578"/>
                  </a:lnTo>
                  <a:close/>
                </a:path>
                <a:path w="2357754" h="154939">
                  <a:moveTo>
                    <a:pt x="542061" y="59639"/>
                  </a:moveTo>
                  <a:lnTo>
                    <a:pt x="540816" y="56629"/>
                  </a:lnTo>
                  <a:lnTo>
                    <a:pt x="539483" y="53390"/>
                  </a:lnTo>
                  <a:lnTo>
                    <a:pt x="529577" y="43916"/>
                  </a:lnTo>
                  <a:lnTo>
                    <a:pt x="522681" y="41338"/>
                  </a:lnTo>
                  <a:lnTo>
                    <a:pt x="507403" y="41338"/>
                  </a:lnTo>
                  <a:lnTo>
                    <a:pt x="474040" y="62865"/>
                  </a:lnTo>
                  <a:lnTo>
                    <a:pt x="478129" y="43916"/>
                  </a:lnTo>
                  <a:lnTo>
                    <a:pt x="461327" y="43916"/>
                  </a:lnTo>
                  <a:lnTo>
                    <a:pt x="438734" y="152222"/>
                  </a:lnTo>
                  <a:lnTo>
                    <a:pt x="457238" y="152222"/>
                  </a:lnTo>
                  <a:lnTo>
                    <a:pt x="467575" y="101841"/>
                  </a:lnTo>
                  <a:lnTo>
                    <a:pt x="470649" y="90335"/>
                  </a:lnTo>
                  <a:lnTo>
                    <a:pt x="474383" y="80683"/>
                  </a:lnTo>
                  <a:lnTo>
                    <a:pt x="478802" y="72898"/>
                  </a:lnTo>
                  <a:lnTo>
                    <a:pt x="483933" y="66954"/>
                  </a:lnTo>
                  <a:lnTo>
                    <a:pt x="489089" y="62865"/>
                  </a:lnTo>
                  <a:lnTo>
                    <a:pt x="489623" y="62433"/>
                  </a:lnTo>
                  <a:lnTo>
                    <a:pt x="495719" y="59207"/>
                  </a:lnTo>
                  <a:lnTo>
                    <a:pt x="502221" y="57264"/>
                  </a:lnTo>
                  <a:lnTo>
                    <a:pt x="509130" y="56629"/>
                  </a:lnTo>
                  <a:lnTo>
                    <a:pt x="513854" y="56629"/>
                  </a:lnTo>
                  <a:lnTo>
                    <a:pt x="517525" y="57696"/>
                  </a:lnTo>
                  <a:lnTo>
                    <a:pt x="519887" y="60071"/>
                  </a:lnTo>
                  <a:lnTo>
                    <a:pt x="522465" y="62217"/>
                  </a:lnTo>
                  <a:lnTo>
                    <a:pt x="523760" y="65239"/>
                  </a:lnTo>
                  <a:lnTo>
                    <a:pt x="523760" y="71907"/>
                  </a:lnTo>
                  <a:lnTo>
                    <a:pt x="522897" y="76860"/>
                  </a:lnTo>
                  <a:lnTo>
                    <a:pt x="521614" y="83540"/>
                  </a:lnTo>
                  <a:lnTo>
                    <a:pt x="507187" y="152222"/>
                  </a:lnTo>
                  <a:lnTo>
                    <a:pt x="525703" y="152222"/>
                  </a:lnTo>
                  <a:lnTo>
                    <a:pt x="539483" y="86550"/>
                  </a:lnTo>
                  <a:lnTo>
                    <a:pt x="541197" y="77939"/>
                  </a:lnTo>
                  <a:lnTo>
                    <a:pt x="542036" y="71907"/>
                  </a:lnTo>
                  <a:lnTo>
                    <a:pt x="542061" y="59639"/>
                  </a:lnTo>
                  <a:close/>
                </a:path>
                <a:path w="2357754" h="154939">
                  <a:moveTo>
                    <a:pt x="661543" y="75349"/>
                  </a:moveTo>
                  <a:lnTo>
                    <a:pt x="638670" y="43764"/>
                  </a:lnTo>
                  <a:lnTo>
                    <a:pt x="620636" y="41338"/>
                  </a:lnTo>
                  <a:lnTo>
                    <a:pt x="611644" y="41897"/>
                  </a:lnTo>
                  <a:lnTo>
                    <a:pt x="574522" y="67119"/>
                  </a:lnTo>
                  <a:lnTo>
                    <a:pt x="571334" y="74714"/>
                  </a:lnTo>
                  <a:lnTo>
                    <a:pt x="589851" y="76428"/>
                  </a:lnTo>
                  <a:lnTo>
                    <a:pt x="592226" y="69977"/>
                  </a:lnTo>
                  <a:lnTo>
                    <a:pt x="595884" y="65239"/>
                  </a:lnTo>
                  <a:lnTo>
                    <a:pt x="600621" y="61785"/>
                  </a:lnTo>
                  <a:lnTo>
                    <a:pt x="605574" y="58343"/>
                  </a:lnTo>
                  <a:lnTo>
                    <a:pt x="612025" y="56629"/>
                  </a:lnTo>
                  <a:lnTo>
                    <a:pt x="627951" y="56629"/>
                  </a:lnTo>
                  <a:lnTo>
                    <a:pt x="643204" y="75349"/>
                  </a:lnTo>
                  <a:lnTo>
                    <a:pt x="642594" y="79235"/>
                  </a:lnTo>
                  <a:lnTo>
                    <a:pt x="641083" y="84391"/>
                  </a:lnTo>
                  <a:lnTo>
                    <a:pt x="638289" y="85496"/>
                  </a:lnTo>
                  <a:lnTo>
                    <a:pt x="638289" y="97320"/>
                  </a:lnTo>
                  <a:lnTo>
                    <a:pt x="623011" y="132410"/>
                  </a:lnTo>
                  <a:lnTo>
                    <a:pt x="617194" y="135636"/>
                  </a:lnTo>
                  <a:lnTo>
                    <a:pt x="611593" y="138874"/>
                  </a:lnTo>
                  <a:lnTo>
                    <a:pt x="605790" y="140373"/>
                  </a:lnTo>
                  <a:lnTo>
                    <a:pt x="593077" y="140373"/>
                  </a:lnTo>
                  <a:lnTo>
                    <a:pt x="587921" y="138874"/>
                  </a:lnTo>
                  <a:lnTo>
                    <a:pt x="584466" y="135420"/>
                  </a:lnTo>
                  <a:lnTo>
                    <a:pt x="580809" y="132194"/>
                  </a:lnTo>
                  <a:lnTo>
                    <a:pt x="579094" y="127889"/>
                  </a:lnTo>
                  <a:lnTo>
                    <a:pt x="579094" y="118846"/>
                  </a:lnTo>
                  <a:lnTo>
                    <a:pt x="592442" y="105067"/>
                  </a:lnTo>
                  <a:lnTo>
                    <a:pt x="596747" y="103555"/>
                  </a:lnTo>
                  <a:lnTo>
                    <a:pt x="604494" y="102489"/>
                  </a:lnTo>
                  <a:lnTo>
                    <a:pt x="615035" y="101409"/>
                  </a:lnTo>
                  <a:lnTo>
                    <a:pt x="627100" y="100330"/>
                  </a:lnTo>
                  <a:lnTo>
                    <a:pt x="629894" y="99682"/>
                  </a:lnTo>
                  <a:lnTo>
                    <a:pt x="632904" y="99250"/>
                  </a:lnTo>
                  <a:lnTo>
                    <a:pt x="635711" y="98386"/>
                  </a:lnTo>
                  <a:lnTo>
                    <a:pt x="638289" y="97320"/>
                  </a:lnTo>
                  <a:lnTo>
                    <a:pt x="638289" y="85496"/>
                  </a:lnTo>
                  <a:lnTo>
                    <a:pt x="636143" y="86334"/>
                  </a:lnTo>
                  <a:lnTo>
                    <a:pt x="627748" y="87414"/>
                  </a:lnTo>
                  <a:lnTo>
                    <a:pt x="616115" y="88061"/>
                  </a:lnTo>
                  <a:lnTo>
                    <a:pt x="604494" y="88493"/>
                  </a:lnTo>
                  <a:lnTo>
                    <a:pt x="596747" y="89128"/>
                  </a:lnTo>
                  <a:lnTo>
                    <a:pt x="592442" y="89992"/>
                  </a:lnTo>
                  <a:lnTo>
                    <a:pt x="585978" y="91071"/>
                  </a:lnTo>
                  <a:lnTo>
                    <a:pt x="580377" y="93230"/>
                  </a:lnTo>
                  <a:lnTo>
                    <a:pt x="575856" y="96024"/>
                  </a:lnTo>
                  <a:lnTo>
                    <a:pt x="571119" y="98818"/>
                  </a:lnTo>
                  <a:lnTo>
                    <a:pt x="567461" y="102489"/>
                  </a:lnTo>
                  <a:lnTo>
                    <a:pt x="564883" y="107213"/>
                  </a:lnTo>
                  <a:lnTo>
                    <a:pt x="562076" y="111950"/>
                  </a:lnTo>
                  <a:lnTo>
                    <a:pt x="560590" y="117271"/>
                  </a:lnTo>
                  <a:lnTo>
                    <a:pt x="580440" y="152565"/>
                  </a:lnTo>
                  <a:lnTo>
                    <a:pt x="593940" y="154800"/>
                  </a:lnTo>
                  <a:lnTo>
                    <a:pt x="600837" y="154800"/>
                  </a:lnTo>
                  <a:lnTo>
                    <a:pt x="629653" y="140373"/>
                  </a:lnTo>
                  <a:lnTo>
                    <a:pt x="631405" y="138874"/>
                  </a:lnTo>
                  <a:lnTo>
                    <a:pt x="631837" y="144246"/>
                  </a:lnTo>
                  <a:lnTo>
                    <a:pt x="632688" y="148767"/>
                  </a:lnTo>
                  <a:lnTo>
                    <a:pt x="633552" y="152222"/>
                  </a:lnTo>
                  <a:lnTo>
                    <a:pt x="652284" y="152222"/>
                  </a:lnTo>
                  <a:lnTo>
                    <a:pt x="650773" y="145973"/>
                  </a:lnTo>
                  <a:lnTo>
                    <a:pt x="650125" y="141020"/>
                  </a:lnTo>
                  <a:lnTo>
                    <a:pt x="650125" y="138874"/>
                  </a:lnTo>
                  <a:lnTo>
                    <a:pt x="650125" y="132194"/>
                  </a:lnTo>
                  <a:lnTo>
                    <a:pt x="650989" y="125310"/>
                  </a:lnTo>
                  <a:lnTo>
                    <a:pt x="657263" y="97320"/>
                  </a:lnTo>
                  <a:lnTo>
                    <a:pt x="660679" y="82029"/>
                  </a:lnTo>
                  <a:lnTo>
                    <a:pt x="661543" y="75349"/>
                  </a:lnTo>
                  <a:close/>
                </a:path>
                <a:path w="2357754" h="154939">
                  <a:moveTo>
                    <a:pt x="738390" y="43916"/>
                  </a:moveTo>
                  <a:lnTo>
                    <a:pt x="720090" y="43916"/>
                  </a:lnTo>
                  <a:lnTo>
                    <a:pt x="728497" y="4521"/>
                  </a:lnTo>
                  <a:lnTo>
                    <a:pt x="707390" y="17221"/>
                  </a:lnTo>
                  <a:lnTo>
                    <a:pt x="701586" y="43916"/>
                  </a:lnTo>
                  <a:lnTo>
                    <a:pt x="687158" y="43916"/>
                  </a:lnTo>
                  <a:lnTo>
                    <a:pt x="684149" y="58127"/>
                  </a:lnTo>
                  <a:lnTo>
                    <a:pt x="698779" y="58127"/>
                  </a:lnTo>
                  <a:lnTo>
                    <a:pt x="685647" y="121208"/>
                  </a:lnTo>
                  <a:lnTo>
                    <a:pt x="683717" y="129832"/>
                  </a:lnTo>
                  <a:lnTo>
                    <a:pt x="682853" y="135204"/>
                  </a:lnTo>
                  <a:lnTo>
                    <a:pt x="682853" y="142316"/>
                  </a:lnTo>
                  <a:lnTo>
                    <a:pt x="684580" y="145973"/>
                  </a:lnTo>
                  <a:lnTo>
                    <a:pt x="687806" y="148767"/>
                  </a:lnTo>
                  <a:lnTo>
                    <a:pt x="692111" y="152222"/>
                  </a:lnTo>
                  <a:lnTo>
                    <a:pt x="697928" y="154152"/>
                  </a:lnTo>
                  <a:lnTo>
                    <a:pt x="709549" y="154152"/>
                  </a:lnTo>
                  <a:lnTo>
                    <a:pt x="713854" y="153504"/>
                  </a:lnTo>
                  <a:lnTo>
                    <a:pt x="718159" y="152438"/>
                  </a:lnTo>
                  <a:lnTo>
                    <a:pt x="721156" y="138442"/>
                  </a:lnTo>
                  <a:lnTo>
                    <a:pt x="721385" y="137363"/>
                  </a:lnTo>
                  <a:lnTo>
                    <a:pt x="718159" y="138010"/>
                  </a:lnTo>
                  <a:lnTo>
                    <a:pt x="714502" y="138442"/>
                  </a:lnTo>
                  <a:lnTo>
                    <a:pt x="707605" y="138442"/>
                  </a:lnTo>
                  <a:lnTo>
                    <a:pt x="705459" y="138010"/>
                  </a:lnTo>
                  <a:lnTo>
                    <a:pt x="704164" y="136715"/>
                  </a:lnTo>
                  <a:lnTo>
                    <a:pt x="702868" y="135636"/>
                  </a:lnTo>
                  <a:lnTo>
                    <a:pt x="702233" y="133921"/>
                  </a:lnTo>
                  <a:lnTo>
                    <a:pt x="702310" y="129832"/>
                  </a:lnTo>
                  <a:lnTo>
                    <a:pt x="704596" y="117983"/>
                  </a:lnTo>
                  <a:lnTo>
                    <a:pt x="717296" y="58127"/>
                  </a:lnTo>
                  <a:lnTo>
                    <a:pt x="735164" y="58127"/>
                  </a:lnTo>
                  <a:lnTo>
                    <a:pt x="738390" y="43916"/>
                  </a:lnTo>
                  <a:close/>
                </a:path>
                <a:path w="2357754" h="154939">
                  <a:moveTo>
                    <a:pt x="778433" y="43916"/>
                  </a:moveTo>
                  <a:lnTo>
                    <a:pt x="759917" y="43916"/>
                  </a:lnTo>
                  <a:lnTo>
                    <a:pt x="737108" y="152222"/>
                  </a:lnTo>
                  <a:lnTo>
                    <a:pt x="755611" y="152222"/>
                  </a:lnTo>
                  <a:lnTo>
                    <a:pt x="778433" y="43916"/>
                  </a:lnTo>
                  <a:close/>
                </a:path>
                <a:path w="2357754" h="154939">
                  <a:moveTo>
                    <a:pt x="786828" y="2578"/>
                  </a:moveTo>
                  <a:lnTo>
                    <a:pt x="768527" y="2578"/>
                  </a:lnTo>
                  <a:lnTo>
                    <a:pt x="764222" y="23685"/>
                  </a:lnTo>
                  <a:lnTo>
                    <a:pt x="782523" y="23685"/>
                  </a:lnTo>
                  <a:lnTo>
                    <a:pt x="786828" y="2578"/>
                  </a:lnTo>
                  <a:close/>
                </a:path>
                <a:path w="2357754" h="154939">
                  <a:moveTo>
                    <a:pt x="891667" y="86766"/>
                  </a:moveTo>
                  <a:lnTo>
                    <a:pt x="890943" y="76835"/>
                  </a:lnTo>
                  <a:lnTo>
                    <a:pt x="888707" y="68008"/>
                  </a:lnTo>
                  <a:lnTo>
                    <a:pt x="884948" y="60274"/>
                  </a:lnTo>
                  <a:lnTo>
                    <a:pt x="881341" y="55765"/>
                  </a:lnTo>
                  <a:lnTo>
                    <a:pt x="879614" y="53606"/>
                  </a:lnTo>
                  <a:lnTo>
                    <a:pt x="873379" y="48425"/>
                  </a:lnTo>
                  <a:lnTo>
                    <a:pt x="873379" y="92798"/>
                  </a:lnTo>
                  <a:lnTo>
                    <a:pt x="872299" y="99250"/>
                  </a:lnTo>
                  <a:lnTo>
                    <a:pt x="870356" y="106146"/>
                  </a:lnTo>
                  <a:lnTo>
                    <a:pt x="868857" y="110883"/>
                  </a:lnTo>
                  <a:lnTo>
                    <a:pt x="866914" y="115404"/>
                  </a:lnTo>
                  <a:lnTo>
                    <a:pt x="864425" y="119710"/>
                  </a:lnTo>
                  <a:lnTo>
                    <a:pt x="862177" y="123799"/>
                  </a:lnTo>
                  <a:lnTo>
                    <a:pt x="845172" y="138010"/>
                  </a:lnTo>
                  <a:lnTo>
                    <a:pt x="841298" y="139725"/>
                  </a:lnTo>
                  <a:lnTo>
                    <a:pt x="837425" y="140373"/>
                  </a:lnTo>
                  <a:lnTo>
                    <a:pt x="826008" y="140373"/>
                  </a:lnTo>
                  <a:lnTo>
                    <a:pt x="807504" y="103771"/>
                  </a:lnTo>
                  <a:lnTo>
                    <a:pt x="808355" y="97536"/>
                  </a:lnTo>
                  <a:lnTo>
                    <a:pt x="810298" y="90424"/>
                  </a:lnTo>
                  <a:lnTo>
                    <a:pt x="812025" y="83540"/>
                  </a:lnTo>
                  <a:lnTo>
                    <a:pt x="841730" y="55765"/>
                  </a:lnTo>
                  <a:lnTo>
                    <a:pt x="854862" y="55765"/>
                  </a:lnTo>
                  <a:lnTo>
                    <a:pt x="861098" y="58343"/>
                  </a:lnTo>
                  <a:lnTo>
                    <a:pt x="866051" y="63944"/>
                  </a:lnTo>
                  <a:lnTo>
                    <a:pt x="871004" y="69329"/>
                  </a:lnTo>
                  <a:lnTo>
                    <a:pt x="873366" y="76835"/>
                  </a:lnTo>
                  <a:lnTo>
                    <a:pt x="873379" y="92798"/>
                  </a:lnTo>
                  <a:lnTo>
                    <a:pt x="873379" y="48425"/>
                  </a:lnTo>
                  <a:lnTo>
                    <a:pt x="873163" y="48234"/>
                  </a:lnTo>
                  <a:lnTo>
                    <a:pt x="865759" y="44399"/>
                  </a:lnTo>
                  <a:lnTo>
                    <a:pt x="857427" y="42100"/>
                  </a:lnTo>
                  <a:lnTo>
                    <a:pt x="848182" y="41338"/>
                  </a:lnTo>
                  <a:lnTo>
                    <a:pt x="836231" y="42418"/>
                  </a:lnTo>
                  <a:lnTo>
                    <a:pt x="799515" y="69710"/>
                  </a:lnTo>
                  <a:lnTo>
                    <a:pt x="789000" y="110883"/>
                  </a:lnTo>
                  <a:lnTo>
                    <a:pt x="788987" y="119710"/>
                  </a:lnTo>
                  <a:lnTo>
                    <a:pt x="790917" y="127457"/>
                  </a:lnTo>
                  <a:lnTo>
                    <a:pt x="794575" y="133921"/>
                  </a:lnTo>
                  <a:lnTo>
                    <a:pt x="798245" y="140589"/>
                  </a:lnTo>
                  <a:lnTo>
                    <a:pt x="803402" y="145757"/>
                  </a:lnTo>
                  <a:lnTo>
                    <a:pt x="810298" y="149415"/>
                  </a:lnTo>
                  <a:lnTo>
                    <a:pt x="817181" y="152869"/>
                  </a:lnTo>
                  <a:lnTo>
                    <a:pt x="824941" y="154800"/>
                  </a:lnTo>
                  <a:lnTo>
                    <a:pt x="833335" y="154800"/>
                  </a:lnTo>
                  <a:lnTo>
                    <a:pt x="869188" y="141376"/>
                  </a:lnTo>
                  <a:lnTo>
                    <a:pt x="870204" y="140373"/>
                  </a:lnTo>
                  <a:lnTo>
                    <a:pt x="874991" y="135661"/>
                  </a:lnTo>
                  <a:lnTo>
                    <a:pt x="891222" y="95948"/>
                  </a:lnTo>
                  <a:lnTo>
                    <a:pt x="891667" y="86766"/>
                  </a:lnTo>
                  <a:close/>
                </a:path>
                <a:path w="2357754" h="154939">
                  <a:moveTo>
                    <a:pt x="1008786" y="59639"/>
                  </a:moveTo>
                  <a:lnTo>
                    <a:pt x="989406" y="41338"/>
                  </a:lnTo>
                  <a:lnTo>
                    <a:pt x="974128" y="41338"/>
                  </a:lnTo>
                  <a:lnTo>
                    <a:pt x="940968" y="62865"/>
                  </a:lnTo>
                  <a:lnTo>
                    <a:pt x="944841" y="43916"/>
                  </a:lnTo>
                  <a:lnTo>
                    <a:pt x="928052" y="43916"/>
                  </a:lnTo>
                  <a:lnTo>
                    <a:pt x="905446" y="152222"/>
                  </a:lnTo>
                  <a:lnTo>
                    <a:pt x="923963" y="152222"/>
                  </a:lnTo>
                  <a:lnTo>
                    <a:pt x="934516" y="101841"/>
                  </a:lnTo>
                  <a:lnTo>
                    <a:pt x="937463" y="90335"/>
                  </a:lnTo>
                  <a:lnTo>
                    <a:pt x="962634" y="59207"/>
                  </a:lnTo>
                  <a:lnTo>
                    <a:pt x="976058" y="56629"/>
                  </a:lnTo>
                  <a:lnTo>
                    <a:pt x="980795" y="56629"/>
                  </a:lnTo>
                  <a:lnTo>
                    <a:pt x="984237" y="57696"/>
                  </a:lnTo>
                  <a:lnTo>
                    <a:pt x="989190" y="62217"/>
                  </a:lnTo>
                  <a:lnTo>
                    <a:pt x="990485" y="65239"/>
                  </a:lnTo>
                  <a:lnTo>
                    <a:pt x="990485" y="71907"/>
                  </a:lnTo>
                  <a:lnTo>
                    <a:pt x="989838" y="76860"/>
                  </a:lnTo>
                  <a:lnTo>
                    <a:pt x="988326" y="83540"/>
                  </a:lnTo>
                  <a:lnTo>
                    <a:pt x="973912" y="152222"/>
                  </a:lnTo>
                  <a:lnTo>
                    <a:pt x="992416" y="152222"/>
                  </a:lnTo>
                  <a:lnTo>
                    <a:pt x="1006195" y="86550"/>
                  </a:lnTo>
                  <a:lnTo>
                    <a:pt x="1007922" y="77939"/>
                  </a:lnTo>
                  <a:lnTo>
                    <a:pt x="1008748" y="71907"/>
                  </a:lnTo>
                  <a:lnTo>
                    <a:pt x="1008786" y="59639"/>
                  </a:lnTo>
                  <a:close/>
                </a:path>
                <a:path w="2357754" h="154939">
                  <a:moveTo>
                    <a:pt x="1164209" y="3009"/>
                  </a:moveTo>
                  <a:lnTo>
                    <a:pt x="1155382" y="1079"/>
                  </a:lnTo>
                  <a:lnTo>
                    <a:pt x="1148499" y="0"/>
                  </a:lnTo>
                  <a:lnTo>
                    <a:pt x="1137081" y="0"/>
                  </a:lnTo>
                  <a:lnTo>
                    <a:pt x="1131709" y="1295"/>
                  </a:lnTo>
                  <a:lnTo>
                    <a:pt x="1123950" y="5600"/>
                  </a:lnTo>
                  <a:lnTo>
                    <a:pt x="1121156" y="8394"/>
                  </a:lnTo>
                  <a:lnTo>
                    <a:pt x="1119428" y="11836"/>
                  </a:lnTo>
                  <a:lnTo>
                    <a:pt x="1117498" y="15290"/>
                  </a:lnTo>
                  <a:lnTo>
                    <a:pt x="1115987" y="20878"/>
                  </a:lnTo>
                  <a:lnTo>
                    <a:pt x="1114272" y="28422"/>
                  </a:lnTo>
                  <a:lnTo>
                    <a:pt x="1111034" y="43916"/>
                  </a:lnTo>
                  <a:lnTo>
                    <a:pt x="1094676" y="43916"/>
                  </a:lnTo>
                  <a:lnTo>
                    <a:pt x="1091666" y="58127"/>
                  </a:lnTo>
                  <a:lnTo>
                    <a:pt x="1108240" y="58127"/>
                  </a:lnTo>
                  <a:lnTo>
                    <a:pt x="1088440" y="152222"/>
                  </a:lnTo>
                  <a:lnTo>
                    <a:pt x="1106944" y="152222"/>
                  </a:lnTo>
                  <a:lnTo>
                    <a:pt x="1126540" y="58127"/>
                  </a:lnTo>
                  <a:lnTo>
                    <a:pt x="1147203" y="58127"/>
                  </a:lnTo>
                  <a:lnTo>
                    <a:pt x="1150213" y="43916"/>
                  </a:lnTo>
                  <a:lnTo>
                    <a:pt x="1129550" y="43916"/>
                  </a:lnTo>
                  <a:lnTo>
                    <a:pt x="1132141" y="32296"/>
                  </a:lnTo>
                  <a:lnTo>
                    <a:pt x="1141603" y="16789"/>
                  </a:lnTo>
                  <a:lnTo>
                    <a:pt x="1149362" y="16789"/>
                  </a:lnTo>
                  <a:lnTo>
                    <a:pt x="1154531" y="17653"/>
                  </a:lnTo>
                  <a:lnTo>
                    <a:pt x="1160767" y="19164"/>
                  </a:lnTo>
                  <a:lnTo>
                    <a:pt x="1161275" y="16789"/>
                  </a:lnTo>
                  <a:lnTo>
                    <a:pt x="1164209" y="3009"/>
                  </a:lnTo>
                  <a:close/>
                </a:path>
                <a:path w="2357754" h="154939">
                  <a:moveTo>
                    <a:pt x="1226426" y="45427"/>
                  </a:moveTo>
                  <a:lnTo>
                    <a:pt x="1221041" y="42849"/>
                  </a:lnTo>
                  <a:lnTo>
                    <a:pt x="1216520" y="41338"/>
                  </a:lnTo>
                  <a:lnTo>
                    <a:pt x="1207262" y="41338"/>
                  </a:lnTo>
                  <a:lnTo>
                    <a:pt x="1180147" y="66090"/>
                  </a:lnTo>
                  <a:lnTo>
                    <a:pt x="1184668" y="43916"/>
                  </a:lnTo>
                  <a:lnTo>
                    <a:pt x="1168298" y="43916"/>
                  </a:lnTo>
                  <a:lnTo>
                    <a:pt x="1145705" y="152222"/>
                  </a:lnTo>
                  <a:lnTo>
                    <a:pt x="1163345" y="152222"/>
                  </a:lnTo>
                  <a:lnTo>
                    <a:pt x="1172387" y="108724"/>
                  </a:lnTo>
                  <a:lnTo>
                    <a:pt x="1175588" y="95770"/>
                  </a:lnTo>
                  <a:lnTo>
                    <a:pt x="1195209" y="62649"/>
                  </a:lnTo>
                  <a:lnTo>
                    <a:pt x="1201889" y="58991"/>
                  </a:lnTo>
                  <a:lnTo>
                    <a:pt x="1212215" y="58991"/>
                  </a:lnTo>
                  <a:lnTo>
                    <a:pt x="1215669" y="60286"/>
                  </a:lnTo>
                  <a:lnTo>
                    <a:pt x="1218895" y="62649"/>
                  </a:lnTo>
                  <a:lnTo>
                    <a:pt x="1220495" y="58991"/>
                  </a:lnTo>
                  <a:lnTo>
                    <a:pt x="1226426" y="45427"/>
                  </a:lnTo>
                  <a:close/>
                </a:path>
                <a:path w="2357754" h="154939">
                  <a:moveTo>
                    <a:pt x="1323301" y="86766"/>
                  </a:moveTo>
                  <a:lnTo>
                    <a:pt x="1322539" y="76835"/>
                  </a:lnTo>
                  <a:lnTo>
                    <a:pt x="1320266" y="68008"/>
                  </a:lnTo>
                  <a:lnTo>
                    <a:pt x="1316494" y="60274"/>
                  </a:lnTo>
                  <a:lnTo>
                    <a:pt x="1312938" y="55765"/>
                  </a:lnTo>
                  <a:lnTo>
                    <a:pt x="1311249" y="53606"/>
                  </a:lnTo>
                  <a:lnTo>
                    <a:pt x="1305001" y="48412"/>
                  </a:lnTo>
                  <a:lnTo>
                    <a:pt x="1305001" y="92798"/>
                  </a:lnTo>
                  <a:lnTo>
                    <a:pt x="1303921" y="99250"/>
                  </a:lnTo>
                  <a:lnTo>
                    <a:pt x="1301775" y="106146"/>
                  </a:lnTo>
                  <a:lnTo>
                    <a:pt x="1300480" y="110883"/>
                  </a:lnTo>
                  <a:lnTo>
                    <a:pt x="1298549" y="115404"/>
                  </a:lnTo>
                  <a:lnTo>
                    <a:pt x="1296060" y="119710"/>
                  </a:lnTo>
                  <a:lnTo>
                    <a:pt x="1293812" y="123799"/>
                  </a:lnTo>
                  <a:lnTo>
                    <a:pt x="1291005" y="127457"/>
                  </a:lnTo>
                  <a:lnTo>
                    <a:pt x="1287780" y="130683"/>
                  </a:lnTo>
                  <a:lnTo>
                    <a:pt x="1284338" y="133921"/>
                  </a:lnTo>
                  <a:lnTo>
                    <a:pt x="1280680" y="136499"/>
                  </a:lnTo>
                  <a:lnTo>
                    <a:pt x="1276807" y="138010"/>
                  </a:lnTo>
                  <a:lnTo>
                    <a:pt x="1272933" y="139725"/>
                  </a:lnTo>
                  <a:lnTo>
                    <a:pt x="1269047" y="140373"/>
                  </a:lnTo>
                  <a:lnTo>
                    <a:pt x="1257642" y="140373"/>
                  </a:lnTo>
                  <a:lnTo>
                    <a:pt x="1239126" y="103771"/>
                  </a:lnTo>
                  <a:lnTo>
                    <a:pt x="1239989" y="97536"/>
                  </a:lnTo>
                  <a:lnTo>
                    <a:pt x="1258506" y="62649"/>
                  </a:lnTo>
                  <a:lnTo>
                    <a:pt x="1273136" y="55765"/>
                  </a:lnTo>
                  <a:lnTo>
                    <a:pt x="1286484" y="55765"/>
                  </a:lnTo>
                  <a:lnTo>
                    <a:pt x="1292733" y="58343"/>
                  </a:lnTo>
                  <a:lnTo>
                    <a:pt x="1297686" y="63944"/>
                  </a:lnTo>
                  <a:lnTo>
                    <a:pt x="1302639" y="69329"/>
                  </a:lnTo>
                  <a:lnTo>
                    <a:pt x="1304988" y="76835"/>
                  </a:lnTo>
                  <a:lnTo>
                    <a:pt x="1305001" y="92798"/>
                  </a:lnTo>
                  <a:lnTo>
                    <a:pt x="1305001" y="48412"/>
                  </a:lnTo>
                  <a:lnTo>
                    <a:pt x="1304798" y="48234"/>
                  </a:lnTo>
                  <a:lnTo>
                    <a:pt x="1297393" y="44399"/>
                  </a:lnTo>
                  <a:lnTo>
                    <a:pt x="1289062" y="42100"/>
                  </a:lnTo>
                  <a:lnTo>
                    <a:pt x="1279817" y="41338"/>
                  </a:lnTo>
                  <a:lnTo>
                    <a:pt x="1267866" y="42418"/>
                  </a:lnTo>
                  <a:lnTo>
                    <a:pt x="1231150" y="69710"/>
                  </a:lnTo>
                  <a:lnTo>
                    <a:pt x="1220635" y="110883"/>
                  </a:lnTo>
                  <a:lnTo>
                    <a:pt x="1220609" y="119710"/>
                  </a:lnTo>
                  <a:lnTo>
                    <a:pt x="1222552" y="127457"/>
                  </a:lnTo>
                  <a:lnTo>
                    <a:pt x="1256563" y="154800"/>
                  </a:lnTo>
                  <a:lnTo>
                    <a:pt x="1264958" y="154800"/>
                  </a:lnTo>
                  <a:lnTo>
                    <a:pt x="1300784" y="141376"/>
                  </a:lnTo>
                  <a:lnTo>
                    <a:pt x="1321396" y="104825"/>
                  </a:lnTo>
                  <a:lnTo>
                    <a:pt x="1322819" y="95961"/>
                  </a:lnTo>
                  <a:lnTo>
                    <a:pt x="1323301" y="86766"/>
                  </a:lnTo>
                  <a:close/>
                </a:path>
                <a:path w="2357754" h="154939">
                  <a:moveTo>
                    <a:pt x="1500047" y="58127"/>
                  </a:moveTo>
                  <a:lnTo>
                    <a:pt x="1499450" y="56629"/>
                  </a:lnTo>
                  <a:lnTo>
                    <a:pt x="1497672" y="52108"/>
                  </a:lnTo>
                  <a:lnTo>
                    <a:pt x="1488630" y="43484"/>
                  </a:lnTo>
                  <a:lnTo>
                    <a:pt x="1481747" y="41338"/>
                  </a:lnTo>
                  <a:lnTo>
                    <a:pt x="1466037" y="41338"/>
                  </a:lnTo>
                  <a:lnTo>
                    <a:pt x="1459572" y="43065"/>
                  </a:lnTo>
                  <a:lnTo>
                    <a:pt x="1447520" y="49949"/>
                  </a:lnTo>
                  <a:lnTo>
                    <a:pt x="1441704" y="54902"/>
                  </a:lnTo>
                  <a:lnTo>
                    <a:pt x="1436103" y="61785"/>
                  </a:lnTo>
                  <a:lnTo>
                    <a:pt x="1435074" y="56629"/>
                  </a:lnTo>
                  <a:lnTo>
                    <a:pt x="1417167" y="41338"/>
                  </a:lnTo>
                  <a:lnTo>
                    <a:pt x="1404035" y="41338"/>
                  </a:lnTo>
                  <a:lnTo>
                    <a:pt x="1398219" y="42849"/>
                  </a:lnTo>
                  <a:lnTo>
                    <a:pt x="1392834" y="45859"/>
                  </a:lnTo>
                  <a:lnTo>
                    <a:pt x="1387233" y="48653"/>
                  </a:lnTo>
                  <a:lnTo>
                    <a:pt x="1381213" y="54038"/>
                  </a:lnTo>
                  <a:lnTo>
                    <a:pt x="1374317" y="61785"/>
                  </a:lnTo>
                  <a:lnTo>
                    <a:pt x="1378204" y="43916"/>
                  </a:lnTo>
                  <a:lnTo>
                    <a:pt x="1359687" y="43916"/>
                  </a:lnTo>
                  <a:lnTo>
                    <a:pt x="1336865" y="152222"/>
                  </a:lnTo>
                  <a:lnTo>
                    <a:pt x="1355382" y="152222"/>
                  </a:lnTo>
                  <a:lnTo>
                    <a:pt x="1366139" y="100977"/>
                  </a:lnTo>
                  <a:lnTo>
                    <a:pt x="1368031" y="93218"/>
                  </a:lnTo>
                  <a:lnTo>
                    <a:pt x="1388618" y="61785"/>
                  </a:lnTo>
                  <a:lnTo>
                    <a:pt x="1388960" y="61569"/>
                  </a:lnTo>
                  <a:lnTo>
                    <a:pt x="1394777" y="58343"/>
                  </a:lnTo>
                  <a:lnTo>
                    <a:pt x="1400378" y="56629"/>
                  </a:lnTo>
                  <a:lnTo>
                    <a:pt x="1408988" y="56629"/>
                  </a:lnTo>
                  <a:lnTo>
                    <a:pt x="1411998" y="57696"/>
                  </a:lnTo>
                  <a:lnTo>
                    <a:pt x="1416304" y="62001"/>
                  </a:lnTo>
                  <a:lnTo>
                    <a:pt x="1417599" y="65024"/>
                  </a:lnTo>
                  <a:lnTo>
                    <a:pt x="1417599" y="70612"/>
                  </a:lnTo>
                  <a:lnTo>
                    <a:pt x="1416951" y="74066"/>
                  </a:lnTo>
                  <a:lnTo>
                    <a:pt x="1415516" y="80733"/>
                  </a:lnTo>
                  <a:lnTo>
                    <a:pt x="1400581" y="152222"/>
                  </a:lnTo>
                  <a:lnTo>
                    <a:pt x="1419098" y="152222"/>
                  </a:lnTo>
                  <a:lnTo>
                    <a:pt x="1430083" y="99682"/>
                  </a:lnTo>
                  <a:lnTo>
                    <a:pt x="1431937" y="91821"/>
                  </a:lnTo>
                  <a:lnTo>
                    <a:pt x="1457426" y="58343"/>
                  </a:lnTo>
                  <a:lnTo>
                    <a:pt x="1463014" y="56629"/>
                  </a:lnTo>
                  <a:lnTo>
                    <a:pt x="1472704" y="56629"/>
                  </a:lnTo>
                  <a:lnTo>
                    <a:pt x="1475714" y="57696"/>
                  </a:lnTo>
                  <a:lnTo>
                    <a:pt x="1478089" y="59639"/>
                  </a:lnTo>
                  <a:lnTo>
                    <a:pt x="1480235" y="61785"/>
                  </a:lnTo>
                  <a:lnTo>
                    <a:pt x="1481315" y="64592"/>
                  </a:lnTo>
                  <a:lnTo>
                    <a:pt x="1481315" y="70612"/>
                  </a:lnTo>
                  <a:lnTo>
                    <a:pt x="1480667" y="74714"/>
                  </a:lnTo>
                  <a:lnTo>
                    <a:pt x="1479384" y="80733"/>
                  </a:lnTo>
                  <a:lnTo>
                    <a:pt x="1464525" y="152222"/>
                  </a:lnTo>
                  <a:lnTo>
                    <a:pt x="1483042" y="152222"/>
                  </a:lnTo>
                  <a:lnTo>
                    <a:pt x="1497672" y="82461"/>
                  </a:lnTo>
                  <a:lnTo>
                    <a:pt x="1499184" y="74714"/>
                  </a:lnTo>
                  <a:lnTo>
                    <a:pt x="1500009" y="69545"/>
                  </a:lnTo>
                  <a:lnTo>
                    <a:pt x="1500047" y="58127"/>
                  </a:lnTo>
                  <a:close/>
                </a:path>
                <a:path w="2357754" h="154939">
                  <a:moveTo>
                    <a:pt x="1680667" y="62001"/>
                  </a:moveTo>
                  <a:lnTo>
                    <a:pt x="1639976" y="41338"/>
                  </a:lnTo>
                  <a:lnTo>
                    <a:pt x="1630883" y="41897"/>
                  </a:lnTo>
                  <a:lnTo>
                    <a:pt x="1593773" y="67119"/>
                  </a:lnTo>
                  <a:lnTo>
                    <a:pt x="1590459" y="74714"/>
                  </a:lnTo>
                  <a:lnTo>
                    <a:pt x="1609191" y="76428"/>
                  </a:lnTo>
                  <a:lnTo>
                    <a:pt x="1611337" y="69977"/>
                  </a:lnTo>
                  <a:lnTo>
                    <a:pt x="1615008" y="65239"/>
                  </a:lnTo>
                  <a:lnTo>
                    <a:pt x="1624901" y="58343"/>
                  </a:lnTo>
                  <a:lnTo>
                    <a:pt x="1631149" y="56629"/>
                  </a:lnTo>
                  <a:lnTo>
                    <a:pt x="1647291" y="56629"/>
                  </a:lnTo>
                  <a:lnTo>
                    <a:pt x="1662328" y="75349"/>
                  </a:lnTo>
                  <a:lnTo>
                    <a:pt x="1661718" y="79235"/>
                  </a:lnTo>
                  <a:lnTo>
                    <a:pt x="1660207" y="84391"/>
                  </a:lnTo>
                  <a:lnTo>
                    <a:pt x="1657629" y="85407"/>
                  </a:lnTo>
                  <a:lnTo>
                    <a:pt x="1657629" y="97320"/>
                  </a:lnTo>
                  <a:lnTo>
                    <a:pt x="1642122" y="132410"/>
                  </a:lnTo>
                  <a:lnTo>
                    <a:pt x="1624901" y="140373"/>
                  </a:lnTo>
                  <a:lnTo>
                    <a:pt x="1612201" y="140373"/>
                  </a:lnTo>
                  <a:lnTo>
                    <a:pt x="1607248" y="138874"/>
                  </a:lnTo>
                  <a:lnTo>
                    <a:pt x="1600149" y="132194"/>
                  </a:lnTo>
                  <a:lnTo>
                    <a:pt x="1598206" y="127889"/>
                  </a:lnTo>
                  <a:lnTo>
                    <a:pt x="1598206" y="118846"/>
                  </a:lnTo>
                  <a:lnTo>
                    <a:pt x="1599285" y="115189"/>
                  </a:lnTo>
                  <a:lnTo>
                    <a:pt x="1601660" y="112166"/>
                  </a:lnTo>
                  <a:lnTo>
                    <a:pt x="1603806" y="108940"/>
                  </a:lnTo>
                  <a:lnTo>
                    <a:pt x="1641271" y="100761"/>
                  </a:lnTo>
                  <a:lnTo>
                    <a:pt x="1646212" y="100330"/>
                  </a:lnTo>
                  <a:lnTo>
                    <a:pt x="1649234" y="99682"/>
                  </a:lnTo>
                  <a:lnTo>
                    <a:pt x="1652244" y="99250"/>
                  </a:lnTo>
                  <a:lnTo>
                    <a:pt x="1655038" y="98386"/>
                  </a:lnTo>
                  <a:lnTo>
                    <a:pt x="1657629" y="97320"/>
                  </a:lnTo>
                  <a:lnTo>
                    <a:pt x="1657629" y="85407"/>
                  </a:lnTo>
                  <a:lnTo>
                    <a:pt x="1655254" y="86334"/>
                  </a:lnTo>
                  <a:lnTo>
                    <a:pt x="1646859" y="87414"/>
                  </a:lnTo>
                  <a:lnTo>
                    <a:pt x="1635455" y="88061"/>
                  </a:lnTo>
                  <a:lnTo>
                    <a:pt x="1623834" y="88493"/>
                  </a:lnTo>
                  <a:lnTo>
                    <a:pt x="1615859" y="89128"/>
                  </a:lnTo>
                  <a:lnTo>
                    <a:pt x="1611769" y="89992"/>
                  </a:lnTo>
                  <a:lnTo>
                    <a:pt x="1605102" y="91071"/>
                  </a:lnTo>
                  <a:lnTo>
                    <a:pt x="1599501" y="93230"/>
                  </a:lnTo>
                  <a:lnTo>
                    <a:pt x="1579918" y="132410"/>
                  </a:lnTo>
                  <a:lnTo>
                    <a:pt x="1582928" y="139941"/>
                  </a:lnTo>
                  <a:lnTo>
                    <a:pt x="1613281" y="154800"/>
                  </a:lnTo>
                  <a:lnTo>
                    <a:pt x="1619948" y="154800"/>
                  </a:lnTo>
                  <a:lnTo>
                    <a:pt x="1626412" y="153504"/>
                  </a:lnTo>
                  <a:lnTo>
                    <a:pt x="1632229" y="150926"/>
                  </a:lnTo>
                  <a:lnTo>
                    <a:pt x="1638249" y="148348"/>
                  </a:lnTo>
                  <a:lnTo>
                    <a:pt x="1644281" y="144246"/>
                  </a:lnTo>
                  <a:lnTo>
                    <a:pt x="1648929" y="140373"/>
                  </a:lnTo>
                  <a:lnTo>
                    <a:pt x="1650733" y="138874"/>
                  </a:lnTo>
                  <a:lnTo>
                    <a:pt x="1651165" y="144246"/>
                  </a:lnTo>
                  <a:lnTo>
                    <a:pt x="1651812" y="148767"/>
                  </a:lnTo>
                  <a:lnTo>
                    <a:pt x="1652892" y="152222"/>
                  </a:lnTo>
                  <a:lnTo>
                    <a:pt x="1671624" y="152222"/>
                  </a:lnTo>
                  <a:lnTo>
                    <a:pt x="1670113" y="145973"/>
                  </a:lnTo>
                  <a:lnTo>
                    <a:pt x="1669249" y="141020"/>
                  </a:lnTo>
                  <a:lnTo>
                    <a:pt x="1669249" y="138874"/>
                  </a:lnTo>
                  <a:lnTo>
                    <a:pt x="1669249" y="132194"/>
                  </a:lnTo>
                  <a:lnTo>
                    <a:pt x="1670329" y="125310"/>
                  </a:lnTo>
                  <a:lnTo>
                    <a:pt x="1672056" y="116687"/>
                  </a:lnTo>
                  <a:lnTo>
                    <a:pt x="1676387" y="97320"/>
                  </a:lnTo>
                  <a:lnTo>
                    <a:pt x="1679803" y="82029"/>
                  </a:lnTo>
                  <a:lnTo>
                    <a:pt x="1680667" y="75349"/>
                  </a:lnTo>
                  <a:lnTo>
                    <a:pt x="1680667" y="62001"/>
                  </a:lnTo>
                  <a:close/>
                </a:path>
                <a:path w="2357754" h="154939">
                  <a:moveTo>
                    <a:pt x="1745678" y="2578"/>
                  </a:moveTo>
                  <a:lnTo>
                    <a:pt x="1727161" y="2578"/>
                  </a:lnTo>
                  <a:lnTo>
                    <a:pt x="1695945" y="152222"/>
                  </a:lnTo>
                  <a:lnTo>
                    <a:pt x="1714461" y="152222"/>
                  </a:lnTo>
                  <a:lnTo>
                    <a:pt x="1745678" y="2578"/>
                  </a:lnTo>
                  <a:close/>
                </a:path>
                <a:path w="2357754" h="154939">
                  <a:moveTo>
                    <a:pt x="1844916" y="77292"/>
                  </a:moveTo>
                  <a:lnTo>
                    <a:pt x="1822805" y="43865"/>
                  </a:lnTo>
                  <a:lnTo>
                    <a:pt x="1807248" y="41338"/>
                  </a:lnTo>
                  <a:lnTo>
                    <a:pt x="1798967" y="41897"/>
                  </a:lnTo>
                  <a:lnTo>
                    <a:pt x="1765642" y="61391"/>
                  </a:lnTo>
                  <a:lnTo>
                    <a:pt x="1750428" y="102463"/>
                  </a:lnTo>
                  <a:lnTo>
                    <a:pt x="1749983" y="111315"/>
                  </a:lnTo>
                  <a:lnTo>
                    <a:pt x="1750669" y="121043"/>
                  </a:lnTo>
                  <a:lnTo>
                    <a:pt x="1773580" y="151917"/>
                  </a:lnTo>
                  <a:lnTo>
                    <a:pt x="1789595" y="154800"/>
                  </a:lnTo>
                  <a:lnTo>
                    <a:pt x="1797583" y="154165"/>
                  </a:lnTo>
                  <a:lnTo>
                    <a:pt x="1805089" y="152273"/>
                  </a:lnTo>
                  <a:lnTo>
                    <a:pt x="1812112" y="149174"/>
                  </a:lnTo>
                  <a:lnTo>
                    <a:pt x="1818652" y="144894"/>
                  </a:lnTo>
                  <a:lnTo>
                    <a:pt x="1823554" y="140373"/>
                  </a:lnTo>
                  <a:lnTo>
                    <a:pt x="1824748" y="139280"/>
                  </a:lnTo>
                  <a:lnTo>
                    <a:pt x="1830095" y="132410"/>
                  </a:lnTo>
                  <a:lnTo>
                    <a:pt x="1834667" y="124244"/>
                  </a:lnTo>
                  <a:lnTo>
                    <a:pt x="1838464" y="114757"/>
                  </a:lnTo>
                  <a:lnTo>
                    <a:pt x="1819948" y="112814"/>
                  </a:lnTo>
                  <a:lnTo>
                    <a:pt x="1816938" y="122072"/>
                  </a:lnTo>
                  <a:lnTo>
                    <a:pt x="1812632" y="128968"/>
                  </a:lnTo>
                  <a:lnTo>
                    <a:pt x="1801647" y="138226"/>
                  </a:lnTo>
                  <a:lnTo>
                    <a:pt x="1795830" y="140373"/>
                  </a:lnTo>
                  <a:lnTo>
                    <a:pt x="1783994" y="140373"/>
                  </a:lnTo>
                  <a:lnTo>
                    <a:pt x="1778825" y="138226"/>
                  </a:lnTo>
                  <a:lnTo>
                    <a:pt x="1774736" y="133489"/>
                  </a:lnTo>
                  <a:lnTo>
                    <a:pt x="1770646" y="128968"/>
                  </a:lnTo>
                  <a:lnTo>
                    <a:pt x="1768767" y="122072"/>
                  </a:lnTo>
                  <a:lnTo>
                    <a:pt x="1768767" y="111315"/>
                  </a:lnTo>
                  <a:lnTo>
                    <a:pt x="1780768" y="68465"/>
                  </a:lnTo>
                  <a:lnTo>
                    <a:pt x="1797989" y="56629"/>
                  </a:lnTo>
                  <a:lnTo>
                    <a:pt x="1811769" y="56629"/>
                  </a:lnTo>
                  <a:lnTo>
                    <a:pt x="1816938" y="58559"/>
                  </a:lnTo>
                  <a:lnTo>
                    <a:pt x="1820811" y="62433"/>
                  </a:lnTo>
                  <a:lnTo>
                    <a:pt x="1824901" y="66306"/>
                  </a:lnTo>
                  <a:lnTo>
                    <a:pt x="1826831" y="71691"/>
                  </a:lnTo>
                  <a:lnTo>
                    <a:pt x="1826831" y="78587"/>
                  </a:lnTo>
                  <a:lnTo>
                    <a:pt x="1844916" y="77292"/>
                  </a:lnTo>
                  <a:close/>
                </a:path>
                <a:path w="2357754" h="154939">
                  <a:moveTo>
                    <a:pt x="1958797" y="86766"/>
                  </a:moveTo>
                  <a:lnTo>
                    <a:pt x="1958035" y="76835"/>
                  </a:lnTo>
                  <a:lnTo>
                    <a:pt x="1955761" y="68008"/>
                  </a:lnTo>
                  <a:lnTo>
                    <a:pt x="1951990" y="60274"/>
                  </a:lnTo>
                  <a:lnTo>
                    <a:pt x="1948434" y="55765"/>
                  </a:lnTo>
                  <a:lnTo>
                    <a:pt x="1946744" y="53606"/>
                  </a:lnTo>
                  <a:lnTo>
                    <a:pt x="1940496" y="48412"/>
                  </a:lnTo>
                  <a:lnTo>
                    <a:pt x="1940496" y="76835"/>
                  </a:lnTo>
                  <a:lnTo>
                    <a:pt x="1940496" y="92798"/>
                  </a:lnTo>
                  <a:lnTo>
                    <a:pt x="1931555" y="119710"/>
                  </a:lnTo>
                  <a:lnTo>
                    <a:pt x="1929307" y="123799"/>
                  </a:lnTo>
                  <a:lnTo>
                    <a:pt x="1912302" y="138010"/>
                  </a:lnTo>
                  <a:lnTo>
                    <a:pt x="1908429" y="139725"/>
                  </a:lnTo>
                  <a:lnTo>
                    <a:pt x="1904555" y="140373"/>
                  </a:lnTo>
                  <a:lnTo>
                    <a:pt x="1893138" y="140373"/>
                  </a:lnTo>
                  <a:lnTo>
                    <a:pt x="1874621" y="103771"/>
                  </a:lnTo>
                  <a:lnTo>
                    <a:pt x="1875485" y="97536"/>
                  </a:lnTo>
                  <a:lnTo>
                    <a:pt x="1877428" y="90424"/>
                  </a:lnTo>
                  <a:lnTo>
                    <a:pt x="1879142" y="83540"/>
                  </a:lnTo>
                  <a:lnTo>
                    <a:pt x="1908644" y="55765"/>
                  </a:lnTo>
                  <a:lnTo>
                    <a:pt x="1921992" y="55765"/>
                  </a:lnTo>
                  <a:lnTo>
                    <a:pt x="1928228" y="58343"/>
                  </a:lnTo>
                  <a:lnTo>
                    <a:pt x="1933181" y="63944"/>
                  </a:lnTo>
                  <a:lnTo>
                    <a:pt x="1938134" y="69329"/>
                  </a:lnTo>
                  <a:lnTo>
                    <a:pt x="1940496" y="76835"/>
                  </a:lnTo>
                  <a:lnTo>
                    <a:pt x="1940496" y="48412"/>
                  </a:lnTo>
                  <a:lnTo>
                    <a:pt x="1940293" y="48234"/>
                  </a:lnTo>
                  <a:lnTo>
                    <a:pt x="1932889" y="44399"/>
                  </a:lnTo>
                  <a:lnTo>
                    <a:pt x="1924558" y="42100"/>
                  </a:lnTo>
                  <a:lnTo>
                    <a:pt x="1915312" y="41338"/>
                  </a:lnTo>
                  <a:lnTo>
                    <a:pt x="1903361" y="42418"/>
                  </a:lnTo>
                  <a:lnTo>
                    <a:pt x="1866646" y="69710"/>
                  </a:lnTo>
                  <a:lnTo>
                    <a:pt x="1856130" y="110883"/>
                  </a:lnTo>
                  <a:lnTo>
                    <a:pt x="1856117" y="119710"/>
                  </a:lnTo>
                  <a:lnTo>
                    <a:pt x="1858048" y="127457"/>
                  </a:lnTo>
                  <a:lnTo>
                    <a:pt x="1861705" y="133921"/>
                  </a:lnTo>
                  <a:lnTo>
                    <a:pt x="1865160" y="140589"/>
                  </a:lnTo>
                  <a:lnTo>
                    <a:pt x="1870532" y="145757"/>
                  </a:lnTo>
                  <a:lnTo>
                    <a:pt x="1877428" y="149415"/>
                  </a:lnTo>
                  <a:lnTo>
                    <a:pt x="1884311" y="152869"/>
                  </a:lnTo>
                  <a:lnTo>
                    <a:pt x="1892058" y="154800"/>
                  </a:lnTo>
                  <a:lnTo>
                    <a:pt x="1900466" y="154800"/>
                  </a:lnTo>
                  <a:lnTo>
                    <a:pt x="1936305" y="141376"/>
                  </a:lnTo>
                  <a:lnTo>
                    <a:pt x="1956892" y="104825"/>
                  </a:lnTo>
                  <a:lnTo>
                    <a:pt x="1958314" y="95948"/>
                  </a:lnTo>
                  <a:lnTo>
                    <a:pt x="1958797" y="86766"/>
                  </a:lnTo>
                  <a:close/>
                </a:path>
                <a:path w="2357754" h="154939">
                  <a:moveTo>
                    <a:pt x="2076132" y="59423"/>
                  </a:moveTo>
                  <a:lnTo>
                    <a:pt x="2075065" y="56629"/>
                  </a:lnTo>
                  <a:lnTo>
                    <a:pt x="2073757" y="53174"/>
                  </a:lnTo>
                  <a:lnTo>
                    <a:pt x="2063851" y="43700"/>
                  </a:lnTo>
                  <a:lnTo>
                    <a:pt x="2056752" y="41338"/>
                  </a:lnTo>
                  <a:lnTo>
                    <a:pt x="2041461" y="41338"/>
                  </a:lnTo>
                  <a:lnTo>
                    <a:pt x="2035441" y="42849"/>
                  </a:lnTo>
                  <a:lnTo>
                    <a:pt x="2029625" y="45859"/>
                  </a:lnTo>
                  <a:lnTo>
                    <a:pt x="2023605" y="48653"/>
                  </a:lnTo>
                  <a:lnTo>
                    <a:pt x="2017141" y="53390"/>
                  </a:lnTo>
                  <a:lnTo>
                    <a:pt x="2010257" y="60071"/>
                  </a:lnTo>
                  <a:lnTo>
                    <a:pt x="2022309" y="2578"/>
                  </a:lnTo>
                  <a:lnTo>
                    <a:pt x="2003793" y="2578"/>
                  </a:lnTo>
                  <a:lnTo>
                    <a:pt x="1972576" y="152222"/>
                  </a:lnTo>
                  <a:lnTo>
                    <a:pt x="1991093" y="152222"/>
                  </a:lnTo>
                  <a:lnTo>
                    <a:pt x="2000783" y="105714"/>
                  </a:lnTo>
                  <a:lnTo>
                    <a:pt x="2002955" y="96253"/>
                  </a:lnTo>
                  <a:lnTo>
                    <a:pt x="2024456" y="62001"/>
                  </a:lnTo>
                  <a:lnTo>
                    <a:pt x="2027656" y="60071"/>
                  </a:lnTo>
                  <a:lnTo>
                    <a:pt x="2030488" y="58343"/>
                  </a:lnTo>
                  <a:lnTo>
                    <a:pt x="2036940" y="56629"/>
                  </a:lnTo>
                  <a:lnTo>
                    <a:pt x="2048141" y="56629"/>
                  </a:lnTo>
                  <a:lnTo>
                    <a:pt x="2051583" y="57696"/>
                  </a:lnTo>
                  <a:lnTo>
                    <a:pt x="2056536" y="62217"/>
                  </a:lnTo>
                  <a:lnTo>
                    <a:pt x="2057831" y="65239"/>
                  </a:lnTo>
                  <a:lnTo>
                    <a:pt x="2057831" y="71043"/>
                  </a:lnTo>
                  <a:lnTo>
                    <a:pt x="2056752" y="77076"/>
                  </a:lnTo>
                  <a:lnTo>
                    <a:pt x="2054453" y="88277"/>
                  </a:lnTo>
                  <a:lnTo>
                    <a:pt x="2041042" y="152222"/>
                  </a:lnTo>
                  <a:lnTo>
                    <a:pt x="2059546" y="152222"/>
                  </a:lnTo>
                  <a:lnTo>
                    <a:pt x="2072906" y="88214"/>
                  </a:lnTo>
                  <a:lnTo>
                    <a:pt x="2075053" y="78155"/>
                  </a:lnTo>
                  <a:lnTo>
                    <a:pt x="2076132" y="71043"/>
                  </a:lnTo>
                  <a:lnTo>
                    <a:pt x="2076132" y="59423"/>
                  </a:lnTo>
                  <a:close/>
                </a:path>
                <a:path w="2357754" h="154939">
                  <a:moveTo>
                    <a:pt x="2198192" y="86766"/>
                  </a:moveTo>
                  <a:lnTo>
                    <a:pt x="2197455" y="76835"/>
                  </a:lnTo>
                  <a:lnTo>
                    <a:pt x="2195258" y="68008"/>
                  </a:lnTo>
                  <a:lnTo>
                    <a:pt x="2191562" y="60274"/>
                  </a:lnTo>
                  <a:lnTo>
                    <a:pt x="2188032" y="55765"/>
                  </a:lnTo>
                  <a:lnTo>
                    <a:pt x="2186343" y="53606"/>
                  </a:lnTo>
                  <a:lnTo>
                    <a:pt x="2179891" y="48348"/>
                  </a:lnTo>
                  <a:lnTo>
                    <a:pt x="2179891" y="92798"/>
                  </a:lnTo>
                  <a:lnTo>
                    <a:pt x="2178812" y="99250"/>
                  </a:lnTo>
                  <a:lnTo>
                    <a:pt x="2176881" y="106146"/>
                  </a:lnTo>
                  <a:lnTo>
                    <a:pt x="2175370" y="110883"/>
                  </a:lnTo>
                  <a:lnTo>
                    <a:pt x="2173427" y="115404"/>
                  </a:lnTo>
                  <a:lnTo>
                    <a:pt x="2170950" y="119710"/>
                  </a:lnTo>
                  <a:lnTo>
                    <a:pt x="2168690" y="123799"/>
                  </a:lnTo>
                  <a:lnTo>
                    <a:pt x="2151900" y="138010"/>
                  </a:lnTo>
                  <a:lnTo>
                    <a:pt x="2147811" y="139725"/>
                  </a:lnTo>
                  <a:lnTo>
                    <a:pt x="2143937" y="140373"/>
                  </a:lnTo>
                  <a:lnTo>
                    <a:pt x="2132533" y="140373"/>
                  </a:lnTo>
                  <a:lnTo>
                    <a:pt x="2114016" y="103771"/>
                  </a:lnTo>
                  <a:lnTo>
                    <a:pt x="2114880" y="97536"/>
                  </a:lnTo>
                  <a:lnTo>
                    <a:pt x="2116810" y="90424"/>
                  </a:lnTo>
                  <a:lnTo>
                    <a:pt x="2118537" y="83540"/>
                  </a:lnTo>
                  <a:lnTo>
                    <a:pt x="2148243" y="55765"/>
                  </a:lnTo>
                  <a:lnTo>
                    <a:pt x="2161375" y="55765"/>
                  </a:lnTo>
                  <a:lnTo>
                    <a:pt x="2167623" y="58343"/>
                  </a:lnTo>
                  <a:lnTo>
                    <a:pt x="2172576" y="63944"/>
                  </a:lnTo>
                  <a:lnTo>
                    <a:pt x="2177516" y="69329"/>
                  </a:lnTo>
                  <a:lnTo>
                    <a:pt x="2179878" y="76835"/>
                  </a:lnTo>
                  <a:lnTo>
                    <a:pt x="2179891" y="92798"/>
                  </a:lnTo>
                  <a:lnTo>
                    <a:pt x="2179891" y="48348"/>
                  </a:lnTo>
                  <a:lnTo>
                    <a:pt x="2179764" y="48234"/>
                  </a:lnTo>
                  <a:lnTo>
                    <a:pt x="2172297" y="44399"/>
                  </a:lnTo>
                  <a:lnTo>
                    <a:pt x="2163940" y="42100"/>
                  </a:lnTo>
                  <a:lnTo>
                    <a:pt x="2154707" y="41338"/>
                  </a:lnTo>
                  <a:lnTo>
                    <a:pt x="2142744" y="42418"/>
                  </a:lnTo>
                  <a:lnTo>
                    <a:pt x="2106041" y="69710"/>
                  </a:lnTo>
                  <a:lnTo>
                    <a:pt x="2095512" y="110883"/>
                  </a:lnTo>
                  <a:lnTo>
                    <a:pt x="2095500" y="119710"/>
                  </a:lnTo>
                  <a:lnTo>
                    <a:pt x="2097443" y="127457"/>
                  </a:lnTo>
                  <a:lnTo>
                    <a:pt x="2101100" y="133921"/>
                  </a:lnTo>
                  <a:lnTo>
                    <a:pt x="2104758" y="140589"/>
                  </a:lnTo>
                  <a:lnTo>
                    <a:pt x="2109927" y="145757"/>
                  </a:lnTo>
                  <a:lnTo>
                    <a:pt x="2116810" y="149415"/>
                  </a:lnTo>
                  <a:lnTo>
                    <a:pt x="2123706" y="152869"/>
                  </a:lnTo>
                  <a:lnTo>
                    <a:pt x="2131453" y="154800"/>
                  </a:lnTo>
                  <a:lnTo>
                    <a:pt x="2139848" y="154800"/>
                  </a:lnTo>
                  <a:lnTo>
                    <a:pt x="2175700" y="141376"/>
                  </a:lnTo>
                  <a:lnTo>
                    <a:pt x="2176716" y="140373"/>
                  </a:lnTo>
                  <a:lnTo>
                    <a:pt x="2181504" y="135661"/>
                  </a:lnTo>
                  <a:lnTo>
                    <a:pt x="2197735" y="95948"/>
                  </a:lnTo>
                  <a:lnTo>
                    <a:pt x="2198192" y="86766"/>
                  </a:lnTo>
                  <a:close/>
                </a:path>
                <a:path w="2357754" h="154939">
                  <a:moveTo>
                    <a:pt x="2260193" y="2578"/>
                  </a:moveTo>
                  <a:lnTo>
                    <a:pt x="2241893" y="2578"/>
                  </a:lnTo>
                  <a:lnTo>
                    <a:pt x="2210676" y="152222"/>
                  </a:lnTo>
                  <a:lnTo>
                    <a:pt x="2228977" y="152222"/>
                  </a:lnTo>
                  <a:lnTo>
                    <a:pt x="2260193" y="2578"/>
                  </a:lnTo>
                  <a:close/>
                </a:path>
                <a:path w="2357754" h="154939">
                  <a:moveTo>
                    <a:pt x="2357704" y="75780"/>
                  </a:moveTo>
                  <a:lnTo>
                    <a:pt x="2356904" y="68427"/>
                  </a:lnTo>
                  <a:lnTo>
                    <a:pt x="2354808" y="61849"/>
                  </a:lnTo>
                  <a:lnTo>
                    <a:pt x="2351417" y="55981"/>
                  </a:lnTo>
                  <a:lnTo>
                    <a:pt x="2351214" y="55765"/>
                  </a:lnTo>
                  <a:lnTo>
                    <a:pt x="2346731" y="50812"/>
                  </a:lnTo>
                  <a:lnTo>
                    <a:pt x="2340787" y="46697"/>
                  </a:lnTo>
                  <a:lnTo>
                    <a:pt x="2333625" y="43726"/>
                  </a:lnTo>
                  <a:lnTo>
                    <a:pt x="2325154" y="41935"/>
                  </a:lnTo>
                  <a:lnTo>
                    <a:pt x="2315514" y="41338"/>
                  </a:lnTo>
                  <a:lnTo>
                    <a:pt x="2306828" y="41935"/>
                  </a:lnTo>
                  <a:lnTo>
                    <a:pt x="2276767" y="64160"/>
                  </a:lnTo>
                  <a:lnTo>
                    <a:pt x="2276767" y="77508"/>
                  </a:lnTo>
                  <a:lnTo>
                    <a:pt x="2309266" y="104419"/>
                  </a:lnTo>
                  <a:lnTo>
                    <a:pt x="2319172" y="108508"/>
                  </a:lnTo>
                  <a:lnTo>
                    <a:pt x="2325205" y="112166"/>
                  </a:lnTo>
                  <a:lnTo>
                    <a:pt x="2327783" y="114973"/>
                  </a:lnTo>
                  <a:lnTo>
                    <a:pt x="2330158" y="117767"/>
                  </a:lnTo>
                  <a:lnTo>
                    <a:pt x="2331440" y="120789"/>
                  </a:lnTo>
                  <a:lnTo>
                    <a:pt x="2331440" y="128536"/>
                  </a:lnTo>
                  <a:lnTo>
                    <a:pt x="2329294" y="132194"/>
                  </a:lnTo>
                  <a:lnTo>
                    <a:pt x="2325205" y="135636"/>
                  </a:lnTo>
                  <a:lnTo>
                    <a:pt x="2321115" y="138874"/>
                  </a:lnTo>
                  <a:lnTo>
                    <a:pt x="2315083" y="140373"/>
                  </a:lnTo>
                  <a:lnTo>
                    <a:pt x="2301087" y="140373"/>
                  </a:lnTo>
                  <a:lnTo>
                    <a:pt x="2295918" y="139293"/>
                  </a:lnTo>
                  <a:lnTo>
                    <a:pt x="2291613" y="136931"/>
                  </a:lnTo>
                  <a:lnTo>
                    <a:pt x="2287105" y="134569"/>
                  </a:lnTo>
                  <a:lnTo>
                    <a:pt x="2284082" y="131330"/>
                  </a:lnTo>
                  <a:lnTo>
                    <a:pt x="2282583" y="127673"/>
                  </a:lnTo>
                  <a:lnTo>
                    <a:pt x="2280856" y="124015"/>
                  </a:lnTo>
                  <a:lnTo>
                    <a:pt x="2279993" y="119494"/>
                  </a:lnTo>
                  <a:lnTo>
                    <a:pt x="2279993" y="114109"/>
                  </a:lnTo>
                  <a:lnTo>
                    <a:pt x="2261692" y="115189"/>
                  </a:lnTo>
                  <a:lnTo>
                    <a:pt x="2280945" y="149529"/>
                  </a:lnTo>
                  <a:lnTo>
                    <a:pt x="2306040" y="154800"/>
                  </a:lnTo>
                  <a:lnTo>
                    <a:pt x="2315083" y="154800"/>
                  </a:lnTo>
                  <a:lnTo>
                    <a:pt x="2323261" y="153073"/>
                  </a:lnTo>
                  <a:lnTo>
                    <a:pt x="2336609" y="147053"/>
                  </a:lnTo>
                  <a:lnTo>
                    <a:pt x="2341778" y="142963"/>
                  </a:lnTo>
                  <a:lnTo>
                    <a:pt x="2343391" y="140373"/>
                  </a:lnTo>
                  <a:lnTo>
                    <a:pt x="2348242" y="132626"/>
                  </a:lnTo>
                  <a:lnTo>
                    <a:pt x="2349957" y="127241"/>
                  </a:lnTo>
                  <a:lnTo>
                    <a:pt x="2349957" y="113677"/>
                  </a:lnTo>
                  <a:lnTo>
                    <a:pt x="2314435" y="86766"/>
                  </a:lnTo>
                  <a:lnTo>
                    <a:pt x="2306040" y="83108"/>
                  </a:lnTo>
                  <a:lnTo>
                    <a:pt x="2300655" y="80302"/>
                  </a:lnTo>
                  <a:lnTo>
                    <a:pt x="2298725" y="78587"/>
                  </a:lnTo>
                  <a:lnTo>
                    <a:pt x="2295499" y="75996"/>
                  </a:lnTo>
                  <a:lnTo>
                    <a:pt x="2293988" y="72986"/>
                  </a:lnTo>
                  <a:lnTo>
                    <a:pt x="2293988" y="66306"/>
                  </a:lnTo>
                  <a:lnTo>
                    <a:pt x="2295918" y="63080"/>
                  </a:lnTo>
                  <a:lnTo>
                    <a:pt x="2299373" y="60071"/>
                  </a:lnTo>
                  <a:lnTo>
                    <a:pt x="2302814" y="57264"/>
                  </a:lnTo>
                  <a:lnTo>
                    <a:pt x="2307767" y="55765"/>
                  </a:lnTo>
                  <a:lnTo>
                    <a:pt x="2322195" y="55765"/>
                  </a:lnTo>
                  <a:lnTo>
                    <a:pt x="2339632" y="76860"/>
                  </a:lnTo>
                  <a:lnTo>
                    <a:pt x="2357704" y="757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1447988" y="4013589"/>
              <a:ext cx="6159500" cy="2478405"/>
            </a:xfrm>
            <a:custGeom>
              <a:avLst/>
              <a:gdLst/>
              <a:ahLst/>
              <a:cxnLst/>
              <a:rect l="l" t="t" r="r" b="b"/>
              <a:pathLst>
                <a:path w="6159500" h="2478404">
                  <a:moveTo>
                    <a:pt x="6107480" y="0"/>
                  </a:moveTo>
                  <a:lnTo>
                    <a:pt x="6107480" y="2349037"/>
                  </a:lnTo>
                  <a:lnTo>
                    <a:pt x="6084715" y="2403834"/>
                  </a:lnTo>
                  <a:lnTo>
                    <a:pt x="6029981" y="2426544"/>
                  </a:lnTo>
                  <a:lnTo>
                    <a:pt x="0" y="2426544"/>
                  </a:lnTo>
                  <a:lnTo>
                    <a:pt x="51664" y="2478217"/>
                  </a:lnTo>
                  <a:lnTo>
                    <a:pt x="6081647" y="2478217"/>
                  </a:lnTo>
                  <a:lnTo>
                    <a:pt x="6111739" y="2472122"/>
                  </a:lnTo>
                  <a:lnTo>
                    <a:pt x="6136381" y="2455506"/>
                  </a:lnTo>
                  <a:lnTo>
                    <a:pt x="6153032" y="2430868"/>
                  </a:lnTo>
                  <a:lnTo>
                    <a:pt x="6159147" y="2400708"/>
                  </a:lnTo>
                  <a:lnTo>
                    <a:pt x="6159147" y="51672"/>
                  </a:lnTo>
                  <a:lnTo>
                    <a:pt x="6107480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1370488" y="3936080"/>
              <a:ext cx="6185535" cy="2504440"/>
            </a:xfrm>
            <a:custGeom>
              <a:avLst/>
              <a:gdLst/>
              <a:ahLst/>
              <a:cxnLst/>
              <a:rect l="l" t="t" r="r" b="b"/>
              <a:pathLst>
                <a:path w="6185534" h="2504440">
                  <a:moveTo>
                    <a:pt x="0" y="2426547"/>
                  </a:moveTo>
                  <a:lnTo>
                    <a:pt x="0" y="2059509"/>
                  </a:lnTo>
                  <a:lnTo>
                    <a:pt x="0" y="1252027"/>
                  </a:lnTo>
                  <a:lnTo>
                    <a:pt x="0" y="444546"/>
                  </a:lnTo>
                  <a:lnTo>
                    <a:pt x="0" y="77508"/>
                  </a:lnTo>
                  <a:lnTo>
                    <a:pt x="22707" y="22768"/>
                  </a:lnTo>
                  <a:lnTo>
                    <a:pt x="77497" y="0"/>
                  </a:lnTo>
                  <a:lnTo>
                    <a:pt x="1019682" y="0"/>
                  </a:lnTo>
                  <a:lnTo>
                    <a:pt x="3092489" y="0"/>
                  </a:lnTo>
                  <a:lnTo>
                    <a:pt x="5165296" y="0"/>
                  </a:lnTo>
                  <a:lnTo>
                    <a:pt x="6107481" y="0"/>
                  </a:lnTo>
                  <a:lnTo>
                    <a:pt x="6137572" y="6115"/>
                  </a:lnTo>
                  <a:lnTo>
                    <a:pt x="6162215" y="22768"/>
                  </a:lnTo>
                  <a:lnTo>
                    <a:pt x="6178865" y="47413"/>
                  </a:lnTo>
                  <a:lnTo>
                    <a:pt x="6184980" y="77508"/>
                  </a:lnTo>
                  <a:lnTo>
                    <a:pt x="6184980" y="444546"/>
                  </a:lnTo>
                  <a:lnTo>
                    <a:pt x="6184980" y="1252027"/>
                  </a:lnTo>
                  <a:lnTo>
                    <a:pt x="6184980" y="2059509"/>
                  </a:lnTo>
                  <a:lnTo>
                    <a:pt x="6184980" y="2426547"/>
                  </a:lnTo>
                  <a:lnTo>
                    <a:pt x="6178865" y="2456706"/>
                  </a:lnTo>
                  <a:lnTo>
                    <a:pt x="6162215" y="2481344"/>
                  </a:lnTo>
                  <a:lnTo>
                    <a:pt x="6137572" y="2497961"/>
                  </a:lnTo>
                  <a:lnTo>
                    <a:pt x="6107481" y="2504055"/>
                  </a:lnTo>
                  <a:lnTo>
                    <a:pt x="5165296" y="2504055"/>
                  </a:lnTo>
                  <a:lnTo>
                    <a:pt x="3092489" y="2504055"/>
                  </a:lnTo>
                  <a:lnTo>
                    <a:pt x="1019682" y="2504055"/>
                  </a:lnTo>
                  <a:lnTo>
                    <a:pt x="77497" y="2504055"/>
                  </a:lnTo>
                  <a:lnTo>
                    <a:pt x="47342" y="2497961"/>
                  </a:lnTo>
                  <a:lnTo>
                    <a:pt x="22708" y="2481344"/>
                  </a:lnTo>
                  <a:lnTo>
                    <a:pt x="6093" y="2456706"/>
                  </a:lnTo>
                  <a:lnTo>
                    <a:pt x="0" y="2426547"/>
                  </a:lnTo>
                  <a:close/>
                </a:path>
              </a:pathLst>
            </a:custGeom>
            <a:ln w="129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0" name="object 4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46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918709" y="153669"/>
            <a:ext cx="235204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Elim</a:t>
            </a:r>
            <a:r>
              <a:rPr spc="-25" dirty="0"/>
              <a:t>i</a:t>
            </a:r>
            <a:r>
              <a:rPr spc="-10" dirty="0"/>
              <a:t>n</a:t>
            </a:r>
            <a:r>
              <a:rPr spc="-35" dirty="0"/>
              <a:t>a</a:t>
            </a:r>
            <a:r>
              <a:rPr spc="-5" dirty="0"/>
              <a:t>tion</a:t>
            </a:r>
            <a:endParaRPr spc="-5" dirty="0"/>
          </a:p>
        </p:txBody>
      </p:sp>
      <p:sp>
        <p:nvSpPr>
          <p:cNvPr id="3" name="object 3"/>
          <p:cNvSpPr txBox="1"/>
          <p:nvPr/>
        </p:nvSpPr>
        <p:spPr>
          <a:xfrm>
            <a:off x="117957" y="4135373"/>
            <a:ext cx="11732260" cy="2367280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266700" marR="30480" indent="-228600">
              <a:lnSpc>
                <a:spcPts val="2160"/>
              </a:lnSpc>
              <a:spcBef>
                <a:spcPts val="375"/>
              </a:spcBef>
              <a:buFont typeface="Arial MT"/>
              <a:buChar char="•"/>
              <a:tabLst>
                <a:tab pos="266065" algn="l"/>
                <a:tab pos="266700" algn="l"/>
              </a:tabLst>
            </a:pPr>
            <a:r>
              <a:rPr sz="2000" spc="-5" dirty="0">
                <a:latin typeface="Calibri" panose="020F0502020204030204"/>
                <a:cs typeface="Calibri" panose="020F0502020204030204"/>
              </a:rPr>
              <a:t>The elements</a:t>
            </a:r>
            <a:r>
              <a:rPr sz="20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of </a:t>
            </a:r>
            <a:r>
              <a:rPr sz="2000" dirty="0">
                <a:latin typeface="Calibri" panose="020F0502020204030204"/>
                <a:cs typeface="Calibri" panose="020F0502020204030204"/>
              </a:rPr>
              <a:t>H-X can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be eliminated</a:t>
            </a:r>
            <a:r>
              <a:rPr sz="2000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by</a:t>
            </a:r>
            <a:r>
              <a:rPr sz="20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good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base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(in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Organic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Chemistry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we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usually</a:t>
            </a:r>
            <a:r>
              <a:rPr sz="2000" dirty="0">
                <a:latin typeface="Calibri" panose="020F0502020204030204"/>
                <a:cs typeface="Calibri" panose="020F0502020204030204"/>
              </a:rPr>
              <a:t> use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the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term</a:t>
            </a:r>
            <a:r>
              <a:rPr sz="20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“base”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to </a:t>
            </a:r>
            <a:r>
              <a:rPr sz="2000" spc="-44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signify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forming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bond</a:t>
            </a:r>
            <a:r>
              <a:rPr sz="20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with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40" dirty="0">
                <a:latin typeface="Calibri" panose="020F0502020204030204"/>
                <a:cs typeface="Calibri" panose="020F0502020204030204"/>
              </a:rPr>
              <a:t>“H</a:t>
            </a:r>
            <a:r>
              <a:rPr sz="1950" spc="-60" baseline="26000" dirty="0">
                <a:latin typeface="Calibri" panose="020F0502020204030204"/>
                <a:cs typeface="Calibri" panose="020F0502020204030204"/>
              </a:rPr>
              <a:t>+</a:t>
            </a:r>
            <a:r>
              <a:rPr sz="2000" spc="-40" dirty="0">
                <a:latin typeface="Calibri" panose="020F0502020204030204"/>
                <a:cs typeface="Calibri" panose="020F0502020204030204"/>
              </a:rPr>
              <a:t>”,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even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if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we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know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from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our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understanding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of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Lewis</a:t>
            </a:r>
            <a:r>
              <a:rPr sz="20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Acids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and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Bases,</a:t>
            </a:r>
            <a:r>
              <a:rPr sz="2000" spc="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that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term</a:t>
            </a:r>
            <a:r>
              <a:rPr sz="2000" dirty="0">
                <a:latin typeface="Calibri" panose="020F0502020204030204"/>
                <a:cs typeface="Calibri" panose="020F0502020204030204"/>
              </a:rPr>
              <a:t> is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35" dirty="0">
                <a:latin typeface="Calibri" panose="020F0502020204030204"/>
                <a:cs typeface="Calibri" panose="020F0502020204030204"/>
              </a:rPr>
              <a:t>broader.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ct val="100000"/>
              </a:lnSpc>
              <a:spcBef>
                <a:spcPts val="725"/>
              </a:spcBef>
              <a:buFont typeface="Arial MT"/>
              <a:buChar char="•"/>
              <a:tabLst>
                <a:tab pos="266065" algn="l"/>
                <a:tab pos="266700" algn="l"/>
              </a:tabLst>
            </a:pPr>
            <a:r>
              <a:rPr sz="2000" spc="-5" dirty="0">
                <a:latin typeface="Calibri" panose="020F0502020204030204"/>
                <a:cs typeface="Calibri" panose="020F0502020204030204"/>
              </a:rPr>
              <a:t>This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reverse</a:t>
            </a:r>
            <a:r>
              <a:rPr sz="20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electrophilic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addition</a:t>
            </a:r>
            <a:r>
              <a:rPr lang="zh-CN" sz="2000" dirty="0">
                <a:latin typeface="Calibri" panose="020F0502020204030204"/>
                <a:cs typeface="Calibri" panose="020F0502020204030204"/>
              </a:rPr>
              <a:t>（亲电子</a:t>
            </a:r>
            <a:r>
              <a:rPr lang="zh-CN" sz="2000" dirty="0">
                <a:latin typeface="Calibri" panose="020F0502020204030204"/>
                <a:cs typeface="Calibri" panose="020F0502020204030204"/>
              </a:rPr>
              <a:t>加成）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to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alkene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266065" algn="l"/>
                <a:tab pos="266700" algn="l"/>
              </a:tabLst>
            </a:pPr>
            <a:r>
              <a:rPr sz="2000" dirty="0">
                <a:latin typeface="Calibri" panose="020F0502020204030204"/>
                <a:cs typeface="Calibri" panose="020F0502020204030204"/>
              </a:rPr>
              <a:t>A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base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may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often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act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as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nucleophile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(nucleophile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usually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in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Organic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Chemistry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restricted</a:t>
            </a:r>
            <a:r>
              <a:rPr sz="2000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to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reacting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with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C)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ts val="2280"/>
              </a:lnSpc>
              <a:spcBef>
                <a:spcPts val="755"/>
              </a:spcBef>
              <a:buFont typeface="Arial MT"/>
              <a:buChar char="•"/>
              <a:tabLst>
                <a:tab pos="266065" algn="l"/>
                <a:tab pos="266700" algn="l"/>
              </a:tabLst>
            </a:pPr>
            <a:r>
              <a:rPr sz="2000" spc="-5" dirty="0">
                <a:latin typeface="Calibri" panose="020F0502020204030204"/>
                <a:cs typeface="Calibri" panose="020F0502020204030204"/>
              </a:rPr>
              <a:t>Another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distinction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that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nucleophile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</a:t>
            </a:r>
            <a:r>
              <a:rPr sz="20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term</a:t>
            </a:r>
            <a:r>
              <a:rPr sz="20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used</a:t>
            </a:r>
            <a:r>
              <a:rPr sz="200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for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describing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kinetic</a:t>
            </a:r>
            <a:r>
              <a:rPr sz="20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25" dirty="0">
                <a:latin typeface="Calibri" panose="020F0502020204030204"/>
                <a:cs typeface="Calibri" panose="020F0502020204030204"/>
              </a:rPr>
              <a:t>behaviour,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while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base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</a:t>
            </a:r>
            <a:r>
              <a:rPr sz="20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more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66700">
              <a:lnSpc>
                <a:spcPts val="2280"/>
              </a:lnSpc>
            </a:pPr>
            <a:r>
              <a:rPr sz="2000" spc="-10" dirty="0">
                <a:latin typeface="Calibri" panose="020F0502020204030204"/>
                <a:cs typeface="Calibri" panose="020F0502020204030204"/>
              </a:rPr>
              <a:t>restricted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to</a:t>
            </a:r>
            <a:r>
              <a:rPr sz="20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thermodynamics</a:t>
            </a:r>
            <a:endParaRPr sz="20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591455" y="1054442"/>
            <a:ext cx="222885" cy="161925"/>
            <a:chOff x="6591455" y="1054442"/>
            <a:chExt cx="222885" cy="161925"/>
          </a:xfrm>
        </p:grpSpPr>
        <p:sp>
          <p:nvSpPr>
            <p:cNvPr id="5" name="object 5"/>
            <p:cNvSpPr/>
            <p:nvPr/>
          </p:nvSpPr>
          <p:spPr>
            <a:xfrm>
              <a:off x="6591455" y="1156091"/>
              <a:ext cx="61594" cy="20320"/>
            </a:xfrm>
            <a:custGeom>
              <a:avLst/>
              <a:gdLst/>
              <a:ahLst/>
              <a:cxnLst/>
              <a:rect l="l" t="t" r="r" b="b"/>
              <a:pathLst>
                <a:path w="61595" h="20319">
                  <a:moveTo>
                    <a:pt x="61340" y="0"/>
                  </a:moveTo>
                  <a:lnTo>
                    <a:pt x="0" y="0"/>
                  </a:lnTo>
                  <a:lnTo>
                    <a:pt x="0" y="19977"/>
                  </a:lnTo>
                  <a:lnTo>
                    <a:pt x="61340" y="19977"/>
                  </a:lnTo>
                  <a:lnTo>
                    <a:pt x="61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6662818" y="1054442"/>
              <a:ext cx="151765" cy="161925"/>
            </a:xfrm>
            <a:custGeom>
              <a:avLst/>
              <a:gdLst/>
              <a:ahLst/>
              <a:cxnLst/>
              <a:rect l="l" t="t" r="r" b="b"/>
              <a:pathLst>
                <a:path w="151765" h="161925">
                  <a:moveTo>
                    <a:pt x="146003" y="0"/>
                  </a:moveTo>
                  <a:lnTo>
                    <a:pt x="108098" y="0"/>
                  </a:lnTo>
                  <a:lnTo>
                    <a:pt x="76043" y="51989"/>
                  </a:lnTo>
                  <a:lnTo>
                    <a:pt x="43520" y="0"/>
                  </a:lnTo>
                  <a:lnTo>
                    <a:pt x="5147" y="0"/>
                  </a:lnTo>
                  <a:lnTo>
                    <a:pt x="55453" y="77366"/>
                  </a:lnTo>
                  <a:lnTo>
                    <a:pt x="0" y="161811"/>
                  </a:lnTo>
                  <a:lnTo>
                    <a:pt x="39308" y="161811"/>
                  </a:lnTo>
                  <a:lnTo>
                    <a:pt x="75575" y="105840"/>
                  </a:lnTo>
                  <a:lnTo>
                    <a:pt x="111608" y="161811"/>
                  </a:lnTo>
                  <a:lnTo>
                    <a:pt x="151150" y="161811"/>
                  </a:lnTo>
                  <a:lnTo>
                    <a:pt x="95463" y="78577"/>
                  </a:lnTo>
                  <a:lnTo>
                    <a:pt x="14600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7" name="object 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6899372" y="1062823"/>
            <a:ext cx="141791" cy="164441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7127736" y="1062824"/>
            <a:ext cx="582930" cy="164465"/>
          </a:xfrm>
          <a:custGeom>
            <a:avLst/>
            <a:gdLst/>
            <a:ahLst/>
            <a:cxnLst/>
            <a:rect l="l" t="t" r="r" b="b"/>
            <a:pathLst>
              <a:path w="582929" h="164465">
                <a:moveTo>
                  <a:pt x="53581" y="41931"/>
                </a:moveTo>
                <a:lnTo>
                  <a:pt x="14243" y="57958"/>
                </a:lnTo>
                <a:lnTo>
                  <a:pt x="394" y="94440"/>
                </a:lnTo>
                <a:lnTo>
                  <a:pt x="0" y="103628"/>
                </a:lnTo>
                <a:lnTo>
                  <a:pt x="921" y="117462"/>
                </a:lnTo>
                <a:lnTo>
                  <a:pt x="22586" y="155602"/>
                </a:lnTo>
                <a:lnTo>
                  <a:pt x="53581" y="164441"/>
                </a:lnTo>
                <a:lnTo>
                  <a:pt x="62841" y="163730"/>
                </a:lnTo>
                <a:lnTo>
                  <a:pt x="71334" y="161592"/>
                </a:lnTo>
                <a:lnTo>
                  <a:pt x="79081" y="158028"/>
                </a:lnTo>
                <a:lnTo>
                  <a:pt x="86104" y="153033"/>
                </a:lnTo>
                <a:lnTo>
                  <a:pt x="90824" y="148121"/>
                </a:lnTo>
                <a:lnTo>
                  <a:pt x="53347" y="148121"/>
                </a:lnTo>
                <a:lnTo>
                  <a:pt x="46327" y="147452"/>
                </a:lnTo>
                <a:lnTo>
                  <a:pt x="20926" y="114090"/>
                </a:lnTo>
                <a:lnTo>
                  <a:pt x="20356" y="103093"/>
                </a:lnTo>
                <a:lnTo>
                  <a:pt x="20966" y="92228"/>
                </a:lnTo>
                <a:lnTo>
                  <a:pt x="47322" y="58947"/>
                </a:lnTo>
                <a:lnTo>
                  <a:pt x="54517" y="58275"/>
                </a:lnTo>
                <a:lnTo>
                  <a:pt x="91452" y="58275"/>
                </a:lnTo>
                <a:lnTo>
                  <a:pt x="90509" y="56932"/>
                </a:lnTo>
                <a:lnTo>
                  <a:pt x="84934" y="51593"/>
                </a:lnTo>
                <a:lnTo>
                  <a:pt x="78489" y="47372"/>
                </a:lnTo>
                <a:lnTo>
                  <a:pt x="71100" y="44352"/>
                </a:lnTo>
                <a:lnTo>
                  <a:pt x="62790" y="42537"/>
                </a:lnTo>
                <a:lnTo>
                  <a:pt x="53581" y="41931"/>
                </a:lnTo>
                <a:close/>
              </a:path>
              <a:path w="582929" h="164465">
                <a:moveTo>
                  <a:pt x="82828" y="118878"/>
                </a:moveTo>
                <a:lnTo>
                  <a:pt x="61068" y="148121"/>
                </a:lnTo>
                <a:lnTo>
                  <a:pt x="90824" y="148121"/>
                </a:lnTo>
                <a:lnTo>
                  <a:pt x="92118" y="146774"/>
                </a:lnTo>
                <a:lnTo>
                  <a:pt x="96838" y="139416"/>
                </a:lnTo>
                <a:lnTo>
                  <a:pt x="100285" y="130963"/>
                </a:lnTo>
                <a:lnTo>
                  <a:pt x="102483" y="121416"/>
                </a:lnTo>
                <a:lnTo>
                  <a:pt x="82828" y="118878"/>
                </a:lnTo>
                <a:close/>
              </a:path>
              <a:path w="582929" h="164465">
                <a:moveTo>
                  <a:pt x="91452" y="58275"/>
                </a:moveTo>
                <a:lnTo>
                  <a:pt x="61068" y="58275"/>
                </a:lnTo>
                <a:lnTo>
                  <a:pt x="66684" y="60254"/>
                </a:lnTo>
                <a:lnTo>
                  <a:pt x="76043" y="68216"/>
                </a:lnTo>
                <a:lnTo>
                  <a:pt x="79319" y="74130"/>
                </a:lnTo>
                <a:lnTo>
                  <a:pt x="81190" y="81999"/>
                </a:lnTo>
                <a:lnTo>
                  <a:pt x="100611" y="79019"/>
                </a:lnTo>
                <a:lnTo>
                  <a:pt x="98326" y="70641"/>
                </a:lnTo>
                <a:lnTo>
                  <a:pt x="94966" y="63280"/>
                </a:lnTo>
                <a:lnTo>
                  <a:pt x="91452" y="58275"/>
                </a:lnTo>
                <a:close/>
              </a:path>
              <a:path w="582929" h="164465">
                <a:moveTo>
                  <a:pt x="214308" y="58391"/>
                </a:moveTo>
                <a:lnTo>
                  <a:pt x="179930" y="58391"/>
                </a:lnTo>
                <a:lnTo>
                  <a:pt x="187651" y="60626"/>
                </a:lnTo>
                <a:lnTo>
                  <a:pt x="192799" y="65120"/>
                </a:lnTo>
                <a:lnTo>
                  <a:pt x="196542" y="68426"/>
                </a:lnTo>
                <a:lnTo>
                  <a:pt x="198414" y="74130"/>
                </a:lnTo>
                <a:lnTo>
                  <a:pt x="198414" y="84700"/>
                </a:lnTo>
                <a:lnTo>
                  <a:pt x="198180" y="87424"/>
                </a:lnTo>
                <a:lnTo>
                  <a:pt x="191735" y="89331"/>
                </a:lnTo>
                <a:lnTo>
                  <a:pt x="183644" y="91106"/>
                </a:lnTo>
                <a:lnTo>
                  <a:pt x="173930" y="92744"/>
                </a:lnTo>
                <a:lnTo>
                  <a:pt x="154660" y="95224"/>
                </a:lnTo>
                <a:lnTo>
                  <a:pt x="148810" y="96201"/>
                </a:lnTo>
                <a:lnTo>
                  <a:pt x="117691" y="119926"/>
                </a:lnTo>
                <a:lnTo>
                  <a:pt x="116287" y="125164"/>
                </a:lnTo>
                <a:lnTo>
                  <a:pt x="116287" y="130892"/>
                </a:lnTo>
                <a:lnTo>
                  <a:pt x="139393" y="162084"/>
                </a:lnTo>
                <a:lnTo>
                  <a:pt x="164487" y="164441"/>
                </a:lnTo>
                <a:lnTo>
                  <a:pt x="171740" y="163161"/>
                </a:lnTo>
                <a:lnTo>
                  <a:pt x="185311" y="158016"/>
                </a:lnTo>
                <a:lnTo>
                  <a:pt x="192565" y="153592"/>
                </a:lnTo>
                <a:lnTo>
                  <a:pt x="198032" y="148889"/>
                </a:lnTo>
                <a:lnTo>
                  <a:pt x="153490" y="148889"/>
                </a:lnTo>
                <a:lnTo>
                  <a:pt x="147641" y="147120"/>
                </a:lnTo>
                <a:lnTo>
                  <a:pt x="139685" y="140065"/>
                </a:lnTo>
                <a:lnTo>
                  <a:pt x="137579" y="135641"/>
                </a:lnTo>
                <a:lnTo>
                  <a:pt x="137579" y="126887"/>
                </a:lnTo>
                <a:lnTo>
                  <a:pt x="138515" y="123744"/>
                </a:lnTo>
                <a:lnTo>
                  <a:pt x="142259" y="118087"/>
                </a:lnTo>
                <a:lnTo>
                  <a:pt x="144833" y="115921"/>
                </a:lnTo>
                <a:lnTo>
                  <a:pt x="148343" y="114455"/>
                </a:lnTo>
                <a:lnTo>
                  <a:pt x="151618" y="112988"/>
                </a:lnTo>
                <a:lnTo>
                  <a:pt x="157468" y="111661"/>
                </a:lnTo>
                <a:lnTo>
                  <a:pt x="165657" y="110473"/>
                </a:lnTo>
                <a:lnTo>
                  <a:pt x="175839" y="108850"/>
                </a:lnTo>
                <a:lnTo>
                  <a:pt x="184639" y="107057"/>
                </a:lnTo>
                <a:lnTo>
                  <a:pt x="192078" y="105097"/>
                </a:lnTo>
                <a:lnTo>
                  <a:pt x="198180" y="102977"/>
                </a:lnTo>
                <a:lnTo>
                  <a:pt x="218536" y="102977"/>
                </a:lnTo>
                <a:lnTo>
                  <a:pt x="218536" y="77366"/>
                </a:lnTo>
                <a:lnTo>
                  <a:pt x="218068" y="71266"/>
                </a:lnTo>
                <a:lnTo>
                  <a:pt x="217366" y="67867"/>
                </a:lnTo>
                <a:lnTo>
                  <a:pt x="216197" y="62442"/>
                </a:lnTo>
                <a:lnTo>
                  <a:pt x="214308" y="58391"/>
                </a:lnTo>
                <a:close/>
              </a:path>
              <a:path w="582929" h="164465">
                <a:moveTo>
                  <a:pt x="219663" y="147352"/>
                </a:moveTo>
                <a:lnTo>
                  <a:pt x="199818" y="147352"/>
                </a:lnTo>
                <a:lnTo>
                  <a:pt x="200520" y="152870"/>
                </a:lnTo>
                <a:lnTo>
                  <a:pt x="201924" y="157690"/>
                </a:lnTo>
                <a:lnTo>
                  <a:pt x="204030" y="161811"/>
                </a:lnTo>
                <a:lnTo>
                  <a:pt x="224854" y="161811"/>
                </a:lnTo>
                <a:lnTo>
                  <a:pt x="222280" y="157317"/>
                </a:lnTo>
                <a:lnTo>
                  <a:pt x="220642" y="152614"/>
                </a:lnTo>
                <a:lnTo>
                  <a:pt x="219706" y="147725"/>
                </a:lnTo>
                <a:lnTo>
                  <a:pt x="219663" y="147352"/>
                </a:lnTo>
                <a:close/>
              </a:path>
              <a:path w="582929" h="164465">
                <a:moveTo>
                  <a:pt x="218536" y="102977"/>
                </a:moveTo>
                <a:lnTo>
                  <a:pt x="198180" y="102977"/>
                </a:lnTo>
                <a:lnTo>
                  <a:pt x="198180" y="119018"/>
                </a:lnTo>
                <a:lnTo>
                  <a:pt x="197244" y="125630"/>
                </a:lnTo>
                <a:lnTo>
                  <a:pt x="195138" y="130124"/>
                </a:lnTo>
                <a:lnTo>
                  <a:pt x="192331" y="135944"/>
                </a:lnTo>
                <a:lnTo>
                  <a:pt x="187885" y="140531"/>
                </a:lnTo>
                <a:lnTo>
                  <a:pt x="181802" y="143860"/>
                </a:lnTo>
                <a:lnTo>
                  <a:pt x="175952" y="147213"/>
                </a:lnTo>
                <a:lnTo>
                  <a:pt x="168933" y="148889"/>
                </a:lnTo>
                <a:lnTo>
                  <a:pt x="198032" y="148889"/>
                </a:lnTo>
                <a:lnTo>
                  <a:pt x="199818" y="147352"/>
                </a:lnTo>
                <a:lnTo>
                  <a:pt x="219663" y="147352"/>
                </a:lnTo>
                <a:lnTo>
                  <a:pt x="219129" y="142784"/>
                </a:lnTo>
                <a:lnTo>
                  <a:pt x="218770" y="135295"/>
                </a:lnTo>
                <a:lnTo>
                  <a:pt x="218676" y="130124"/>
                </a:lnTo>
                <a:lnTo>
                  <a:pt x="218550" y="115921"/>
                </a:lnTo>
                <a:lnTo>
                  <a:pt x="218536" y="102977"/>
                </a:lnTo>
                <a:close/>
              </a:path>
              <a:path w="582929" h="164465">
                <a:moveTo>
                  <a:pt x="182971" y="41931"/>
                </a:moveTo>
                <a:lnTo>
                  <a:pt x="138515" y="48845"/>
                </a:lnTo>
                <a:lnTo>
                  <a:pt x="119797" y="78041"/>
                </a:lnTo>
                <a:lnTo>
                  <a:pt x="139217" y="80672"/>
                </a:lnTo>
                <a:lnTo>
                  <a:pt x="141323" y="72360"/>
                </a:lnTo>
                <a:lnTo>
                  <a:pt x="144599" y="66563"/>
                </a:lnTo>
                <a:lnTo>
                  <a:pt x="149278" y="63304"/>
                </a:lnTo>
                <a:lnTo>
                  <a:pt x="153724" y="60021"/>
                </a:lnTo>
                <a:lnTo>
                  <a:pt x="160509" y="58391"/>
                </a:lnTo>
                <a:lnTo>
                  <a:pt x="214308" y="58391"/>
                </a:lnTo>
                <a:lnTo>
                  <a:pt x="214054" y="57879"/>
                </a:lnTo>
                <a:lnTo>
                  <a:pt x="211283" y="54363"/>
                </a:lnTo>
                <a:lnTo>
                  <a:pt x="208241" y="50778"/>
                </a:lnTo>
                <a:lnTo>
                  <a:pt x="203562" y="47821"/>
                </a:lnTo>
                <a:lnTo>
                  <a:pt x="197478" y="45470"/>
                </a:lnTo>
                <a:lnTo>
                  <a:pt x="191161" y="43118"/>
                </a:lnTo>
                <a:lnTo>
                  <a:pt x="182971" y="41931"/>
                </a:lnTo>
                <a:close/>
              </a:path>
              <a:path w="582929" h="164465">
                <a:moveTo>
                  <a:pt x="272586" y="0"/>
                </a:moveTo>
                <a:lnTo>
                  <a:pt x="252697" y="0"/>
                </a:lnTo>
                <a:lnTo>
                  <a:pt x="252697" y="161811"/>
                </a:lnTo>
                <a:lnTo>
                  <a:pt x="272586" y="161811"/>
                </a:lnTo>
                <a:lnTo>
                  <a:pt x="272586" y="0"/>
                </a:lnTo>
                <a:close/>
              </a:path>
              <a:path w="582929" h="164465">
                <a:moveTo>
                  <a:pt x="324763" y="0"/>
                </a:moveTo>
                <a:lnTo>
                  <a:pt x="304641" y="0"/>
                </a:lnTo>
                <a:lnTo>
                  <a:pt x="304641" y="161811"/>
                </a:lnTo>
                <a:lnTo>
                  <a:pt x="324763" y="161811"/>
                </a:lnTo>
                <a:lnTo>
                  <a:pt x="324763" y="0"/>
                </a:lnTo>
                <a:close/>
              </a:path>
              <a:path w="582929" h="164465">
                <a:moveTo>
                  <a:pt x="405486" y="41931"/>
                </a:moveTo>
                <a:lnTo>
                  <a:pt x="365943" y="58275"/>
                </a:lnTo>
                <a:lnTo>
                  <a:pt x="350501" y="104187"/>
                </a:lnTo>
                <a:lnTo>
                  <a:pt x="351462" y="117689"/>
                </a:lnTo>
                <a:lnTo>
                  <a:pt x="373917" y="155543"/>
                </a:lnTo>
                <a:lnTo>
                  <a:pt x="406656" y="164441"/>
                </a:lnTo>
                <a:lnTo>
                  <a:pt x="416527" y="163822"/>
                </a:lnTo>
                <a:lnTo>
                  <a:pt x="447220" y="148121"/>
                </a:lnTo>
                <a:lnTo>
                  <a:pt x="406890" y="148121"/>
                </a:lnTo>
                <a:lnTo>
                  <a:pt x="399790" y="147479"/>
                </a:lnTo>
                <a:lnTo>
                  <a:pt x="372283" y="117374"/>
                </a:lnTo>
                <a:lnTo>
                  <a:pt x="371091" y="108285"/>
                </a:lnTo>
                <a:lnTo>
                  <a:pt x="459067" y="108285"/>
                </a:lnTo>
                <a:lnTo>
                  <a:pt x="459067" y="102977"/>
                </a:lnTo>
                <a:lnTo>
                  <a:pt x="458322" y="91941"/>
                </a:lnTo>
                <a:lnTo>
                  <a:pt x="372261" y="91941"/>
                </a:lnTo>
                <a:lnTo>
                  <a:pt x="373310" y="84659"/>
                </a:lnTo>
                <a:lnTo>
                  <a:pt x="396595" y="58275"/>
                </a:lnTo>
                <a:lnTo>
                  <a:pt x="444336" y="58275"/>
                </a:lnTo>
                <a:lnTo>
                  <a:pt x="444093" y="57949"/>
                </a:lnTo>
                <a:lnTo>
                  <a:pt x="436152" y="50947"/>
                </a:lnTo>
                <a:lnTo>
                  <a:pt x="427071" y="45941"/>
                </a:lnTo>
                <a:lnTo>
                  <a:pt x="416849" y="42934"/>
                </a:lnTo>
                <a:lnTo>
                  <a:pt x="405486" y="41931"/>
                </a:lnTo>
                <a:close/>
              </a:path>
              <a:path w="582929" h="164465">
                <a:moveTo>
                  <a:pt x="437775" y="124047"/>
                </a:moveTo>
                <a:lnTo>
                  <a:pt x="434733" y="132452"/>
                </a:lnTo>
                <a:lnTo>
                  <a:pt x="430756" y="138552"/>
                </a:lnTo>
                <a:lnTo>
                  <a:pt x="420461" y="146212"/>
                </a:lnTo>
                <a:lnTo>
                  <a:pt x="414143" y="148121"/>
                </a:lnTo>
                <a:lnTo>
                  <a:pt x="447220" y="148121"/>
                </a:lnTo>
                <a:lnTo>
                  <a:pt x="451580" y="142571"/>
                </a:lnTo>
                <a:lnTo>
                  <a:pt x="455616" y="135085"/>
                </a:lnTo>
                <a:lnTo>
                  <a:pt x="458599" y="126585"/>
                </a:lnTo>
                <a:lnTo>
                  <a:pt x="437775" y="124047"/>
                </a:lnTo>
                <a:close/>
              </a:path>
              <a:path w="582929" h="164465">
                <a:moveTo>
                  <a:pt x="444336" y="58275"/>
                </a:moveTo>
                <a:lnTo>
                  <a:pt x="405720" y="58275"/>
                </a:lnTo>
                <a:lnTo>
                  <a:pt x="413050" y="58991"/>
                </a:lnTo>
                <a:lnTo>
                  <a:pt x="419613" y="61141"/>
                </a:lnTo>
                <a:lnTo>
                  <a:pt x="438009" y="91941"/>
                </a:lnTo>
                <a:lnTo>
                  <a:pt x="458322" y="91941"/>
                </a:lnTo>
                <a:lnTo>
                  <a:pt x="458142" y="89278"/>
                </a:lnTo>
                <a:lnTo>
                  <a:pt x="455353" y="77206"/>
                </a:lnTo>
                <a:lnTo>
                  <a:pt x="450677" y="66762"/>
                </a:lnTo>
                <a:lnTo>
                  <a:pt x="444336" y="58275"/>
                </a:lnTo>
                <a:close/>
              </a:path>
              <a:path w="582929" h="164465">
                <a:moveTo>
                  <a:pt x="536983" y="41931"/>
                </a:moveTo>
                <a:lnTo>
                  <a:pt x="498083" y="53789"/>
                </a:lnTo>
                <a:lnTo>
                  <a:pt x="480480" y="94738"/>
                </a:lnTo>
                <a:lnTo>
                  <a:pt x="480125" y="103303"/>
                </a:lnTo>
                <a:lnTo>
                  <a:pt x="480524" y="112038"/>
                </a:lnTo>
                <a:lnTo>
                  <a:pt x="499312" y="152479"/>
                </a:lnTo>
                <a:lnTo>
                  <a:pt x="530899" y="164441"/>
                </a:lnTo>
                <a:lnTo>
                  <a:pt x="541084" y="163354"/>
                </a:lnTo>
                <a:lnTo>
                  <a:pt x="549910" y="160088"/>
                </a:lnTo>
                <a:lnTo>
                  <a:pt x="557419" y="154639"/>
                </a:lnTo>
                <a:lnTo>
                  <a:pt x="562743" y="148121"/>
                </a:lnTo>
                <a:lnTo>
                  <a:pt x="524114" y="148121"/>
                </a:lnTo>
                <a:lnTo>
                  <a:pt x="516626" y="144396"/>
                </a:lnTo>
                <a:lnTo>
                  <a:pt x="500716" y="103303"/>
                </a:lnTo>
                <a:lnTo>
                  <a:pt x="501249" y="92437"/>
                </a:lnTo>
                <a:lnTo>
                  <a:pt x="522944" y="58391"/>
                </a:lnTo>
                <a:lnTo>
                  <a:pt x="582375" y="58391"/>
                </a:lnTo>
                <a:lnTo>
                  <a:pt x="582375" y="58065"/>
                </a:lnTo>
                <a:lnTo>
                  <a:pt x="562486" y="58065"/>
                </a:lnTo>
                <a:lnTo>
                  <a:pt x="558977" y="53269"/>
                </a:lnTo>
                <a:lnTo>
                  <a:pt x="554531" y="49381"/>
                </a:lnTo>
                <a:lnTo>
                  <a:pt x="543300" y="43421"/>
                </a:lnTo>
                <a:lnTo>
                  <a:pt x="536983" y="41931"/>
                </a:lnTo>
                <a:close/>
              </a:path>
              <a:path w="582929" h="164465">
                <a:moveTo>
                  <a:pt x="582375" y="147003"/>
                </a:moveTo>
                <a:lnTo>
                  <a:pt x="563656" y="147003"/>
                </a:lnTo>
                <a:lnTo>
                  <a:pt x="563656" y="161811"/>
                </a:lnTo>
                <a:lnTo>
                  <a:pt x="582375" y="161811"/>
                </a:lnTo>
                <a:lnTo>
                  <a:pt x="582375" y="147003"/>
                </a:lnTo>
                <a:close/>
              </a:path>
              <a:path w="582929" h="164465">
                <a:moveTo>
                  <a:pt x="582375" y="58391"/>
                </a:moveTo>
                <a:lnTo>
                  <a:pt x="531835" y="58391"/>
                </a:lnTo>
                <a:lnTo>
                  <a:pt x="538379" y="59094"/>
                </a:lnTo>
                <a:lnTo>
                  <a:pt x="544353" y="61203"/>
                </a:lnTo>
                <a:lnTo>
                  <a:pt x="564124" y="104956"/>
                </a:lnTo>
                <a:lnTo>
                  <a:pt x="563554" y="115184"/>
                </a:lnTo>
                <a:lnTo>
                  <a:pt x="541428" y="148121"/>
                </a:lnTo>
                <a:lnTo>
                  <a:pt x="562743" y="148121"/>
                </a:lnTo>
                <a:lnTo>
                  <a:pt x="563656" y="147003"/>
                </a:lnTo>
                <a:lnTo>
                  <a:pt x="582375" y="147003"/>
                </a:lnTo>
                <a:lnTo>
                  <a:pt x="582375" y="58391"/>
                </a:lnTo>
                <a:close/>
              </a:path>
              <a:path w="582929" h="164465">
                <a:moveTo>
                  <a:pt x="582375" y="0"/>
                </a:moveTo>
                <a:lnTo>
                  <a:pt x="562486" y="0"/>
                </a:lnTo>
                <a:lnTo>
                  <a:pt x="562486" y="58065"/>
                </a:lnTo>
                <a:lnTo>
                  <a:pt x="582375" y="58065"/>
                </a:lnTo>
                <a:lnTo>
                  <a:pt x="58237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7799725" y="1062824"/>
            <a:ext cx="307975" cy="164465"/>
          </a:xfrm>
          <a:custGeom>
            <a:avLst/>
            <a:gdLst/>
            <a:ahLst/>
            <a:cxnLst/>
            <a:rect l="l" t="t" r="r" b="b"/>
            <a:pathLst>
              <a:path w="307975" h="164465">
                <a:moveTo>
                  <a:pt x="34394" y="60044"/>
                </a:moveTo>
                <a:lnTo>
                  <a:pt x="14506" y="60044"/>
                </a:lnTo>
                <a:lnTo>
                  <a:pt x="14506" y="139390"/>
                </a:lnTo>
                <a:lnTo>
                  <a:pt x="15442" y="147213"/>
                </a:lnTo>
                <a:lnTo>
                  <a:pt x="46795" y="163347"/>
                </a:lnTo>
                <a:lnTo>
                  <a:pt x="51709" y="162765"/>
                </a:lnTo>
                <a:lnTo>
                  <a:pt x="57324" y="161578"/>
                </a:lnTo>
                <a:lnTo>
                  <a:pt x="54643" y="144815"/>
                </a:lnTo>
                <a:lnTo>
                  <a:pt x="42818" y="144815"/>
                </a:lnTo>
                <a:lnTo>
                  <a:pt x="40478" y="144326"/>
                </a:lnTo>
                <a:lnTo>
                  <a:pt x="34394" y="134245"/>
                </a:lnTo>
                <a:lnTo>
                  <a:pt x="34394" y="60044"/>
                </a:lnTo>
                <a:close/>
              </a:path>
              <a:path w="307975" h="164465">
                <a:moveTo>
                  <a:pt x="54517" y="144023"/>
                </a:moveTo>
                <a:lnTo>
                  <a:pt x="50773" y="144559"/>
                </a:lnTo>
                <a:lnTo>
                  <a:pt x="47965" y="144815"/>
                </a:lnTo>
                <a:lnTo>
                  <a:pt x="54643" y="144815"/>
                </a:lnTo>
                <a:lnTo>
                  <a:pt x="54517" y="144023"/>
                </a:lnTo>
                <a:close/>
              </a:path>
              <a:path w="307975" h="164465">
                <a:moveTo>
                  <a:pt x="54517" y="44585"/>
                </a:moveTo>
                <a:lnTo>
                  <a:pt x="0" y="44585"/>
                </a:lnTo>
                <a:lnTo>
                  <a:pt x="0" y="60044"/>
                </a:lnTo>
                <a:lnTo>
                  <a:pt x="54517" y="60044"/>
                </a:lnTo>
                <a:lnTo>
                  <a:pt x="54517" y="44585"/>
                </a:lnTo>
                <a:close/>
              </a:path>
              <a:path w="307975" h="164465">
                <a:moveTo>
                  <a:pt x="34394" y="3632"/>
                </a:moveTo>
                <a:lnTo>
                  <a:pt x="14506" y="15552"/>
                </a:lnTo>
                <a:lnTo>
                  <a:pt x="14506" y="44585"/>
                </a:lnTo>
                <a:lnTo>
                  <a:pt x="34394" y="44585"/>
                </a:lnTo>
                <a:lnTo>
                  <a:pt x="34394" y="3632"/>
                </a:lnTo>
                <a:close/>
              </a:path>
              <a:path w="307975" h="164465">
                <a:moveTo>
                  <a:pt x="95931" y="0"/>
                </a:moveTo>
                <a:lnTo>
                  <a:pt x="75809" y="0"/>
                </a:lnTo>
                <a:lnTo>
                  <a:pt x="75809" y="161811"/>
                </a:lnTo>
                <a:lnTo>
                  <a:pt x="95931" y="161811"/>
                </a:lnTo>
                <a:lnTo>
                  <a:pt x="96055" y="87517"/>
                </a:lnTo>
                <a:lnTo>
                  <a:pt x="96867" y="81278"/>
                </a:lnTo>
                <a:lnTo>
                  <a:pt x="99207" y="76039"/>
                </a:lnTo>
                <a:lnTo>
                  <a:pt x="101313" y="70824"/>
                </a:lnTo>
                <a:lnTo>
                  <a:pt x="105056" y="66680"/>
                </a:lnTo>
                <a:lnTo>
                  <a:pt x="110438" y="63630"/>
                </a:lnTo>
                <a:lnTo>
                  <a:pt x="115585" y="60580"/>
                </a:lnTo>
                <a:lnTo>
                  <a:pt x="121201" y="59043"/>
                </a:lnTo>
                <a:lnTo>
                  <a:pt x="166733" y="59043"/>
                </a:lnTo>
                <a:lnTo>
                  <a:pt x="166278" y="58065"/>
                </a:lnTo>
                <a:lnTo>
                  <a:pt x="95931" y="58065"/>
                </a:lnTo>
                <a:lnTo>
                  <a:pt x="95931" y="0"/>
                </a:lnTo>
                <a:close/>
              </a:path>
              <a:path w="307975" h="164465">
                <a:moveTo>
                  <a:pt x="166733" y="59043"/>
                </a:moveTo>
                <a:lnTo>
                  <a:pt x="135006" y="59043"/>
                </a:lnTo>
                <a:lnTo>
                  <a:pt x="141089" y="61301"/>
                </a:lnTo>
                <a:lnTo>
                  <a:pt x="145301" y="65841"/>
                </a:lnTo>
                <a:lnTo>
                  <a:pt x="149746" y="70358"/>
                </a:lnTo>
                <a:lnTo>
                  <a:pt x="151852" y="77599"/>
                </a:lnTo>
                <a:lnTo>
                  <a:pt x="151852" y="161811"/>
                </a:lnTo>
                <a:lnTo>
                  <a:pt x="171740" y="161811"/>
                </a:lnTo>
                <a:lnTo>
                  <a:pt x="171740" y="87517"/>
                </a:lnTo>
                <a:lnTo>
                  <a:pt x="167763" y="61255"/>
                </a:lnTo>
                <a:lnTo>
                  <a:pt x="166733" y="59043"/>
                </a:lnTo>
                <a:close/>
              </a:path>
              <a:path w="307975" h="164465">
                <a:moveTo>
                  <a:pt x="139919" y="41931"/>
                </a:moveTo>
                <a:lnTo>
                  <a:pt x="95931" y="58065"/>
                </a:lnTo>
                <a:lnTo>
                  <a:pt x="166278" y="58065"/>
                </a:lnTo>
                <a:lnTo>
                  <a:pt x="139919" y="41931"/>
                </a:lnTo>
                <a:close/>
              </a:path>
              <a:path w="307975" h="164465">
                <a:moveTo>
                  <a:pt x="254335" y="41931"/>
                </a:moveTo>
                <a:lnTo>
                  <a:pt x="214559" y="58275"/>
                </a:lnTo>
                <a:lnTo>
                  <a:pt x="199350" y="104187"/>
                </a:lnTo>
                <a:lnTo>
                  <a:pt x="200312" y="117689"/>
                </a:lnTo>
                <a:lnTo>
                  <a:pt x="222766" y="155543"/>
                </a:lnTo>
                <a:lnTo>
                  <a:pt x="255505" y="164441"/>
                </a:lnTo>
                <a:lnTo>
                  <a:pt x="265245" y="163822"/>
                </a:lnTo>
                <a:lnTo>
                  <a:pt x="296021" y="148121"/>
                </a:lnTo>
                <a:lnTo>
                  <a:pt x="255505" y="148121"/>
                </a:lnTo>
                <a:lnTo>
                  <a:pt x="248442" y="147479"/>
                </a:lnTo>
                <a:lnTo>
                  <a:pt x="221033" y="117374"/>
                </a:lnTo>
                <a:lnTo>
                  <a:pt x="219940" y="108285"/>
                </a:lnTo>
                <a:lnTo>
                  <a:pt x="307917" y="108285"/>
                </a:lnTo>
                <a:lnTo>
                  <a:pt x="307917" y="102977"/>
                </a:lnTo>
                <a:lnTo>
                  <a:pt x="307171" y="91941"/>
                </a:lnTo>
                <a:lnTo>
                  <a:pt x="221110" y="91941"/>
                </a:lnTo>
                <a:lnTo>
                  <a:pt x="222159" y="84659"/>
                </a:lnTo>
                <a:lnTo>
                  <a:pt x="245444" y="58275"/>
                </a:lnTo>
                <a:lnTo>
                  <a:pt x="293185" y="58275"/>
                </a:lnTo>
                <a:lnTo>
                  <a:pt x="292942" y="57949"/>
                </a:lnTo>
                <a:lnTo>
                  <a:pt x="284870" y="50947"/>
                </a:lnTo>
                <a:lnTo>
                  <a:pt x="275744" y="45941"/>
                </a:lnTo>
                <a:lnTo>
                  <a:pt x="265566" y="42934"/>
                </a:lnTo>
                <a:lnTo>
                  <a:pt x="254335" y="41931"/>
                </a:lnTo>
                <a:close/>
              </a:path>
              <a:path w="307975" h="164465">
                <a:moveTo>
                  <a:pt x="286624" y="124047"/>
                </a:moveTo>
                <a:lnTo>
                  <a:pt x="262993" y="148121"/>
                </a:lnTo>
                <a:lnTo>
                  <a:pt x="296021" y="148121"/>
                </a:lnTo>
                <a:lnTo>
                  <a:pt x="300312" y="142571"/>
                </a:lnTo>
                <a:lnTo>
                  <a:pt x="304268" y="135085"/>
                </a:lnTo>
                <a:lnTo>
                  <a:pt x="307215" y="126585"/>
                </a:lnTo>
                <a:lnTo>
                  <a:pt x="286624" y="124047"/>
                </a:lnTo>
                <a:close/>
              </a:path>
              <a:path w="307975" h="164465">
                <a:moveTo>
                  <a:pt x="293185" y="58275"/>
                </a:moveTo>
                <a:lnTo>
                  <a:pt x="254569" y="58275"/>
                </a:lnTo>
                <a:lnTo>
                  <a:pt x="261801" y="58991"/>
                </a:lnTo>
                <a:lnTo>
                  <a:pt x="268374" y="61141"/>
                </a:lnTo>
                <a:lnTo>
                  <a:pt x="286858" y="91941"/>
                </a:lnTo>
                <a:lnTo>
                  <a:pt x="307171" y="91941"/>
                </a:lnTo>
                <a:lnTo>
                  <a:pt x="306992" y="89278"/>
                </a:lnTo>
                <a:lnTo>
                  <a:pt x="304202" y="77206"/>
                </a:lnTo>
                <a:lnTo>
                  <a:pt x="299526" y="66762"/>
                </a:lnTo>
                <a:lnTo>
                  <a:pt x="293185" y="5827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8204275" y="1051671"/>
            <a:ext cx="986790" cy="167640"/>
          </a:xfrm>
          <a:custGeom>
            <a:avLst/>
            <a:gdLst/>
            <a:ahLst/>
            <a:cxnLst/>
            <a:rect l="l" t="t" r="r" b="b"/>
            <a:pathLst>
              <a:path w="986790" h="167640">
                <a:moveTo>
                  <a:pt x="32991" y="4097"/>
                </a:moveTo>
                <a:lnTo>
                  <a:pt x="0" y="4097"/>
                </a:lnTo>
                <a:lnTo>
                  <a:pt x="0" y="164581"/>
                </a:lnTo>
                <a:lnTo>
                  <a:pt x="114649" y="164581"/>
                </a:lnTo>
                <a:lnTo>
                  <a:pt x="114649" y="137318"/>
                </a:lnTo>
                <a:lnTo>
                  <a:pt x="32991" y="137318"/>
                </a:lnTo>
                <a:lnTo>
                  <a:pt x="32991" y="4097"/>
                </a:lnTo>
                <a:close/>
              </a:path>
              <a:path w="986790" h="167640">
                <a:moveTo>
                  <a:pt x="262759" y="2770"/>
                </a:moveTo>
                <a:lnTo>
                  <a:pt x="142259" y="2770"/>
                </a:lnTo>
                <a:lnTo>
                  <a:pt x="142259" y="164581"/>
                </a:lnTo>
                <a:lnTo>
                  <a:pt x="265800" y="164581"/>
                </a:lnTo>
                <a:lnTo>
                  <a:pt x="265800" y="137318"/>
                </a:lnTo>
                <a:lnTo>
                  <a:pt x="175016" y="137318"/>
                </a:lnTo>
                <a:lnTo>
                  <a:pt x="175016" y="93268"/>
                </a:lnTo>
                <a:lnTo>
                  <a:pt x="256675" y="93268"/>
                </a:lnTo>
                <a:lnTo>
                  <a:pt x="256675" y="66004"/>
                </a:lnTo>
                <a:lnTo>
                  <a:pt x="175016" y="66004"/>
                </a:lnTo>
                <a:lnTo>
                  <a:pt x="175016" y="30150"/>
                </a:lnTo>
                <a:lnTo>
                  <a:pt x="262759" y="30150"/>
                </a:lnTo>
                <a:lnTo>
                  <a:pt x="262759" y="2770"/>
                </a:lnTo>
                <a:close/>
              </a:path>
              <a:path w="986790" h="167640">
                <a:moveTo>
                  <a:pt x="379748" y="2770"/>
                </a:moveTo>
                <a:lnTo>
                  <a:pt x="345119" y="2770"/>
                </a:lnTo>
                <a:lnTo>
                  <a:pt x="281711" y="164581"/>
                </a:lnTo>
                <a:lnTo>
                  <a:pt x="316574" y="164581"/>
                </a:lnTo>
                <a:lnTo>
                  <a:pt x="329911" y="127819"/>
                </a:lnTo>
                <a:lnTo>
                  <a:pt x="430016" y="127819"/>
                </a:lnTo>
                <a:lnTo>
                  <a:pt x="419057" y="100555"/>
                </a:lnTo>
                <a:lnTo>
                  <a:pt x="339972" y="100555"/>
                </a:lnTo>
                <a:lnTo>
                  <a:pt x="361966" y="40510"/>
                </a:lnTo>
                <a:lnTo>
                  <a:pt x="394920" y="40510"/>
                </a:lnTo>
                <a:lnTo>
                  <a:pt x="379748" y="2770"/>
                </a:lnTo>
                <a:close/>
              </a:path>
              <a:path w="986790" h="167640">
                <a:moveTo>
                  <a:pt x="430016" y="127819"/>
                </a:moveTo>
                <a:lnTo>
                  <a:pt x="394957" y="127819"/>
                </a:lnTo>
                <a:lnTo>
                  <a:pt x="409230" y="164581"/>
                </a:lnTo>
                <a:lnTo>
                  <a:pt x="444795" y="164581"/>
                </a:lnTo>
                <a:lnTo>
                  <a:pt x="430016" y="127819"/>
                </a:lnTo>
                <a:close/>
              </a:path>
              <a:path w="986790" h="167640">
                <a:moveTo>
                  <a:pt x="468894" y="2770"/>
                </a:moveTo>
                <a:lnTo>
                  <a:pt x="433330" y="2770"/>
                </a:lnTo>
                <a:lnTo>
                  <a:pt x="491357" y="164581"/>
                </a:lnTo>
                <a:lnTo>
                  <a:pt x="526453" y="164581"/>
                </a:lnTo>
                <a:lnTo>
                  <a:pt x="541593" y="122534"/>
                </a:lnTo>
                <a:lnTo>
                  <a:pt x="510075" y="122534"/>
                </a:lnTo>
                <a:lnTo>
                  <a:pt x="468894" y="2770"/>
                </a:lnTo>
                <a:close/>
              </a:path>
              <a:path w="986790" h="167640">
                <a:moveTo>
                  <a:pt x="584714" y="2770"/>
                </a:moveTo>
                <a:lnTo>
                  <a:pt x="549851" y="2770"/>
                </a:lnTo>
                <a:lnTo>
                  <a:pt x="510075" y="122534"/>
                </a:lnTo>
                <a:lnTo>
                  <a:pt x="541593" y="122534"/>
                </a:lnTo>
                <a:lnTo>
                  <a:pt x="584714" y="2770"/>
                </a:lnTo>
                <a:close/>
              </a:path>
              <a:path w="986790" h="167640">
                <a:moveTo>
                  <a:pt x="394920" y="40510"/>
                </a:moveTo>
                <a:lnTo>
                  <a:pt x="361966" y="40510"/>
                </a:lnTo>
                <a:lnTo>
                  <a:pt x="384428" y="100555"/>
                </a:lnTo>
                <a:lnTo>
                  <a:pt x="419057" y="100555"/>
                </a:lnTo>
                <a:lnTo>
                  <a:pt x="394920" y="40510"/>
                </a:lnTo>
                <a:close/>
              </a:path>
              <a:path w="986790" h="167640">
                <a:moveTo>
                  <a:pt x="637828" y="2770"/>
                </a:moveTo>
                <a:lnTo>
                  <a:pt x="604837" y="2770"/>
                </a:lnTo>
                <a:lnTo>
                  <a:pt x="604837" y="164581"/>
                </a:lnTo>
                <a:lnTo>
                  <a:pt x="637828" y="164581"/>
                </a:lnTo>
                <a:lnTo>
                  <a:pt x="637828" y="2770"/>
                </a:lnTo>
                <a:close/>
              </a:path>
              <a:path w="986790" h="167640">
                <a:moveTo>
                  <a:pt x="703108" y="2770"/>
                </a:moveTo>
                <a:lnTo>
                  <a:pt x="671287" y="2770"/>
                </a:lnTo>
                <a:lnTo>
                  <a:pt x="671287" y="164581"/>
                </a:lnTo>
                <a:lnTo>
                  <a:pt x="701704" y="164581"/>
                </a:lnTo>
                <a:lnTo>
                  <a:pt x="701704" y="59066"/>
                </a:lnTo>
                <a:lnTo>
                  <a:pt x="737851" y="59066"/>
                </a:lnTo>
                <a:lnTo>
                  <a:pt x="703108" y="2770"/>
                </a:lnTo>
                <a:close/>
              </a:path>
              <a:path w="986790" h="167640">
                <a:moveTo>
                  <a:pt x="737851" y="59066"/>
                </a:moveTo>
                <a:lnTo>
                  <a:pt x="701704" y="59066"/>
                </a:lnTo>
                <a:lnTo>
                  <a:pt x="767218" y="164581"/>
                </a:lnTo>
                <a:lnTo>
                  <a:pt x="800210" y="164581"/>
                </a:lnTo>
                <a:lnTo>
                  <a:pt x="800210" y="110823"/>
                </a:lnTo>
                <a:lnTo>
                  <a:pt x="769792" y="110823"/>
                </a:lnTo>
                <a:lnTo>
                  <a:pt x="737851" y="59066"/>
                </a:lnTo>
                <a:close/>
              </a:path>
              <a:path w="986790" h="167640">
                <a:moveTo>
                  <a:pt x="800209" y="2770"/>
                </a:moveTo>
                <a:lnTo>
                  <a:pt x="769792" y="2770"/>
                </a:lnTo>
                <a:lnTo>
                  <a:pt x="769792" y="110823"/>
                </a:lnTo>
                <a:lnTo>
                  <a:pt x="800210" y="110823"/>
                </a:lnTo>
                <a:lnTo>
                  <a:pt x="800209" y="2770"/>
                </a:lnTo>
                <a:close/>
              </a:path>
              <a:path w="986790" h="167640">
                <a:moveTo>
                  <a:pt x="914859" y="0"/>
                </a:moveTo>
                <a:lnTo>
                  <a:pt x="876019" y="8078"/>
                </a:lnTo>
                <a:lnTo>
                  <a:pt x="844900" y="38206"/>
                </a:lnTo>
                <a:lnTo>
                  <a:pt x="834137" y="83117"/>
                </a:lnTo>
                <a:lnTo>
                  <a:pt x="834747" y="94545"/>
                </a:lnTo>
                <a:lnTo>
                  <a:pt x="849078" y="135554"/>
                </a:lnTo>
                <a:lnTo>
                  <a:pt x="882150" y="161347"/>
                </a:lnTo>
                <a:lnTo>
                  <a:pt x="916731" y="167328"/>
                </a:lnTo>
                <a:lnTo>
                  <a:pt x="926727" y="166857"/>
                </a:lnTo>
                <a:lnTo>
                  <a:pt x="965527" y="155841"/>
                </a:lnTo>
                <a:lnTo>
                  <a:pt x="986223" y="142277"/>
                </a:lnTo>
                <a:lnTo>
                  <a:pt x="986223" y="139413"/>
                </a:lnTo>
                <a:lnTo>
                  <a:pt x="914625" y="139413"/>
                </a:lnTo>
                <a:lnTo>
                  <a:pt x="904754" y="138514"/>
                </a:lnTo>
                <a:lnTo>
                  <a:pt x="871252" y="107001"/>
                </a:lnTo>
                <a:lnTo>
                  <a:pt x="868064" y="81790"/>
                </a:lnTo>
                <a:lnTo>
                  <a:pt x="868853" y="69256"/>
                </a:lnTo>
                <a:lnTo>
                  <a:pt x="887583" y="35570"/>
                </a:lnTo>
                <a:lnTo>
                  <a:pt x="914859" y="27938"/>
                </a:lnTo>
                <a:lnTo>
                  <a:pt x="976342" y="27938"/>
                </a:lnTo>
                <a:lnTo>
                  <a:pt x="976221" y="27697"/>
                </a:lnTo>
                <a:lnTo>
                  <a:pt x="941943" y="3160"/>
                </a:lnTo>
                <a:lnTo>
                  <a:pt x="929257" y="790"/>
                </a:lnTo>
                <a:lnTo>
                  <a:pt x="914859" y="0"/>
                </a:lnTo>
                <a:close/>
              </a:path>
              <a:path w="986790" h="167640">
                <a:moveTo>
                  <a:pt x="986223" y="77832"/>
                </a:moveTo>
                <a:lnTo>
                  <a:pt x="915561" y="77832"/>
                </a:lnTo>
                <a:lnTo>
                  <a:pt x="915561" y="105095"/>
                </a:lnTo>
                <a:lnTo>
                  <a:pt x="952998" y="105095"/>
                </a:lnTo>
                <a:lnTo>
                  <a:pt x="952998" y="125607"/>
                </a:lnTo>
                <a:lnTo>
                  <a:pt x="948085" y="129448"/>
                </a:lnTo>
                <a:lnTo>
                  <a:pt x="942235" y="132685"/>
                </a:lnTo>
                <a:lnTo>
                  <a:pt x="928430" y="138063"/>
                </a:lnTo>
                <a:lnTo>
                  <a:pt x="921411" y="139413"/>
                </a:lnTo>
                <a:lnTo>
                  <a:pt x="986223" y="139413"/>
                </a:lnTo>
                <a:lnTo>
                  <a:pt x="986223" y="77832"/>
                </a:lnTo>
                <a:close/>
              </a:path>
              <a:path w="986790" h="167640">
                <a:moveTo>
                  <a:pt x="976342" y="27938"/>
                </a:moveTo>
                <a:lnTo>
                  <a:pt x="924453" y="27938"/>
                </a:lnTo>
                <a:lnTo>
                  <a:pt x="932408" y="30243"/>
                </a:lnTo>
                <a:lnTo>
                  <a:pt x="945043" y="39440"/>
                </a:lnTo>
                <a:lnTo>
                  <a:pt x="949254" y="45702"/>
                </a:lnTo>
                <a:lnTo>
                  <a:pt x="951594" y="53642"/>
                </a:lnTo>
                <a:lnTo>
                  <a:pt x="984117" y="47588"/>
                </a:lnTo>
                <a:lnTo>
                  <a:pt x="980915" y="37037"/>
                </a:lnTo>
                <a:lnTo>
                  <a:pt x="976342" y="2793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9304448" y="1051671"/>
            <a:ext cx="832485" cy="167640"/>
          </a:xfrm>
          <a:custGeom>
            <a:avLst/>
            <a:gdLst/>
            <a:ahLst/>
            <a:cxnLst/>
            <a:rect l="l" t="t" r="r" b="b"/>
            <a:pathLst>
              <a:path w="832484" h="167640">
                <a:moveTo>
                  <a:pt x="80722" y="0"/>
                </a:moveTo>
                <a:lnTo>
                  <a:pt x="41648" y="8078"/>
                </a:lnTo>
                <a:lnTo>
                  <a:pt x="10529" y="38206"/>
                </a:lnTo>
                <a:lnTo>
                  <a:pt x="0" y="83117"/>
                </a:lnTo>
                <a:lnTo>
                  <a:pt x="573" y="94545"/>
                </a:lnTo>
                <a:lnTo>
                  <a:pt x="14707" y="135554"/>
                </a:lnTo>
                <a:lnTo>
                  <a:pt x="47812" y="161347"/>
                </a:lnTo>
                <a:lnTo>
                  <a:pt x="82360" y="167328"/>
                </a:lnTo>
                <a:lnTo>
                  <a:pt x="92359" y="166857"/>
                </a:lnTo>
                <a:lnTo>
                  <a:pt x="131353" y="155841"/>
                </a:lnTo>
                <a:lnTo>
                  <a:pt x="151852" y="142277"/>
                </a:lnTo>
                <a:lnTo>
                  <a:pt x="151852" y="139413"/>
                </a:lnTo>
                <a:lnTo>
                  <a:pt x="80254" y="139413"/>
                </a:lnTo>
                <a:lnTo>
                  <a:pt x="70383" y="138514"/>
                </a:lnTo>
                <a:lnTo>
                  <a:pt x="36881" y="107001"/>
                </a:lnTo>
                <a:lnTo>
                  <a:pt x="33693" y="81790"/>
                </a:lnTo>
                <a:lnTo>
                  <a:pt x="34482" y="69256"/>
                </a:lnTo>
                <a:lnTo>
                  <a:pt x="53314" y="35570"/>
                </a:lnTo>
                <a:lnTo>
                  <a:pt x="80722" y="27938"/>
                </a:lnTo>
                <a:lnTo>
                  <a:pt x="142059" y="27938"/>
                </a:lnTo>
                <a:lnTo>
                  <a:pt x="141937" y="27697"/>
                </a:lnTo>
                <a:lnTo>
                  <a:pt x="107601" y="3160"/>
                </a:lnTo>
                <a:lnTo>
                  <a:pt x="94984" y="790"/>
                </a:lnTo>
                <a:lnTo>
                  <a:pt x="80722" y="0"/>
                </a:lnTo>
                <a:close/>
              </a:path>
              <a:path w="832484" h="167640">
                <a:moveTo>
                  <a:pt x="151852" y="77832"/>
                </a:moveTo>
                <a:lnTo>
                  <a:pt x="81190" y="77832"/>
                </a:lnTo>
                <a:lnTo>
                  <a:pt x="81190" y="105095"/>
                </a:lnTo>
                <a:lnTo>
                  <a:pt x="118861" y="105095"/>
                </a:lnTo>
                <a:lnTo>
                  <a:pt x="118861" y="125607"/>
                </a:lnTo>
                <a:lnTo>
                  <a:pt x="87274" y="139413"/>
                </a:lnTo>
                <a:lnTo>
                  <a:pt x="151852" y="139413"/>
                </a:lnTo>
                <a:lnTo>
                  <a:pt x="151852" y="77832"/>
                </a:lnTo>
                <a:close/>
              </a:path>
              <a:path w="832484" h="167640">
                <a:moveTo>
                  <a:pt x="142059" y="27938"/>
                </a:moveTo>
                <a:lnTo>
                  <a:pt x="90082" y="27938"/>
                </a:lnTo>
                <a:lnTo>
                  <a:pt x="98037" y="30243"/>
                </a:lnTo>
                <a:lnTo>
                  <a:pt x="110672" y="39440"/>
                </a:lnTo>
                <a:lnTo>
                  <a:pt x="114883" y="45702"/>
                </a:lnTo>
                <a:lnTo>
                  <a:pt x="117223" y="53642"/>
                </a:lnTo>
                <a:lnTo>
                  <a:pt x="149746" y="47588"/>
                </a:lnTo>
                <a:lnTo>
                  <a:pt x="146643" y="37037"/>
                </a:lnTo>
                <a:lnTo>
                  <a:pt x="142059" y="27938"/>
                </a:lnTo>
                <a:close/>
              </a:path>
              <a:path w="832484" h="167640">
                <a:moveTo>
                  <a:pt x="256675" y="2770"/>
                </a:moveTo>
                <a:lnTo>
                  <a:pt x="187651" y="2770"/>
                </a:lnTo>
                <a:lnTo>
                  <a:pt x="187651" y="164581"/>
                </a:lnTo>
                <a:lnTo>
                  <a:pt x="220408" y="164581"/>
                </a:lnTo>
                <a:lnTo>
                  <a:pt x="220408" y="97016"/>
                </a:lnTo>
                <a:lnTo>
                  <a:pt x="284277" y="97016"/>
                </a:lnTo>
                <a:lnTo>
                  <a:pt x="277733" y="93175"/>
                </a:lnTo>
                <a:lnTo>
                  <a:pt x="287780" y="91075"/>
                </a:lnTo>
                <a:lnTo>
                  <a:pt x="296510" y="87881"/>
                </a:lnTo>
                <a:lnTo>
                  <a:pt x="303924" y="83592"/>
                </a:lnTo>
                <a:lnTo>
                  <a:pt x="310022" y="78204"/>
                </a:lnTo>
                <a:lnTo>
                  <a:pt x="314665" y="71874"/>
                </a:lnTo>
                <a:lnTo>
                  <a:pt x="314986" y="71196"/>
                </a:lnTo>
                <a:lnTo>
                  <a:pt x="220408" y="71196"/>
                </a:lnTo>
                <a:lnTo>
                  <a:pt x="220408" y="30150"/>
                </a:lnTo>
                <a:lnTo>
                  <a:pt x="317282" y="30150"/>
                </a:lnTo>
                <a:lnTo>
                  <a:pt x="316640" y="28404"/>
                </a:lnTo>
                <a:lnTo>
                  <a:pt x="313532" y="22630"/>
                </a:lnTo>
                <a:lnTo>
                  <a:pt x="279313" y="3856"/>
                </a:lnTo>
                <a:lnTo>
                  <a:pt x="268915" y="3041"/>
                </a:lnTo>
                <a:lnTo>
                  <a:pt x="256675" y="2770"/>
                </a:lnTo>
                <a:close/>
              </a:path>
              <a:path w="832484" h="167640">
                <a:moveTo>
                  <a:pt x="284277" y="97016"/>
                </a:moveTo>
                <a:lnTo>
                  <a:pt x="234681" y="97016"/>
                </a:lnTo>
                <a:lnTo>
                  <a:pt x="240296" y="97645"/>
                </a:lnTo>
                <a:lnTo>
                  <a:pt x="243806" y="98856"/>
                </a:lnTo>
                <a:lnTo>
                  <a:pt x="270948" y="129355"/>
                </a:lnTo>
                <a:lnTo>
                  <a:pt x="294580" y="164581"/>
                </a:lnTo>
                <a:lnTo>
                  <a:pt x="333888" y="164581"/>
                </a:lnTo>
                <a:lnTo>
                  <a:pt x="308476" y="124284"/>
                </a:lnTo>
                <a:lnTo>
                  <a:pt x="284753" y="97296"/>
                </a:lnTo>
                <a:lnTo>
                  <a:pt x="284277" y="97016"/>
                </a:lnTo>
                <a:close/>
              </a:path>
              <a:path w="832484" h="167640">
                <a:moveTo>
                  <a:pt x="317282" y="30150"/>
                </a:moveTo>
                <a:lnTo>
                  <a:pt x="259483" y="30150"/>
                </a:lnTo>
                <a:lnTo>
                  <a:pt x="267438" y="30336"/>
                </a:lnTo>
                <a:lnTo>
                  <a:pt x="270012" y="30685"/>
                </a:lnTo>
                <a:lnTo>
                  <a:pt x="275393" y="31570"/>
                </a:lnTo>
                <a:lnTo>
                  <a:pt x="279605" y="33689"/>
                </a:lnTo>
                <a:lnTo>
                  <a:pt x="282413" y="37041"/>
                </a:lnTo>
                <a:lnTo>
                  <a:pt x="285455" y="40394"/>
                </a:lnTo>
                <a:lnTo>
                  <a:pt x="286858" y="44794"/>
                </a:lnTo>
                <a:lnTo>
                  <a:pt x="286858" y="55085"/>
                </a:lnTo>
                <a:lnTo>
                  <a:pt x="285689" y="59136"/>
                </a:lnTo>
                <a:lnTo>
                  <a:pt x="244742" y="71196"/>
                </a:lnTo>
                <a:lnTo>
                  <a:pt x="314986" y="71196"/>
                </a:lnTo>
                <a:lnTo>
                  <a:pt x="318036" y="64753"/>
                </a:lnTo>
                <a:lnTo>
                  <a:pt x="320091" y="56838"/>
                </a:lnTo>
                <a:lnTo>
                  <a:pt x="320785" y="48124"/>
                </a:lnTo>
                <a:lnTo>
                  <a:pt x="320310" y="41158"/>
                </a:lnTo>
                <a:lnTo>
                  <a:pt x="318914" y="34582"/>
                </a:lnTo>
                <a:lnTo>
                  <a:pt x="317282" y="30150"/>
                </a:lnTo>
                <a:close/>
              </a:path>
              <a:path w="832484" h="167640">
                <a:moveTo>
                  <a:pt x="428416" y="0"/>
                </a:moveTo>
                <a:lnTo>
                  <a:pt x="387894" y="9095"/>
                </a:lnTo>
                <a:lnTo>
                  <a:pt x="360321" y="37141"/>
                </a:lnTo>
                <a:lnTo>
                  <a:pt x="349799" y="84677"/>
                </a:lnTo>
                <a:lnTo>
                  <a:pt x="351155" y="102950"/>
                </a:lnTo>
                <a:lnTo>
                  <a:pt x="371325" y="145304"/>
                </a:lnTo>
                <a:lnTo>
                  <a:pt x="411730" y="165953"/>
                </a:lnTo>
                <a:lnTo>
                  <a:pt x="428884" y="167328"/>
                </a:lnTo>
                <a:lnTo>
                  <a:pt x="445902" y="165945"/>
                </a:lnTo>
                <a:lnTo>
                  <a:pt x="461144" y="161796"/>
                </a:lnTo>
                <a:lnTo>
                  <a:pt x="474587" y="154884"/>
                </a:lnTo>
                <a:lnTo>
                  <a:pt x="486209" y="145210"/>
                </a:lnTo>
                <a:lnTo>
                  <a:pt x="490675" y="139413"/>
                </a:lnTo>
                <a:lnTo>
                  <a:pt x="428884" y="139413"/>
                </a:lnTo>
                <a:lnTo>
                  <a:pt x="419492" y="138527"/>
                </a:lnTo>
                <a:lnTo>
                  <a:pt x="386885" y="107723"/>
                </a:lnTo>
                <a:lnTo>
                  <a:pt x="383751" y="83117"/>
                </a:lnTo>
                <a:lnTo>
                  <a:pt x="384479" y="70482"/>
                </a:lnTo>
                <a:lnTo>
                  <a:pt x="402792" y="35727"/>
                </a:lnTo>
                <a:lnTo>
                  <a:pt x="428884" y="27938"/>
                </a:lnTo>
                <a:lnTo>
                  <a:pt x="490451" y="27938"/>
                </a:lnTo>
                <a:lnTo>
                  <a:pt x="485975" y="22187"/>
                </a:lnTo>
                <a:lnTo>
                  <a:pt x="474349" y="12483"/>
                </a:lnTo>
                <a:lnTo>
                  <a:pt x="460881" y="5549"/>
                </a:lnTo>
                <a:lnTo>
                  <a:pt x="445570" y="1387"/>
                </a:lnTo>
                <a:lnTo>
                  <a:pt x="428416" y="0"/>
                </a:lnTo>
                <a:close/>
              </a:path>
              <a:path w="832484" h="167640">
                <a:moveTo>
                  <a:pt x="490451" y="27938"/>
                </a:moveTo>
                <a:lnTo>
                  <a:pt x="428884" y="27938"/>
                </a:lnTo>
                <a:lnTo>
                  <a:pt x="438570" y="28803"/>
                </a:lnTo>
                <a:lnTo>
                  <a:pt x="447164" y="31361"/>
                </a:lnTo>
                <a:lnTo>
                  <a:pt x="472825" y="70099"/>
                </a:lnTo>
                <a:lnTo>
                  <a:pt x="473574" y="83117"/>
                </a:lnTo>
                <a:lnTo>
                  <a:pt x="472784" y="96309"/>
                </a:lnTo>
                <a:lnTo>
                  <a:pt x="454318" y="131487"/>
                </a:lnTo>
                <a:lnTo>
                  <a:pt x="428884" y="139413"/>
                </a:lnTo>
                <a:lnTo>
                  <a:pt x="490675" y="139413"/>
                </a:lnTo>
                <a:lnTo>
                  <a:pt x="506181" y="102412"/>
                </a:lnTo>
                <a:lnTo>
                  <a:pt x="507447" y="83117"/>
                </a:lnTo>
                <a:lnTo>
                  <a:pt x="506178" y="65218"/>
                </a:lnTo>
                <a:lnTo>
                  <a:pt x="502178" y="48715"/>
                </a:lnTo>
                <a:lnTo>
                  <a:pt x="495458" y="34372"/>
                </a:lnTo>
                <a:lnTo>
                  <a:pt x="490451" y="27938"/>
                </a:lnTo>
                <a:close/>
              </a:path>
              <a:path w="832484" h="167640">
                <a:moveTo>
                  <a:pt x="571144" y="2770"/>
                </a:moveTo>
                <a:lnTo>
                  <a:pt x="538386" y="2770"/>
                </a:lnTo>
                <a:lnTo>
                  <a:pt x="538432" y="92290"/>
                </a:lnTo>
                <a:lnTo>
                  <a:pt x="538566" y="101830"/>
                </a:lnTo>
                <a:lnTo>
                  <a:pt x="546108" y="142370"/>
                </a:lnTo>
                <a:lnTo>
                  <a:pt x="584597" y="165996"/>
                </a:lnTo>
                <a:lnTo>
                  <a:pt x="605071" y="167328"/>
                </a:lnTo>
                <a:lnTo>
                  <a:pt x="614280" y="167023"/>
                </a:lnTo>
                <a:lnTo>
                  <a:pt x="650697" y="154756"/>
                </a:lnTo>
                <a:lnTo>
                  <a:pt x="655376" y="149238"/>
                </a:lnTo>
                <a:lnTo>
                  <a:pt x="660290" y="143720"/>
                </a:lnTo>
                <a:lnTo>
                  <a:pt x="662372" y="139413"/>
                </a:lnTo>
                <a:lnTo>
                  <a:pt x="595009" y="139413"/>
                </a:lnTo>
                <a:lnTo>
                  <a:pt x="587756" y="137411"/>
                </a:lnTo>
                <a:lnTo>
                  <a:pt x="571287" y="101830"/>
                </a:lnTo>
                <a:lnTo>
                  <a:pt x="571160" y="92290"/>
                </a:lnTo>
                <a:lnTo>
                  <a:pt x="571144" y="2770"/>
                </a:lnTo>
                <a:close/>
              </a:path>
              <a:path w="832484" h="167640">
                <a:moveTo>
                  <a:pt x="668011" y="2770"/>
                </a:moveTo>
                <a:lnTo>
                  <a:pt x="635020" y="2770"/>
                </a:lnTo>
                <a:lnTo>
                  <a:pt x="634911" y="101830"/>
                </a:lnTo>
                <a:lnTo>
                  <a:pt x="634669" y="108759"/>
                </a:lnTo>
                <a:lnTo>
                  <a:pt x="613494" y="139413"/>
                </a:lnTo>
                <a:lnTo>
                  <a:pt x="662372" y="139413"/>
                </a:lnTo>
                <a:lnTo>
                  <a:pt x="667853" y="99912"/>
                </a:lnTo>
                <a:lnTo>
                  <a:pt x="667977" y="90404"/>
                </a:lnTo>
                <a:lnTo>
                  <a:pt x="668011" y="2770"/>
                </a:lnTo>
                <a:close/>
              </a:path>
              <a:path w="832484" h="167640">
                <a:moveTo>
                  <a:pt x="760199" y="2770"/>
                </a:moveTo>
                <a:lnTo>
                  <a:pt x="707554" y="2770"/>
                </a:lnTo>
                <a:lnTo>
                  <a:pt x="707554" y="164581"/>
                </a:lnTo>
                <a:lnTo>
                  <a:pt x="740311" y="164581"/>
                </a:lnTo>
                <a:lnTo>
                  <a:pt x="740311" y="103535"/>
                </a:lnTo>
                <a:lnTo>
                  <a:pt x="761603" y="103535"/>
                </a:lnTo>
                <a:lnTo>
                  <a:pt x="801613" y="99973"/>
                </a:lnTo>
                <a:lnTo>
                  <a:pt x="827313" y="76062"/>
                </a:lnTo>
                <a:lnTo>
                  <a:pt x="740311" y="76062"/>
                </a:lnTo>
                <a:lnTo>
                  <a:pt x="740311" y="30150"/>
                </a:lnTo>
                <a:lnTo>
                  <a:pt x="827807" y="30150"/>
                </a:lnTo>
                <a:lnTo>
                  <a:pt x="826799" y="27586"/>
                </a:lnTo>
                <a:lnTo>
                  <a:pt x="822672" y="21047"/>
                </a:lnTo>
                <a:lnTo>
                  <a:pt x="784913" y="3378"/>
                </a:lnTo>
                <a:lnTo>
                  <a:pt x="773839" y="2923"/>
                </a:lnTo>
                <a:lnTo>
                  <a:pt x="760199" y="2770"/>
                </a:lnTo>
                <a:close/>
              </a:path>
              <a:path w="832484" h="167640">
                <a:moveTo>
                  <a:pt x="827807" y="30150"/>
                </a:moveTo>
                <a:lnTo>
                  <a:pt x="767920" y="30150"/>
                </a:lnTo>
                <a:lnTo>
                  <a:pt x="775876" y="30499"/>
                </a:lnTo>
                <a:lnTo>
                  <a:pt x="785001" y="32199"/>
                </a:lnTo>
                <a:lnTo>
                  <a:pt x="789446" y="34597"/>
                </a:lnTo>
                <a:lnTo>
                  <a:pt x="796466" y="42257"/>
                </a:lnTo>
                <a:lnTo>
                  <a:pt x="798104" y="47099"/>
                </a:lnTo>
                <a:lnTo>
                  <a:pt x="798104" y="57763"/>
                </a:lnTo>
                <a:lnTo>
                  <a:pt x="796934" y="61977"/>
                </a:lnTo>
                <a:lnTo>
                  <a:pt x="794360" y="65562"/>
                </a:lnTo>
                <a:lnTo>
                  <a:pt x="792020" y="69171"/>
                </a:lnTo>
                <a:lnTo>
                  <a:pt x="758327" y="76062"/>
                </a:lnTo>
                <a:lnTo>
                  <a:pt x="827313" y="76062"/>
                </a:lnTo>
                <a:lnTo>
                  <a:pt x="828971" y="72224"/>
                </a:lnTo>
                <a:lnTo>
                  <a:pt x="830656" y="66261"/>
                </a:lnTo>
                <a:lnTo>
                  <a:pt x="831683" y="59703"/>
                </a:lnTo>
                <a:lnTo>
                  <a:pt x="832031" y="52547"/>
                </a:lnTo>
                <a:lnTo>
                  <a:pt x="831457" y="43336"/>
                </a:lnTo>
                <a:lnTo>
                  <a:pt x="829720" y="35016"/>
                </a:lnTo>
                <a:lnTo>
                  <a:pt x="827807" y="3015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/>
          <p:nvPr/>
        </p:nvSpPr>
        <p:spPr>
          <a:xfrm>
            <a:off x="6602218" y="1336389"/>
            <a:ext cx="991235" cy="209550"/>
          </a:xfrm>
          <a:custGeom>
            <a:avLst/>
            <a:gdLst/>
            <a:ahLst/>
            <a:cxnLst/>
            <a:rect l="l" t="t" r="r" b="b"/>
            <a:pathLst>
              <a:path w="991234" h="209550">
                <a:moveTo>
                  <a:pt x="72065" y="0"/>
                </a:moveTo>
                <a:lnTo>
                  <a:pt x="0" y="0"/>
                </a:lnTo>
                <a:lnTo>
                  <a:pt x="0" y="161811"/>
                </a:lnTo>
                <a:lnTo>
                  <a:pt x="21526" y="161811"/>
                </a:lnTo>
                <a:lnTo>
                  <a:pt x="21526" y="89962"/>
                </a:lnTo>
                <a:lnTo>
                  <a:pt x="87880" y="89962"/>
                </a:lnTo>
                <a:lnTo>
                  <a:pt x="84232" y="88192"/>
                </a:lnTo>
                <a:lnTo>
                  <a:pt x="95105" y="86049"/>
                </a:lnTo>
                <a:lnTo>
                  <a:pt x="104530" y="82832"/>
                </a:lnTo>
                <a:lnTo>
                  <a:pt x="112463" y="78540"/>
                </a:lnTo>
                <a:lnTo>
                  <a:pt x="118861" y="73175"/>
                </a:lnTo>
                <a:lnTo>
                  <a:pt x="120254" y="71406"/>
                </a:lnTo>
                <a:lnTo>
                  <a:pt x="21526" y="71406"/>
                </a:lnTo>
                <a:lnTo>
                  <a:pt x="21526" y="17880"/>
                </a:lnTo>
                <a:lnTo>
                  <a:pt x="122107" y="17880"/>
                </a:lnTo>
                <a:lnTo>
                  <a:pt x="118627" y="12409"/>
                </a:lnTo>
                <a:lnTo>
                  <a:pt x="112778" y="7264"/>
                </a:lnTo>
                <a:lnTo>
                  <a:pt x="105056" y="4353"/>
                </a:lnTo>
                <a:lnTo>
                  <a:pt x="98783" y="2445"/>
                </a:lnTo>
                <a:lnTo>
                  <a:pt x="91193" y="1085"/>
                </a:lnTo>
                <a:lnTo>
                  <a:pt x="82287" y="271"/>
                </a:lnTo>
                <a:lnTo>
                  <a:pt x="72065" y="0"/>
                </a:lnTo>
                <a:close/>
              </a:path>
              <a:path w="991234" h="209550">
                <a:moveTo>
                  <a:pt x="87880" y="89962"/>
                </a:moveTo>
                <a:lnTo>
                  <a:pt x="51943" y="89962"/>
                </a:lnTo>
                <a:lnTo>
                  <a:pt x="55921" y="90218"/>
                </a:lnTo>
                <a:lnTo>
                  <a:pt x="58494" y="90730"/>
                </a:lnTo>
                <a:lnTo>
                  <a:pt x="90239" y="121287"/>
                </a:lnTo>
                <a:lnTo>
                  <a:pt x="116287" y="161811"/>
                </a:lnTo>
                <a:lnTo>
                  <a:pt x="143195" y="161811"/>
                </a:lnTo>
                <a:lnTo>
                  <a:pt x="115117" y="117761"/>
                </a:lnTo>
                <a:lnTo>
                  <a:pt x="89848" y="90916"/>
                </a:lnTo>
                <a:lnTo>
                  <a:pt x="87880" y="89962"/>
                </a:lnTo>
                <a:close/>
              </a:path>
              <a:path w="991234" h="209550">
                <a:moveTo>
                  <a:pt x="122107" y="17880"/>
                </a:moveTo>
                <a:lnTo>
                  <a:pt x="73001" y="17880"/>
                </a:lnTo>
                <a:lnTo>
                  <a:pt x="81377" y="18343"/>
                </a:lnTo>
                <a:lnTo>
                  <a:pt x="88590" y="19731"/>
                </a:lnTo>
                <a:lnTo>
                  <a:pt x="107864" y="49381"/>
                </a:lnTo>
                <a:lnTo>
                  <a:pt x="106460" y="54200"/>
                </a:lnTo>
                <a:lnTo>
                  <a:pt x="103418" y="58671"/>
                </a:lnTo>
                <a:lnTo>
                  <a:pt x="100611" y="63117"/>
                </a:lnTo>
                <a:lnTo>
                  <a:pt x="96399" y="66354"/>
                </a:lnTo>
                <a:lnTo>
                  <a:pt x="90784" y="68379"/>
                </a:lnTo>
                <a:lnTo>
                  <a:pt x="85402" y="70405"/>
                </a:lnTo>
                <a:lnTo>
                  <a:pt x="77681" y="71406"/>
                </a:lnTo>
                <a:lnTo>
                  <a:pt x="120254" y="71406"/>
                </a:lnTo>
                <a:lnTo>
                  <a:pt x="123775" y="66933"/>
                </a:lnTo>
                <a:lnTo>
                  <a:pt x="127284" y="60012"/>
                </a:lnTo>
                <a:lnTo>
                  <a:pt x="129390" y="52415"/>
                </a:lnTo>
                <a:lnTo>
                  <a:pt x="130092" y="44143"/>
                </a:lnTo>
                <a:lnTo>
                  <a:pt x="130092" y="35249"/>
                </a:lnTo>
                <a:lnTo>
                  <a:pt x="127752" y="27123"/>
                </a:lnTo>
                <a:lnTo>
                  <a:pt x="123285" y="19731"/>
                </a:lnTo>
                <a:lnTo>
                  <a:pt x="122107" y="17880"/>
                </a:lnTo>
                <a:close/>
              </a:path>
              <a:path w="991234" h="209550">
                <a:moveTo>
                  <a:pt x="214325" y="41931"/>
                </a:moveTo>
                <a:lnTo>
                  <a:pt x="174782" y="58275"/>
                </a:lnTo>
                <a:lnTo>
                  <a:pt x="159340" y="104187"/>
                </a:lnTo>
                <a:lnTo>
                  <a:pt x="160301" y="117689"/>
                </a:lnTo>
                <a:lnTo>
                  <a:pt x="182756" y="155543"/>
                </a:lnTo>
                <a:lnTo>
                  <a:pt x="215495" y="164441"/>
                </a:lnTo>
                <a:lnTo>
                  <a:pt x="225366" y="163822"/>
                </a:lnTo>
                <a:lnTo>
                  <a:pt x="256051" y="148121"/>
                </a:lnTo>
                <a:lnTo>
                  <a:pt x="215729" y="148121"/>
                </a:lnTo>
                <a:lnTo>
                  <a:pt x="208629" y="147479"/>
                </a:lnTo>
                <a:lnTo>
                  <a:pt x="181122" y="117374"/>
                </a:lnTo>
                <a:lnTo>
                  <a:pt x="179930" y="108285"/>
                </a:lnTo>
                <a:lnTo>
                  <a:pt x="267906" y="108285"/>
                </a:lnTo>
                <a:lnTo>
                  <a:pt x="267906" y="102977"/>
                </a:lnTo>
                <a:lnTo>
                  <a:pt x="267161" y="91941"/>
                </a:lnTo>
                <a:lnTo>
                  <a:pt x="181100" y="91941"/>
                </a:lnTo>
                <a:lnTo>
                  <a:pt x="182149" y="84660"/>
                </a:lnTo>
                <a:lnTo>
                  <a:pt x="205434" y="58275"/>
                </a:lnTo>
                <a:lnTo>
                  <a:pt x="253175" y="58275"/>
                </a:lnTo>
                <a:lnTo>
                  <a:pt x="252931" y="57949"/>
                </a:lnTo>
                <a:lnTo>
                  <a:pt x="244991" y="50947"/>
                </a:lnTo>
                <a:lnTo>
                  <a:pt x="235909" y="45941"/>
                </a:lnTo>
                <a:lnTo>
                  <a:pt x="225687" y="42934"/>
                </a:lnTo>
                <a:lnTo>
                  <a:pt x="214325" y="41931"/>
                </a:lnTo>
                <a:close/>
              </a:path>
              <a:path w="991234" h="209550">
                <a:moveTo>
                  <a:pt x="246614" y="124047"/>
                </a:moveTo>
                <a:lnTo>
                  <a:pt x="243572" y="132452"/>
                </a:lnTo>
                <a:lnTo>
                  <a:pt x="239595" y="138552"/>
                </a:lnTo>
                <a:lnTo>
                  <a:pt x="229299" y="146212"/>
                </a:lnTo>
                <a:lnTo>
                  <a:pt x="222982" y="148121"/>
                </a:lnTo>
                <a:lnTo>
                  <a:pt x="256051" y="148121"/>
                </a:lnTo>
                <a:lnTo>
                  <a:pt x="260389" y="142571"/>
                </a:lnTo>
                <a:lnTo>
                  <a:pt x="264356" y="135085"/>
                </a:lnTo>
                <a:lnTo>
                  <a:pt x="267204" y="126585"/>
                </a:lnTo>
                <a:lnTo>
                  <a:pt x="246614" y="124047"/>
                </a:lnTo>
                <a:close/>
              </a:path>
              <a:path w="991234" h="209550">
                <a:moveTo>
                  <a:pt x="253175" y="58275"/>
                </a:moveTo>
                <a:lnTo>
                  <a:pt x="214559" y="58275"/>
                </a:lnTo>
                <a:lnTo>
                  <a:pt x="221889" y="58991"/>
                </a:lnTo>
                <a:lnTo>
                  <a:pt x="228451" y="61141"/>
                </a:lnTo>
                <a:lnTo>
                  <a:pt x="246848" y="91941"/>
                </a:lnTo>
                <a:lnTo>
                  <a:pt x="267161" y="91941"/>
                </a:lnTo>
                <a:lnTo>
                  <a:pt x="266981" y="89278"/>
                </a:lnTo>
                <a:lnTo>
                  <a:pt x="264192" y="77206"/>
                </a:lnTo>
                <a:lnTo>
                  <a:pt x="259516" y="66762"/>
                </a:lnTo>
                <a:lnTo>
                  <a:pt x="253175" y="58275"/>
                </a:lnTo>
                <a:close/>
              </a:path>
              <a:path w="991234" h="209550">
                <a:moveTo>
                  <a:pt x="387453" y="58391"/>
                </a:moveTo>
                <a:lnTo>
                  <a:pt x="353075" y="58391"/>
                </a:lnTo>
                <a:lnTo>
                  <a:pt x="360796" y="60626"/>
                </a:lnTo>
                <a:lnTo>
                  <a:pt x="365710" y="65120"/>
                </a:lnTo>
                <a:lnTo>
                  <a:pt x="369687" y="68426"/>
                </a:lnTo>
                <a:lnTo>
                  <a:pt x="371559" y="74130"/>
                </a:lnTo>
                <a:lnTo>
                  <a:pt x="371559" y="82954"/>
                </a:lnTo>
                <a:lnTo>
                  <a:pt x="371325" y="84700"/>
                </a:lnTo>
                <a:lnTo>
                  <a:pt x="371325" y="87424"/>
                </a:lnTo>
                <a:lnTo>
                  <a:pt x="364880" y="89331"/>
                </a:lnTo>
                <a:lnTo>
                  <a:pt x="356789" y="91106"/>
                </a:lnTo>
                <a:lnTo>
                  <a:pt x="347075" y="92744"/>
                </a:lnTo>
                <a:lnTo>
                  <a:pt x="327805" y="95224"/>
                </a:lnTo>
                <a:lnTo>
                  <a:pt x="321955" y="96201"/>
                </a:lnTo>
                <a:lnTo>
                  <a:pt x="293410" y="115176"/>
                </a:lnTo>
                <a:lnTo>
                  <a:pt x="290602" y="119926"/>
                </a:lnTo>
                <a:lnTo>
                  <a:pt x="289432" y="125164"/>
                </a:lnTo>
                <a:lnTo>
                  <a:pt x="289432" y="130892"/>
                </a:lnTo>
                <a:lnTo>
                  <a:pt x="290087" y="137912"/>
                </a:lnTo>
                <a:lnTo>
                  <a:pt x="320555" y="163852"/>
                </a:lnTo>
                <a:lnTo>
                  <a:pt x="337398" y="164441"/>
                </a:lnTo>
                <a:lnTo>
                  <a:pt x="344885" y="163161"/>
                </a:lnTo>
                <a:lnTo>
                  <a:pt x="358456" y="158016"/>
                </a:lnTo>
                <a:lnTo>
                  <a:pt x="365710" y="153592"/>
                </a:lnTo>
                <a:lnTo>
                  <a:pt x="371177" y="148889"/>
                </a:lnTo>
                <a:lnTo>
                  <a:pt x="326635" y="148889"/>
                </a:lnTo>
                <a:lnTo>
                  <a:pt x="320785" y="147120"/>
                </a:lnTo>
                <a:lnTo>
                  <a:pt x="316808" y="143604"/>
                </a:lnTo>
                <a:lnTo>
                  <a:pt x="312596" y="140065"/>
                </a:lnTo>
                <a:lnTo>
                  <a:pt x="310724" y="135641"/>
                </a:lnTo>
                <a:lnTo>
                  <a:pt x="338802" y="110473"/>
                </a:lnTo>
                <a:lnTo>
                  <a:pt x="348984" y="108850"/>
                </a:lnTo>
                <a:lnTo>
                  <a:pt x="357783" y="107057"/>
                </a:lnTo>
                <a:lnTo>
                  <a:pt x="365223" y="105097"/>
                </a:lnTo>
                <a:lnTo>
                  <a:pt x="371325" y="102977"/>
                </a:lnTo>
                <a:lnTo>
                  <a:pt x="391447" y="102977"/>
                </a:lnTo>
                <a:lnTo>
                  <a:pt x="391323" y="74130"/>
                </a:lnTo>
                <a:lnTo>
                  <a:pt x="391213" y="71266"/>
                </a:lnTo>
                <a:lnTo>
                  <a:pt x="390511" y="67867"/>
                </a:lnTo>
                <a:lnTo>
                  <a:pt x="389341" y="62442"/>
                </a:lnTo>
                <a:lnTo>
                  <a:pt x="387453" y="58391"/>
                </a:lnTo>
                <a:close/>
              </a:path>
              <a:path w="991234" h="209550">
                <a:moveTo>
                  <a:pt x="392805" y="147352"/>
                </a:moveTo>
                <a:lnTo>
                  <a:pt x="372963" y="147352"/>
                </a:lnTo>
                <a:lnTo>
                  <a:pt x="373665" y="152870"/>
                </a:lnTo>
                <a:lnTo>
                  <a:pt x="374835" y="157690"/>
                </a:lnTo>
                <a:lnTo>
                  <a:pt x="376941" y="161811"/>
                </a:lnTo>
                <a:lnTo>
                  <a:pt x="397765" y="161811"/>
                </a:lnTo>
                <a:lnTo>
                  <a:pt x="395425" y="157317"/>
                </a:lnTo>
                <a:lnTo>
                  <a:pt x="393787" y="152614"/>
                </a:lnTo>
                <a:lnTo>
                  <a:pt x="392851" y="147725"/>
                </a:lnTo>
                <a:lnTo>
                  <a:pt x="392805" y="147352"/>
                </a:lnTo>
                <a:close/>
              </a:path>
              <a:path w="991234" h="209550">
                <a:moveTo>
                  <a:pt x="391447" y="102977"/>
                </a:moveTo>
                <a:lnTo>
                  <a:pt x="371325" y="102977"/>
                </a:lnTo>
                <a:lnTo>
                  <a:pt x="371325" y="119018"/>
                </a:lnTo>
                <a:lnTo>
                  <a:pt x="370389" y="125630"/>
                </a:lnTo>
                <a:lnTo>
                  <a:pt x="368049" y="130124"/>
                </a:lnTo>
                <a:lnTo>
                  <a:pt x="365242" y="135944"/>
                </a:lnTo>
                <a:lnTo>
                  <a:pt x="361030" y="140531"/>
                </a:lnTo>
                <a:lnTo>
                  <a:pt x="348863" y="147213"/>
                </a:lnTo>
                <a:lnTo>
                  <a:pt x="342078" y="148889"/>
                </a:lnTo>
                <a:lnTo>
                  <a:pt x="371177" y="148889"/>
                </a:lnTo>
                <a:lnTo>
                  <a:pt x="372963" y="147352"/>
                </a:lnTo>
                <a:lnTo>
                  <a:pt x="392805" y="147352"/>
                </a:lnTo>
                <a:lnTo>
                  <a:pt x="392237" y="142784"/>
                </a:lnTo>
                <a:lnTo>
                  <a:pt x="391798" y="135295"/>
                </a:lnTo>
                <a:lnTo>
                  <a:pt x="391578" y="126887"/>
                </a:lnTo>
                <a:lnTo>
                  <a:pt x="391460" y="114455"/>
                </a:lnTo>
                <a:lnTo>
                  <a:pt x="391447" y="102977"/>
                </a:lnTo>
                <a:close/>
              </a:path>
              <a:path w="991234" h="209550">
                <a:moveTo>
                  <a:pt x="356116" y="41931"/>
                </a:moveTo>
                <a:lnTo>
                  <a:pt x="311426" y="48846"/>
                </a:lnTo>
                <a:lnTo>
                  <a:pt x="292942" y="78041"/>
                </a:lnTo>
                <a:lnTo>
                  <a:pt x="312362" y="80672"/>
                </a:lnTo>
                <a:lnTo>
                  <a:pt x="314468" y="72361"/>
                </a:lnTo>
                <a:lnTo>
                  <a:pt x="317744" y="66563"/>
                </a:lnTo>
                <a:lnTo>
                  <a:pt x="326635" y="60021"/>
                </a:lnTo>
                <a:lnTo>
                  <a:pt x="333654" y="58391"/>
                </a:lnTo>
                <a:lnTo>
                  <a:pt x="387453" y="58391"/>
                </a:lnTo>
                <a:lnTo>
                  <a:pt x="387236" y="57926"/>
                </a:lnTo>
                <a:lnTo>
                  <a:pt x="384428" y="54363"/>
                </a:lnTo>
                <a:lnTo>
                  <a:pt x="381386" y="50778"/>
                </a:lnTo>
                <a:lnTo>
                  <a:pt x="376707" y="47821"/>
                </a:lnTo>
                <a:lnTo>
                  <a:pt x="364072" y="43118"/>
                </a:lnTo>
                <a:lnTo>
                  <a:pt x="356116" y="41931"/>
                </a:lnTo>
                <a:close/>
              </a:path>
              <a:path w="991234" h="209550">
                <a:moveTo>
                  <a:pt x="473808" y="41931"/>
                </a:moveTo>
                <a:lnTo>
                  <a:pt x="434470" y="57960"/>
                </a:lnTo>
                <a:lnTo>
                  <a:pt x="420622" y="94440"/>
                </a:lnTo>
                <a:lnTo>
                  <a:pt x="420227" y="103628"/>
                </a:lnTo>
                <a:lnTo>
                  <a:pt x="421148" y="117462"/>
                </a:lnTo>
                <a:lnTo>
                  <a:pt x="442813" y="155602"/>
                </a:lnTo>
                <a:lnTo>
                  <a:pt x="473808" y="164442"/>
                </a:lnTo>
                <a:lnTo>
                  <a:pt x="483069" y="163730"/>
                </a:lnTo>
                <a:lnTo>
                  <a:pt x="491561" y="161592"/>
                </a:lnTo>
                <a:lnTo>
                  <a:pt x="499308" y="158028"/>
                </a:lnTo>
                <a:lnTo>
                  <a:pt x="506331" y="153033"/>
                </a:lnTo>
                <a:lnTo>
                  <a:pt x="511051" y="148121"/>
                </a:lnTo>
                <a:lnTo>
                  <a:pt x="473574" y="148121"/>
                </a:lnTo>
                <a:lnTo>
                  <a:pt x="466555" y="147452"/>
                </a:lnTo>
                <a:lnTo>
                  <a:pt x="441153" y="114090"/>
                </a:lnTo>
                <a:lnTo>
                  <a:pt x="440583" y="103093"/>
                </a:lnTo>
                <a:lnTo>
                  <a:pt x="441194" y="92228"/>
                </a:lnTo>
                <a:lnTo>
                  <a:pt x="467450" y="58947"/>
                </a:lnTo>
                <a:lnTo>
                  <a:pt x="474510" y="58275"/>
                </a:lnTo>
                <a:lnTo>
                  <a:pt x="511679" y="58275"/>
                </a:lnTo>
                <a:lnTo>
                  <a:pt x="510737" y="56932"/>
                </a:lnTo>
                <a:lnTo>
                  <a:pt x="505161" y="51593"/>
                </a:lnTo>
                <a:lnTo>
                  <a:pt x="498716" y="47372"/>
                </a:lnTo>
                <a:lnTo>
                  <a:pt x="491327" y="44352"/>
                </a:lnTo>
                <a:lnTo>
                  <a:pt x="483017" y="42537"/>
                </a:lnTo>
                <a:lnTo>
                  <a:pt x="473808" y="41931"/>
                </a:lnTo>
                <a:close/>
              </a:path>
              <a:path w="991234" h="209550">
                <a:moveTo>
                  <a:pt x="503056" y="118878"/>
                </a:moveTo>
                <a:lnTo>
                  <a:pt x="481295" y="148121"/>
                </a:lnTo>
                <a:lnTo>
                  <a:pt x="511051" y="148121"/>
                </a:lnTo>
                <a:lnTo>
                  <a:pt x="512345" y="146774"/>
                </a:lnTo>
                <a:lnTo>
                  <a:pt x="517065" y="139416"/>
                </a:lnTo>
                <a:lnTo>
                  <a:pt x="520513" y="130963"/>
                </a:lnTo>
                <a:lnTo>
                  <a:pt x="522710" y="121416"/>
                </a:lnTo>
                <a:lnTo>
                  <a:pt x="503056" y="118878"/>
                </a:lnTo>
                <a:close/>
              </a:path>
              <a:path w="991234" h="209550">
                <a:moveTo>
                  <a:pt x="511679" y="58275"/>
                </a:moveTo>
                <a:lnTo>
                  <a:pt x="481295" y="58275"/>
                </a:lnTo>
                <a:lnTo>
                  <a:pt x="486911" y="60254"/>
                </a:lnTo>
                <a:lnTo>
                  <a:pt x="496270" y="68216"/>
                </a:lnTo>
                <a:lnTo>
                  <a:pt x="499546" y="74130"/>
                </a:lnTo>
                <a:lnTo>
                  <a:pt x="501418" y="81999"/>
                </a:lnTo>
                <a:lnTo>
                  <a:pt x="520838" y="79019"/>
                </a:lnTo>
                <a:lnTo>
                  <a:pt x="518553" y="70641"/>
                </a:lnTo>
                <a:lnTo>
                  <a:pt x="515193" y="63280"/>
                </a:lnTo>
                <a:lnTo>
                  <a:pt x="511679" y="58275"/>
                </a:lnTo>
                <a:close/>
              </a:path>
              <a:path w="991234" h="209550">
                <a:moveTo>
                  <a:pt x="566698" y="60044"/>
                </a:moveTo>
                <a:lnTo>
                  <a:pt x="547044" y="60044"/>
                </a:lnTo>
                <a:lnTo>
                  <a:pt x="547044" y="139390"/>
                </a:lnTo>
                <a:lnTo>
                  <a:pt x="547746" y="147213"/>
                </a:lnTo>
                <a:lnTo>
                  <a:pt x="579099" y="163347"/>
                </a:lnTo>
                <a:lnTo>
                  <a:pt x="584246" y="162765"/>
                </a:lnTo>
                <a:lnTo>
                  <a:pt x="589862" y="161578"/>
                </a:lnTo>
                <a:lnTo>
                  <a:pt x="586957" y="144815"/>
                </a:lnTo>
                <a:lnTo>
                  <a:pt x="575121" y="144815"/>
                </a:lnTo>
                <a:lnTo>
                  <a:pt x="572781" y="144326"/>
                </a:lnTo>
                <a:lnTo>
                  <a:pt x="571378" y="143371"/>
                </a:lnTo>
                <a:lnTo>
                  <a:pt x="569740" y="142417"/>
                </a:lnTo>
                <a:lnTo>
                  <a:pt x="568570" y="141136"/>
                </a:lnTo>
                <a:lnTo>
                  <a:pt x="567166" y="137900"/>
                </a:lnTo>
                <a:lnTo>
                  <a:pt x="566698" y="134245"/>
                </a:lnTo>
                <a:lnTo>
                  <a:pt x="566698" y="60044"/>
                </a:lnTo>
                <a:close/>
              </a:path>
              <a:path w="991234" h="209550">
                <a:moveTo>
                  <a:pt x="586820" y="144023"/>
                </a:moveTo>
                <a:lnTo>
                  <a:pt x="583310" y="144559"/>
                </a:lnTo>
                <a:lnTo>
                  <a:pt x="580269" y="144815"/>
                </a:lnTo>
                <a:lnTo>
                  <a:pt x="586957" y="144815"/>
                </a:lnTo>
                <a:lnTo>
                  <a:pt x="586820" y="144023"/>
                </a:lnTo>
                <a:close/>
              </a:path>
              <a:path w="991234" h="209550">
                <a:moveTo>
                  <a:pt x="586820" y="44585"/>
                </a:moveTo>
                <a:lnTo>
                  <a:pt x="532303" y="44585"/>
                </a:lnTo>
                <a:lnTo>
                  <a:pt x="532303" y="60044"/>
                </a:lnTo>
                <a:lnTo>
                  <a:pt x="586820" y="60044"/>
                </a:lnTo>
                <a:lnTo>
                  <a:pt x="586820" y="44585"/>
                </a:lnTo>
                <a:close/>
              </a:path>
              <a:path w="991234" h="209550">
                <a:moveTo>
                  <a:pt x="566698" y="3632"/>
                </a:moveTo>
                <a:lnTo>
                  <a:pt x="547044" y="15552"/>
                </a:lnTo>
                <a:lnTo>
                  <a:pt x="547044" y="44585"/>
                </a:lnTo>
                <a:lnTo>
                  <a:pt x="566698" y="44585"/>
                </a:lnTo>
                <a:lnTo>
                  <a:pt x="566698" y="3632"/>
                </a:lnTo>
                <a:close/>
              </a:path>
              <a:path w="991234" h="209550">
                <a:moveTo>
                  <a:pt x="628469" y="0"/>
                </a:moveTo>
                <a:lnTo>
                  <a:pt x="608346" y="0"/>
                </a:lnTo>
                <a:lnTo>
                  <a:pt x="608346" y="22839"/>
                </a:lnTo>
                <a:lnTo>
                  <a:pt x="628469" y="22839"/>
                </a:lnTo>
                <a:lnTo>
                  <a:pt x="628469" y="0"/>
                </a:lnTo>
                <a:close/>
              </a:path>
              <a:path w="991234" h="209550">
                <a:moveTo>
                  <a:pt x="628469" y="44585"/>
                </a:moveTo>
                <a:lnTo>
                  <a:pt x="608346" y="44585"/>
                </a:lnTo>
                <a:lnTo>
                  <a:pt x="608346" y="161811"/>
                </a:lnTo>
                <a:lnTo>
                  <a:pt x="628469" y="161811"/>
                </a:lnTo>
                <a:lnTo>
                  <a:pt x="628469" y="44585"/>
                </a:lnTo>
                <a:close/>
              </a:path>
              <a:path w="991234" h="209550">
                <a:moveTo>
                  <a:pt x="669181" y="44585"/>
                </a:moveTo>
                <a:lnTo>
                  <a:pt x="648123" y="44585"/>
                </a:lnTo>
                <a:lnTo>
                  <a:pt x="693047" y="161811"/>
                </a:lnTo>
                <a:lnTo>
                  <a:pt x="711765" y="161811"/>
                </a:lnTo>
                <a:lnTo>
                  <a:pt x="720639" y="138412"/>
                </a:lnTo>
                <a:lnTo>
                  <a:pt x="702172" y="138412"/>
                </a:lnTo>
                <a:lnTo>
                  <a:pt x="699832" y="130240"/>
                </a:lnTo>
                <a:lnTo>
                  <a:pt x="697259" y="122371"/>
                </a:lnTo>
                <a:lnTo>
                  <a:pt x="694685" y="114781"/>
                </a:lnTo>
                <a:lnTo>
                  <a:pt x="669181" y="44585"/>
                </a:lnTo>
                <a:close/>
              </a:path>
              <a:path w="991234" h="209550">
                <a:moveTo>
                  <a:pt x="756221" y="44585"/>
                </a:moveTo>
                <a:lnTo>
                  <a:pt x="735631" y="44585"/>
                </a:lnTo>
                <a:lnTo>
                  <a:pt x="709659" y="116108"/>
                </a:lnTo>
                <a:lnTo>
                  <a:pt x="706384" y="124792"/>
                </a:lnTo>
                <a:lnTo>
                  <a:pt x="703810" y="132219"/>
                </a:lnTo>
                <a:lnTo>
                  <a:pt x="702172" y="138412"/>
                </a:lnTo>
                <a:lnTo>
                  <a:pt x="720639" y="138412"/>
                </a:lnTo>
                <a:lnTo>
                  <a:pt x="756221" y="44585"/>
                </a:lnTo>
                <a:close/>
              </a:path>
              <a:path w="991234" h="209550">
                <a:moveTo>
                  <a:pt x="797402" y="0"/>
                </a:moveTo>
                <a:lnTo>
                  <a:pt x="777513" y="0"/>
                </a:lnTo>
                <a:lnTo>
                  <a:pt x="777513" y="22839"/>
                </a:lnTo>
                <a:lnTo>
                  <a:pt x="797402" y="22839"/>
                </a:lnTo>
                <a:lnTo>
                  <a:pt x="797402" y="0"/>
                </a:lnTo>
                <a:close/>
              </a:path>
              <a:path w="991234" h="209550">
                <a:moveTo>
                  <a:pt x="797402" y="44585"/>
                </a:moveTo>
                <a:lnTo>
                  <a:pt x="777513" y="44585"/>
                </a:lnTo>
                <a:lnTo>
                  <a:pt x="777513" y="161811"/>
                </a:lnTo>
                <a:lnTo>
                  <a:pt x="797402" y="161811"/>
                </a:lnTo>
                <a:lnTo>
                  <a:pt x="797402" y="44585"/>
                </a:lnTo>
                <a:close/>
              </a:path>
              <a:path w="991234" h="209550">
                <a:moveTo>
                  <a:pt x="852855" y="60044"/>
                </a:moveTo>
                <a:lnTo>
                  <a:pt x="832967" y="60044"/>
                </a:lnTo>
                <a:lnTo>
                  <a:pt x="832967" y="139390"/>
                </a:lnTo>
                <a:lnTo>
                  <a:pt x="833903" y="147213"/>
                </a:lnTo>
                <a:lnTo>
                  <a:pt x="865256" y="163347"/>
                </a:lnTo>
                <a:lnTo>
                  <a:pt x="870169" y="162765"/>
                </a:lnTo>
                <a:lnTo>
                  <a:pt x="875785" y="161578"/>
                </a:lnTo>
                <a:lnTo>
                  <a:pt x="873104" y="144815"/>
                </a:lnTo>
                <a:lnTo>
                  <a:pt x="861278" y="144815"/>
                </a:lnTo>
                <a:lnTo>
                  <a:pt x="858938" y="144326"/>
                </a:lnTo>
                <a:lnTo>
                  <a:pt x="855663" y="142417"/>
                </a:lnTo>
                <a:lnTo>
                  <a:pt x="854727" y="141136"/>
                </a:lnTo>
                <a:lnTo>
                  <a:pt x="853323" y="137900"/>
                </a:lnTo>
                <a:lnTo>
                  <a:pt x="852855" y="134245"/>
                </a:lnTo>
                <a:lnTo>
                  <a:pt x="852855" y="60044"/>
                </a:lnTo>
                <a:close/>
              </a:path>
              <a:path w="991234" h="209550">
                <a:moveTo>
                  <a:pt x="872977" y="144023"/>
                </a:moveTo>
                <a:lnTo>
                  <a:pt x="869233" y="144559"/>
                </a:lnTo>
                <a:lnTo>
                  <a:pt x="866426" y="144815"/>
                </a:lnTo>
                <a:lnTo>
                  <a:pt x="873104" y="144815"/>
                </a:lnTo>
                <a:lnTo>
                  <a:pt x="872977" y="144023"/>
                </a:lnTo>
                <a:close/>
              </a:path>
              <a:path w="991234" h="209550">
                <a:moveTo>
                  <a:pt x="872977" y="44585"/>
                </a:moveTo>
                <a:lnTo>
                  <a:pt x="818460" y="44585"/>
                </a:lnTo>
                <a:lnTo>
                  <a:pt x="818460" y="60044"/>
                </a:lnTo>
                <a:lnTo>
                  <a:pt x="872977" y="60044"/>
                </a:lnTo>
                <a:lnTo>
                  <a:pt x="872977" y="44585"/>
                </a:lnTo>
                <a:close/>
              </a:path>
              <a:path w="991234" h="209550">
                <a:moveTo>
                  <a:pt x="852855" y="3632"/>
                </a:moveTo>
                <a:lnTo>
                  <a:pt x="832967" y="15552"/>
                </a:lnTo>
                <a:lnTo>
                  <a:pt x="832967" y="44585"/>
                </a:lnTo>
                <a:lnTo>
                  <a:pt x="852855" y="44585"/>
                </a:lnTo>
                <a:lnTo>
                  <a:pt x="852855" y="3632"/>
                </a:lnTo>
                <a:close/>
              </a:path>
              <a:path w="991234" h="209550">
                <a:moveTo>
                  <a:pt x="891228" y="188282"/>
                </a:moveTo>
                <a:lnTo>
                  <a:pt x="893567" y="206955"/>
                </a:lnTo>
                <a:lnTo>
                  <a:pt x="898247" y="208561"/>
                </a:lnTo>
                <a:lnTo>
                  <a:pt x="902459" y="209376"/>
                </a:lnTo>
                <a:lnTo>
                  <a:pt x="912754" y="209376"/>
                </a:lnTo>
                <a:lnTo>
                  <a:pt x="918135" y="207839"/>
                </a:lnTo>
                <a:lnTo>
                  <a:pt x="935152" y="190052"/>
                </a:lnTo>
                <a:lnTo>
                  <a:pt x="899417" y="190052"/>
                </a:lnTo>
                <a:lnTo>
                  <a:pt x="895673" y="189470"/>
                </a:lnTo>
                <a:lnTo>
                  <a:pt x="891228" y="188282"/>
                </a:lnTo>
                <a:close/>
              </a:path>
              <a:path w="991234" h="209550">
                <a:moveTo>
                  <a:pt x="904564" y="44585"/>
                </a:moveTo>
                <a:lnTo>
                  <a:pt x="883038" y="44585"/>
                </a:lnTo>
                <a:lnTo>
                  <a:pt x="927728" y="162020"/>
                </a:lnTo>
                <a:lnTo>
                  <a:pt x="927026" y="164162"/>
                </a:lnTo>
                <a:lnTo>
                  <a:pt x="925857" y="166886"/>
                </a:lnTo>
                <a:lnTo>
                  <a:pt x="923049" y="174756"/>
                </a:lnTo>
                <a:lnTo>
                  <a:pt x="921177" y="179691"/>
                </a:lnTo>
                <a:lnTo>
                  <a:pt x="919773" y="181670"/>
                </a:lnTo>
                <a:lnTo>
                  <a:pt x="918135" y="184324"/>
                </a:lnTo>
                <a:lnTo>
                  <a:pt x="916029" y="186373"/>
                </a:lnTo>
                <a:lnTo>
                  <a:pt x="913222" y="187840"/>
                </a:lnTo>
                <a:lnTo>
                  <a:pt x="910648" y="189330"/>
                </a:lnTo>
                <a:lnTo>
                  <a:pt x="907138" y="190052"/>
                </a:lnTo>
                <a:lnTo>
                  <a:pt x="942747" y="172695"/>
                </a:lnTo>
                <a:lnTo>
                  <a:pt x="955273" y="139623"/>
                </a:lnTo>
                <a:lnTo>
                  <a:pt x="937555" y="139623"/>
                </a:lnTo>
                <a:lnTo>
                  <a:pt x="935581" y="132582"/>
                </a:lnTo>
                <a:lnTo>
                  <a:pt x="933519" y="125709"/>
                </a:lnTo>
                <a:lnTo>
                  <a:pt x="931370" y="119006"/>
                </a:lnTo>
                <a:lnTo>
                  <a:pt x="929132" y="112476"/>
                </a:lnTo>
                <a:lnTo>
                  <a:pt x="904564" y="44585"/>
                </a:lnTo>
                <a:close/>
              </a:path>
              <a:path w="991234" h="209550">
                <a:moveTo>
                  <a:pt x="990903" y="44585"/>
                </a:moveTo>
                <a:lnTo>
                  <a:pt x="945745" y="112918"/>
                </a:lnTo>
                <a:lnTo>
                  <a:pt x="937555" y="139623"/>
                </a:lnTo>
                <a:lnTo>
                  <a:pt x="955273" y="139623"/>
                </a:lnTo>
                <a:lnTo>
                  <a:pt x="990903" y="4458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80162" y="1336389"/>
            <a:ext cx="141791" cy="164441"/>
          </a:xfrm>
          <a:prstGeom prst="rect">
            <a:avLst/>
          </a:prstGeom>
        </p:spPr>
      </p:pic>
      <p:sp>
        <p:nvSpPr>
          <p:cNvPr id="14" name="object 14"/>
          <p:cNvSpPr/>
          <p:nvPr/>
        </p:nvSpPr>
        <p:spPr>
          <a:xfrm>
            <a:off x="7906652" y="1336395"/>
            <a:ext cx="113664" cy="161925"/>
          </a:xfrm>
          <a:custGeom>
            <a:avLst/>
            <a:gdLst/>
            <a:ahLst/>
            <a:cxnLst/>
            <a:rect l="l" t="t" r="r" b="b"/>
            <a:pathLst>
              <a:path w="113665" h="161925">
                <a:moveTo>
                  <a:pt x="61531" y="93268"/>
                </a:moveTo>
                <a:lnTo>
                  <a:pt x="0" y="93268"/>
                </a:lnTo>
                <a:lnTo>
                  <a:pt x="0" y="113245"/>
                </a:lnTo>
                <a:lnTo>
                  <a:pt x="61531" y="113245"/>
                </a:lnTo>
                <a:lnTo>
                  <a:pt x="61531" y="93268"/>
                </a:lnTo>
                <a:close/>
              </a:path>
              <a:path w="113665" h="161925">
                <a:moveTo>
                  <a:pt x="113474" y="0"/>
                </a:moveTo>
                <a:lnTo>
                  <a:pt x="91948" y="0"/>
                </a:lnTo>
                <a:lnTo>
                  <a:pt x="91948" y="161810"/>
                </a:lnTo>
                <a:lnTo>
                  <a:pt x="113474" y="161810"/>
                </a:lnTo>
                <a:lnTo>
                  <a:pt x="11347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121447" y="1363653"/>
            <a:ext cx="107630" cy="109589"/>
          </a:xfrm>
          <a:prstGeom prst="rect">
            <a:avLst/>
          </a:prstGeom>
        </p:spPr>
      </p:pic>
      <p:sp>
        <p:nvSpPr>
          <p:cNvPr id="16" name="object 16"/>
          <p:cNvSpPr/>
          <p:nvPr/>
        </p:nvSpPr>
        <p:spPr>
          <a:xfrm>
            <a:off x="8318458" y="1336389"/>
            <a:ext cx="306070" cy="161925"/>
          </a:xfrm>
          <a:custGeom>
            <a:avLst/>
            <a:gdLst/>
            <a:ahLst/>
            <a:cxnLst/>
            <a:rect l="l" t="t" r="r" b="b"/>
            <a:pathLst>
              <a:path w="306070" h="161925">
                <a:moveTo>
                  <a:pt x="61536" y="93268"/>
                </a:moveTo>
                <a:lnTo>
                  <a:pt x="0" y="93268"/>
                </a:lnTo>
                <a:lnTo>
                  <a:pt x="0" y="113244"/>
                </a:lnTo>
                <a:lnTo>
                  <a:pt x="61536" y="113244"/>
                </a:lnTo>
                <a:lnTo>
                  <a:pt x="61536" y="93268"/>
                </a:lnTo>
                <a:close/>
              </a:path>
              <a:path w="306070" h="161925">
                <a:moveTo>
                  <a:pt x="148343" y="0"/>
                </a:moveTo>
                <a:lnTo>
                  <a:pt x="87508" y="0"/>
                </a:lnTo>
                <a:lnTo>
                  <a:pt x="87508" y="161811"/>
                </a:lnTo>
                <a:lnTo>
                  <a:pt x="149512" y="161811"/>
                </a:lnTo>
                <a:lnTo>
                  <a:pt x="188821" y="154640"/>
                </a:lnTo>
                <a:lnTo>
                  <a:pt x="202010" y="142719"/>
                </a:lnTo>
                <a:lnTo>
                  <a:pt x="109034" y="142719"/>
                </a:lnTo>
                <a:lnTo>
                  <a:pt x="109034" y="87075"/>
                </a:lnTo>
                <a:lnTo>
                  <a:pt x="199185" y="87075"/>
                </a:lnTo>
                <a:lnTo>
                  <a:pt x="197855" y="85584"/>
                </a:lnTo>
                <a:lnTo>
                  <a:pt x="192652" y="81531"/>
                </a:lnTo>
                <a:lnTo>
                  <a:pt x="186529" y="78241"/>
                </a:lnTo>
                <a:lnTo>
                  <a:pt x="179462" y="75713"/>
                </a:lnTo>
                <a:lnTo>
                  <a:pt x="187183" y="71965"/>
                </a:lnTo>
                <a:lnTo>
                  <a:pt x="191713" y="67983"/>
                </a:lnTo>
                <a:lnTo>
                  <a:pt x="109034" y="67983"/>
                </a:lnTo>
                <a:lnTo>
                  <a:pt x="109034" y="19091"/>
                </a:lnTo>
                <a:lnTo>
                  <a:pt x="195263" y="19091"/>
                </a:lnTo>
                <a:lnTo>
                  <a:pt x="191629" y="13224"/>
                </a:lnTo>
                <a:lnTo>
                  <a:pt x="185779" y="8195"/>
                </a:lnTo>
                <a:lnTo>
                  <a:pt x="178292" y="4912"/>
                </a:lnTo>
                <a:lnTo>
                  <a:pt x="172197" y="2760"/>
                </a:lnTo>
                <a:lnTo>
                  <a:pt x="165160" y="1225"/>
                </a:lnTo>
                <a:lnTo>
                  <a:pt x="157201" y="305"/>
                </a:lnTo>
                <a:lnTo>
                  <a:pt x="148343" y="0"/>
                </a:lnTo>
                <a:close/>
              </a:path>
              <a:path w="306070" h="161925">
                <a:moveTo>
                  <a:pt x="199185" y="87075"/>
                </a:moveTo>
                <a:lnTo>
                  <a:pt x="156766" y="87075"/>
                </a:lnTo>
                <a:lnTo>
                  <a:pt x="164721" y="87983"/>
                </a:lnTo>
                <a:lnTo>
                  <a:pt x="170337" y="89776"/>
                </a:lnTo>
                <a:lnTo>
                  <a:pt x="187885" y="120042"/>
                </a:lnTo>
                <a:lnTo>
                  <a:pt x="186715" y="124582"/>
                </a:lnTo>
                <a:lnTo>
                  <a:pt x="164019" y="141928"/>
                </a:lnTo>
                <a:lnTo>
                  <a:pt x="161211" y="142463"/>
                </a:lnTo>
                <a:lnTo>
                  <a:pt x="156298" y="142719"/>
                </a:lnTo>
                <a:lnTo>
                  <a:pt x="202010" y="142719"/>
                </a:lnTo>
                <a:lnTo>
                  <a:pt x="202193" y="142463"/>
                </a:lnTo>
                <a:lnTo>
                  <a:pt x="205434" y="136037"/>
                </a:lnTo>
                <a:lnTo>
                  <a:pt x="208475" y="129518"/>
                </a:lnTo>
                <a:lnTo>
                  <a:pt x="210113" y="122464"/>
                </a:lnTo>
                <a:lnTo>
                  <a:pt x="210113" y="114897"/>
                </a:lnTo>
                <a:lnTo>
                  <a:pt x="209627" y="108064"/>
                </a:lnTo>
                <a:lnTo>
                  <a:pt x="208154" y="101708"/>
                </a:lnTo>
                <a:lnTo>
                  <a:pt x="205671" y="95822"/>
                </a:lnTo>
                <a:lnTo>
                  <a:pt x="202158" y="90404"/>
                </a:lnTo>
                <a:lnTo>
                  <a:pt x="199185" y="87075"/>
                </a:lnTo>
                <a:close/>
              </a:path>
              <a:path w="306070" h="161925">
                <a:moveTo>
                  <a:pt x="195263" y="19091"/>
                </a:moveTo>
                <a:lnTo>
                  <a:pt x="153022" y="19091"/>
                </a:lnTo>
                <a:lnTo>
                  <a:pt x="161445" y="19859"/>
                </a:lnTo>
                <a:lnTo>
                  <a:pt x="166125" y="21349"/>
                </a:lnTo>
                <a:lnTo>
                  <a:pt x="181100" y="49591"/>
                </a:lnTo>
                <a:lnTo>
                  <a:pt x="179696" y="54294"/>
                </a:lnTo>
                <a:lnTo>
                  <a:pt x="174080" y="61814"/>
                </a:lnTo>
                <a:lnTo>
                  <a:pt x="170103" y="64491"/>
                </a:lnTo>
                <a:lnTo>
                  <a:pt x="164487" y="66121"/>
                </a:lnTo>
                <a:lnTo>
                  <a:pt x="160509" y="67355"/>
                </a:lnTo>
                <a:lnTo>
                  <a:pt x="153724" y="67983"/>
                </a:lnTo>
                <a:lnTo>
                  <a:pt x="191713" y="67983"/>
                </a:lnTo>
                <a:lnTo>
                  <a:pt x="192799" y="67029"/>
                </a:lnTo>
                <a:lnTo>
                  <a:pt x="196542" y="60929"/>
                </a:lnTo>
                <a:lnTo>
                  <a:pt x="200520" y="54806"/>
                </a:lnTo>
                <a:lnTo>
                  <a:pt x="202392" y="48310"/>
                </a:lnTo>
                <a:lnTo>
                  <a:pt x="202350" y="33829"/>
                </a:lnTo>
                <a:lnTo>
                  <a:pt x="200286" y="26844"/>
                </a:lnTo>
                <a:lnTo>
                  <a:pt x="195739" y="19859"/>
                </a:lnTo>
                <a:lnTo>
                  <a:pt x="195263" y="19091"/>
                </a:lnTo>
                <a:close/>
              </a:path>
              <a:path w="306070" h="161925">
                <a:moveTo>
                  <a:pt x="259483" y="44585"/>
                </a:moveTo>
                <a:lnTo>
                  <a:pt x="241466" y="44585"/>
                </a:lnTo>
                <a:lnTo>
                  <a:pt x="241466" y="161811"/>
                </a:lnTo>
                <a:lnTo>
                  <a:pt x="261589" y="161811"/>
                </a:lnTo>
                <a:lnTo>
                  <a:pt x="261589" y="92057"/>
                </a:lnTo>
                <a:lnTo>
                  <a:pt x="262759" y="84328"/>
                </a:lnTo>
                <a:lnTo>
                  <a:pt x="279605" y="62466"/>
                </a:lnTo>
                <a:lnTo>
                  <a:pt x="300376" y="62466"/>
                </a:lnTo>
                <a:lnTo>
                  <a:pt x="259483" y="62349"/>
                </a:lnTo>
                <a:lnTo>
                  <a:pt x="259483" y="44585"/>
                </a:lnTo>
                <a:close/>
              </a:path>
              <a:path w="306070" h="161925">
                <a:moveTo>
                  <a:pt x="300376" y="62466"/>
                </a:moveTo>
                <a:lnTo>
                  <a:pt x="288964" y="62466"/>
                </a:lnTo>
                <a:lnTo>
                  <a:pt x="293878" y="63909"/>
                </a:lnTo>
                <a:lnTo>
                  <a:pt x="298791" y="66773"/>
                </a:lnTo>
                <a:lnTo>
                  <a:pt x="300376" y="62466"/>
                </a:lnTo>
                <a:close/>
              </a:path>
              <a:path w="306070" h="161925">
                <a:moveTo>
                  <a:pt x="291772" y="41931"/>
                </a:moveTo>
                <a:lnTo>
                  <a:pt x="280307" y="41931"/>
                </a:lnTo>
                <a:lnTo>
                  <a:pt x="276095" y="43258"/>
                </a:lnTo>
                <a:lnTo>
                  <a:pt x="272352" y="45912"/>
                </a:lnTo>
                <a:lnTo>
                  <a:pt x="268374" y="48566"/>
                </a:lnTo>
                <a:lnTo>
                  <a:pt x="264162" y="54037"/>
                </a:lnTo>
                <a:lnTo>
                  <a:pt x="259483" y="62349"/>
                </a:lnTo>
                <a:lnTo>
                  <a:pt x="300419" y="62349"/>
                </a:lnTo>
                <a:lnTo>
                  <a:pt x="305577" y="48333"/>
                </a:lnTo>
                <a:lnTo>
                  <a:pt x="298557" y="44073"/>
                </a:lnTo>
                <a:lnTo>
                  <a:pt x="291772" y="4193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02184" y="1363653"/>
            <a:ext cx="107630" cy="109589"/>
          </a:xfrm>
          <a:prstGeom prst="rect">
            <a:avLst/>
          </a:prstGeom>
        </p:spPr>
      </p:pic>
      <p:sp>
        <p:nvSpPr>
          <p:cNvPr id="18" name="object 18"/>
          <p:cNvSpPr/>
          <p:nvPr/>
        </p:nvSpPr>
        <p:spPr>
          <a:xfrm>
            <a:off x="8899195" y="1333619"/>
            <a:ext cx="274320" cy="167640"/>
          </a:xfrm>
          <a:custGeom>
            <a:avLst/>
            <a:gdLst/>
            <a:ahLst/>
            <a:cxnLst/>
            <a:rect l="l" t="t" r="r" b="b"/>
            <a:pathLst>
              <a:path w="274320" h="167640">
                <a:moveTo>
                  <a:pt x="61536" y="96038"/>
                </a:moveTo>
                <a:lnTo>
                  <a:pt x="0" y="96038"/>
                </a:lnTo>
                <a:lnTo>
                  <a:pt x="0" y="116015"/>
                </a:lnTo>
                <a:lnTo>
                  <a:pt x="61536" y="116015"/>
                </a:lnTo>
                <a:lnTo>
                  <a:pt x="61536" y="96038"/>
                </a:lnTo>
                <a:close/>
              </a:path>
              <a:path w="274320" h="167640">
                <a:moveTo>
                  <a:pt x="158872" y="0"/>
                </a:moveTo>
                <a:lnTo>
                  <a:pt x="119329" y="9778"/>
                </a:lnTo>
                <a:lnTo>
                  <a:pt x="91719" y="38369"/>
                </a:lnTo>
                <a:lnTo>
                  <a:pt x="82126" y="82465"/>
                </a:lnTo>
                <a:lnTo>
                  <a:pt x="82656" y="93859"/>
                </a:lnTo>
                <a:lnTo>
                  <a:pt x="95518" y="135338"/>
                </a:lnTo>
                <a:lnTo>
                  <a:pt x="124678" y="161347"/>
                </a:lnTo>
                <a:lnTo>
                  <a:pt x="158404" y="167328"/>
                </a:lnTo>
                <a:lnTo>
                  <a:pt x="170691" y="166464"/>
                </a:lnTo>
                <a:lnTo>
                  <a:pt x="181948" y="163868"/>
                </a:lnTo>
                <a:lnTo>
                  <a:pt x="192195" y="159539"/>
                </a:lnTo>
                <a:lnTo>
                  <a:pt x="201456" y="153476"/>
                </a:lnTo>
                <a:lnTo>
                  <a:pt x="206165" y="149005"/>
                </a:lnTo>
                <a:lnTo>
                  <a:pt x="156766" y="149005"/>
                </a:lnTo>
                <a:lnTo>
                  <a:pt x="149392" y="148530"/>
                </a:lnTo>
                <a:lnTo>
                  <a:pt x="113725" y="125601"/>
                </a:lnTo>
                <a:lnTo>
                  <a:pt x="104354" y="82349"/>
                </a:lnTo>
                <a:lnTo>
                  <a:pt x="104661" y="74408"/>
                </a:lnTo>
                <a:lnTo>
                  <a:pt x="116317" y="37737"/>
                </a:lnTo>
                <a:lnTo>
                  <a:pt x="149458" y="18881"/>
                </a:lnTo>
                <a:lnTo>
                  <a:pt x="158404" y="18323"/>
                </a:lnTo>
                <a:lnTo>
                  <a:pt x="206614" y="18323"/>
                </a:lnTo>
                <a:lnTo>
                  <a:pt x="199818" y="12362"/>
                </a:lnTo>
                <a:lnTo>
                  <a:pt x="191051" y="6954"/>
                </a:lnTo>
                <a:lnTo>
                  <a:pt x="181275" y="3090"/>
                </a:lnTo>
                <a:lnTo>
                  <a:pt x="170534" y="772"/>
                </a:lnTo>
                <a:lnTo>
                  <a:pt x="158872" y="0"/>
                </a:lnTo>
                <a:close/>
              </a:path>
              <a:path w="274320" h="167640">
                <a:moveTo>
                  <a:pt x="204264" y="107843"/>
                </a:moveTo>
                <a:lnTo>
                  <a:pt x="180752" y="143181"/>
                </a:lnTo>
                <a:lnTo>
                  <a:pt x="156766" y="149005"/>
                </a:lnTo>
                <a:lnTo>
                  <a:pt x="206165" y="149005"/>
                </a:lnTo>
                <a:lnTo>
                  <a:pt x="209568" y="145775"/>
                </a:lnTo>
                <a:lnTo>
                  <a:pt x="216343" y="136503"/>
                </a:lnTo>
                <a:lnTo>
                  <a:pt x="221776" y="125601"/>
                </a:lnTo>
                <a:lnTo>
                  <a:pt x="225790" y="113244"/>
                </a:lnTo>
                <a:lnTo>
                  <a:pt x="204264" y="107843"/>
                </a:lnTo>
                <a:close/>
              </a:path>
              <a:path w="274320" h="167640">
                <a:moveTo>
                  <a:pt x="206614" y="18323"/>
                </a:moveTo>
                <a:lnTo>
                  <a:pt x="158404" y="18323"/>
                </a:lnTo>
                <a:lnTo>
                  <a:pt x="166165" y="18828"/>
                </a:lnTo>
                <a:lnTo>
                  <a:pt x="173291" y="20342"/>
                </a:lnTo>
                <a:lnTo>
                  <a:pt x="201924" y="52105"/>
                </a:lnTo>
                <a:lnTo>
                  <a:pt x="222982" y="47146"/>
                </a:lnTo>
                <a:lnTo>
                  <a:pt x="219165" y="36564"/>
                </a:lnTo>
                <a:lnTo>
                  <a:pt x="214032" y="27240"/>
                </a:lnTo>
                <a:lnTo>
                  <a:pt x="207583" y="19172"/>
                </a:lnTo>
                <a:lnTo>
                  <a:pt x="206614" y="18323"/>
                </a:lnTo>
                <a:close/>
              </a:path>
              <a:path w="274320" h="167640">
                <a:moveTo>
                  <a:pt x="274224" y="2770"/>
                </a:moveTo>
                <a:lnTo>
                  <a:pt x="254335" y="2770"/>
                </a:lnTo>
                <a:lnTo>
                  <a:pt x="254335" y="164581"/>
                </a:lnTo>
                <a:lnTo>
                  <a:pt x="274224" y="164581"/>
                </a:lnTo>
                <a:lnTo>
                  <a:pt x="274224" y="277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9" name="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69351" y="1363653"/>
            <a:ext cx="107630" cy="109589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466595" y="1336389"/>
            <a:ext cx="198882" cy="161811"/>
          </a:xfrm>
          <a:prstGeom prst="rect">
            <a:avLst/>
          </a:prstGeom>
        </p:spPr>
      </p:pic>
      <p:grpSp>
        <p:nvGrpSpPr>
          <p:cNvPr id="21" name="object 21"/>
          <p:cNvGrpSpPr/>
          <p:nvPr/>
        </p:nvGrpSpPr>
        <p:grpSpPr>
          <a:xfrm>
            <a:off x="4057474" y="1197680"/>
            <a:ext cx="828040" cy="488315"/>
            <a:chOff x="4057474" y="1197680"/>
            <a:chExt cx="828040" cy="488315"/>
          </a:xfrm>
        </p:grpSpPr>
        <p:sp>
          <p:nvSpPr>
            <p:cNvPr id="22" name="object 22"/>
            <p:cNvSpPr/>
            <p:nvPr/>
          </p:nvSpPr>
          <p:spPr>
            <a:xfrm>
              <a:off x="4229887" y="1365872"/>
              <a:ext cx="480695" cy="167640"/>
            </a:xfrm>
            <a:custGeom>
              <a:avLst/>
              <a:gdLst/>
              <a:ahLst/>
              <a:cxnLst/>
              <a:rect l="l" t="t" r="r" b="b"/>
              <a:pathLst>
                <a:path w="480695" h="167640">
                  <a:moveTo>
                    <a:pt x="143675" y="113245"/>
                  </a:moveTo>
                  <a:lnTo>
                    <a:pt x="122148" y="107823"/>
                  </a:lnTo>
                  <a:lnTo>
                    <a:pt x="119481" y="117398"/>
                  </a:lnTo>
                  <a:lnTo>
                    <a:pt x="115735" y="125730"/>
                  </a:lnTo>
                  <a:lnTo>
                    <a:pt x="83286" y="148348"/>
                  </a:lnTo>
                  <a:lnTo>
                    <a:pt x="74650" y="149009"/>
                  </a:lnTo>
                  <a:lnTo>
                    <a:pt x="67271" y="148526"/>
                  </a:lnTo>
                  <a:lnTo>
                    <a:pt x="31610" y="125577"/>
                  </a:lnTo>
                  <a:lnTo>
                    <a:pt x="22237" y="82321"/>
                  </a:lnTo>
                  <a:lnTo>
                    <a:pt x="22542" y="74383"/>
                  </a:lnTo>
                  <a:lnTo>
                    <a:pt x="34201" y="37731"/>
                  </a:lnTo>
                  <a:lnTo>
                    <a:pt x="67335" y="18884"/>
                  </a:lnTo>
                  <a:lnTo>
                    <a:pt x="76288" y="18326"/>
                  </a:lnTo>
                  <a:lnTo>
                    <a:pt x="84048" y="18821"/>
                  </a:lnTo>
                  <a:lnTo>
                    <a:pt x="116649" y="43853"/>
                  </a:lnTo>
                  <a:lnTo>
                    <a:pt x="119799" y="52082"/>
                  </a:lnTo>
                  <a:lnTo>
                    <a:pt x="140855" y="47117"/>
                  </a:lnTo>
                  <a:lnTo>
                    <a:pt x="117703" y="12357"/>
                  </a:lnTo>
                  <a:lnTo>
                    <a:pt x="76746" y="0"/>
                  </a:lnTo>
                  <a:lnTo>
                    <a:pt x="66230" y="609"/>
                  </a:lnTo>
                  <a:lnTo>
                    <a:pt x="28778" y="15201"/>
                  </a:lnTo>
                  <a:lnTo>
                    <a:pt x="5435" y="48158"/>
                  </a:lnTo>
                  <a:lnTo>
                    <a:pt x="0" y="82435"/>
                  </a:lnTo>
                  <a:lnTo>
                    <a:pt x="533" y="93853"/>
                  </a:lnTo>
                  <a:lnTo>
                    <a:pt x="13398" y="135318"/>
                  </a:lnTo>
                  <a:lnTo>
                    <a:pt x="42557" y="161328"/>
                  </a:lnTo>
                  <a:lnTo>
                    <a:pt x="76288" y="167309"/>
                  </a:lnTo>
                  <a:lnTo>
                    <a:pt x="88569" y="166446"/>
                  </a:lnTo>
                  <a:lnTo>
                    <a:pt x="127444" y="145757"/>
                  </a:lnTo>
                  <a:lnTo>
                    <a:pt x="143675" y="113245"/>
                  </a:lnTo>
                  <a:close/>
                </a:path>
                <a:path w="480695" h="167640">
                  <a:moveTo>
                    <a:pt x="480606" y="113245"/>
                  </a:moveTo>
                  <a:lnTo>
                    <a:pt x="459079" y="107823"/>
                  </a:lnTo>
                  <a:lnTo>
                    <a:pt x="456412" y="117398"/>
                  </a:lnTo>
                  <a:lnTo>
                    <a:pt x="452666" y="125730"/>
                  </a:lnTo>
                  <a:lnTo>
                    <a:pt x="420217" y="148348"/>
                  </a:lnTo>
                  <a:lnTo>
                    <a:pt x="411581" y="149009"/>
                  </a:lnTo>
                  <a:lnTo>
                    <a:pt x="404202" y="148526"/>
                  </a:lnTo>
                  <a:lnTo>
                    <a:pt x="368528" y="125577"/>
                  </a:lnTo>
                  <a:lnTo>
                    <a:pt x="359168" y="82321"/>
                  </a:lnTo>
                  <a:lnTo>
                    <a:pt x="359473" y="74383"/>
                  </a:lnTo>
                  <a:lnTo>
                    <a:pt x="371132" y="37731"/>
                  </a:lnTo>
                  <a:lnTo>
                    <a:pt x="404266" y="18884"/>
                  </a:lnTo>
                  <a:lnTo>
                    <a:pt x="413219" y="18326"/>
                  </a:lnTo>
                  <a:lnTo>
                    <a:pt x="420979" y="18821"/>
                  </a:lnTo>
                  <a:lnTo>
                    <a:pt x="453580" y="43853"/>
                  </a:lnTo>
                  <a:lnTo>
                    <a:pt x="456730" y="52082"/>
                  </a:lnTo>
                  <a:lnTo>
                    <a:pt x="477786" y="47117"/>
                  </a:lnTo>
                  <a:lnTo>
                    <a:pt x="454621" y="12357"/>
                  </a:lnTo>
                  <a:lnTo>
                    <a:pt x="413677" y="0"/>
                  </a:lnTo>
                  <a:lnTo>
                    <a:pt x="403161" y="609"/>
                  </a:lnTo>
                  <a:lnTo>
                    <a:pt x="365709" y="15201"/>
                  </a:lnTo>
                  <a:lnTo>
                    <a:pt x="342366" y="48158"/>
                  </a:lnTo>
                  <a:lnTo>
                    <a:pt x="336931" y="82435"/>
                  </a:lnTo>
                  <a:lnTo>
                    <a:pt x="337464" y="93853"/>
                  </a:lnTo>
                  <a:lnTo>
                    <a:pt x="350329" y="135318"/>
                  </a:lnTo>
                  <a:lnTo>
                    <a:pt x="379488" y="161328"/>
                  </a:lnTo>
                  <a:lnTo>
                    <a:pt x="413219" y="167309"/>
                  </a:lnTo>
                  <a:lnTo>
                    <a:pt x="425500" y="166446"/>
                  </a:lnTo>
                  <a:lnTo>
                    <a:pt x="464375" y="145757"/>
                  </a:lnTo>
                  <a:lnTo>
                    <a:pt x="480606" y="1132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4064476" y="1204682"/>
              <a:ext cx="814069" cy="474345"/>
            </a:xfrm>
            <a:custGeom>
              <a:avLst/>
              <a:gdLst/>
              <a:ahLst/>
              <a:cxnLst/>
              <a:rect l="l" t="t" r="r" b="b"/>
              <a:pathLst>
                <a:path w="814070" h="474344">
                  <a:moveTo>
                    <a:pt x="348863" y="237059"/>
                  </a:moveTo>
                  <a:lnTo>
                    <a:pt x="462109" y="237059"/>
                  </a:lnTo>
                </a:path>
                <a:path w="814070" h="474344">
                  <a:moveTo>
                    <a:pt x="348863" y="176711"/>
                  </a:moveTo>
                  <a:lnTo>
                    <a:pt x="462109" y="176711"/>
                  </a:lnTo>
                </a:path>
                <a:path w="814070" h="474344">
                  <a:moveTo>
                    <a:pt x="157936" y="156968"/>
                  </a:moveTo>
                  <a:lnTo>
                    <a:pt x="0" y="0"/>
                  </a:lnTo>
                </a:path>
                <a:path w="814070" h="474344">
                  <a:moveTo>
                    <a:pt x="658652" y="154174"/>
                  </a:moveTo>
                  <a:lnTo>
                    <a:pt x="813546" y="0"/>
                  </a:lnTo>
                </a:path>
                <a:path w="814070" h="474344">
                  <a:moveTo>
                    <a:pt x="667075" y="328395"/>
                  </a:moveTo>
                  <a:lnTo>
                    <a:pt x="813546" y="474118"/>
                  </a:lnTo>
                </a:path>
                <a:path w="814070" h="474344">
                  <a:moveTo>
                    <a:pt x="147875" y="326998"/>
                  </a:moveTo>
                  <a:lnTo>
                    <a:pt x="0" y="474118"/>
                  </a:lnTo>
                </a:path>
              </a:pathLst>
            </a:custGeom>
            <a:ln w="1400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4" name="object 24"/>
          <p:cNvGrpSpPr/>
          <p:nvPr/>
        </p:nvGrpSpPr>
        <p:grpSpPr>
          <a:xfrm>
            <a:off x="3004221" y="1189409"/>
            <a:ext cx="844550" cy="272415"/>
            <a:chOff x="3004221" y="1189409"/>
            <a:chExt cx="844550" cy="272415"/>
          </a:xfrm>
        </p:grpSpPr>
        <p:sp>
          <p:nvSpPr>
            <p:cNvPr id="25" name="object 25"/>
            <p:cNvSpPr/>
            <p:nvPr/>
          </p:nvSpPr>
          <p:spPr>
            <a:xfrm>
              <a:off x="3004221" y="1417295"/>
              <a:ext cx="722630" cy="13970"/>
            </a:xfrm>
            <a:custGeom>
              <a:avLst/>
              <a:gdLst/>
              <a:ahLst/>
              <a:cxnLst/>
              <a:rect l="l" t="t" r="r" b="b"/>
              <a:pathLst>
                <a:path w="722629" h="13969">
                  <a:moveTo>
                    <a:pt x="722294" y="0"/>
                  </a:moveTo>
                  <a:lnTo>
                    <a:pt x="0" y="0"/>
                  </a:lnTo>
                  <a:lnTo>
                    <a:pt x="0" y="13969"/>
                  </a:lnTo>
                  <a:lnTo>
                    <a:pt x="722294" y="13969"/>
                  </a:lnTo>
                  <a:lnTo>
                    <a:pt x="72229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6" name="object 2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704528" y="1384442"/>
              <a:ext cx="143650" cy="76881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322246" y="1189409"/>
              <a:ext cx="136222" cy="161811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498710" y="1202029"/>
              <a:ext cx="39370" cy="126364"/>
            </a:xfrm>
            <a:custGeom>
              <a:avLst/>
              <a:gdLst/>
              <a:ahLst/>
              <a:cxnLst/>
              <a:rect l="l" t="t" r="r" b="b"/>
              <a:pathLst>
                <a:path w="39370" h="126365">
                  <a:moveTo>
                    <a:pt x="39001" y="106730"/>
                  </a:moveTo>
                  <a:lnTo>
                    <a:pt x="37465" y="99174"/>
                  </a:lnTo>
                  <a:lnTo>
                    <a:pt x="33286" y="93002"/>
                  </a:lnTo>
                  <a:lnTo>
                    <a:pt x="27076" y="88836"/>
                  </a:lnTo>
                  <a:lnTo>
                    <a:pt x="19481" y="87312"/>
                  </a:lnTo>
                  <a:lnTo>
                    <a:pt x="11899" y="88836"/>
                  </a:lnTo>
                  <a:lnTo>
                    <a:pt x="5702" y="93002"/>
                  </a:lnTo>
                  <a:lnTo>
                    <a:pt x="1524" y="99174"/>
                  </a:lnTo>
                  <a:lnTo>
                    <a:pt x="0" y="106730"/>
                  </a:lnTo>
                  <a:lnTo>
                    <a:pt x="1524" y="114274"/>
                  </a:lnTo>
                  <a:lnTo>
                    <a:pt x="5702" y="120446"/>
                  </a:lnTo>
                  <a:lnTo>
                    <a:pt x="11899" y="124599"/>
                  </a:lnTo>
                  <a:lnTo>
                    <a:pt x="19481" y="126123"/>
                  </a:lnTo>
                  <a:lnTo>
                    <a:pt x="27076" y="124599"/>
                  </a:lnTo>
                  <a:lnTo>
                    <a:pt x="33286" y="120446"/>
                  </a:lnTo>
                  <a:lnTo>
                    <a:pt x="37465" y="114274"/>
                  </a:lnTo>
                  <a:lnTo>
                    <a:pt x="39001" y="106730"/>
                  </a:lnTo>
                  <a:close/>
                </a:path>
                <a:path w="39370" h="126365">
                  <a:moveTo>
                    <a:pt x="39001" y="19418"/>
                  </a:moveTo>
                  <a:lnTo>
                    <a:pt x="37465" y="11861"/>
                  </a:lnTo>
                  <a:lnTo>
                    <a:pt x="33286" y="5689"/>
                  </a:lnTo>
                  <a:lnTo>
                    <a:pt x="27076" y="1524"/>
                  </a:lnTo>
                  <a:lnTo>
                    <a:pt x="19481" y="0"/>
                  </a:lnTo>
                  <a:lnTo>
                    <a:pt x="11899" y="1524"/>
                  </a:lnTo>
                  <a:lnTo>
                    <a:pt x="5702" y="5689"/>
                  </a:lnTo>
                  <a:lnTo>
                    <a:pt x="1524" y="11861"/>
                  </a:lnTo>
                  <a:lnTo>
                    <a:pt x="0" y="19418"/>
                  </a:lnTo>
                  <a:lnTo>
                    <a:pt x="1524" y="26974"/>
                  </a:lnTo>
                  <a:lnTo>
                    <a:pt x="5702" y="33134"/>
                  </a:lnTo>
                  <a:lnTo>
                    <a:pt x="11899" y="37287"/>
                  </a:lnTo>
                  <a:lnTo>
                    <a:pt x="19481" y="38811"/>
                  </a:lnTo>
                  <a:lnTo>
                    <a:pt x="27076" y="37287"/>
                  </a:lnTo>
                  <a:lnTo>
                    <a:pt x="33286" y="33134"/>
                  </a:lnTo>
                  <a:lnTo>
                    <a:pt x="37465" y="26974"/>
                  </a:lnTo>
                  <a:lnTo>
                    <a:pt x="39001" y="1941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9" name="object 29"/>
          <p:cNvGrpSpPr/>
          <p:nvPr/>
        </p:nvGrpSpPr>
        <p:grpSpPr>
          <a:xfrm>
            <a:off x="1778231" y="1157163"/>
            <a:ext cx="958850" cy="628650"/>
            <a:chOff x="1778231" y="1157163"/>
            <a:chExt cx="958850" cy="628650"/>
          </a:xfrm>
        </p:grpSpPr>
        <p:sp>
          <p:nvSpPr>
            <p:cNvPr id="30" name="object 30"/>
            <p:cNvSpPr/>
            <p:nvPr/>
          </p:nvSpPr>
          <p:spPr>
            <a:xfrm>
              <a:off x="2015096" y="1391475"/>
              <a:ext cx="480695" cy="167640"/>
            </a:xfrm>
            <a:custGeom>
              <a:avLst/>
              <a:gdLst/>
              <a:ahLst/>
              <a:cxnLst/>
              <a:rect l="l" t="t" r="r" b="b"/>
              <a:pathLst>
                <a:path w="480694" h="167640">
                  <a:moveTo>
                    <a:pt x="143725" y="113245"/>
                  </a:moveTo>
                  <a:lnTo>
                    <a:pt x="122224" y="107823"/>
                  </a:lnTo>
                  <a:lnTo>
                    <a:pt x="119494" y="117411"/>
                  </a:lnTo>
                  <a:lnTo>
                    <a:pt x="115760" y="125742"/>
                  </a:lnTo>
                  <a:lnTo>
                    <a:pt x="83324" y="148361"/>
                  </a:lnTo>
                  <a:lnTo>
                    <a:pt x="74637" y="149009"/>
                  </a:lnTo>
                  <a:lnTo>
                    <a:pt x="67322" y="148526"/>
                  </a:lnTo>
                  <a:lnTo>
                    <a:pt x="31648" y="125590"/>
                  </a:lnTo>
                  <a:lnTo>
                    <a:pt x="22174" y="82334"/>
                  </a:lnTo>
                  <a:lnTo>
                    <a:pt x="22491" y="74396"/>
                  </a:lnTo>
                  <a:lnTo>
                    <a:pt x="34239" y="37731"/>
                  </a:lnTo>
                  <a:lnTo>
                    <a:pt x="76288" y="18326"/>
                  </a:lnTo>
                  <a:lnTo>
                    <a:pt x="84099" y="18834"/>
                  </a:lnTo>
                  <a:lnTo>
                    <a:pt x="116624" y="43865"/>
                  </a:lnTo>
                  <a:lnTo>
                    <a:pt x="119773" y="52082"/>
                  </a:lnTo>
                  <a:lnTo>
                    <a:pt x="140970" y="47129"/>
                  </a:lnTo>
                  <a:lnTo>
                    <a:pt x="117779" y="12369"/>
                  </a:lnTo>
                  <a:lnTo>
                    <a:pt x="76733" y="0"/>
                  </a:lnTo>
                  <a:lnTo>
                    <a:pt x="66205" y="622"/>
                  </a:lnTo>
                  <a:lnTo>
                    <a:pt x="28867" y="15214"/>
                  </a:lnTo>
                  <a:lnTo>
                    <a:pt x="5448" y="48171"/>
                  </a:lnTo>
                  <a:lnTo>
                    <a:pt x="0" y="82448"/>
                  </a:lnTo>
                  <a:lnTo>
                    <a:pt x="533" y="93853"/>
                  </a:lnTo>
                  <a:lnTo>
                    <a:pt x="13373" y="135318"/>
                  </a:lnTo>
                  <a:lnTo>
                    <a:pt x="42494" y="161328"/>
                  </a:lnTo>
                  <a:lnTo>
                    <a:pt x="76415" y="167309"/>
                  </a:lnTo>
                  <a:lnTo>
                    <a:pt x="88620" y="166446"/>
                  </a:lnTo>
                  <a:lnTo>
                    <a:pt x="127508" y="145770"/>
                  </a:lnTo>
                  <a:lnTo>
                    <a:pt x="143725" y="113245"/>
                  </a:lnTo>
                  <a:close/>
                </a:path>
                <a:path w="480694" h="167640">
                  <a:moveTo>
                    <a:pt x="480656" y="113245"/>
                  </a:moveTo>
                  <a:lnTo>
                    <a:pt x="459155" y="107823"/>
                  </a:lnTo>
                  <a:lnTo>
                    <a:pt x="456425" y="117411"/>
                  </a:lnTo>
                  <a:lnTo>
                    <a:pt x="452678" y="125742"/>
                  </a:lnTo>
                  <a:lnTo>
                    <a:pt x="420255" y="148361"/>
                  </a:lnTo>
                  <a:lnTo>
                    <a:pt x="411568" y="149009"/>
                  </a:lnTo>
                  <a:lnTo>
                    <a:pt x="404253" y="148526"/>
                  </a:lnTo>
                  <a:lnTo>
                    <a:pt x="368579" y="125590"/>
                  </a:lnTo>
                  <a:lnTo>
                    <a:pt x="359105" y="82334"/>
                  </a:lnTo>
                  <a:lnTo>
                    <a:pt x="359422" y="74396"/>
                  </a:lnTo>
                  <a:lnTo>
                    <a:pt x="371170" y="37731"/>
                  </a:lnTo>
                  <a:lnTo>
                    <a:pt x="413219" y="18326"/>
                  </a:lnTo>
                  <a:lnTo>
                    <a:pt x="421030" y="18834"/>
                  </a:lnTo>
                  <a:lnTo>
                    <a:pt x="453555" y="43865"/>
                  </a:lnTo>
                  <a:lnTo>
                    <a:pt x="456704" y="52082"/>
                  </a:lnTo>
                  <a:lnTo>
                    <a:pt x="477901" y="47129"/>
                  </a:lnTo>
                  <a:lnTo>
                    <a:pt x="454710" y="12369"/>
                  </a:lnTo>
                  <a:lnTo>
                    <a:pt x="413664" y="0"/>
                  </a:lnTo>
                  <a:lnTo>
                    <a:pt x="403136" y="622"/>
                  </a:lnTo>
                  <a:lnTo>
                    <a:pt x="365798" y="15214"/>
                  </a:lnTo>
                  <a:lnTo>
                    <a:pt x="342379" y="48171"/>
                  </a:lnTo>
                  <a:lnTo>
                    <a:pt x="336918" y="82448"/>
                  </a:lnTo>
                  <a:lnTo>
                    <a:pt x="337464" y="93853"/>
                  </a:lnTo>
                  <a:lnTo>
                    <a:pt x="350304" y="135318"/>
                  </a:lnTo>
                  <a:lnTo>
                    <a:pt x="379425" y="161328"/>
                  </a:lnTo>
                  <a:lnTo>
                    <a:pt x="413346" y="167309"/>
                  </a:lnTo>
                  <a:lnTo>
                    <a:pt x="425551" y="166446"/>
                  </a:lnTo>
                  <a:lnTo>
                    <a:pt x="464439" y="145770"/>
                  </a:lnTo>
                  <a:lnTo>
                    <a:pt x="480656" y="1132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2198489" y="1467351"/>
              <a:ext cx="113664" cy="0"/>
            </a:xfrm>
            <a:custGeom>
              <a:avLst/>
              <a:gdLst/>
              <a:ahLst/>
              <a:cxnLst/>
              <a:rect l="l" t="t" r="r" b="b"/>
              <a:pathLst>
                <a:path w="113664">
                  <a:moveTo>
                    <a:pt x="0" y="0"/>
                  </a:moveTo>
                  <a:lnTo>
                    <a:pt x="113246" y="0"/>
                  </a:lnTo>
                </a:path>
              </a:pathLst>
            </a:custGeom>
            <a:ln w="1396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2" name="object 3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83716" y="1157163"/>
              <a:ext cx="127558" cy="161811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1785242" y="1333432"/>
              <a:ext cx="222885" cy="327660"/>
            </a:xfrm>
            <a:custGeom>
              <a:avLst/>
              <a:gdLst/>
              <a:ahLst/>
              <a:cxnLst/>
              <a:rect l="l" t="t" r="r" b="b"/>
              <a:pathLst>
                <a:path w="222885" h="327660">
                  <a:moveTo>
                    <a:pt x="222320" y="53828"/>
                  </a:moveTo>
                  <a:lnTo>
                    <a:pt x="168224" y="0"/>
                  </a:lnTo>
                </a:path>
                <a:path w="222885" h="327660">
                  <a:moveTo>
                    <a:pt x="34177" y="327510"/>
                  </a:moveTo>
                  <a:lnTo>
                    <a:pt x="0" y="268606"/>
                  </a:lnTo>
                </a:path>
                <a:path w="222885" h="327660">
                  <a:moveTo>
                    <a:pt x="87634" y="286743"/>
                  </a:moveTo>
                  <a:lnTo>
                    <a:pt x="62203" y="242926"/>
                  </a:lnTo>
                </a:path>
                <a:path w="222885" h="327660">
                  <a:moveTo>
                    <a:pt x="141094" y="245976"/>
                  </a:moveTo>
                  <a:lnTo>
                    <a:pt x="124409" y="217222"/>
                  </a:lnTo>
                </a:path>
                <a:path w="222885" h="327660">
                  <a:moveTo>
                    <a:pt x="194546" y="205232"/>
                  </a:moveTo>
                  <a:lnTo>
                    <a:pt x="186615" y="191542"/>
                  </a:lnTo>
                </a:path>
              </a:pathLst>
            </a:custGeom>
            <a:ln w="1400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1923788" y="1584693"/>
              <a:ext cx="94615" cy="168910"/>
            </a:xfrm>
            <a:custGeom>
              <a:avLst/>
              <a:gdLst/>
              <a:ahLst/>
              <a:cxnLst/>
              <a:rect l="l" t="t" r="r" b="b"/>
              <a:pathLst>
                <a:path w="94614" h="168910">
                  <a:moveTo>
                    <a:pt x="0" y="168819"/>
                  </a:moveTo>
                  <a:lnTo>
                    <a:pt x="94373" y="0"/>
                  </a:lnTo>
                </a:path>
              </a:pathLst>
            </a:custGeom>
            <a:ln w="327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1889182" y="1577010"/>
              <a:ext cx="139700" cy="198755"/>
            </a:xfrm>
            <a:custGeom>
              <a:avLst/>
              <a:gdLst/>
              <a:ahLst/>
              <a:cxnLst/>
              <a:rect l="l" t="t" r="r" b="b"/>
              <a:pathLst>
                <a:path w="139700" h="198755">
                  <a:moveTo>
                    <a:pt x="127130" y="0"/>
                  </a:moveTo>
                  <a:lnTo>
                    <a:pt x="0" y="163231"/>
                  </a:lnTo>
                  <a:lnTo>
                    <a:pt x="60787" y="198154"/>
                  </a:lnTo>
                  <a:lnTo>
                    <a:pt x="139273" y="6984"/>
                  </a:lnTo>
                  <a:lnTo>
                    <a:pt x="12713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2528307" y="1273737"/>
              <a:ext cx="200025" cy="139065"/>
            </a:xfrm>
            <a:custGeom>
              <a:avLst/>
              <a:gdLst/>
              <a:ahLst/>
              <a:cxnLst/>
              <a:rect l="l" t="t" r="r" b="b"/>
              <a:pathLst>
                <a:path w="200025" h="139065">
                  <a:moveTo>
                    <a:pt x="165283" y="0"/>
                  </a:moveTo>
                  <a:lnTo>
                    <a:pt x="199467" y="58950"/>
                  </a:lnTo>
                </a:path>
                <a:path w="200025" h="139065">
                  <a:moveTo>
                    <a:pt x="110180" y="41721"/>
                  </a:moveTo>
                  <a:lnTo>
                    <a:pt x="135614" y="85561"/>
                  </a:lnTo>
                </a:path>
                <a:path w="200025" h="139065">
                  <a:moveTo>
                    <a:pt x="55078" y="83443"/>
                  </a:moveTo>
                  <a:lnTo>
                    <a:pt x="71761" y="112173"/>
                  </a:lnTo>
                </a:path>
                <a:path w="200025" h="139065">
                  <a:moveTo>
                    <a:pt x="0" y="125164"/>
                  </a:moveTo>
                  <a:lnTo>
                    <a:pt x="7908" y="138808"/>
                  </a:lnTo>
                </a:path>
              </a:pathLst>
            </a:custGeom>
            <a:ln w="1400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2488366" y="1181190"/>
              <a:ext cx="100965" cy="180340"/>
            </a:xfrm>
            <a:custGeom>
              <a:avLst/>
              <a:gdLst/>
              <a:ahLst/>
              <a:cxnLst/>
              <a:rect l="l" t="t" r="r" b="b"/>
              <a:pathLst>
                <a:path w="100964" h="180340">
                  <a:moveTo>
                    <a:pt x="100868" y="0"/>
                  </a:moveTo>
                  <a:lnTo>
                    <a:pt x="0" y="179947"/>
                  </a:lnTo>
                </a:path>
              </a:pathLst>
            </a:custGeom>
            <a:ln w="327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2478071" y="1159538"/>
              <a:ext cx="146050" cy="209550"/>
            </a:xfrm>
            <a:custGeom>
              <a:avLst/>
              <a:gdLst/>
              <a:ahLst/>
              <a:cxnLst/>
              <a:rect l="l" t="t" r="r" b="b"/>
              <a:pathLst>
                <a:path w="146050" h="209550">
                  <a:moveTo>
                    <a:pt x="84981" y="0"/>
                  </a:moveTo>
                  <a:lnTo>
                    <a:pt x="0" y="202298"/>
                  </a:lnTo>
                  <a:lnTo>
                    <a:pt x="12166" y="209283"/>
                  </a:lnTo>
                  <a:lnTo>
                    <a:pt x="145769" y="34923"/>
                  </a:lnTo>
                  <a:lnTo>
                    <a:pt x="8498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2585374" y="1623505"/>
              <a:ext cx="151765" cy="161925"/>
            </a:xfrm>
            <a:custGeom>
              <a:avLst/>
              <a:gdLst/>
              <a:ahLst/>
              <a:cxnLst/>
              <a:rect l="l" t="t" r="r" b="b"/>
              <a:pathLst>
                <a:path w="151764" h="161925">
                  <a:moveTo>
                    <a:pt x="146190" y="0"/>
                  </a:moveTo>
                  <a:lnTo>
                    <a:pt x="108145" y="0"/>
                  </a:lnTo>
                  <a:lnTo>
                    <a:pt x="76207" y="51965"/>
                  </a:lnTo>
                  <a:lnTo>
                    <a:pt x="43590" y="0"/>
                  </a:lnTo>
                  <a:lnTo>
                    <a:pt x="5217" y="0"/>
                  </a:lnTo>
                  <a:lnTo>
                    <a:pt x="55570" y="77366"/>
                  </a:lnTo>
                  <a:lnTo>
                    <a:pt x="0" y="161787"/>
                  </a:lnTo>
                  <a:lnTo>
                    <a:pt x="39378" y="161787"/>
                  </a:lnTo>
                  <a:lnTo>
                    <a:pt x="75551" y="105840"/>
                  </a:lnTo>
                  <a:lnTo>
                    <a:pt x="111584" y="161787"/>
                  </a:lnTo>
                  <a:lnTo>
                    <a:pt x="151197" y="161787"/>
                  </a:lnTo>
                  <a:lnTo>
                    <a:pt x="95627" y="78577"/>
                  </a:lnTo>
                  <a:lnTo>
                    <a:pt x="146190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2516772" y="1558687"/>
              <a:ext cx="46355" cy="46355"/>
            </a:xfrm>
            <a:custGeom>
              <a:avLst/>
              <a:gdLst/>
              <a:ahLst/>
              <a:cxnLst/>
              <a:rect l="l" t="t" r="r" b="b"/>
              <a:pathLst>
                <a:path w="46355" h="46355">
                  <a:moveTo>
                    <a:pt x="0" y="0"/>
                  </a:moveTo>
                  <a:lnTo>
                    <a:pt x="46257" y="46028"/>
                  </a:lnTo>
                </a:path>
              </a:pathLst>
            </a:custGeom>
            <a:ln w="1400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41" name="object 4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817648" y="1858482"/>
            <a:ext cx="1269290" cy="785777"/>
          </a:xfrm>
          <a:prstGeom prst="rect">
            <a:avLst/>
          </a:prstGeom>
        </p:spPr>
      </p:pic>
      <p:pic>
        <p:nvPicPr>
          <p:cNvPr id="42" name="object 4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039936" y="1417970"/>
            <a:ext cx="107396" cy="106958"/>
          </a:xfrm>
          <a:prstGeom prst="rect">
            <a:avLst/>
          </a:prstGeom>
        </p:spPr>
      </p:pic>
      <p:grpSp>
        <p:nvGrpSpPr>
          <p:cNvPr id="43" name="object 43"/>
          <p:cNvGrpSpPr/>
          <p:nvPr/>
        </p:nvGrpSpPr>
        <p:grpSpPr>
          <a:xfrm>
            <a:off x="5399329" y="1359578"/>
            <a:ext cx="619125" cy="191770"/>
            <a:chOff x="5399329" y="1359578"/>
            <a:chExt cx="619125" cy="191770"/>
          </a:xfrm>
        </p:grpSpPr>
        <p:sp>
          <p:nvSpPr>
            <p:cNvPr id="44" name="object 44"/>
            <p:cNvSpPr/>
            <p:nvPr/>
          </p:nvSpPr>
          <p:spPr>
            <a:xfrm>
              <a:off x="5399329" y="1389286"/>
              <a:ext cx="285750" cy="161925"/>
            </a:xfrm>
            <a:custGeom>
              <a:avLst/>
              <a:gdLst/>
              <a:ahLst/>
              <a:cxnLst/>
              <a:rect l="l" t="t" r="r" b="b"/>
              <a:pathLst>
                <a:path w="285750" h="161925">
                  <a:moveTo>
                    <a:pt x="61068" y="0"/>
                  </a:moveTo>
                  <a:lnTo>
                    <a:pt x="0" y="0"/>
                  </a:lnTo>
                  <a:lnTo>
                    <a:pt x="0" y="161811"/>
                  </a:lnTo>
                  <a:lnTo>
                    <a:pt x="62004" y="161811"/>
                  </a:lnTo>
                  <a:lnTo>
                    <a:pt x="101313" y="154616"/>
                  </a:lnTo>
                  <a:lnTo>
                    <a:pt x="114755" y="142696"/>
                  </a:lnTo>
                  <a:lnTo>
                    <a:pt x="21526" y="142696"/>
                  </a:lnTo>
                  <a:lnTo>
                    <a:pt x="21526" y="87075"/>
                  </a:lnTo>
                  <a:lnTo>
                    <a:pt x="111901" y="87075"/>
                  </a:lnTo>
                  <a:lnTo>
                    <a:pt x="110548" y="85575"/>
                  </a:lnTo>
                  <a:lnTo>
                    <a:pt x="105290" y="81528"/>
                  </a:lnTo>
                  <a:lnTo>
                    <a:pt x="99156" y="78241"/>
                  </a:lnTo>
                  <a:lnTo>
                    <a:pt x="92187" y="75713"/>
                  </a:lnTo>
                  <a:lnTo>
                    <a:pt x="99909" y="71965"/>
                  </a:lnTo>
                  <a:lnTo>
                    <a:pt x="104438" y="67983"/>
                  </a:lnTo>
                  <a:lnTo>
                    <a:pt x="21526" y="67983"/>
                  </a:lnTo>
                  <a:lnTo>
                    <a:pt x="21526" y="19091"/>
                  </a:lnTo>
                  <a:lnTo>
                    <a:pt x="107983" y="19091"/>
                  </a:lnTo>
                  <a:lnTo>
                    <a:pt x="104354" y="13224"/>
                  </a:lnTo>
                  <a:lnTo>
                    <a:pt x="98505" y="8172"/>
                  </a:lnTo>
                  <a:lnTo>
                    <a:pt x="91018" y="4912"/>
                  </a:lnTo>
                  <a:lnTo>
                    <a:pt x="84923" y="2760"/>
                  </a:lnTo>
                  <a:lnTo>
                    <a:pt x="77885" y="1225"/>
                  </a:lnTo>
                  <a:lnTo>
                    <a:pt x="69926" y="305"/>
                  </a:lnTo>
                  <a:lnTo>
                    <a:pt x="61068" y="0"/>
                  </a:lnTo>
                  <a:close/>
                </a:path>
                <a:path w="285750" h="161925">
                  <a:moveTo>
                    <a:pt x="111901" y="87075"/>
                  </a:moveTo>
                  <a:lnTo>
                    <a:pt x="69491" y="87075"/>
                  </a:lnTo>
                  <a:lnTo>
                    <a:pt x="77447" y="87983"/>
                  </a:lnTo>
                  <a:lnTo>
                    <a:pt x="83062" y="89776"/>
                  </a:lnTo>
                  <a:lnTo>
                    <a:pt x="100611" y="120042"/>
                  </a:lnTo>
                  <a:lnTo>
                    <a:pt x="99441" y="124582"/>
                  </a:lnTo>
                  <a:lnTo>
                    <a:pt x="69023" y="142696"/>
                  </a:lnTo>
                  <a:lnTo>
                    <a:pt x="114755" y="142696"/>
                  </a:lnTo>
                  <a:lnTo>
                    <a:pt x="114883" y="142533"/>
                  </a:lnTo>
                  <a:lnTo>
                    <a:pt x="117925" y="136037"/>
                  </a:lnTo>
                  <a:lnTo>
                    <a:pt x="121201" y="129518"/>
                  </a:lnTo>
                  <a:lnTo>
                    <a:pt x="122839" y="122464"/>
                  </a:lnTo>
                  <a:lnTo>
                    <a:pt x="122839" y="114897"/>
                  </a:lnTo>
                  <a:lnTo>
                    <a:pt x="122353" y="108061"/>
                  </a:lnTo>
                  <a:lnTo>
                    <a:pt x="120879" y="101696"/>
                  </a:lnTo>
                  <a:lnTo>
                    <a:pt x="118397" y="95803"/>
                  </a:lnTo>
                  <a:lnTo>
                    <a:pt x="114883" y="90381"/>
                  </a:lnTo>
                  <a:lnTo>
                    <a:pt x="111901" y="87075"/>
                  </a:lnTo>
                  <a:close/>
                </a:path>
                <a:path w="285750" h="161925">
                  <a:moveTo>
                    <a:pt x="107983" y="19091"/>
                  </a:moveTo>
                  <a:lnTo>
                    <a:pt x="65748" y="19091"/>
                  </a:lnTo>
                  <a:lnTo>
                    <a:pt x="73937" y="19836"/>
                  </a:lnTo>
                  <a:lnTo>
                    <a:pt x="78851" y="21349"/>
                  </a:lnTo>
                  <a:lnTo>
                    <a:pt x="93825" y="49591"/>
                  </a:lnTo>
                  <a:lnTo>
                    <a:pt x="92421" y="54294"/>
                  </a:lnTo>
                  <a:lnTo>
                    <a:pt x="86806" y="61814"/>
                  </a:lnTo>
                  <a:lnTo>
                    <a:pt x="82828" y="64491"/>
                  </a:lnTo>
                  <a:lnTo>
                    <a:pt x="77213" y="66098"/>
                  </a:lnTo>
                  <a:lnTo>
                    <a:pt x="73235" y="67355"/>
                  </a:lnTo>
                  <a:lnTo>
                    <a:pt x="66216" y="67983"/>
                  </a:lnTo>
                  <a:lnTo>
                    <a:pt x="104438" y="67983"/>
                  </a:lnTo>
                  <a:lnTo>
                    <a:pt x="105524" y="67029"/>
                  </a:lnTo>
                  <a:lnTo>
                    <a:pt x="113012" y="54806"/>
                  </a:lnTo>
                  <a:lnTo>
                    <a:pt x="114883" y="48310"/>
                  </a:lnTo>
                  <a:lnTo>
                    <a:pt x="114849" y="33829"/>
                  </a:lnTo>
                  <a:lnTo>
                    <a:pt x="112778" y="26844"/>
                  </a:lnTo>
                  <a:lnTo>
                    <a:pt x="107983" y="19091"/>
                  </a:lnTo>
                  <a:close/>
                </a:path>
                <a:path w="285750" h="161925">
                  <a:moveTo>
                    <a:pt x="179228" y="0"/>
                  </a:moveTo>
                  <a:lnTo>
                    <a:pt x="157702" y="0"/>
                  </a:lnTo>
                  <a:lnTo>
                    <a:pt x="157702" y="161811"/>
                  </a:lnTo>
                  <a:lnTo>
                    <a:pt x="179228" y="161811"/>
                  </a:lnTo>
                  <a:lnTo>
                    <a:pt x="179228" y="85538"/>
                  </a:lnTo>
                  <a:lnTo>
                    <a:pt x="285221" y="85538"/>
                  </a:lnTo>
                  <a:lnTo>
                    <a:pt x="285221" y="66447"/>
                  </a:lnTo>
                  <a:lnTo>
                    <a:pt x="179228" y="66447"/>
                  </a:lnTo>
                  <a:lnTo>
                    <a:pt x="179228" y="0"/>
                  </a:lnTo>
                  <a:close/>
                </a:path>
                <a:path w="285750" h="161925">
                  <a:moveTo>
                    <a:pt x="285221" y="85538"/>
                  </a:moveTo>
                  <a:lnTo>
                    <a:pt x="263694" y="85538"/>
                  </a:lnTo>
                  <a:lnTo>
                    <a:pt x="263694" y="161811"/>
                  </a:lnTo>
                  <a:lnTo>
                    <a:pt x="285221" y="161811"/>
                  </a:lnTo>
                  <a:lnTo>
                    <a:pt x="285221" y="85538"/>
                  </a:lnTo>
                  <a:close/>
                </a:path>
                <a:path w="285750" h="161925">
                  <a:moveTo>
                    <a:pt x="285221" y="0"/>
                  </a:moveTo>
                  <a:lnTo>
                    <a:pt x="263694" y="0"/>
                  </a:lnTo>
                  <a:lnTo>
                    <a:pt x="263694" y="66447"/>
                  </a:lnTo>
                  <a:lnTo>
                    <a:pt x="285221" y="66447"/>
                  </a:lnTo>
                  <a:lnTo>
                    <a:pt x="28522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5" name="object 4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717307" y="1359578"/>
              <a:ext cx="300574" cy="191519"/>
            </a:xfrm>
            <a:prstGeom prst="rect">
              <a:avLst/>
            </a:prstGeom>
          </p:spPr>
        </p:pic>
      </p:grpSp>
      <p:sp>
        <p:nvSpPr>
          <p:cNvPr id="46" name="object 46"/>
          <p:cNvSpPr/>
          <p:nvPr/>
        </p:nvSpPr>
        <p:spPr>
          <a:xfrm>
            <a:off x="6588413" y="2135620"/>
            <a:ext cx="918210" cy="167640"/>
          </a:xfrm>
          <a:custGeom>
            <a:avLst/>
            <a:gdLst/>
            <a:ahLst/>
            <a:cxnLst/>
            <a:rect l="l" t="t" r="r" b="b"/>
            <a:pathLst>
              <a:path w="918209" h="167639">
                <a:moveTo>
                  <a:pt x="76745" y="0"/>
                </a:moveTo>
                <a:lnTo>
                  <a:pt x="37202" y="9778"/>
                </a:lnTo>
                <a:lnTo>
                  <a:pt x="9593" y="38369"/>
                </a:lnTo>
                <a:lnTo>
                  <a:pt x="0" y="82465"/>
                </a:lnTo>
                <a:lnTo>
                  <a:pt x="526" y="93859"/>
                </a:lnTo>
                <a:lnTo>
                  <a:pt x="13292" y="135338"/>
                </a:lnTo>
                <a:lnTo>
                  <a:pt x="42419" y="161347"/>
                </a:lnTo>
                <a:lnTo>
                  <a:pt x="76277" y="167328"/>
                </a:lnTo>
                <a:lnTo>
                  <a:pt x="88564" y="166464"/>
                </a:lnTo>
                <a:lnTo>
                  <a:pt x="99821" y="163868"/>
                </a:lnTo>
                <a:lnTo>
                  <a:pt x="110069" y="159539"/>
                </a:lnTo>
                <a:lnTo>
                  <a:pt x="119329" y="153476"/>
                </a:lnTo>
                <a:lnTo>
                  <a:pt x="124038" y="149005"/>
                </a:lnTo>
                <a:lnTo>
                  <a:pt x="74639" y="149005"/>
                </a:lnTo>
                <a:lnTo>
                  <a:pt x="67265" y="148530"/>
                </a:lnTo>
                <a:lnTo>
                  <a:pt x="31598" y="125592"/>
                </a:lnTo>
                <a:lnTo>
                  <a:pt x="21994" y="82349"/>
                </a:lnTo>
                <a:lnTo>
                  <a:pt x="22337" y="74408"/>
                </a:lnTo>
                <a:lnTo>
                  <a:pt x="34190" y="37737"/>
                </a:lnTo>
                <a:lnTo>
                  <a:pt x="76277" y="18323"/>
                </a:lnTo>
                <a:lnTo>
                  <a:pt x="124487" y="18323"/>
                </a:lnTo>
                <a:lnTo>
                  <a:pt x="117691" y="12362"/>
                </a:lnTo>
                <a:lnTo>
                  <a:pt x="108924" y="6954"/>
                </a:lnTo>
                <a:lnTo>
                  <a:pt x="99148" y="3090"/>
                </a:lnTo>
                <a:lnTo>
                  <a:pt x="88407" y="772"/>
                </a:lnTo>
                <a:lnTo>
                  <a:pt x="76745" y="0"/>
                </a:lnTo>
                <a:close/>
              </a:path>
              <a:path w="918209" h="167639">
                <a:moveTo>
                  <a:pt x="122137" y="107843"/>
                </a:moveTo>
                <a:lnTo>
                  <a:pt x="98626" y="143181"/>
                </a:lnTo>
                <a:lnTo>
                  <a:pt x="74639" y="149005"/>
                </a:lnTo>
                <a:lnTo>
                  <a:pt x="124038" y="149005"/>
                </a:lnTo>
                <a:lnTo>
                  <a:pt x="127442" y="145775"/>
                </a:lnTo>
                <a:lnTo>
                  <a:pt x="134216" y="136503"/>
                </a:lnTo>
                <a:lnTo>
                  <a:pt x="139652" y="125592"/>
                </a:lnTo>
                <a:lnTo>
                  <a:pt x="143663" y="113244"/>
                </a:lnTo>
                <a:lnTo>
                  <a:pt x="122137" y="107843"/>
                </a:lnTo>
                <a:close/>
              </a:path>
              <a:path w="918209" h="167639">
                <a:moveTo>
                  <a:pt x="124487" y="18323"/>
                </a:moveTo>
                <a:lnTo>
                  <a:pt x="76277" y="18323"/>
                </a:lnTo>
                <a:lnTo>
                  <a:pt x="84035" y="18828"/>
                </a:lnTo>
                <a:lnTo>
                  <a:pt x="91135" y="20342"/>
                </a:lnTo>
                <a:lnTo>
                  <a:pt x="119797" y="52105"/>
                </a:lnTo>
                <a:lnTo>
                  <a:pt x="140855" y="47146"/>
                </a:lnTo>
                <a:lnTo>
                  <a:pt x="137038" y="36564"/>
                </a:lnTo>
                <a:lnTo>
                  <a:pt x="131905" y="27240"/>
                </a:lnTo>
                <a:lnTo>
                  <a:pt x="125456" y="19172"/>
                </a:lnTo>
                <a:lnTo>
                  <a:pt x="124487" y="18323"/>
                </a:lnTo>
                <a:close/>
              </a:path>
              <a:path w="918209" h="167639">
                <a:moveTo>
                  <a:pt x="220408" y="44701"/>
                </a:moveTo>
                <a:lnTo>
                  <a:pt x="183205" y="57739"/>
                </a:lnTo>
                <a:lnTo>
                  <a:pt x="165189" y="105957"/>
                </a:lnTo>
                <a:lnTo>
                  <a:pt x="166118" y="119930"/>
                </a:lnTo>
                <a:lnTo>
                  <a:pt x="188558" y="158333"/>
                </a:lnTo>
                <a:lnTo>
                  <a:pt x="220408" y="167212"/>
                </a:lnTo>
                <a:lnTo>
                  <a:pt x="227958" y="166766"/>
                </a:lnTo>
                <a:lnTo>
                  <a:pt x="260694" y="150891"/>
                </a:lnTo>
                <a:lnTo>
                  <a:pt x="220408" y="150891"/>
                </a:lnTo>
                <a:lnTo>
                  <a:pt x="213203" y="150188"/>
                </a:lnTo>
                <a:lnTo>
                  <a:pt x="186159" y="116512"/>
                </a:lnTo>
                <a:lnTo>
                  <a:pt x="185545" y="105957"/>
                </a:lnTo>
                <a:lnTo>
                  <a:pt x="186159" y="95419"/>
                </a:lnTo>
                <a:lnTo>
                  <a:pt x="213206" y="61856"/>
                </a:lnTo>
                <a:lnTo>
                  <a:pt x="220408" y="61162"/>
                </a:lnTo>
                <a:lnTo>
                  <a:pt x="260423" y="61162"/>
                </a:lnTo>
                <a:lnTo>
                  <a:pt x="259951" y="60556"/>
                </a:lnTo>
                <a:lnTo>
                  <a:pt x="251699" y="53620"/>
                </a:lnTo>
                <a:lnTo>
                  <a:pt x="242373" y="48665"/>
                </a:lnTo>
                <a:lnTo>
                  <a:pt x="231950" y="45692"/>
                </a:lnTo>
                <a:lnTo>
                  <a:pt x="220408" y="44701"/>
                </a:lnTo>
                <a:close/>
              </a:path>
              <a:path w="918209" h="167639">
                <a:moveTo>
                  <a:pt x="260423" y="61162"/>
                </a:moveTo>
                <a:lnTo>
                  <a:pt x="220408" y="61162"/>
                </a:lnTo>
                <a:lnTo>
                  <a:pt x="227471" y="61861"/>
                </a:lnTo>
                <a:lnTo>
                  <a:pt x="233921" y="63959"/>
                </a:lnTo>
                <a:lnTo>
                  <a:pt x="254973" y="104304"/>
                </a:lnTo>
                <a:lnTo>
                  <a:pt x="254998" y="105957"/>
                </a:lnTo>
                <a:lnTo>
                  <a:pt x="254386" y="116095"/>
                </a:lnTo>
                <a:lnTo>
                  <a:pt x="227461" y="150189"/>
                </a:lnTo>
                <a:lnTo>
                  <a:pt x="220408" y="150891"/>
                </a:lnTo>
                <a:lnTo>
                  <a:pt x="260694" y="150891"/>
                </a:lnTo>
                <a:lnTo>
                  <a:pt x="274958" y="115016"/>
                </a:lnTo>
                <a:lnTo>
                  <a:pt x="275393" y="104304"/>
                </a:lnTo>
                <a:lnTo>
                  <a:pt x="274428" y="91103"/>
                </a:lnTo>
                <a:lnTo>
                  <a:pt x="271533" y="79409"/>
                </a:lnTo>
                <a:lnTo>
                  <a:pt x="266707" y="69225"/>
                </a:lnTo>
                <a:lnTo>
                  <a:pt x="260423" y="61162"/>
                </a:lnTo>
                <a:close/>
              </a:path>
              <a:path w="918209" h="167639">
                <a:moveTo>
                  <a:pt x="320551" y="47355"/>
                </a:moveTo>
                <a:lnTo>
                  <a:pt x="302535" y="47355"/>
                </a:lnTo>
                <a:lnTo>
                  <a:pt x="302535" y="164581"/>
                </a:lnTo>
                <a:lnTo>
                  <a:pt x="322657" y="164581"/>
                </a:lnTo>
                <a:lnTo>
                  <a:pt x="322657" y="93082"/>
                </a:lnTo>
                <a:lnTo>
                  <a:pt x="323593" y="84910"/>
                </a:lnTo>
                <a:lnTo>
                  <a:pt x="325699" y="79252"/>
                </a:lnTo>
                <a:lnTo>
                  <a:pt x="328057" y="73571"/>
                </a:lnTo>
                <a:lnTo>
                  <a:pt x="331315" y="69287"/>
                </a:lnTo>
                <a:lnTo>
                  <a:pt x="336228" y="66330"/>
                </a:lnTo>
                <a:lnTo>
                  <a:pt x="340276" y="63793"/>
                </a:lnTo>
                <a:lnTo>
                  <a:pt x="320551" y="63793"/>
                </a:lnTo>
                <a:lnTo>
                  <a:pt x="320551" y="47355"/>
                </a:lnTo>
                <a:close/>
              </a:path>
              <a:path w="918209" h="167639">
                <a:moveTo>
                  <a:pt x="388380" y="61930"/>
                </a:moveTo>
                <a:lnTo>
                  <a:pt x="359158" y="61930"/>
                </a:lnTo>
                <a:lnTo>
                  <a:pt x="364540" y="64142"/>
                </a:lnTo>
                <a:lnTo>
                  <a:pt x="371091" y="72966"/>
                </a:lnTo>
                <a:lnTo>
                  <a:pt x="372426" y="79252"/>
                </a:lnTo>
                <a:lnTo>
                  <a:pt x="372495" y="164581"/>
                </a:lnTo>
                <a:lnTo>
                  <a:pt x="392617" y="164581"/>
                </a:lnTo>
                <a:lnTo>
                  <a:pt x="392617" y="96481"/>
                </a:lnTo>
                <a:lnTo>
                  <a:pt x="405638" y="65236"/>
                </a:lnTo>
                <a:lnTo>
                  <a:pt x="389575" y="65236"/>
                </a:lnTo>
                <a:lnTo>
                  <a:pt x="388380" y="61930"/>
                </a:lnTo>
                <a:close/>
              </a:path>
              <a:path w="918209" h="167639">
                <a:moveTo>
                  <a:pt x="457836" y="61930"/>
                </a:moveTo>
                <a:lnTo>
                  <a:pt x="426076" y="61930"/>
                </a:lnTo>
                <a:lnTo>
                  <a:pt x="430054" y="63001"/>
                </a:lnTo>
                <a:lnTo>
                  <a:pt x="433330" y="65120"/>
                </a:lnTo>
                <a:lnTo>
                  <a:pt x="436839" y="67262"/>
                </a:lnTo>
                <a:lnTo>
                  <a:pt x="439179" y="70079"/>
                </a:lnTo>
                <a:lnTo>
                  <a:pt x="440358" y="73594"/>
                </a:lnTo>
                <a:lnTo>
                  <a:pt x="441753" y="77064"/>
                </a:lnTo>
                <a:lnTo>
                  <a:pt x="442455" y="82791"/>
                </a:lnTo>
                <a:lnTo>
                  <a:pt x="442455" y="164581"/>
                </a:lnTo>
                <a:lnTo>
                  <a:pt x="462343" y="164581"/>
                </a:lnTo>
                <a:lnTo>
                  <a:pt x="462257" y="82791"/>
                </a:lnTo>
                <a:lnTo>
                  <a:pt x="461733" y="74718"/>
                </a:lnTo>
                <a:lnTo>
                  <a:pt x="459916" y="66630"/>
                </a:lnTo>
                <a:lnTo>
                  <a:pt x="457836" y="61930"/>
                </a:lnTo>
                <a:close/>
              </a:path>
              <a:path w="918209" h="167639">
                <a:moveTo>
                  <a:pt x="425842" y="44701"/>
                </a:moveTo>
                <a:lnTo>
                  <a:pt x="415141" y="45985"/>
                </a:lnTo>
                <a:lnTo>
                  <a:pt x="405515" y="49835"/>
                </a:lnTo>
                <a:lnTo>
                  <a:pt x="396986" y="56252"/>
                </a:lnTo>
                <a:lnTo>
                  <a:pt x="389575" y="65236"/>
                </a:lnTo>
                <a:lnTo>
                  <a:pt x="405638" y="65236"/>
                </a:lnTo>
                <a:lnTo>
                  <a:pt x="406188" y="64677"/>
                </a:lnTo>
                <a:lnTo>
                  <a:pt x="413207" y="61930"/>
                </a:lnTo>
                <a:lnTo>
                  <a:pt x="457836" y="61930"/>
                </a:lnTo>
                <a:lnTo>
                  <a:pt x="456914" y="59847"/>
                </a:lnTo>
                <a:lnTo>
                  <a:pt x="452750" y="54363"/>
                </a:lnTo>
                <a:lnTo>
                  <a:pt x="447526" y="50143"/>
                </a:lnTo>
                <a:lnTo>
                  <a:pt x="441314" y="47123"/>
                </a:lnTo>
                <a:lnTo>
                  <a:pt x="434094" y="45307"/>
                </a:lnTo>
                <a:lnTo>
                  <a:pt x="425842" y="44701"/>
                </a:lnTo>
                <a:close/>
              </a:path>
              <a:path w="918209" h="167639">
                <a:moveTo>
                  <a:pt x="365008" y="44701"/>
                </a:moveTo>
                <a:lnTo>
                  <a:pt x="348395" y="44701"/>
                </a:lnTo>
                <a:lnTo>
                  <a:pt x="341376" y="46447"/>
                </a:lnTo>
                <a:lnTo>
                  <a:pt x="335292" y="49940"/>
                </a:lnTo>
                <a:lnTo>
                  <a:pt x="328975" y="53455"/>
                </a:lnTo>
                <a:lnTo>
                  <a:pt x="324061" y="58065"/>
                </a:lnTo>
                <a:lnTo>
                  <a:pt x="320551" y="63793"/>
                </a:lnTo>
                <a:lnTo>
                  <a:pt x="340276" y="63793"/>
                </a:lnTo>
                <a:lnTo>
                  <a:pt x="340908" y="63397"/>
                </a:lnTo>
                <a:lnTo>
                  <a:pt x="346055" y="61930"/>
                </a:lnTo>
                <a:lnTo>
                  <a:pt x="388380" y="61930"/>
                </a:lnTo>
                <a:lnTo>
                  <a:pt x="387236" y="58764"/>
                </a:lnTo>
                <a:lnTo>
                  <a:pt x="383258" y="53711"/>
                </a:lnTo>
                <a:lnTo>
                  <a:pt x="372027" y="46517"/>
                </a:lnTo>
                <a:lnTo>
                  <a:pt x="365008" y="44701"/>
                </a:lnTo>
                <a:close/>
              </a:path>
              <a:path w="918209" h="167639">
                <a:moveTo>
                  <a:pt x="515456" y="47355"/>
                </a:moveTo>
                <a:lnTo>
                  <a:pt x="497440" y="47355"/>
                </a:lnTo>
                <a:lnTo>
                  <a:pt x="497440" y="164581"/>
                </a:lnTo>
                <a:lnTo>
                  <a:pt x="517562" y="164581"/>
                </a:lnTo>
                <a:lnTo>
                  <a:pt x="517562" y="93082"/>
                </a:lnTo>
                <a:lnTo>
                  <a:pt x="518498" y="84910"/>
                </a:lnTo>
                <a:lnTo>
                  <a:pt x="520604" y="79252"/>
                </a:lnTo>
                <a:lnTo>
                  <a:pt x="522961" y="73571"/>
                </a:lnTo>
                <a:lnTo>
                  <a:pt x="526219" y="69287"/>
                </a:lnTo>
                <a:lnTo>
                  <a:pt x="531133" y="66330"/>
                </a:lnTo>
                <a:lnTo>
                  <a:pt x="535181" y="63793"/>
                </a:lnTo>
                <a:lnTo>
                  <a:pt x="515456" y="63793"/>
                </a:lnTo>
                <a:lnTo>
                  <a:pt x="515456" y="47355"/>
                </a:lnTo>
                <a:close/>
              </a:path>
              <a:path w="918209" h="167639">
                <a:moveTo>
                  <a:pt x="583171" y="61930"/>
                </a:moveTo>
                <a:lnTo>
                  <a:pt x="554063" y="61930"/>
                </a:lnTo>
                <a:lnTo>
                  <a:pt x="559445" y="64142"/>
                </a:lnTo>
                <a:lnTo>
                  <a:pt x="562720" y="68542"/>
                </a:lnTo>
                <a:lnTo>
                  <a:pt x="565762" y="72966"/>
                </a:lnTo>
                <a:lnTo>
                  <a:pt x="567319" y="79252"/>
                </a:lnTo>
                <a:lnTo>
                  <a:pt x="567400" y="164581"/>
                </a:lnTo>
                <a:lnTo>
                  <a:pt x="587522" y="164581"/>
                </a:lnTo>
                <a:lnTo>
                  <a:pt x="587522" y="96481"/>
                </a:lnTo>
                <a:lnTo>
                  <a:pt x="600543" y="65236"/>
                </a:lnTo>
                <a:lnTo>
                  <a:pt x="584246" y="65236"/>
                </a:lnTo>
                <a:lnTo>
                  <a:pt x="583171" y="61930"/>
                </a:lnTo>
                <a:close/>
              </a:path>
              <a:path w="918209" h="167639">
                <a:moveTo>
                  <a:pt x="652679" y="61930"/>
                </a:moveTo>
                <a:lnTo>
                  <a:pt x="620981" y="61930"/>
                </a:lnTo>
                <a:lnTo>
                  <a:pt x="624959" y="63001"/>
                </a:lnTo>
                <a:lnTo>
                  <a:pt x="628235" y="65120"/>
                </a:lnTo>
                <a:lnTo>
                  <a:pt x="631744" y="67262"/>
                </a:lnTo>
                <a:lnTo>
                  <a:pt x="634084" y="70079"/>
                </a:lnTo>
                <a:lnTo>
                  <a:pt x="635263" y="73594"/>
                </a:lnTo>
                <a:lnTo>
                  <a:pt x="636658" y="77064"/>
                </a:lnTo>
                <a:lnTo>
                  <a:pt x="637360" y="82791"/>
                </a:lnTo>
                <a:lnTo>
                  <a:pt x="637360" y="164581"/>
                </a:lnTo>
                <a:lnTo>
                  <a:pt x="657014" y="164581"/>
                </a:lnTo>
                <a:lnTo>
                  <a:pt x="656933" y="82791"/>
                </a:lnTo>
                <a:lnTo>
                  <a:pt x="656440" y="74718"/>
                </a:lnTo>
                <a:lnTo>
                  <a:pt x="654703" y="66630"/>
                </a:lnTo>
                <a:lnTo>
                  <a:pt x="652679" y="61930"/>
                </a:lnTo>
                <a:close/>
              </a:path>
              <a:path w="918209" h="167639">
                <a:moveTo>
                  <a:pt x="620747" y="44701"/>
                </a:moveTo>
                <a:lnTo>
                  <a:pt x="610043" y="45985"/>
                </a:lnTo>
                <a:lnTo>
                  <a:pt x="600391" y="49835"/>
                </a:lnTo>
                <a:lnTo>
                  <a:pt x="591792" y="56252"/>
                </a:lnTo>
                <a:lnTo>
                  <a:pt x="584246" y="65236"/>
                </a:lnTo>
                <a:lnTo>
                  <a:pt x="600543" y="65236"/>
                </a:lnTo>
                <a:lnTo>
                  <a:pt x="601093" y="64677"/>
                </a:lnTo>
                <a:lnTo>
                  <a:pt x="608112" y="61930"/>
                </a:lnTo>
                <a:lnTo>
                  <a:pt x="652679" y="61930"/>
                </a:lnTo>
                <a:lnTo>
                  <a:pt x="651782" y="59847"/>
                </a:lnTo>
                <a:lnTo>
                  <a:pt x="647655" y="54363"/>
                </a:lnTo>
                <a:lnTo>
                  <a:pt x="642431" y="50143"/>
                </a:lnTo>
                <a:lnTo>
                  <a:pt x="636219" y="47123"/>
                </a:lnTo>
                <a:lnTo>
                  <a:pt x="628999" y="45307"/>
                </a:lnTo>
                <a:lnTo>
                  <a:pt x="620747" y="44701"/>
                </a:lnTo>
                <a:close/>
              </a:path>
              <a:path w="918209" h="167639">
                <a:moveTo>
                  <a:pt x="559913" y="44701"/>
                </a:moveTo>
                <a:lnTo>
                  <a:pt x="543300" y="44701"/>
                </a:lnTo>
                <a:lnTo>
                  <a:pt x="536281" y="46447"/>
                </a:lnTo>
                <a:lnTo>
                  <a:pt x="530197" y="49940"/>
                </a:lnTo>
                <a:lnTo>
                  <a:pt x="523880" y="53455"/>
                </a:lnTo>
                <a:lnTo>
                  <a:pt x="518966" y="58065"/>
                </a:lnTo>
                <a:lnTo>
                  <a:pt x="515456" y="63793"/>
                </a:lnTo>
                <a:lnTo>
                  <a:pt x="535181" y="63793"/>
                </a:lnTo>
                <a:lnTo>
                  <a:pt x="535813" y="63397"/>
                </a:lnTo>
                <a:lnTo>
                  <a:pt x="540960" y="61930"/>
                </a:lnTo>
                <a:lnTo>
                  <a:pt x="583171" y="61930"/>
                </a:lnTo>
                <a:lnTo>
                  <a:pt x="582141" y="58764"/>
                </a:lnTo>
                <a:lnTo>
                  <a:pt x="578163" y="53711"/>
                </a:lnTo>
                <a:lnTo>
                  <a:pt x="566932" y="46517"/>
                </a:lnTo>
                <a:lnTo>
                  <a:pt x="559913" y="44701"/>
                </a:lnTo>
                <a:close/>
              </a:path>
              <a:path w="918209" h="167639">
                <a:moveTo>
                  <a:pt x="740311" y="44701"/>
                </a:moveTo>
                <a:lnTo>
                  <a:pt x="703108" y="57739"/>
                </a:lnTo>
                <a:lnTo>
                  <a:pt x="684858" y="105957"/>
                </a:lnTo>
                <a:lnTo>
                  <a:pt x="685823" y="119930"/>
                </a:lnTo>
                <a:lnTo>
                  <a:pt x="708460" y="158333"/>
                </a:lnTo>
                <a:lnTo>
                  <a:pt x="740311" y="167212"/>
                </a:lnTo>
                <a:lnTo>
                  <a:pt x="747762" y="166766"/>
                </a:lnTo>
                <a:lnTo>
                  <a:pt x="780597" y="150891"/>
                </a:lnTo>
                <a:lnTo>
                  <a:pt x="740311" y="150891"/>
                </a:lnTo>
                <a:lnTo>
                  <a:pt x="733072" y="150188"/>
                </a:lnTo>
                <a:lnTo>
                  <a:pt x="706062" y="116512"/>
                </a:lnTo>
                <a:lnTo>
                  <a:pt x="705448" y="105957"/>
                </a:lnTo>
                <a:lnTo>
                  <a:pt x="706062" y="95419"/>
                </a:lnTo>
                <a:lnTo>
                  <a:pt x="733076" y="61856"/>
                </a:lnTo>
                <a:lnTo>
                  <a:pt x="740311" y="61162"/>
                </a:lnTo>
                <a:lnTo>
                  <a:pt x="780325" y="61162"/>
                </a:lnTo>
                <a:lnTo>
                  <a:pt x="779853" y="60556"/>
                </a:lnTo>
                <a:lnTo>
                  <a:pt x="771602" y="53620"/>
                </a:lnTo>
                <a:lnTo>
                  <a:pt x="762276" y="48665"/>
                </a:lnTo>
                <a:lnTo>
                  <a:pt x="751853" y="45692"/>
                </a:lnTo>
                <a:lnTo>
                  <a:pt x="740311" y="44701"/>
                </a:lnTo>
                <a:close/>
              </a:path>
              <a:path w="918209" h="167639">
                <a:moveTo>
                  <a:pt x="780325" y="61162"/>
                </a:moveTo>
                <a:lnTo>
                  <a:pt x="740311" y="61162"/>
                </a:lnTo>
                <a:lnTo>
                  <a:pt x="747374" y="61861"/>
                </a:lnTo>
                <a:lnTo>
                  <a:pt x="753823" y="63959"/>
                </a:lnTo>
                <a:lnTo>
                  <a:pt x="774646" y="104304"/>
                </a:lnTo>
                <a:lnTo>
                  <a:pt x="774669" y="105957"/>
                </a:lnTo>
                <a:lnTo>
                  <a:pt x="774092" y="116095"/>
                </a:lnTo>
                <a:lnTo>
                  <a:pt x="747363" y="150189"/>
                </a:lnTo>
                <a:lnTo>
                  <a:pt x="740311" y="150891"/>
                </a:lnTo>
                <a:lnTo>
                  <a:pt x="780597" y="150891"/>
                </a:lnTo>
                <a:lnTo>
                  <a:pt x="794861" y="115016"/>
                </a:lnTo>
                <a:lnTo>
                  <a:pt x="795296" y="104304"/>
                </a:lnTo>
                <a:lnTo>
                  <a:pt x="794331" y="91103"/>
                </a:lnTo>
                <a:lnTo>
                  <a:pt x="791435" y="79409"/>
                </a:lnTo>
                <a:lnTo>
                  <a:pt x="786609" y="69225"/>
                </a:lnTo>
                <a:lnTo>
                  <a:pt x="780325" y="61162"/>
                </a:lnTo>
                <a:close/>
              </a:path>
              <a:path w="918209" h="167639">
                <a:moveTo>
                  <a:pt x="840454" y="47355"/>
                </a:moveTo>
                <a:lnTo>
                  <a:pt x="822438" y="47355"/>
                </a:lnTo>
                <a:lnTo>
                  <a:pt x="822438" y="164581"/>
                </a:lnTo>
                <a:lnTo>
                  <a:pt x="842560" y="164581"/>
                </a:lnTo>
                <a:lnTo>
                  <a:pt x="842560" y="100555"/>
                </a:lnTo>
                <a:lnTo>
                  <a:pt x="843130" y="90200"/>
                </a:lnTo>
                <a:lnTo>
                  <a:pt x="859579" y="64026"/>
                </a:lnTo>
                <a:lnTo>
                  <a:pt x="840454" y="64026"/>
                </a:lnTo>
                <a:lnTo>
                  <a:pt x="840454" y="47355"/>
                </a:lnTo>
                <a:close/>
              </a:path>
              <a:path w="918209" h="167639">
                <a:moveTo>
                  <a:pt x="913408" y="61930"/>
                </a:moveTo>
                <a:lnTo>
                  <a:pt x="879061" y="61930"/>
                </a:lnTo>
                <a:lnTo>
                  <a:pt x="883740" y="63118"/>
                </a:lnTo>
                <a:lnTo>
                  <a:pt x="891695" y="67914"/>
                </a:lnTo>
                <a:lnTo>
                  <a:pt x="894269" y="71103"/>
                </a:lnTo>
                <a:lnTo>
                  <a:pt x="897545" y="79136"/>
                </a:lnTo>
                <a:lnTo>
                  <a:pt x="898247" y="85189"/>
                </a:lnTo>
                <a:lnTo>
                  <a:pt x="898247" y="164581"/>
                </a:lnTo>
                <a:lnTo>
                  <a:pt x="918135" y="164581"/>
                </a:lnTo>
                <a:lnTo>
                  <a:pt x="918075" y="81656"/>
                </a:lnTo>
                <a:lnTo>
                  <a:pt x="913924" y="62629"/>
                </a:lnTo>
                <a:lnTo>
                  <a:pt x="913408" y="61930"/>
                </a:lnTo>
                <a:close/>
              </a:path>
              <a:path w="918209" h="167639">
                <a:moveTo>
                  <a:pt x="885144" y="44701"/>
                </a:moveTo>
                <a:lnTo>
                  <a:pt x="847652" y="55574"/>
                </a:lnTo>
                <a:lnTo>
                  <a:pt x="840454" y="64026"/>
                </a:lnTo>
                <a:lnTo>
                  <a:pt x="859579" y="64026"/>
                </a:lnTo>
                <a:lnTo>
                  <a:pt x="865256" y="61930"/>
                </a:lnTo>
                <a:lnTo>
                  <a:pt x="913408" y="61930"/>
                </a:lnTo>
                <a:lnTo>
                  <a:pt x="907840" y="54387"/>
                </a:lnTo>
                <a:lnTo>
                  <a:pt x="903394" y="51057"/>
                </a:lnTo>
                <a:lnTo>
                  <a:pt x="891695" y="45982"/>
                </a:lnTo>
                <a:lnTo>
                  <a:pt x="885144" y="4470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7" name="object 47"/>
          <p:cNvSpPr/>
          <p:nvPr/>
        </p:nvSpPr>
        <p:spPr>
          <a:xfrm>
            <a:off x="7607394" y="2138390"/>
            <a:ext cx="597535" cy="164465"/>
          </a:xfrm>
          <a:custGeom>
            <a:avLst/>
            <a:gdLst/>
            <a:ahLst/>
            <a:cxnLst/>
            <a:rect l="l" t="t" r="r" b="b"/>
            <a:pathLst>
              <a:path w="597534" h="164464">
                <a:moveTo>
                  <a:pt x="41968" y="147120"/>
                </a:moveTo>
                <a:lnTo>
                  <a:pt x="18718" y="147120"/>
                </a:lnTo>
                <a:lnTo>
                  <a:pt x="25116" y="154698"/>
                </a:lnTo>
                <a:lnTo>
                  <a:pt x="32698" y="160111"/>
                </a:lnTo>
                <a:lnTo>
                  <a:pt x="41421" y="163359"/>
                </a:lnTo>
                <a:lnTo>
                  <a:pt x="51241" y="164441"/>
                </a:lnTo>
                <a:lnTo>
                  <a:pt x="61379" y="163415"/>
                </a:lnTo>
                <a:lnTo>
                  <a:pt x="70749" y="160335"/>
                </a:lnTo>
                <a:lnTo>
                  <a:pt x="79373" y="155199"/>
                </a:lnTo>
                <a:lnTo>
                  <a:pt x="87146" y="148121"/>
                </a:lnTo>
                <a:lnTo>
                  <a:pt x="49603" y="148121"/>
                </a:lnTo>
                <a:lnTo>
                  <a:pt x="42065" y="147161"/>
                </a:lnTo>
                <a:close/>
              </a:path>
              <a:path w="597534" h="164464">
                <a:moveTo>
                  <a:pt x="20122" y="0"/>
                </a:moveTo>
                <a:lnTo>
                  <a:pt x="0" y="0"/>
                </a:lnTo>
                <a:lnTo>
                  <a:pt x="0" y="161811"/>
                </a:lnTo>
                <a:lnTo>
                  <a:pt x="18718" y="161811"/>
                </a:lnTo>
                <a:lnTo>
                  <a:pt x="18718" y="147120"/>
                </a:lnTo>
                <a:lnTo>
                  <a:pt x="41968" y="147120"/>
                </a:lnTo>
                <a:lnTo>
                  <a:pt x="18835" y="112115"/>
                </a:lnTo>
                <a:lnTo>
                  <a:pt x="18512" y="103093"/>
                </a:lnTo>
                <a:lnTo>
                  <a:pt x="18534" y="101417"/>
                </a:lnTo>
                <a:lnTo>
                  <a:pt x="34394" y="62046"/>
                </a:lnTo>
                <a:lnTo>
                  <a:pt x="41882" y="58275"/>
                </a:lnTo>
                <a:lnTo>
                  <a:pt x="88688" y="58275"/>
                </a:lnTo>
                <a:lnTo>
                  <a:pt x="88241" y="57716"/>
                </a:lnTo>
                <a:lnTo>
                  <a:pt x="20122" y="57716"/>
                </a:lnTo>
                <a:lnTo>
                  <a:pt x="20122" y="0"/>
                </a:lnTo>
                <a:close/>
              </a:path>
              <a:path w="597534" h="164464">
                <a:moveTo>
                  <a:pt x="88688" y="58275"/>
                </a:moveTo>
                <a:lnTo>
                  <a:pt x="59196" y="58275"/>
                </a:lnTo>
                <a:lnTo>
                  <a:pt x="66684" y="61907"/>
                </a:lnTo>
                <a:lnTo>
                  <a:pt x="72767" y="69194"/>
                </a:lnTo>
                <a:lnTo>
                  <a:pt x="81892" y="103093"/>
                </a:lnTo>
                <a:lnTo>
                  <a:pt x="81282" y="113596"/>
                </a:lnTo>
                <a:lnTo>
                  <a:pt x="58494" y="148121"/>
                </a:lnTo>
                <a:lnTo>
                  <a:pt x="87146" y="148121"/>
                </a:lnTo>
                <a:lnTo>
                  <a:pt x="102139" y="103093"/>
                </a:lnTo>
                <a:lnTo>
                  <a:pt x="102140" y="92230"/>
                </a:lnTo>
                <a:lnTo>
                  <a:pt x="101079" y="85026"/>
                </a:lnTo>
                <a:lnTo>
                  <a:pt x="96399" y="70149"/>
                </a:lnTo>
                <a:lnTo>
                  <a:pt x="93123" y="63816"/>
                </a:lnTo>
                <a:lnTo>
                  <a:pt x="88688" y="58275"/>
                </a:lnTo>
                <a:close/>
              </a:path>
              <a:path w="597534" h="164464">
                <a:moveTo>
                  <a:pt x="59664" y="41931"/>
                </a:moveTo>
                <a:lnTo>
                  <a:pt x="20122" y="57716"/>
                </a:lnTo>
                <a:lnTo>
                  <a:pt x="88241" y="57716"/>
                </a:lnTo>
                <a:lnTo>
                  <a:pt x="59664" y="41931"/>
                </a:lnTo>
                <a:close/>
              </a:path>
              <a:path w="597534" h="164464">
                <a:moveTo>
                  <a:pt x="221772" y="58391"/>
                </a:moveTo>
                <a:lnTo>
                  <a:pt x="187183" y="58391"/>
                </a:lnTo>
                <a:lnTo>
                  <a:pt x="194904" y="60626"/>
                </a:lnTo>
                <a:lnTo>
                  <a:pt x="200052" y="65120"/>
                </a:lnTo>
                <a:lnTo>
                  <a:pt x="203796" y="68426"/>
                </a:lnTo>
                <a:lnTo>
                  <a:pt x="205668" y="74130"/>
                </a:lnTo>
                <a:lnTo>
                  <a:pt x="205668" y="84677"/>
                </a:lnTo>
                <a:lnTo>
                  <a:pt x="205434" y="87401"/>
                </a:lnTo>
                <a:lnTo>
                  <a:pt x="161913" y="95200"/>
                </a:lnTo>
                <a:lnTo>
                  <a:pt x="156064" y="96201"/>
                </a:lnTo>
                <a:lnTo>
                  <a:pt x="124945" y="119926"/>
                </a:lnTo>
                <a:lnTo>
                  <a:pt x="123541" y="125164"/>
                </a:lnTo>
                <a:lnTo>
                  <a:pt x="123541" y="130892"/>
                </a:lnTo>
                <a:lnTo>
                  <a:pt x="146646" y="162084"/>
                </a:lnTo>
                <a:lnTo>
                  <a:pt x="171740" y="164441"/>
                </a:lnTo>
                <a:lnTo>
                  <a:pt x="178994" y="163161"/>
                </a:lnTo>
                <a:lnTo>
                  <a:pt x="192565" y="158016"/>
                </a:lnTo>
                <a:lnTo>
                  <a:pt x="199818" y="153592"/>
                </a:lnTo>
                <a:lnTo>
                  <a:pt x="205461" y="148889"/>
                </a:lnTo>
                <a:lnTo>
                  <a:pt x="160743" y="148889"/>
                </a:lnTo>
                <a:lnTo>
                  <a:pt x="154894" y="147120"/>
                </a:lnTo>
                <a:lnTo>
                  <a:pt x="146939" y="140065"/>
                </a:lnTo>
                <a:lnTo>
                  <a:pt x="144833" y="135641"/>
                </a:lnTo>
                <a:lnTo>
                  <a:pt x="144833" y="126887"/>
                </a:lnTo>
                <a:lnTo>
                  <a:pt x="145769" y="123744"/>
                </a:lnTo>
                <a:lnTo>
                  <a:pt x="149512" y="118087"/>
                </a:lnTo>
                <a:lnTo>
                  <a:pt x="152086" y="115921"/>
                </a:lnTo>
                <a:lnTo>
                  <a:pt x="155596" y="114455"/>
                </a:lnTo>
                <a:lnTo>
                  <a:pt x="158872" y="112988"/>
                </a:lnTo>
                <a:lnTo>
                  <a:pt x="164721" y="111661"/>
                </a:lnTo>
                <a:lnTo>
                  <a:pt x="172910" y="110473"/>
                </a:lnTo>
                <a:lnTo>
                  <a:pt x="183092" y="108850"/>
                </a:lnTo>
                <a:lnTo>
                  <a:pt x="191892" y="107057"/>
                </a:lnTo>
                <a:lnTo>
                  <a:pt x="199332" y="105097"/>
                </a:lnTo>
                <a:lnTo>
                  <a:pt x="205434" y="102977"/>
                </a:lnTo>
                <a:lnTo>
                  <a:pt x="225790" y="102977"/>
                </a:lnTo>
                <a:lnTo>
                  <a:pt x="225790" y="77366"/>
                </a:lnTo>
                <a:lnTo>
                  <a:pt x="225322" y="71266"/>
                </a:lnTo>
                <a:lnTo>
                  <a:pt x="224620" y="67867"/>
                </a:lnTo>
                <a:lnTo>
                  <a:pt x="223450" y="62419"/>
                </a:lnTo>
                <a:lnTo>
                  <a:pt x="221772" y="58391"/>
                </a:lnTo>
                <a:close/>
              </a:path>
              <a:path w="597534" h="164464">
                <a:moveTo>
                  <a:pt x="226916" y="147352"/>
                </a:moveTo>
                <a:lnTo>
                  <a:pt x="207305" y="147352"/>
                </a:lnTo>
                <a:lnTo>
                  <a:pt x="207773" y="152870"/>
                </a:lnTo>
                <a:lnTo>
                  <a:pt x="209177" y="157690"/>
                </a:lnTo>
                <a:lnTo>
                  <a:pt x="211283" y="161811"/>
                </a:lnTo>
                <a:lnTo>
                  <a:pt x="232107" y="161811"/>
                </a:lnTo>
                <a:lnTo>
                  <a:pt x="229533" y="157317"/>
                </a:lnTo>
                <a:lnTo>
                  <a:pt x="227896" y="152614"/>
                </a:lnTo>
                <a:lnTo>
                  <a:pt x="226960" y="147725"/>
                </a:lnTo>
                <a:lnTo>
                  <a:pt x="226916" y="147352"/>
                </a:lnTo>
                <a:close/>
              </a:path>
              <a:path w="597534" h="164464">
                <a:moveTo>
                  <a:pt x="225790" y="102977"/>
                </a:moveTo>
                <a:lnTo>
                  <a:pt x="205434" y="102977"/>
                </a:lnTo>
                <a:lnTo>
                  <a:pt x="205434" y="119018"/>
                </a:lnTo>
                <a:lnTo>
                  <a:pt x="204498" y="125630"/>
                </a:lnTo>
                <a:lnTo>
                  <a:pt x="202392" y="130124"/>
                </a:lnTo>
                <a:lnTo>
                  <a:pt x="199584" y="135944"/>
                </a:lnTo>
                <a:lnTo>
                  <a:pt x="195138" y="140507"/>
                </a:lnTo>
                <a:lnTo>
                  <a:pt x="189055" y="143860"/>
                </a:lnTo>
                <a:lnTo>
                  <a:pt x="183205" y="147213"/>
                </a:lnTo>
                <a:lnTo>
                  <a:pt x="176186" y="148889"/>
                </a:lnTo>
                <a:lnTo>
                  <a:pt x="205461" y="148889"/>
                </a:lnTo>
                <a:lnTo>
                  <a:pt x="207305" y="147352"/>
                </a:lnTo>
                <a:lnTo>
                  <a:pt x="226916" y="147352"/>
                </a:lnTo>
                <a:lnTo>
                  <a:pt x="226382" y="142784"/>
                </a:lnTo>
                <a:lnTo>
                  <a:pt x="226024" y="135295"/>
                </a:lnTo>
                <a:lnTo>
                  <a:pt x="225930" y="130124"/>
                </a:lnTo>
                <a:lnTo>
                  <a:pt x="225803" y="115921"/>
                </a:lnTo>
                <a:lnTo>
                  <a:pt x="225790" y="102977"/>
                </a:lnTo>
                <a:close/>
              </a:path>
              <a:path w="597534" h="164464">
                <a:moveTo>
                  <a:pt x="190225" y="41931"/>
                </a:moveTo>
                <a:lnTo>
                  <a:pt x="145769" y="48846"/>
                </a:lnTo>
                <a:lnTo>
                  <a:pt x="127050" y="78018"/>
                </a:lnTo>
                <a:lnTo>
                  <a:pt x="146471" y="80672"/>
                </a:lnTo>
                <a:lnTo>
                  <a:pt x="148577" y="72360"/>
                </a:lnTo>
                <a:lnTo>
                  <a:pt x="152086" y="66563"/>
                </a:lnTo>
                <a:lnTo>
                  <a:pt x="160977" y="60021"/>
                </a:lnTo>
                <a:lnTo>
                  <a:pt x="167763" y="58391"/>
                </a:lnTo>
                <a:lnTo>
                  <a:pt x="221772" y="58391"/>
                </a:lnTo>
                <a:lnTo>
                  <a:pt x="221578" y="57926"/>
                </a:lnTo>
                <a:lnTo>
                  <a:pt x="215495" y="50778"/>
                </a:lnTo>
                <a:lnTo>
                  <a:pt x="210815" y="47821"/>
                </a:lnTo>
                <a:lnTo>
                  <a:pt x="204732" y="45470"/>
                </a:lnTo>
                <a:lnTo>
                  <a:pt x="198414" y="43118"/>
                </a:lnTo>
                <a:lnTo>
                  <a:pt x="190225" y="41931"/>
                </a:lnTo>
                <a:close/>
              </a:path>
              <a:path w="597534" h="164464">
                <a:moveTo>
                  <a:pt x="272118" y="123721"/>
                </a:moveTo>
                <a:lnTo>
                  <a:pt x="252463" y="126818"/>
                </a:lnTo>
                <a:lnTo>
                  <a:pt x="254613" y="135570"/>
                </a:lnTo>
                <a:lnTo>
                  <a:pt x="257903" y="143179"/>
                </a:lnTo>
                <a:lnTo>
                  <a:pt x="292024" y="163848"/>
                </a:lnTo>
                <a:lnTo>
                  <a:pt x="312128" y="164441"/>
                </a:lnTo>
                <a:lnTo>
                  <a:pt x="320317" y="162858"/>
                </a:lnTo>
                <a:lnTo>
                  <a:pt x="327571" y="159645"/>
                </a:lnTo>
                <a:lnTo>
                  <a:pt x="335058" y="156456"/>
                </a:lnTo>
                <a:lnTo>
                  <a:pt x="340674" y="151916"/>
                </a:lnTo>
                <a:lnTo>
                  <a:pt x="343105" y="148121"/>
                </a:lnTo>
                <a:lnTo>
                  <a:pt x="293644" y="148121"/>
                </a:lnTo>
                <a:lnTo>
                  <a:pt x="286624" y="146025"/>
                </a:lnTo>
                <a:lnTo>
                  <a:pt x="276329" y="137620"/>
                </a:lnTo>
                <a:lnTo>
                  <a:pt x="273288" y="131590"/>
                </a:lnTo>
                <a:lnTo>
                  <a:pt x="272118" y="123721"/>
                </a:lnTo>
                <a:close/>
              </a:path>
              <a:path w="597534" h="164464">
                <a:moveTo>
                  <a:pt x="308385" y="41931"/>
                </a:moveTo>
                <a:lnTo>
                  <a:pt x="269310" y="50103"/>
                </a:lnTo>
                <a:lnTo>
                  <a:pt x="265098" y="53036"/>
                </a:lnTo>
                <a:lnTo>
                  <a:pt x="261823" y="56738"/>
                </a:lnTo>
                <a:lnTo>
                  <a:pt x="259483" y="61208"/>
                </a:lnTo>
                <a:lnTo>
                  <a:pt x="256909" y="65655"/>
                </a:lnTo>
                <a:lnTo>
                  <a:pt x="255739" y="70498"/>
                </a:lnTo>
                <a:lnTo>
                  <a:pt x="255739" y="81441"/>
                </a:lnTo>
                <a:lnTo>
                  <a:pt x="257143" y="86702"/>
                </a:lnTo>
                <a:lnTo>
                  <a:pt x="260185" y="91429"/>
                </a:lnTo>
                <a:lnTo>
                  <a:pt x="262993" y="96178"/>
                </a:lnTo>
                <a:lnTo>
                  <a:pt x="314234" y="114850"/>
                </a:lnTo>
                <a:lnTo>
                  <a:pt x="321253" y="117109"/>
                </a:lnTo>
                <a:lnTo>
                  <a:pt x="323827" y="118855"/>
                </a:lnTo>
                <a:lnTo>
                  <a:pt x="327805" y="121439"/>
                </a:lnTo>
                <a:lnTo>
                  <a:pt x="329677" y="124978"/>
                </a:lnTo>
                <a:lnTo>
                  <a:pt x="329677" y="134454"/>
                </a:lnTo>
                <a:lnTo>
                  <a:pt x="327571" y="138831"/>
                </a:lnTo>
                <a:lnTo>
                  <a:pt x="318680" y="146258"/>
                </a:lnTo>
                <a:lnTo>
                  <a:pt x="311894" y="148121"/>
                </a:lnTo>
                <a:lnTo>
                  <a:pt x="343105" y="148121"/>
                </a:lnTo>
                <a:lnTo>
                  <a:pt x="344449" y="146025"/>
                </a:lnTo>
                <a:lnTo>
                  <a:pt x="348395" y="140228"/>
                </a:lnTo>
                <a:lnTo>
                  <a:pt x="350267" y="133988"/>
                </a:lnTo>
                <a:lnTo>
                  <a:pt x="332191" y="99903"/>
                </a:lnTo>
                <a:lnTo>
                  <a:pt x="292942" y="88076"/>
                </a:lnTo>
                <a:lnTo>
                  <a:pt x="287092" y="86376"/>
                </a:lnTo>
                <a:lnTo>
                  <a:pt x="285221" y="85655"/>
                </a:lnTo>
                <a:lnTo>
                  <a:pt x="281711" y="84258"/>
                </a:lnTo>
                <a:lnTo>
                  <a:pt x="279137" y="82488"/>
                </a:lnTo>
                <a:lnTo>
                  <a:pt x="277499" y="80346"/>
                </a:lnTo>
                <a:lnTo>
                  <a:pt x="275861" y="78297"/>
                </a:lnTo>
                <a:lnTo>
                  <a:pt x="275159" y="75969"/>
                </a:lnTo>
                <a:lnTo>
                  <a:pt x="275159" y="69357"/>
                </a:lnTo>
                <a:lnTo>
                  <a:pt x="277031" y="65818"/>
                </a:lnTo>
                <a:lnTo>
                  <a:pt x="284987" y="59788"/>
                </a:lnTo>
                <a:lnTo>
                  <a:pt x="291304" y="58275"/>
                </a:lnTo>
                <a:lnTo>
                  <a:pt x="340195" y="58275"/>
                </a:lnTo>
                <a:lnTo>
                  <a:pt x="339036" y="56668"/>
                </a:lnTo>
                <a:lnTo>
                  <a:pt x="335526" y="52152"/>
                </a:lnTo>
                <a:lnTo>
                  <a:pt x="330379" y="48566"/>
                </a:lnTo>
                <a:lnTo>
                  <a:pt x="323532" y="45889"/>
                </a:lnTo>
                <a:lnTo>
                  <a:pt x="316574" y="43258"/>
                </a:lnTo>
                <a:lnTo>
                  <a:pt x="308385" y="41931"/>
                </a:lnTo>
                <a:close/>
              </a:path>
              <a:path w="597534" h="164464">
                <a:moveTo>
                  <a:pt x="340195" y="58275"/>
                </a:moveTo>
                <a:lnTo>
                  <a:pt x="308385" y="58275"/>
                </a:lnTo>
                <a:lnTo>
                  <a:pt x="314468" y="59974"/>
                </a:lnTo>
                <a:lnTo>
                  <a:pt x="322891" y="66726"/>
                </a:lnTo>
                <a:lnTo>
                  <a:pt x="325465" y="71452"/>
                </a:lnTo>
                <a:lnTo>
                  <a:pt x="326401" y="77483"/>
                </a:lnTo>
                <a:lnTo>
                  <a:pt x="345821" y="74828"/>
                </a:lnTo>
                <a:lnTo>
                  <a:pt x="344651" y="67238"/>
                </a:lnTo>
                <a:lnTo>
                  <a:pt x="342312" y="61208"/>
                </a:lnTo>
                <a:lnTo>
                  <a:pt x="340195" y="58275"/>
                </a:lnTo>
                <a:close/>
              </a:path>
              <a:path w="597534" h="164464">
                <a:moveTo>
                  <a:pt x="425842" y="41931"/>
                </a:moveTo>
                <a:lnTo>
                  <a:pt x="386066" y="58275"/>
                </a:lnTo>
                <a:lnTo>
                  <a:pt x="370940" y="102977"/>
                </a:lnTo>
                <a:lnTo>
                  <a:pt x="370975" y="105910"/>
                </a:lnTo>
                <a:lnTo>
                  <a:pt x="385832" y="148610"/>
                </a:lnTo>
                <a:lnTo>
                  <a:pt x="427012" y="164442"/>
                </a:lnTo>
                <a:lnTo>
                  <a:pt x="436752" y="163822"/>
                </a:lnTo>
                <a:lnTo>
                  <a:pt x="467427" y="148121"/>
                </a:lnTo>
                <a:lnTo>
                  <a:pt x="427012" y="148121"/>
                </a:lnTo>
                <a:lnTo>
                  <a:pt x="419949" y="147479"/>
                </a:lnTo>
                <a:lnTo>
                  <a:pt x="392540" y="117354"/>
                </a:lnTo>
                <a:lnTo>
                  <a:pt x="391447" y="108262"/>
                </a:lnTo>
                <a:lnTo>
                  <a:pt x="479190" y="108262"/>
                </a:lnTo>
                <a:lnTo>
                  <a:pt x="479424" y="105910"/>
                </a:lnTo>
                <a:lnTo>
                  <a:pt x="479424" y="102977"/>
                </a:lnTo>
                <a:lnTo>
                  <a:pt x="478678" y="91941"/>
                </a:lnTo>
                <a:lnTo>
                  <a:pt x="392617" y="91941"/>
                </a:lnTo>
                <a:lnTo>
                  <a:pt x="393634" y="84649"/>
                </a:lnTo>
                <a:lnTo>
                  <a:pt x="416951" y="58275"/>
                </a:lnTo>
                <a:lnTo>
                  <a:pt x="464692" y="58275"/>
                </a:lnTo>
                <a:lnTo>
                  <a:pt x="464449" y="57949"/>
                </a:lnTo>
                <a:lnTo>
                  <a:pt x="456377" y="50938"/>
                </a:lnTo>
                <a:lnTo>
                  <a:pt x="447251" y="45932"/>
                </a:lnTo>
                <a:lnTo>
                  <a:pt x="437073" y="42931"/>
                </a:lnTo>
                <a:lnTo>
                  <a:pt x="425842" y="41931"/>
                </a:lnTo>
                <a:close/>
              </a:path>
              <a:path w="597534" h="164464">
                <a:moveTo>
                  <a:pt x="458131" y="124047"/>
                </a:moveTo>
                <a:lnTo>
                  <a:pt x="455090" y="132452"/>
                </a:lnTo>
                <a:lnTo>
                  <a:pt x="450878" y="138552"/>
                </a:lnTo>
                <a:lnTo>
                  <a:pt x="440583" y="146212"/>
                </a:lnTo>
                <a:lnTo>
                  <a:pt x="434266" y="148121"/>
                </a:lnTo>
                <a:lnTo>
                  <a:pt x="467427" y="148121"/>
                </a:lnTo>
                <a:lnTo>
                  <a:pt x="471731" y="142562"/>
                </a:lnTo>
                <a:lnTo>
                  <a:pt x="475742" y="135075"/>
                </a:lnTo>
                <a:lnTo>
                  <a:pt x="478722" y="126585"/>
                </a:lnTo>
                <a:lnTo>
                  <a:pt x="458131" y="124047"/>
                </a:lnTo>
                <a:close/>
              </a:path>
              <a:path w="597534" h="164464">
                <a:moveTo>
                  <a:pt x="464692" y="58275"/>
                </a:moveTo>
                <a:lnTo>
                  <a:pt x="426076" y="58275"/>
                </a:lnTo>
                <a:lnTo>
                  <a:pt x="433275" y="58991"/>
                </a:lnTo>
                <a:lnTo>
                  <a:pt x="439793" y="61141"/>
                </a:lnTo>
                <a:lnTo>
                  <a:pt x="458365" y="91941"/>
                </a:lnTo>
                <a:lnTo>
                  <a:pt x="478678" y="91941"/>
                </a:lnTo>
                <a:lnTo>
                  <a:pt x="478499" y="89278"/>
                </a:lnTo>
                <a:lnTo>
                  <a:pt x="475709" y="77206"/>
                </a:lnTo>
                <a:lnTo>
                  <a:pt x="471033" y="66762"/>
                </a:lnTo>
                <a:lnTo>
                  <a:pt x="464692" y="58275"/>
                </a:lnTo>
                <a:close/>
              </a:path>
              <a:path w="597534" h="164464">
                <a:moveTo>
                  <a:pt x="519200" y="123721"/>
                </a:moveTo>
                <a:lnTo>
                  <a:pt x="499546" y="126818"/>
                </a:lnTo>
                <a:lnTo>
                  <a:pt x="501794" y="135570"/>
                </a:lnTo>
                <a:lnTo>
                  <a:pt x="505074" y="143179"/>
                </a:lnTo>
                <a:lnTo>
                  <a:pt x="539107" y="163848"/>
                </a:lnTo>
                <a:lnTo>
                  <a:pt x="549851" y="164442"/>
                </a:lnTo>
                <a:lnTo>
                  <a:pt x="556659" y="164144"/>
                </a:lnTo>
                <a:lnTo>
                  <a:pt x="590187" y="148121"/>
                </a:lnTo>
                <a:lnTo>
                  <a:pt x="540726" y="148121"/>
                </a:lnTo>
                <a:lnTo>
                  <a:pt x="533707" y="146025"/>
                </a:lnTo>
                <a:lnTo>
                  <a:pt x="523412" y="137620"/>
                </a:lnTo>
                <a:lnTo>
                  <a:pt x="520370" y="131590"/>
                </a:lnTo>
                <a:lnTo>
                  <a:pt x="519200" y="123721"/>
                </a:lnTo>
                <a:close/>
              </a:path>
              <a:path w="597534" h="164464">
                <a:moveTo>
                  <a:pt x="555467" y="41931"/>
                </a:moveTo>
                <a:lnTo>
                  <a:pt x="516392" y="50103"/>
                </a:lnTo>
                <a:lnTo>
                  <a:pt x="512181" y="53036"/>
                </a:lnTo>
                <a:lnTo>
                  <a:pt x="508905" y="56738"/>
                </a:lnTo>
                <a:lnTo>
                  <a:pt x="506565" y="61208"/>
                </a:lnTo>
                <a:lnTo>
                  <a:pt x="503991" y="65655"/>
                </a:lnTo>
                <a:lnTo>
                  <a:pt x="502822" y="70498"/>
                </a:lnTo>
                <a:lnTo>
                  <a:pt x="502822" y="81441"/>
                </a:lnTo>
                <a:lnTo>
                  <a:pt x="504459" y="86702"/>
                </a:lnTo>
                <a:lnTo>
                  <a:pt x="540470" y="109463"/>
                </a:lnTo>
                <a:lnTo>
                  <a:pt x="561550" y="114850"/>
                </a:lnTo>
                <a:lnTo>
                  <a:pt x="568336" y="117109"/>
                </a:lnTo>
                <a:lnTo>
                  <a:pt x="570910" y="118855"/>
                </a:lnTo>
                <a:lnTo>
                  <a:pt x="574887" y="121439"/>
                </a:lnTo>
                <a:lnTo>
                  <a:pt x="576993" y="124978"/>
                </a:lnTo>
                <a:lnTo>
                  <a:pt x="576993" y="134454"/>
                </a:lnTo>
                <a:lnTo>
                  <a:pt x="574653" y="138831"/>
                </a:lnTo>
                <a:lnTo>
                  <a:pt x="565762" y="146258"/>
                </a:lnTo>
                <a:lnTo>
                  <a:pt x="558977" y="148121"/>
                </a:lnTo>
                <a:lnTo>
                  <a:pt x="590187" y="148121"/>
                </a:lnTo>
                <a:lnTo>
                  <a:pt x="591531" y="146025"/>
                </a:lnTo>
                <a:lnTo>
                  <a:pt x="595477" y="140228"/>
                </a:lnTo>
                <a:lnTo>
                  <a:pt x="597349" y="133988"/>
                </a:lnTo>
                <a:lnTo>
                  <a:pt x="579506" y="99903"/>
                </a:lnTo>
                <a:lnTo>
                  <a:pt x="540258" y="88076"/>
                </a:lnTo>
                <a:lnTo>
                  <a:pt x="534409" y="86376"/>
                </a:lnTo>
                <a:lnTo>
                  <a:pt x="532303" y="85655"/>
                </a:lnTo>
                <a:lnTo>
                  <a:pt x="528793" y="84258"/>
                </a:lnTo>
                <a:lnTo>
                  <a:pt x="526219" y="82488"/>
                </a:lnTo>
                <a:lnTo>
                  <a:pt x="524582" y="80346"/>
                </a:lnTo>
                <a:lnTo>
                  <a:pt x="522944" y="78297"/>
                </a:lnTo>
                <a:lnTo>
                  <a:pt x="522242" y="75969"/>
                </a:lnTo>
                <a:lnTo>
                  <a:pt x="522242" y="69357"/>
                </a:lnTo>
                <a:lnTo>
                  <a:pt x="524114" y="65818"/>
                </a:lnTo>
                <a:lnTo>
                  <a:pt x="532069" y="59788"/>
                </a:lnTo>
                <a:lnTo>
                  <a:pt x="538620" y="58275"/>
                </a:lnTo>
                <a:lnTo>
                  <a:pt x="587272" y="58275"/>
                </a:lnTo>
                <a:lnTo>
                  <a:pt x="582843" y="52152"/>
                </a:lnTo>
                <a:lnTo>
                  <a:pt x="577695" y="48566"/>
                </a:lnTo>
                <a:lnTo>
                  <a:pt x="563656" y="43258"/>
                </a:lnTo>
                <a:lnTo>
                  <a:pt x="555467" y="41931"/>
                </a:lnTo>
                <a:close/>
              </a:path>
              <a:path w="597534" h="164464">
                <a:moveTo>
                  <a:pt x="587272" y="58275"/>
                </a:moveTo>
                <a:lnTo>
                  <a:pt x="555467" y="58275"/>
                </a:lnTo>
                <a:lnTo>
                  <a:pt x="561550" y="59974"/>
                </a:lnTo>
                <a:lnTo>
                  <a:pt x="569974" y="66726"/>
                </a:lnTo>
                <a:lnTo>
                  <a:pt x="572547" y="71453"/>
                </a:lnTo>
                <a:lnTo>
                  <a:pt x="573483" y="77483"/>
                </a:lnTo>
                <a:lnTo>
                  <a:pt x="592904" y="74828"/>
                </a:lnTo>
                <a:lnTo>
                  <a:pt x="591734" y="67238"/>
                </a:lnTo>
                <a:lnTo>
                  <a:pt x="589394" y="61208"/>
                </a:lnTo>
                <a:lnTo>
                  <a:pt x="587272" y="5827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8" name="object 48"/>
          <p:cNvGrpSpPr/>
          <p:nvPr/>
        </p:nvGrpSpPr>
        <p:grpSpPr>
          <a:xfrm>
            <a:off x="8296230" y="2130008"/>
            <a:ext cx="379730" cy="217804"/>
            <a:chOff x="8296230" y="2130008"/>
            <a:chExt cx="379730" cy="217804"/>
          </a:xfrm>
        </p:grpSpPr>
        <p:sp>
          <p:nvSpPr>
            <p:cNvPr id="49" name="object 49"/>
            <p:cNvSpPr/>
            <p:nvPr/>
          </p:nvSpPr>
          <p:spPr>
            <a:xfrm>
              <a:off x="8296230" y="2135619"/>
              <a:ext cx="53975" cy="212725"/>
            </a:xfrm>
            <a:custGeom>
              <a:avLst/>
              <a:gdLst/>
              <a:ahLst/>
              <a:cxnLst/>
              <a:rect l="l" t="t" r="r" b="b"/>
              <a:pathLst>
                <a:path w="53975" h="212725">
                  <a:moveTo>
                    <a:pt x="53815" y="0"/>
                  </a:moveTo>
                  <a:lnTo>
                    <a:pt x="21262" y="27769"/>
                  </a:lnTo>
                  <a:lnTo>
                    <a:pt x="4836" y="67811"/>
                  </a:lnTo>
                  <a:lnTo>
                    <a:pt x="0" y="105957"/>
                  </a:lnTo>
                  <a:lnTo>
                    <a:pt x="705" y="120739"/>
                  </a:lnTo>
                  <a:lnTo>
                    <a:pt x="11465" y="163580"/>
                  </a:lnTo>
                  <a:lnTo>
                    <a:pt x="31404" y="201330"/>
                  </a:lnTo>
                  <a:lnTo>
                    <a:pt x="53815" y="212147"/>
                  </a:lnTo>
                  <a:lnTo>
                    <a:pt x="39246" y="185649"/>
                  </a:lnTo>
                  <a:lnTo>
                    <a:pt x="28867" y="159136"/>
                  </a:lnTo>
                  <a:lnTo>
                    <a:pt x="22655" y="132610"/>
                  </a:lnTo>
                  <a:lnTo>
                    <a:pt x="20590" y="106073"/>
                  </a:lnTo>
                  <a:lnTo>
                    <a:pt x="20893" y="95662"/>
                  </a:lnTo>
                  <a:lnTo>
                    <a:pt x="29861" y="48351"/>
                  </a:lnTo>
                  <a:lnTo>
                    <a:pt x="42555" y="19682"/>
                  </a:lnTo>
                  <a:lnTo>
                    <a:pt x="5381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0" name="object 50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8377421" y="2130008"/>
              <a:ext cx="205902" cy="161811"/>
            </a:xfrm>
            <a:prstGeom prst="rect">
              <a:avLst/>
            </a:prstGeom>
          </p:spPr>
        </p:pic>
        <p:sp>
          <p:nvSpPr>
            <p:cNvPr id="51" name="object 51"/>
            <p:cNvSpPr/>
            <p:nvPr/>
          </p:nvSpPr>
          <p:spPr>
            <a:xfrm>
              <a:off x="8621929" y="2135619"/>
              <a:ext cx="53975" cy="212725"/>
            </a:xfrm>
            <a:custGeom>
              <a:avLst/>
              <a:gdLst/>
              <a:ahLst/>
              <a:cxnLst/>
              <a:rect l="l" t="t" r="r" b="b"/>
              <a:pathLst>
                <a:path w="53975" h="212725">
                  <a:moveTo>
                    <a:pt x="14272" y="0"/>
                  </a:moveTo>
                  <a:lnTo>
                    <a:pt x="0" y="0"/>
                  </a:lnTo>
                  <a:lnTo>
                    <a:pt x="11289" y="19874"/>
                  </a:lnTo>
                  <a:lnTo>
                    <a:pt x="18016" y="33130"/>
                  </a:lnTo>
                  <a:lnTo>
                    <a:pt x="30559" y="75133"/>
                  </a:lnTo>
                  <a:lnTo>
                    <a:pt x="33225" y="106073"/>
                  </a:lnTo>
                  <a:lnTo>
                    <a:pt x="31159" y="132610"/>
                  </a:lnTo>
                  <a:lnTo>
                    <a:pt x="24948" y="159136"/>
                  </a:lnTo>
                  <a:lnTo>
                    <a:pt x="14568" y="185649"/>
                  </a:lnTo>
                  <a:lnTo>
                    <a:pt x="0" y="212147"/>
                  </a:lnTo>
                  <a:lnTo>
                    <a:pt x="14272" y="212147"/>
                  </a:lnTo>
                  <a:lnTo>
                    <a:pt x="36252" y="177042"/>
                  </a:lnTo>
                  <a:lnTo>
                    <a:pt x="50890" y="135266"/>
                  </a:lnTo>
                  <a:lnTo>
                    <a:pt x="53815" y="105957"/>
                  </a:lnTo>
                  <a:lnTo>
                    <a:pt x="53285" y="92965"/>
                  </a:lnTo>
                  <a:lnTo>
                    <a:pt x="45158" y="55644"/>
                  </a:lnTo>
                  <a:lnTo>
                    <a:pt x="24099" y="13873"/>
                  </a:lnTo>
                  <a:lnTo>
                    <a:pt x="1427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2" name="object 52"/>
          <p:cNvSpPr/>
          <p:nvPr/>
        </p:nvSpPr>
        <p:spPr>
          <a:xfrm>
            <a:off x="8767230" y="2138390"/>
            <a:ext cx="769620" cy="164465"/>
          </a:xfrm>
          <a:custGeom>
            <a:avLst/>
            <a:gdLst/>
            <a:ahLst/>
            <a:cxnLst/>
            <a:rect l="l" t="t" r="r" b="b"/>
            <a:pathLst>
              <a:path w="769620" h="164464">
                <a:moveTo>
                  <a:pt x="19888" y="0"/>
                </a:moveTo>
                <a:lnTo>
                  <a:pt x="0" y="0"/>
                </a:lnTo>
                <a:lnTo>
                  <a:pt x="0" y="22839"/>
                </a:lnTo>
                <a:lnTo>
                  <a:pt x="19888" y="22839"/>
                </a:lnTo>
                <a:lnTo>
                  <a:pt x="19888" y="0"/>
                </a:lnTo>
                <a:close/>
              </a:path>
              <a:path w="769620" h="164464">
                <a:moveTo>
                  <a:pt x="19888" y="44585"/>
                </a:moveTo>
                <a:lnTo>
                  <a:pt x="0" y="44585"/>
                </a:lnTo>
                <a:lnTo>
                  <a:pt x="0" y="161811"/>
                </a:lnTo>
                <a:lnTo>
                  <a:pt x="19888" y="161811"/>
                </a:lnTo>
                <a:lnTo>
                  <a:pt x="19888" y="44585"/>
                </a:lnTo>
                <a:close/>
              </a:path>
              <a:path w="769620" h="164464">
                <a:moveTo>
                  <a:pt x="69959" y="44585"/>
                </a:moveTo>
                <a:lnTo>
                  <a:pt x="51943" y="44585"/>
                </a:lnTo>
                <a:lnTo>
                  <a:pt x="51943" y="161811"/>
                </a:lnTo>
                <a:lnTo>
                  <a:pt x="71831" y="161811"/>
                </a:lnTo>
                <a:lnTo>
                  <a:pt x="71831" y="97785"/>
                </a:lnTo>
                <a:lnTo>
                  <a:pt x="72405" y="87429"/>
                </a:lnTo>
                <a:lnTo>
                  <a:pt x="88902" y="61255"/>
                </a:lnTo>
                <a:lnTo>
                  <a:pt x="69959" y="61255"/>
                </a:lnTo>
                <a:lnTo>
                  <a:pt x="69959" y="44585"/>
                </a:lnTo>
                <a:close/>
              </a:path>
              <a:path w="769620" h="164464">
                <a:moveTo>
                  <a:pt x="142719" y="59160"/>
                </a:moveTo>
                <a:lnTo>
                  <a:pt x="108566" y="59160"/>
                </a:lnTo>
                <a:lnTo>
                  <a:pt x="113012" y="60347"/>
                </a:lnTo>
                <a:lnTo>
                  <a:pt x="120967" y="65143"/>
                </a:lnTo>
                <a:lnTo>
                  <a:pt x="127752" y="161811"/>
                </a:lnTo>
                <a:lnTo>
                  <a:pt x="147641" y="161811"/>
                </a:lnTo>
                <a:lnTo>
                  <a:pt x="147521" y="78885"/>
                </a:lnTo>
                <a:lnTo>
                  <a:pt x="143195" y="59858"/>
                </a:lnTo>
                <a:lnTo>
                  <a:pt x="142719" y="59160"/>
                </a:lnTo>
                <a:close/>
              </a:path>
              <a:path w="769620" h="164464">
                <a:moveTo>
                  <a:pt x="114415" y="41931"/>
                </a:moveTo>
                <a:lnTo>
                  <a:pt x="77158" y="52804"/>
                </a:lnTo>
                <a:lnTo>
                  <a:pt x="69959" y="61255"/>
                </a:lnTo>
                <a:lnTo>
                  <a:pt x="88902" y="61255"/>
                </a:lnTo>
                <a:lnTo>
                  <a:pt x="94761" y="59160"/>
                </a:lnTo>
                <a:lnTo>
                  <a:pt x="142719" y="59160"/>
                </a:lnTo>
                <a:lnTo>
                  <a:pt x="120967" y="43211"/>
                </a:lnTo>
                <a:lnTo>
                  <a:pt x="114415" y="41931"/>
                </a:lnTo>
                <a:close/>
              </a:path>
              <a:path w="769620" h="164464">
                <a:moveTo>
                  <a:pt x="229533" y="41931"/>
                </a:moveTo>
                <a:lnTo>
                  <a:pt x="190196" y="57958"/>
                </a:lnTo>
                <a:lnTo>
                  <a:pt x="176347" y="94440"/>
                </a:lnTo>
                <a:lnTo>
                  <a:pt x="175952" y="103628"/>
                </a:lnTo>
                <a:lnTo>
                  <a:pt x="176873" y="117459"/>
                </a:lnTo>
                <a:lnTo>
                  <a:pt x="198637" y="155602"/>
                </a:lnTo>
                <a:lnTo>
                  <a:pt x="229533" y="164441"/>
                </a:lnTo>
                <a:lnTo>
                  <a:pt x="238794" y="163730"/>
                </a:lnTo>
                <a:lnTo>
                  <a:pt x="247287" y="161592"/>
                </a:lnTo>
                <a:lnTo>
                  <a:pt x="255034" y="158028"/>
                </a:lnTo>
                <a:lnTo>
                  <a:pt x="262057" y="153033"/>
                </a:lnTo>
                <a:lnTo>
                  <a:pt x="266776" y="148121"/>
                </a:lnTo>
                <a:lnTo>
                  <a:pt x="229299" y="148121"/>
                </a:lnTo>
                <a:lnTo>
                  <a:pt x="222280" y="147449"/>
                </a:lnTo>
                <a:lnTo>
                  <a:pt x="197109" y="114090"/>
                </a:lnTo>
                <a:lnTo>
                  <a:pt x="196542" y="103093"/>
                </a:lnTo>
                <a:lnTo>
                  <a:pt x="197116" y="92228"/>
                </a:lnTo>
                <a:lnTo>
                  <a:pt x="223274" y="58947"/>
                </a:lnTo>
                <a:lnTo>
                  <a:pt x="230469" y="58275"/>
                </a:lnTo>
                <a:lnTo>
                  <a:pt x="267449" y="58275"/>
                </a:lnTo>
                <a:lnTo>
                  <a:pt x="266495" y="56932"/>
                </a:lnTo>
                <a:lnTo>
                  <a:pt x="260887" y="51593"/>
                </a:lnTo>
                <a:lnTo>
                  <a:pt x="254441" y="47372"/>
                </a:lnTo>
                <a:lnTo>
                  <a:pt x="247053" y="44352"/>
                </a:lnTo>
                <a:lnTo>
                  <a:pt x="238743" y="42537"/>
                </a:lnTo>
                <a:lnTo>
                  <a:pt x="229533" y="41931"/>
                </a:lnTo>
                <a:close/>
              </a:path>
              <a:path w="769620" h="164464">
                <a:moveTo>
                  <a:pt x="258781" y="118855"/>
                </a:moveTo>
                <a:lnTo>
                  <a:pt x="237021" y="148121"/>
                </a:lnTo>
                <a:lnTo>
                  <a:pt x="266776" y="148121"/>
                </a:lnTo>
                <a:lnTo>
                  <a:pt x="268071" y="146774"/>
                </a:lnTo>
                <a:lnTo>
                  <a:pt x="272790" y="139416"/>
                </a:lnTo>
                <a:lnTo>
                  <a:pt x="276238" y="130963"/>
                </a:lnTo>
                <a:lnTo>
                  <a:pt x="278435" y="121416"/>
                </a:lnTo>
                <a:lnTo>
                  <a:pt x="258781" y="118855"/>
                </a:lnTo>
                <a:close/>
              </a:path>
              <a:path w="769620" h="164464">
                <a:moveTo>
                  <a:pt x="267449" y="58275"/>
                </a:moveTo>
                <a:lnTo>
                  <a:pt x="237021" y="58275"/>
                </a:lnTo>
                <a:lnTo>
                  <a:pt x="242636" y="60254"/>
                </a:lnTo>
                <a:lnTo>
                  <a:pt x="251995" y="68216"/>
                </a:lnTo>
                <a:lnTo>
                  <a:pt x="255271" y="74130"/>
                </a:lnTo>
                <a:lnTo>
                  <a:pt x="257143" y="81999"/>
                </a:lnTo>
                <a:lnTo>
                  <a:pt x="276563" y="79019"/>
                </a:lnTo>
                <a:lnTo>
                  <a:pt x="274377" y="70641"/>
                </a:lnTo>
                <a:lnTo>
                  <a:pt x="271006" y="63280"/>
                </a:lnTo>
                <a:lnTo>
                  <a:pt x="267449" y="58275"/>
                </a:lnTo>
                <a:close/>
              </a:path>
              <a:path w="769620" h="164464">
                <a:moveTo>
                  <a:pt x="318680" y="0"/>
                </a:moveTo>
                <a:lnTo>
                  <a:pt x="298557" y="0"/>
                </a:lnTo>
                <a:lnTo>
                  <a:pt x="298557" y="161811"/>
                </a:lnTo>
                <a:lnTo>
                  <a:pt x="318680" y="161811"/>
                </a:lnTo>
                <a:lnTo>
                  <a:pt x="318680" y="0"/>
                </a:lnTo>
                <a:close/>
              </a:path>
              <a:path w="769620" h="164464">
                <a:moveTo>
                  <a:pt x="370623" y="44585"/>
                </a:moveTo>
                <a:lnTo>
                  <a:pt x="350735" y="44585"/>
                </a:lnTo>
                <a:lnTo>
                  <a:pt x="350783" y="126957"/>
                </a:lnTo>
                <a:lnTo>
                  <a:pt x="350969" y="131846"/>
                </a:lnTo>
                <a:lnTo>
                  <a:pt x="351909" y="135781"/>
                </a:lnTo>
                <a:lnTo>
                  <a:pt x="353075" y="141555"/>
                </a:lnTo>
                <a:lnTo>
                  <a:pt x="383960" y="164441"/>
                </a:lnTo>
                <a:lnTo>
                  <a:pt x="390979" y="164441"/>
                </a:lnTo>
                <a:lnTo>
                  <a:pt x="402123" y="163201"/>
                </a:lnTo>
                <a:lnTo>
                  <a:pt x="412037" y="159479"/>
                </a:lnTo>
                <a:lnTo>
                  <a:pt x="420724" y="153274"/>
                </a:lnTo>
                <a:lnTo>
                  <a:pt x="425805" y="147352"/>
                </a:lnTo>
                <a:lnTo>
                  <a:pt x="388873" y="147352"/>
                </a:lnTo>
                <a:lnTo>
                  <a:pt x="383960" y="145862"/>
                </a:lnTo>
                <a:lnTo>
                  <a:pt x="370623" y="119973"/>
                </a:lnTo>
                <a:lnTo>
                  <a:pt x="370623" y="44585"/>
                </a:lnTo>
                <a:close/>
              </a:path>
              <a:path w="769620" h="164464">
                <a:moveTo>
                  <a:pt x="446198" y="144582"/>
                </a:moveTo>
                <a:lnTo>
                  <a:pt x="428182" y="144582"/>
                </a:lnTo>
                <a:lnTo>
                  <a:pt x="428182" y="161811"/>
                </a:lnTo>
                <a:lnTo>
                  <a:pt x="446198" y="161811"/>
                </a:lnTo>
                <a:lnTo>
                  <a:pt x="446198" y="144582"/>
                </a:lnTo>
                <a:close/>
              </a:path>
              <a:path w="769620" h="164464">
                <a:moveTo>
                  <a:pt x="446198" y="44585"/>
                </a:moveTo>
                <a:lnTo>
                  <a:pt x="426076" y="44585"/>
                </a:lnTo>
                <a:lnTo>
                  <a:pt x="426076" y="117388"/>
                </a:lnTo>
                <a:lnTo>
                  <a:pt x="425140" y="125025"/>
                </a:lnTo>
                <a:lnTo>
                  <a:pt x="422689" y="130566"/>
                </a:lnTo>
                <a:lnTo>
                  <a:pt x="420695" y="135548"/>
                </a:lnTo>
                <a:lnTo>
                  <a:pt x="416951" y="139716"/>
                </a:lnTo>
                <a:lnTo>
                  <a:pt x="411803" y="142766"/>
                </a:lnTo>
                <a:lnTo>
                  <a:pt x="406422" y="145816"/>
                </a:lnTo>
                <a:lnTo>
                  <a:pt x="400806" y="147352"/>
                </a:lnTo>
                <a:lnTo>
                  <a:pt x="425805" y="147352"/>
                </a:lnTo>
                <a:lnTo>
                  <a:pt x="428182" y="144582"/>
                </a:lnTo>
                <a:lnTo>
                  <a:pt x="446198" y="144582"/>
                </a:lnTo>
                <a:lnTo>
                  <a:pt x="446198" y="44585"/>
                </a:lnTo>
                <a:close/>
              </a:path>
              <a:path w="769620" h="164464">
                <a:moveTo>
                  <a:pt x="530899" y="41931"/>
                </a:moveTo>
                <a:lnTo>
                  <a:pt x="492000" y="53769"/>
                </a:lnTo>
                <a:lnTo>
                  <a:pt x="474397" y="94738"/>
                </a:lnTo>
                <a:lnTo>
                  <a:pt x="474042" y="103303"/>
                </a:lnTo>
                <a:lnTo>
                  <a:pt x="474437" y="112038"/>
                </a:lnTo>
                <a:lnTo>
                  <a:pt x="493225" y="152469"/>
                </a:lnTo>
                <a:lnTo>
                  <a:pt x="524582" y="164442"/>
                </a:lnTo>
                <a:lnTo>
                  <a:pt x="534804" y="163354"/>
                </a:lnTo>
                <a:lnTo>
                  <a:pt x="543709" y="160088"/>
                </a:lnTo>
                <a:lnTo>
                  <a:pt x="551299" y="154639"/>
                </a:lnTo>
                <a:lnTo>
                  <a:pt x="556655" y="148121"/>
                </a:lnTo>
                <a:lnTo>
                  <a:pt x="517796" y="148121"/>
                </a:lnTo>
                <a:lnTo>
                  <a:pt x="510309" y="144396"/>
                </a:lnTo>
                <a:lnTo>
                  <a:pt x="494398" y="103303"/>
                </a:lnTo>
                <a:lnTo>
                  <a:pt x="494969" y="92437"/>
                </a:lnTo>
                <a:lnTo>
                  <a:pt x="516860" y="58391"/>
                </a:lnTo>
                <a:lnTo>
                  <a:pt x="576057" y="58391"/>
                </a:lnTo>
                <a:lnTo>
                  <a:pt x="576057" y="58042"/>
                </a:lnTo>
                <a:lnTo>
                  <a:pt x="556169" y="58042"/>
                </a:lnTo>
                <a:lnTo>
                  <a:pt x="552893" y="53269"/>
                </a:lnTo>
                <a:lnTo>
                  <a:pt x="548214" y="49381"/>
                </a:lnTo>
                <a:lnTo>
                  <a:pt x="542832" y="46401"/>
                </a:lnTo>
                <a:lnTo>
                  <a:pt x="537217" y="43421"/>
                </a:lnTo>
                <a:lnTo>
                  <a:pt x="530899" y="41931"/>
                </a:lnTo>
                <a:close/>
              </a:path>
              <a:path w="769620" h="164464">
                <a:moveTo>
                  <a:pt x="576057" y="147003"/>
                </a:moveTo>
                <a:lnTo>
                  <a:pt x="557573" y="147003"/>
                </a:lnTo>
                <a:lnTo>
                  <a:pt x="557573" y="161811"/>
                </a:lnTo>
                <a:lnTo>
                  <a:pt x="576057" y="161811"/>
                </a:lnTo>
                <a:lnTo>
                  <a:pt x="576057" y="147003"/>
                </a:lnTo>
                <a:close/>
              </a:path>
              <a:path w="769620" h="164464">
                <a:moveTo>
                  <a:pt x="576057" y="58391"/>
                </a:moveTo>
                <a:lnTo>
                  <a:pt x="525752" y="58391"/>
                </a:lnTo>
                <a:lnTo>
                  <a:pt x="532197" y="59094"/>
                </a:lnTo>
                <a:lnTo>
                  <a:pt x="538182" y="61203"/>
                </a:lnTo>
                <a:lnTo>
                  <a:pt x="558041" y="104956"/>
                </a:lnTo>
                <a:lnTo>
                  <a:pt x="557434" y="115184"/>
                </a:lnTo>
                <a:lnTo>
                  <a:pt x="535345" y="148121"/>
                </a:lnTo>
                <a:lnTo>
                  <a:pt x="556655" y="148121"/>
                </a:lnTo>
                <a:lnTo>
                  <a:pt x="557573" y="147003"/>
                </a:lnTo>
                <a:lnTo>
                  <a:pt x="576057" y="147003"/>
                </a:lnTo>
                <a:lnTo>
                  <a:pt x="576057" y="58391"/>
                </a:lnTo>
                <a:close/>
              </a:path>
              <a:path w="769620" h="164464">
                <a:moveTo>
                  <a:pt x="576057" y="0"/>
                </a:moveTo>
                <a:lnTo>
                  <a:pt x="556169" y="0"/>
                </a:lnTo>
                <a:lnTo>
                  <a:pt x="556169" y="58042"/>
                </a:lnTo>
                <a:lnTo>
                  <a:pt x="576057" y="58042"/>
                </a:lnTo>
                <a:lnTo>
                  <a:pt x="576057" y="0"/>
                </a:lnTo>
                <a:close/>
              </a:path>
              <a:path w="769620" h="164464">
                <a:moveTo>
                  <a:pt x="659588" y="41931"/>
                </a:moveTo>
                <a:lnTo>
                  <a:pt x="620045" y="58275"/>
                </a:lnTo>
                <a:lnTo>
                  <a:pt x="604603" y="104187"/>
                </a:lnTo>
                <a:lnTo>
                  <a:pt x="605564" y="117689"/>
                </a:lnTo>
                <a:lnTo>
                  <a:pt x="628019" y="155543"/>
                </a:lnTo>
                <a:lnTo>
                  <a:pt x="660758" y="164442"/>
                </a:lnTo>
                <a:lnTo>
                  <a:pt x="670497" y="163822"/>
                </a:lnTo>
                <a:lnTo>
                  <a:pt x="701270" y="148121"/>
                </a:lnTo>
                <a:lnTo>
                  <a:pt x="660758" y="148121"/>
                </a:lnTo>
                <a:lnTo>
                  <a:pt x="653694" y="147479"/>
                </a:lnTo>
                <a:lnTo>
                  <a:pt x="626286" y="117354"/>
                </a:lnTo>
                <a:lnTo>
                  <a:pt x="625193" y="108262"/>
                </a:lnTo>
                <a:lnTo>
                  <a:pt x="713169" y="108262"/>
                </a:lnTo>
                <a:lnTo>
                  <a:pt x="713169" y="102977"/>
                </a:lnTo>
                <a:lnTo>
                  <a:pt x="712424" y="91941"/>
                </a:lnTo>
                <a:lnTo>
                  <a:pt x="626363" y="91941"/>
                </a:lnTo>
                <a:lnTo>
                  <a:pt x="627412" y="84650"/>
                </a:lnTo>
                <a:lnTo>
                  <a:pt x="650697" y="58275"/>
                </a:lnTo>
                <a:lnTo>
                  <a:pt x="698438" y="58275"/>
                </a:lnTo>
                <a:lnTo>
                  <a:pt x="698194" y="57949"/>
                </a:lnTo>
                <a:lnTo>
                  <a:pt x="690254" y="50938"/>
                </a:lnTo>
                <a:lnTo>
                  <a:pt x="681172" y="45932"/>
                </a:lnTo>
                <a:lnTo>
                  <a:pt x="670950" y="42931"/>
                </a:lnTo>
                <a:lnTo>
                  <a:pt x="659588" y="41931"/>
                </a:lnTo>
                <a:close/>
              </a:path>
              <a:path w="769620" h="164464">
                <a:moveTo>
                  <a:pt x="691877" y="124047"/>
                </a:moveTo>
                <a:lnTo>
                  <a:pt x="668245" y="148121"/>
                </a:lnTo>
                <a:lnTo>
                  <a:pt x="701270" y="148121"/>
                </a:lnTo>
                <a:lnTo>
                  <a:pt x="705565" y="142562"/>
                </a:lnTo>
                <a:lnTo>
                  <a:pt x="709521" y="135075"/>
                </a:lnTo>
                <a:lnTo>
                  <a:pt x="712467" y="126585"/>
                </a:lnTo>
                <a:lnTo>
                  <a:pt x="691877" y="124047"/>
                </a:lnTo>
                <a:close/>
              </a:path>
              <a:path w="769620" h="164464">
                <a:moveTo>
                  <a:pt x="698438" y="58275"/>
                </a:moveTo>
                <a:lnTo>
                  <a:pt x="659822" y="58275"/>
                </a:lnTo>
                <a:lnTo>
                  <a:pt x="667053" y="58991"/>
                </a:lnTo>
                <a:lnTo>
                  <a:pt x="673627" y="61141"/>
                </a:lnTo>
                <a:lnTo>
                  <a:pt x="692111" y="91941"/>
                </a:lnTo>
                <a:lnTo>
                  <a:pt x="712424" y="91941"/>
                </a:lnTo>
                <a:lnTo>
                  <a:pt x="712244" y="89278"/>
                </a:lnTo>
                <a:lnTo>
                  <a:pt x="709455" y="77206"/>
                </a:lnTo>
                <a:lnTo>
                  <a:pt x="704779" y="66762"/>
                </a:lnTo>
                <a:lnTo>
                  <a:pt x="698438" y="58275"/>
                </a:lnTo>
                <a:close/>
              </a:path>
              <a:path w="769620" h="164464">
                <a:moveTo>
                  <a:pt x="769558" y="44585"/>
                </a:moveTo>
                <a:lnTo>
                  <a:pt x="746862" y="44585"/>
                </a:lnTo>
                <a:lnTo>
                  <a:pt x="746862" y="67215"/>
                </a:lnTo>
                <a:lnTo>
                  <a:pt x="769558" y="67215"/>
                </a:lnTo>
                <a:lnTo>
                  <a:pt x="769558" y="44585"/>
                </a:lnTo>
                <a:close/>
              </a:path>
              <a:path w="769620" h="164464">
                <a:moveTo>
                  <a:pt x="769558" y="139180"/>
                </a:moveTo>
                <a:lnTo>
                  <a:pt x="746862" y="139180"/>
                </a:lnTo>
                <a:lnTo>
                  <a:pt x="746862" y="161811"/>
                </a:lnTo>
                <a:lnTo>
                  <a:pt x="769558" y="161811"/>
                </a:lnTo>
                <a:lnTo>
                  <a:pt x="769558" y="13918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3" name="object 53"/>
          <p:cNvSpPr/>
          <p:nvPr/>
        </p:nvSpPr>
        <p:spPr>
          <a:xfrm>
            <a:off x="6595198" y="2464980"/>
            <a:ext cx="434975" cy="196850"/>
          </a:xfrm>
          <a:custGeom>
            <a:avLst/>
            <a:gdLst/>
            <a:ahLst/>
            <a:cxnLst/>
            <a:rect l="l" t="t" r="r" b="b"/>
            <a:pathLst>
              <a:path w="434975" h="196850">
                <a:moveTo>
                  <a:pt x="127508" y="2857"/>
                </a:moveTo>
                <a:lnTo>
                  <a:pt x="105981" y="2857"/>
                </a:lnTo>
                <a:lnTo>
                  <a:pt x="105981" y="69303"/>
                </a:lnTo>
                <a:lnTo>
                  <a:pt x="21513" y="69303"/>
                </a:lnTo>
                <a:lnTo>
                  <a:pt x="21513" y="2857"/>
                </a:lnTo>
                <a:lnTo>
                  <a:pt x="0" y="2857"/>
                </a:lnTo>
                <a:lnTo>
                  <a:pt x="0" y="164655"/>
                </a:lnTo>
                <a:lnTo>
                  <a:pt x="21513" y="164655"/>
                </a:lnTo>
                <a:lnTo>
                  <a:pt x="21513" y="88392"/>
                </a:lnTo>
                <a:lnTo>
                  <a:pt x="105981" y="88392"/>
                </a:lnTo>
                <a:lnTo>
                  <a:pt x="105981" y="164655"/>
                </a:lnTo>
                <a:lnTo>
                  <a:pt x="127508" y="164655"/>
                </a:lnTo>
                <a:lnTo>
                  <a:pt x="127508" y="88392"/>
                </a:lnTo>
                <a:lnTo>
                  <a:pt x="127508" y="69303"/>
                </a:lnTo>
                <a:lnTo>
                  <a:pt x="127508" y="2857"/>
                </a:lnTo>
                <a:close/>
              </a:path>
              <a:path w="434975" h="196850">
                <a:moveTo>
                  <a:pt x="317258" y="83870"/>
                </a:moveTo>
                <a:lnTo>
                  <a:pt x="307682" y="40551"/>
                </a:lnTo>
                <a:lnTo>
                  <a:pt x="295033" y="22517"/>
                </a:lnTo>
                <a:lnTo>
                  <a:pt x="295033" y="83972"/>
                </a:lnTo>
                <a:lnTo>
                  <a:pt x="294068" y="98590"/>
                </a:lnTo>
                <a:lnTo>
                  <a:pt x="270941" y="139534"/>
                </a:lnTo>
                <a:lnTo>
                  <a:pt x="239356" y="149098"/>
                </a:lnTo>
                <a:lnTo>
                  <a:pt x="227914" y="148031"/>
                </a:lnTo>
                <a:lnTo>
                  <a:pt x="192887" y="123075"/>
                </a:lnTo>
                <a:lnTo>
                  <a:pt x="183896" y="86182"/>
                </a:lnTo>
                <a:lnTo>
                  <a:pt x="184912" y="69227"/>
                </a:lnTo>
                <a:lnTo>
                  <a:pt x="200279" y="34036"/>
                </a:lnTo>
                <a:lnTo>
                  <a:pt x="239585" y="18415"/>
                </a:lnTo>
                <a:lnTo>
                  <a:pt x="247472" y="18923"/>
                </a:lnTo>
                <a:lnTo>
                  <a:pt x="284530" y="42418"/>
                </a:lnTo>
                <a:lnTo>
                  <a:pt x="295033" y="83972"/>
                </a:lnTo>
                <a:lnTo>
                  <a:pt x="295033" y="22517"/>
                </a:lnTo>
                <a:lnTo>
                  <a:pt x="290677" y="18415"/>
                </a:lnTo>
                <a:lnTo>
                  <a:pt x="288721" y="16560"/>
                </a:lnTo>
                <a:lnTo>
                  <a:pt x="280301" y="10680"/>
                </a:lnTo>
                <a:lnTo>
                  <a:pt x="270916" y="6007"/>
                </a:lnTo>
                <a:lnTo>
                  <a:pt x="260997" y="2667"/>
                </a:lnTo>
                <a:lnTo>
                  <a:pt x="250558" y="660"/>
                </a:lnTo>
                <a:lnTo>
                  <a:pt x="239585" y="0"/>
                </a:lnTo>
                <a:lnTo>
                  <a:pt x="223177" y="1422"/>
                </a:lnTo>
                <a:lnTo>
                  <a:pt x="183438" y="22783"/>
                </a:lnTo>
                <a:lnTo>
                  <a:pt x="163029" y="66802"/>
                </a:lnTo>
                <a:lnTo>
                  <a:pt x="161696" y="86182"/>
                </a:lnTo>
                <a:lnTo>
                  <a:pt x="162242" y="96367"/>
                </a:lnTo>
                <a:lnTo>
                  <a:pt x="176301" y="135293"/>
                </a:lnTo>
                <a:lnTo>
                  <a:pt x="207810" y="161213"/>
                </a:lnTo>
                <a:lnTo>
                  <a:pt x="239585" y="167424"/>
                </a:lnTo>
                <a:lnTo>
                  <a:pt x="249936" y="166789"/>
                </a:lnTo>
                <a:lnTo>
                  <a:pt x="287528" y="151841"/>
                </a:lnTo>
                <a:lnTo>
                  <a:pt x="290626" y="149098"/>
                </a:lnTo>
                <a:lnTo>
                  <a:pt x="295160" y="145084"/>
                </a:lnTo>
                <a:lnTo>
                  <a:pt x="314782" y="107289"/>
                </a:lnTo>
                <a:lnTo>
                  <a:pt x="316649" y="95961"/>
                </a:lnTo>
                <a:lnTo>
                  <a:pt x="317258" y="83870"/>
                </a:lnTo>
                <a:close/>
              </a:path>
              <a:path w="434975" h="196850">
                <a:moveTo>
                  <a:pt x="384797" y="21590"/>
                </a:moveTo>
                <a:lnTo>
                  <a:pt x="338797" y="21590"/>
                </a:lnTo>
                <a:lnTo>
                  <a:pt x="338797" y="36576"/>
                </a:lnTo>
                <a:lnTo>
                  <a:pt x="384797" y="36576"/>
                </a:lnTo>
                <a:lnTo>
                  <a:pt x="384797" y="21590"/>
                </a:lnTo>
                <a:close/>
              </a:path>
              <a:path w="434975" h="196850">
                <a:moveTo>
                  <a:pt x="434733" y="142036"/>
                </a:moveTo>
                <a:lnTo>
                  <a:pt x="412026" y="142036"/>
                </a:lnTo>
                <a:lnTo>
                  <a:pt x="412026" y="164655"/>
                </a:lnTo>
                <a:lnTo>
                  <a:pt x="423265" y="164655"/>
                </a:lnTo>
                <a:lnTo>
                  <a:pt x="423024" y="171361"/>
                </a:lnTo>
                <a:lnTo>
                  <a:pt x="410629" y="188163"/>
                </a:lnTo>
                <a:lnTo>
                  <a:pt x="416242" y="196672"/>
                </a:lnTo>
                <a:lnTo>
                  <a:pt x="422554" y="193865"/>
                </a:lnTo>
                <a:lnTo>
                  <a:pt x="427240" y="189915"/>
                </a:lnTo>
                <a:lnTo>
                  <a:pt x="433324" y="179692"/>
                </a:lnTo>
                <a:lnTo>
                  <a:pt x="434733" y="172974"/>
                </a:lnTo>
                <a:lnTo>
                  <a:pt x="434733" y="14203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4" name="object 54"/>
          <p:cNvSpPr/>
          <p:nvPr/>
        </p:nvSpPr>
        <p:spPr>
          <a:xfrm>
            <a:off x="7135914" y="2464980"/>
            <a:ext cx="434975" cy="196850"/>
          </a:xfrm>
          <a:custGeom>
            <a:avLst/>
            <a:gdLst/>
            <a:ahLst/>
            <a:cxnLst/>
            <a:rect l="l" t="t" r="r" b="b"/>
            <a:pathLst>
              <a:path w="434975" h="196850">
                <a:moveTo>
                  <a:pt x="143205" y="164655"/>
                </a:moveTo>
                <a:lnTo>
                  <a:pt x="114884" y="120624"/>
                </a:lnTo>
                <a:lnTo>
                  <a:pt x="87884" y="92811"/>
                </a:lnTo>
                <a:lnTo>
                  <a:pt x="84239" y="91046"/>
                </a:lnTo>
                <a:lnTo>
                  <a:pt x="120027" y="74269"/>
                </a:lnTo>
                <a:lnTo>
                  <a:pt x="129857" y="47002"/>
                </a:lnTo>
                <a:lnTo>
                  <a:pt x="129857" y="38112"/>
                </a:lnTo>
                <a:lnTo>
                  <a:pt x="127762" y="29959"/>
                </a:lnTo>
                <a:lnTo>
                  <a:pt x="123075" y="22593"/>
                </a:lnTo>
                <a:lnTo>
                  <a:pt x="121958" y="20739"/>
                </a:lnTo>
                <a:lnTo>
                  <a:pt x="118630" y="15240"/>
                </a:lnTo>
                <a:lnTo>
                  <a:pt x="112547" y="10121"/>
                </a:lnTo>
                <a:lnTo>
                  <a:pt x="107873" y="8305"/>
                </a:lnTo>
                <a:lnTo>
                  <a:pt x="107873" y="39344"/>
                </a:lnTo>
                <a:lnTo>
                  <a:pt x="107873" y="52222"/>
                </a:lnTo>
                <a:lnTo>
                  <a:pt x="77457" y="74269"/>
                </a:lnTo>
                <a:lnTo>
                  <a:pt x="21526" y="74269"/>
                </a:lnTo>
                <a:lnTo>
                  <a:pt x="21526" y="20739"/>
                </a:lnTo>
                <a:lnTo>
                  <a:pt x="73012" y="20739"/>
                </a:lnTo>
                <a:lnTo>
                  <a:pt x="107873" y="39344"/>
                </a:lnTo>
                <a:lnTo>
                  <a:pt x="107873" y="8305"/>
                </a:lnTo>
                <a:lnTo>
                  <a:pt x="72072" y="2857"/>
                </a:lnTo>
                <a:lnTo>
                  <a:pt x="0" y="2857"/>
                </a:lnTo>
                <a:lnTo>
                  <a:pt x="0" y="164655"/>
                </a:lnTo>
                <a:lnTo>
                  <a:pt x="21526" y="164655"/>
                </a:lnTo>
                <a:lnTo>
                  <a:pt x="21526" y="92811"/>
                </a:lnTo>
                <a:lnTo>
                  <a:pt x="51943" y="92811"/>
                </a:lnTo>
                <a:lnTo>
                  <a:pt x="86144" y="118135"/>
                </a:lnTo>
                <a:lnTo>
                  <a:pt x="116293" y="164655"/>
                </a:lnTo>
                <a:lnTo>
                  <a:pt x="143205" y="164655"/>
                </a:lnTo>
                <a:close/>
              </a:path>
              <a:path w="434975" h="196850">
                <a:moveTo>
                  <a:pt x="317512" y="83870"/>
                </a:moveTo>
                <a:lnTo>
                  <a:pt x="307924" y="40551"/>
                </a:lnTo>
                <a:lnTo>
                  <a:pt x="295275" y="22504"/>
                </a:lnTo>
                <a:lnTo>
                  <a:pt x="295275" y="83972"/>
                </a:lnTo>
                <a:lnTo>
                  <a:pt x="294322" y="98590"/>
                </a:lnTo>
                <a:lnTo>
                  <a:pt x="271183" y="139534"/>
                </a:lnTo>
                <a:lnTo>
                  <a:pt x="239598" y="149098"/>
                </a:lnTo>
                <a:lnTo>
                  <a:pt x="228155" y="148031"/>
                </a:lnTo>
                <a:lnTo>
                  <a:pt x="193128" y="123075"/>
                </a:lnTo>
                <a:lnTo>
                  <a:pt x="184150" y="86182"/>
                </a:lnTo>
                <a:lnTo>
                  <a:pt x="185191" y="69227"/>
                </a:lnTo>
                <a:lnTo>
                  <a:pt x="200761" y="34036"/>
                </a:lnTo>
                <a:lnTo>
                  <a:pt x="240068" y="18415"/>
                </a:lnTo>
                <a:lnTo>
                  <a:pt x="247827" y="18923"/>
                </a:lnTo>
                <a:lnTo>
                  <a:pt x="284873" y="42418"/>
                </a:lnTo>
                <a:lnTo>
                  <a:pt x="295275" y="83972"/>
                </a:lnTo>
                <a:lnTo>
                  <a:pt x="295275" y="22504"/>
                </a:lnTo>
                <a:lnTo>
                  <a:pt x="290931" y="18415"/>
                </a:lnTo>
                <a:lnTo>
                  <a:pt x="288975" y="16560"/>
                </a:lnTo>
                <a:lnTo>
                  <a:pt x="280543" y="10680"/>
                </a:lnTo>
                <a:lnTo>
                  <a:pt x="271157" y="6007"/>
                </a:lnTo>
                <a:lnTo>
                  <a:pt x="261239" y="2667"/>
                </a:lnTo>
                <a:lnTo>
                  <a:pt x="250799" y="660"/>
                </a:lnTo>
                <a:lnTo>
                  <a:pt x="239839" y="0"/>
                </a:lnTo>
                <a:lnTo>
                  <a:pt x="223431" y="1422"/>
                </a:lnTo>
                <a:lnTo>
                  <a:pt x="183680" y="22783"/>
                </a:lnTo>
                <a:lnTo>
                  <a:pt x="163283" y="66802"/>
                </a:lnTo>
                <a:lnTo>
                  <a:pt x="161937" y="86182"/>
                </a:lnTo>
                <a:lnTo>
                  <a:pt x="162521" y="96367"/>
                </a:lnTo>
                <a:lnTo>
                  <a:pt x="176542" y="135293"/>
                </a:lnTo>
                <a:lnTo>
                  <a:pt x="208051" y="161213"/>
                </a:lnTo>
                <a:lnTo>
                  <a:pt x="239839" y="167424"/>
                </a:lnTo>
                <a:lnTo>
                  <a:pt x="250190" y="166789"/>
                </a:lnTo>
                <a:lnTo>
                  <a:pt x="287870" y="151841"/>
                </a:lnTo>
                <a:lnTo>
                  <a:pt x="311886" y="117983"/>
                </a:lnTo>
                <a:lnTo>
                  <a:pt x="316903" y="95961"/>
                </a:lnTo>
                <a:lnTo>
                  <a:pt x="317512" y="83870"/>
                </a:lnTo>
                <a:close/>
              </a:path>
              <a:path w="434975" h="196850">
                <a:moveTo>
                  <a:pt x="385051" y="21590"/>
                </a:moveTo>
                <a:lnTo>
                  <a:pt x="339039" y="21590"/>
                </a:lnTo>
                <a:lnTo>
                  <a:pt x="339039" y="36576"/>
                </a:lnTo>
                <a:lnTo>
                  <a:pt x="385051" y="36576"/>
                </a:lnTo>
                <a:lnTo>
                  <a:pt x="385051" y="21590"/>
                </a:lnTo>
                <a:close/>
              </a:path>
              <a:path w="434975" h="196850">
                <a:moveTo>
                  <a:pt x="434975" y="142036"/>
                </a:moveTo>
                <a:lnTo>
                  <a:pt x="412280" y="142036"/>
                </a:lnTo>
                <a:lnTo>
                  <a:pt x="412280" y="164655"/>
                </a:lnTo>
                <a:lnTo>
                  <a:pt x="423506" y="164655"/>
                </a:lnTo>
                <a:lnTo>
                  <a:pt x="423278" y="171361"/>
                </a:lnTo>
                <a:lnTo>
                  <a:pt x="422338" y="176491"/>
                </a:lnTo>
                <a:lnTo>
                  <a:pt x="420230" y="180060"/>
                </a:lnTo>
                <a:lnTo>
                  <a:pt x="418363" y="183629"/>
                </a:lnTo>
                <a:lnTo>
                  <a:pt x="415086" y="186334"/>
                </a:lnTo>
                <a:lnTo>
                  <a:pt x="410870" y="188163"/>
                </a:lnTo>
                <a:lnTo>
                  <a:pt x="416483" y="196672"/>
                </a:lnTo>
                <a:lnTo>
                  <a:pt x="422808" y="193865"/>
                </a:lnTo>
                <a:lnTo>
                  <a:pt x="427482" y="189915"/>
                </a:lnTo>
                <a:lnTo>
                  <a:pt x="433565" y="179692"/>
                </a:lnTo>
                <a:lnTo>
                  <a:pt x="434975" y="172974"/>
                </a:lnTo>
                <a:lnTo>
                  <a:pt x="434975" y="14203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55" name="object 55"/>
          <p:cNvGrpSpPr/>
          <p:nvPr/>
        </p:nvGrpSpPr>
        <p:grpSpPr>
          <a:xfrm>
            <a:off x="7676886" y="2467833"/>
            <a:ext cx="519430" cy="212725"/>
            <a:chOff x="7676886" y="2467833"/>
            <a:chExt cx="519430" cy="212725"/>
          </a:xfrm>
        </p:grpSpPr>
        <p:pic>
          <p:nvPicPr>
            <p:cNvPr id="56" name="object 5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7676886" y="2467833"/>
              <a:ext cx="236787" cy="212154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7942921" y="2467833"/>
              <a:ext cx="127986" cy="161801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8099920" y="2486570"/>
              <a:ext cx="96520" cy="175260"/>
            </a:xfrm>
            <a:custGeom>
              <a:avLst/>
              <a:gdLst/>
              <a:ahLst/>
              <a:cxnLst/>
              <a:rect l="l" t="t" r="r" b="b"/>
              <a:pathLst>
                <a:path w="96520" h="175260">
                  <a:moveTo>
                    <a:pt x="45999" y="0"/>
                  </a:moveTo>
                  <a:lnTo>
                    <a:pt x="0" y="0"/>
                  </a:lnTo>
                  <a:lnTo>
                    <a:pt x="0" y="14986"/>
                  </a:lnTo>
                  <a:lnTo>
                    <a:pt x="45999" y="14986"/>
                  </a:lnTo>
                  <a:lnTo>
                    <a:pt x="45999" y="0"/>
                  </a:lnTo>
                  <a:close/>
                </a:path>
                <a:path w="96520" h="175260">
                  <a:moveTo>
                    <a:pt x="96164" y="120446"/>
                  </a:moveTo>
                  <a:lnTo>
                    <a:pt x="73228" y="120446"/>
                  </a:lnTo>
                  <a:lnTo>
                    <a:pt x="73228" y="143065"/>
                  </a:lnTo>
                  <a:lnTo>
                    <a:pt x="84696" y="143065"/>
                  </a:lnTo>
                  <a:lnTo>
                    <a:pt x="84455" y="149771"/>
                  </a:lnTo>
                  <a:lnTo>
                    <a:pt x="83286" y="154901"/>
                  </a:lnTo>
                  <a:lnTo>
                    <a:pt x="81191" y="158470"/>
                  </a:lnTo>
                  <a:lnTo>
                    <a:pt x="79311" y="162039"/>
                  </a:lnTo>
                  <a:lnTo>
                    <a:pt x="76276" y="164744"/>
                  </a:lnTo>
                  <a:lnTo>
                    <a:pt x="72059" y="166573"/>
                  </a:lnTo>
                  <a:lnTo>
                    <a:pt x="77444" y="175082"/>
                  </a:lnTo>
                  <a:lnTo>
                    <a:pt x="96164" y="151384"/>
                  </a:lnTo>
                  <a:lnTo>
                    <a:pt x="96164" y="1204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9" name="object 59"/>
          <p:cNvSpPr/>
          <p:nvPr/>
        </p:nvSpPr>
        <p:spPr>
          <a:xfrm>
            <a:off x="8301838" y="2467838"/>
            <a:ext cx="202565" cy="161925"/>
          </a:xfrm>
          <a:custGeom>
            <a:avLst/>
            <a:gdLst/>
            <a:ahLst/>
            <a:cxnLst/>
            <a:rect l="l" t="t" r="r" b="b"/>
            <a:pathLst>
              <a:path w="202565" h="161925">
                <a:moveTo>
                  <a:pt x="143433" y="161798"/>
                </a:moveTo>
                <a:lnTo>
                  <a:pt x="115125" y="117767"/>
                </a:lnTo>
                <a:lnTo>
                  <a:pt x="88023" y="89954"/>
                </a:lnTo>
                <a:lnTo>
                  <a:pt x="84239" y="88188"/>
                </a:lnTo>
                <a:lnTo>
                  <a:pt x="120256" y="71412"/>
                </a:lnTo>
                <a:lnTo>
                  <a:pt x="130098" y="44145"/>
                </a:lnTo>
                <a:lnTo>
                  <a:pt x="130098" y="35255"/>
                </a:lnTo>
                <a:lnTo>
                  <a:pt x="107861" y="5359"/>
                </a:lnTo>
                <a:lnTo>
                  <a:pt x="107861" y="36487"/>
                </a:lnTo>
                <a:lnTo>
                  <a:pt x="107861" y="49364"/>
                </a:lnTo>
                <a:lnTo>
                  <a:pt x="77685" y="71412"/>
                </a:lnTo>
                <a:lnTo>
                  <a:pt x="21526" y="71412"/>
                </a:lnTo>
                <a:lnTo>
                  <a:pt x="21526" y="17881"/>
                </a:lnTo>
                <a:lnTo>
                  <a:pt x="72999" y="17881"/>
                </a:lnTo>
                <a:lnTo>
                  <a:pt x="107861" y="36487"/>
                </a:lnTo>
                <a:lnTo>
                  <a:pt x="107861" y="5359"/>
                </a:lnTo>
                <a:lnTo>
                  <a:pt x="72301" y="0"/>
                </a:lnTo>
                <a:lnTo>
                  <a:pt x="0" y="0"/>
                </a:lnTo>
                <a:lnTo>
                  <a:pt x="0" y="161798"/>
                </a:lnTo>
                <a:lnTo>
                  <a:pt x="21526" y="161798"/>
                </a:lnTo>
                <a:lnTo>
                  <a:pt x="21526" y="89954"/>
                </a:lnTo>
                <a:lnTo>
                  <a:pt x="52184" y="89954"/>
                </a:lnTo>
                <a:lnTo>
                  <a:pt x="86169" y="115277"/>
                </a:lnTo>
                <a:lnTo>
                  <a:pt x="116293" y="161798"/>
                </a:lnTo>
                <a:lnTo>
                  <a:pt x="143433" y="161798"/>
                </a:lnTo>
                <a:close/>
              </a:path>
              <a:path w="202565" h="161925">
                <a:moveTo>
                  <a:pt x="202539" y="18732"/>
                </a:moveTo>
                <a:lnTo>
                  <a:pt x="156527" y="18732"/>
                </a:lnTo>
                <a:lnTo>
                  <a:pt x="156527" y="33718"/>
                </a:lnTo>
                <a:lnTo>
                  <a:pt x="202539" y="33718"/>
                </a:lnTo>
                <a:lnTo>
                  <a:pt x="202539" y="1873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60" name="object 60"/>
          <p:cNvGrpSpPr/>
          <p:nvPr/>
        </p:nvGrpSpPr>
        <p:grpSpPr>
          <a:xfrm>
            <a:off x="2143960" y="3130619"/>
            <a:ext cx="1679575" cy="432434"/>
            <a:chOff x="2143960" y="3130619"/>
            <a:chExt cx="1679575" cy="432434"/>
          </a:xfrm>
        </p:grpSpPr>
        <p:pic>
          <p:nvPicPr>
            <p:cNvPr id="61" name="object 61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2143960" y="3130619"/>
              <a:ext cx="126095" cy="145453"/>
            </a:xfrm>
            <a:prstGeom prst="rect">
              <a:avLst/>
            </a:prstGeom>
          </p:spPr>
        </p:pic>
        <p:pic>
          <p:nvPicPr>
            <p:cNvPr id="62" name="object 62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2296597" y="3133008"/>
              <a:ext cx="111885" cy="140674"/>
            </a:xfrm>
            <a:prstGeom prst="rect">
              <a:avLst/>
            </a:prstGeom>
          </p:spPr>
        </p:pic>
        <p:pic>
          <p:nvPicPr>
            <p:cNvPr id="63" name="object 63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2433486" y="3213084"/>
              <a:ext cx="69676" cy="107222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2583895" y="3130619"/>
              <a:ext cx="126097" cy="145453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2736524" y="3133008"/>
              <a:ext cx="111885" cy="140674"/>
            </a:xfrm>
            <a:prstGeom prst="rect">
              <a:avLst/>
            </a:prstGeom>
          </p:spPr>
        </p:pic>
        <p:sp>
          <p:nvSpPr>
            <p:cNvPr id="66" name="object 66"/>
            <p:cNvSpPr/>
            <p:nvPr/>
          </p:nvSpPr>
          <p:spPr>
            <a:xfrm>
              <a:off x="2528655" y="3191398"/>
              <a:ext cx="29845" cy="19685"/>
            </a:xfrm>
            <a:custGeom>
              <a:avLst/>
              <a:gdLst/>
              <a:ahLst/>
              <a:cxnLst/>
              <a:rect l="l" t="t" r="r" b="b"/>
              <a:pathLst>
                <a:path w="29844" h="19685">
                  <a:moveTo>
                    <a:pt x="23700" y="0"/>
                  </a:moveTo>
                  <a:lnTo>
                    <a:pt x="4825" y="6646"/>
                  </a:lnTo>
                  <a:lnTo>
                    <a:pt x="1649" y="7750"/>
                  </a:lnTo>
                  <a:lnTo>
                    <a:pt x="0" y="11204"/>
                  </a:lnTo>
                  <a:lnTo>
                    <a:pt x="2260" y="17468"/>
                  </a:lnTo>
                  <a:lnTo>
                    <a:pt x="5762" y="19115"/>
                  </a:lnTo>
                  <a:lnTo>
                    <a:pt x="27793" y="11344"/>
                  </a:lnTo>
                  <a:lnTo>
                    <a:pt x="29462" y="7911"/>
                  </a:lnTo>
                  <a:lnTo>
                    <a:pt x="27182" y="1626"/>
                  </a:lnTo>
                  <a:lnTo>
                    <a:pt x="237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7" name="object 67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3023822" y="3130619"/>
              <a:ext cx="126097" cy="145453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3176450" y="3133008"/>
              <a:ext cx="111905" cy="140674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311507" y="3213084"/>
              <a:ext cx="70429" cy="105375"/>
            </a:xfrm>
            <a:prstGeom prst="rect">
              <a:avLst/>
            </a:prstGeom>
          </p:spPr>
        </p:pic>
        <p:sp>
          <p:nvSpPr>
            <p:cNvPr id="70" name="object 70"/>
            <p:cNvSpPr/>
            <p:nvPr/>
          </p:nvSpPr>
          <p:spPr>
            <a:xfrm>
              <a:off x="2876385" y="3192001"/>
              <a:ext cx="121285" cy="18415"/>
            </a:xfrm>
            <a:custGeom>
              <a:avLst/>
              <a:gdLst/>
              <a:ahLst/>
              <a:cxnLst/>
              <a:rect l="l" t="t" r="r" b="b"/>
              <a:pathLst>
                <a:path w="121285" h="18414">
                  <a:moveTo>
                    <a:pt x="117830" y="0"/>
                  </a:moveTo>
                  <a:lnTo>
                    <a:pt x="5945" y="5702"/>
                  </a:lnTo>
                  <a:lnTo>
                    <a:pt x="2585" y="5863"/>
                  </a:lnTo>
                  <a:lnTo>
                    <a:pt x="0" y="8694"/>
                  </a:lnTo>
                  <a:lnTo>
                    <a:pt x="346" y="15340"/>
                  </a:lnTo>
                  <a:lnTo>
                    <a:pt x="3217" y="17890"/>
                  </a:lnTo>
                  <a:lnTo>
                    <a:pt x="118462" y="12027"/>
                  </a:lnTo>
                  <a:lnTo>
                    <a:pt x="121048" y="9196"/>
                  </a:lnTo>
                  <a:lnTo>
                    <a:pt x="120701" y="2550"/>
                  </a:lnTo>
                  <a:lnTo>
                    <a:pt x="11783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1" name="object 71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2590146" y="3422147"/>
              <a:ext cx="107711" cy="140674"/>
            </a:xfrm>
            <a:prstGeom prst="rect">
              <a:avLst/>
            </a:prstGeom>
          </p:spPr>
        </p:pic>
        <p:sp>
          <p:nvSpPr>
            <p:cNvPr id="72" name="object 72"/>
            <p:cNvSpPr/>
            <p:nvPr/>
          </p:nvSpPr>
          <p:spPr>
            <a:xfrm>
              <a:off x="2641041" y="3304006"/>
              <a:ext cx="139065" cy="259079"/>
            </a:xfrm>
            <a:custGeom>
              <a:avLst/>
              <a:gdLst/>
              <a:ahLst/>
              <a:cxnLst/>
              <a:rect l="l" t="t" r="r" b="b"/>
              <a:pathLst>
                <a:path w="139064" h="259079">
                  <a:moveTo>
                    <a:pt x="12357" y="2717"/>
                  </a:moveTo>
                  <a:lnTo>
                    <a:pt x="9639" y="25"/>
                  </a:lnTo>
                  <a:lnTo>
                    <a:pt x="2895" y="0"/>
                  </a:lnTo>
                  <a:lnTo>
                    <a:pt x="139" y="2692"/>
                  </a:lnTo>
                  <a:lnTo>
                    <a:pt x="0" y="91681"/>
                  </a:lnTo>
                  <a:lnTo>
                    <a:pt x="2755" y="94373"/>
                  </a:lnTo>
                  <a:lnTo>
                    <a:pt x="9486" y="94399"/>
                  </a:lnTo>
                  <a:lnTo>
                    <a:pt x="12217" y="91681"/>
                  </a:lnTo>
                  <a:lnTo>
                    <a:pt x="12357" y="6045"/>
                  </a:lnTo>
                  <a:lnTo>
                    <a:pt x="12357" y="2717"/>
                  </a:lnTo>
                  <a:close/>
                </a:path>
                <a:path w="139064" h="259079">
                  <a:moveTo>
                    <a:pt x="138988" y="160172"/>
                  </a:moveTo>
                  <a:lnTo>
                    <a:pt x="132905" y="156476"/>
                  </a:lnTo>
                  <a:lnTo>
                    <a:pt x="126898" y="154609"/>
                  </a:lnTo>
                  <a:lnTo>
                    <a:pt x="116916" y="154609"/>
                  </a:lnTo>
                  <a:lnTo>
                    <a:pt x="113169" y="155778"/>
                  </a:lnTo>
                  <a:lnTo>
                    <a:pt x="106349" y="160375"/>
                  </a:lnTo>
                  <a:lnTo>
                    <a:pt x="102641" y="165138"/>
                  </a:lnTo>
                  <a:lnTo>
                    <a:pt x="98615" y="172364"/>
                  </a:lnTo>
                  <a:lnTo>
                    <a:pt x="98615" y="156921"/>
                  </a:lnTo>
                  <a:lnTo>
                    <a:pt x="82854" y="156921"/>
                  </a:lnTo>
                  <a:lnTo>
                    <a:pt x="82854" y="258826"/>
                  </a:lnTo>
                  <a:lnTo>
                    <a:pt x="100368" y="258826"/>
                  </a:lnTo>
                  <a:lnTo>
                    <a:pt x="100368" y="198183"/>
                  </a:lnTo>
                  <a:lnTo>
                    <a:pt x="101346" y="191452"/>
                  </a:lnTo>
                  <a:lnTo>
                    <a:pt x="104571" y="181292"/>
                  </a:lnTo>
                  <a:lnTo>
                    <a:pt x="106756" y="178142"/>
                  </a:lnTo>
                  <a:lnTo>
                    <a:pt x="112839" y="173609"/>
                  </a:lnTo>
                  <a:lnTo>
                    <a:pt x="116281" y="172466"/>
                  </a:lnTo>
                  <a:lnTo>
                    <a:pt x="124383" y="172466"/>
                  </a:lnTo>
                  <a:lnTo>
                    <a:pt x="128689" y="173710"/>
                  </a:lnTo>
                  <a:lnTo>
                    <a:pt x="132956" y="176199"/>
                  </a:lnTo>
                  <a:lnTo>
                    <a:pt x="138988" y="1601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3" name="object 73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3463748" y="3130619"/>
              <a:ext cx="126097" cy="145453"/>
            </a:xfrm>
            <a:prstGeom prst="rect">
              <a:avLst/>
            </a:prstGeom>
          </p:spPr>
        </p:pic>
        <p:pic>
          <p:nvPicPr>
            <p:cNvPr id="74" name="object 74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616397" y="3133008"/>
              <a:ext cx="111885" cy="140674"/>
            </a:xfrm>
            <a:prstGeom prst="rect">
              <a:avLst/>
            </a:prstGeom>
          </p:spPr>
        </p:pic>
        <p:pic>
          <p:nvPicPr>
            <p:cNvPr id="75" name="object 75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3753286" y="3213084"/>
              <a:ext cx="69676" cy="107222"/>
            </a:xfrm>
            <a:prstGeom prst="rect">
              <a:avLst/>
            </a:prstGeom>
          </p:spPr>
        </p:pic>
        <p:sp>
          <p:nvSpPr>
            <p:cNvPr id="76" name="object 76"/>
            <p:cNvSpPr/>
            <p:nvPr/>
          </p:nvSpPr>
          <p:spPr>
            <a:xfrm>
              <a:off x="3408508" y="3191398"/>
              <a:ext cx="29845" cy="19685"/>
            </a:xfrm>
            <a:custGeom>
              <a:avLst/>
              <a:gdLst/>
              <a:ahLst/>
              <a:cxnLst/>
              <a:rect l="l" t="t" r="r" b="b"/>
              <a:pathLst>
                <a:path w="29845" h="19685">
                  <a:moveTo>
                    <a:pt x="23700" y="0"/>
                  </a:moveTo>
                  <a:lnTo>
                    <a:pt x="4825" y="6646"/>
                  </a:lnTo>
                  <a:lnTo>
                    <a:pt x="1649" y="7750"/>
                  </a:lnTo>
                  <a:lnTo>
                    <a:pt x="0" y="11204"/>
                  </a:lnTo>
                  <a:lnTo>
                    <a:pt x="2260" y="17468"/>
                  </a:lnTo>
                  <a:lnTo>
                    <a:pt x="5762" y="19115"/>
                  </a:lnTo>
                  <a:lnTo>
                    <a:pt x="27813" y="11344"/>
                  </a:lnTo>
                  <a:lnTo>
                    <a:pt x="29462" y="7911"/>
                  </a:lnTo>
                  <a:lnTo>
                    <a:pt x="27202" y="1626"/>
                  </a:lnTo>
                  <a:lnTo>
                    <a:pt x="237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77" name="object 77"/>
          <p:cNvGrpSpPr/>
          <p:nvPr/>
        </p:nvGrpSpPr>
        <p:grpSpPr>
          <a:xfrm>
            <a:off x="3994954" y="3313720"/>
            <a:ext cx="807085" cy="143510"/>
            <a:chOff x="3994954" y="3313720"/>
            <a:chExt cx="807085" cy="143510"/>
          </a:xfrm>
        </p:grpSpPr>
        <p:pic>
          <p:nvPicPr>
            <p:cNvPr id="78" name="object 78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3994954" y="3350184"/>
              <a:ext cx="140045" cy="104210"/>
            </a:xfrm>
            <a:prstGeom prst="rect">
              <a:avLst/>
            </a:prstGeom>
          </p:spPr>
        </p:pic>
        <p:pic>
          <p:nvPicPr>
            <p:cNvPr id="79" name="object 79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4158211" y="3313720"/>
              <a:ext cx="258995" cy="142963"/>
            </a:xfrm>
            <a:prstGeom prst="rect">
              <a:avLst/>
            </a:prstGeom>
          </p:spPr>
        </p:pic>
        <p:pic>
          <p:nvPicPr>
            <p:cNvPr id="80" name="object 80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4440012" y="3350184"/>
              <a:ext cx="95087" cy="106499"/>
            </a:xfrm>
            <a:prstGeom prst="rect">
              <a:avLst/>
            </a:prstGeom>
          </p:spPr>
        </p:pic>
        <p:pic>
          <p:nvPicPr>
            <p:cNvPr id="81" name="object 81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4558922" y="3350184"/>
              <a:ext cx="84092" cy="104210"/>
            </a:xfrm>
            <a:prstGeom prst="rect">
              <a:avLst/>
            </a:prstGeom>
          </p:spPr>
        </p:pic>
        <p:pic>
          <p:nvPicPr>
            <p:cNvPr id="82" name="object 82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4665412" y="3350184"/>
              <a:ext cx="96919" cy="106499"/>
            </a:xfrm>
            <a:prstGeom prst="rect">
              <a:avLst/>
            </a:prstGeom>
          </p:spPr>
        </p:pic>
        <p:sp>
          <p:nvSpPr>
            <p:cNvPr id="83" name="object 83"/>
            <p:cNvSpPr/>
            <p:nvPr/>
          </p:nvSpPr>
          <p:spPr>
            <a:xfrm>
              <a:off x="4784525" y="3313734"/>
              <a:ext cx="17780" cy="140970"/>
            </a:xfrm>
            <a:custGeom>
              <a:avLst/>
              <a:gdLst/>
              <a:ahLst/>
              <a:cxnLst/>
              <a:rect l="l" t="t" r="r" b="b"/>
              <a:pathLst>
                <a:path w="17779" h="140970">
                  <a:moveTo>
                    <a:pt x="17513" y="0"/>
                  </a:moveTo>
                  <a:lnTo>
                    <a:pt x="0" y="0"/>
                  </a:lnTo>
                  <a:lnTo>
                    <a:pt x="0" y="140660"/>
                  </a:lnTo>
                  <a:lnTo>
                    <a:pt x="17513" y="140660"/>
                  </a:lnTo>
                  <a:lnTo>
                    <a:pt x="1751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84" name="object 84"/>
          <p:cNvPicPr/>
          <p:nvPr/>
        </p:nvPicPr>
        <p:blipFill>
          <a:blip r:embed="rId30" cstate="print"/>
          <a:stretch>
            <a:fillRect/>
          </a:stretch>
        </p:blipFill>
        <p:spPr>
          <a:xfrm>
            <a:off x="3936049" y="2964866"/>
            <a:ext cx="1039872" cy="283215"/>
          </a:xfrm>
          <a:prstGeom prst="rect">
            <a:avLst/>
          </a:prstGeom>
        </p:spPr>
      </p:pic>
      <p:grpSp>
        <p:nvGrpSpPr>
          <p:cNvPr id="85" name="object 85"/>
          <p:cNvGrpSpPr/>
          <p:nvPr/>
        </p:nvGrpSpPr>
        <p:grpSpPr>
          <a:xfrm>
            <a:off x="5091167" y="3153208"/>
            <a:ext cx="1679575" cy="189865"/>
            <a:chOff x="5091167" y="3153208"/>
            <a:chExt cx="1679575" cy="189865"/>
          </a:xfrm>
        </p:grpSpPr>
        <p:pic>
          <p:nvPicPr>
            <p:cNvPr id="86" name="object 86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5091167" y="3153208"/>
              <a:ext cx="126240" cy="145453"/>
            </a:xfrm>
            <a:prstGeom prst="rect">
              <a:avLst/>
            </a:prstGeom>
          </p:spPr>
        </p:pic>
        <p:pic>
          <p:nvPicPr>
            <p:cNvPr id="87" name="object 87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5243877" y="3155597"/>
              <a:ext cx="111987" cy="140674"/>
            </a:xfrm>
            <a:prstGeom prst="rect">
              <a:avLst/>
            </a:prstGeom>
          </p:spPr>
        </p:pic>
        <p:pic>
          <p:nvPicPr>
            <p:cNvPr id="88" name="object 88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5380705" y="3235673"/>
              <a:ext cx="69839" cy="107222"/>
            </a:xfrm>
            <a:prstGeom prst="rect">
              <a:avLst/>
            </a:prstGeom>
          </p:spPr>
        </p:pic>
        <p:pic>
          <p:nvPicPr>
            <p:cNvPr id="89" name="object 89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5531175" y="3153208"/>
              <a:ext cx="126036" cy="145453"/>
            </a:xfrm>
            <a:prstGeom prst="rect">
              <a:avLst/>
            </a:prstGeom>
          </p:spPr>
        </p:pic>
        <p:pic>
          <p:nvPicPr>
            <p:cNvPr id="90" name="object 90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5683885" y="3155597"/>
              <a:ext cx="111783" cy="140674"/>
            </a:xfrm>
            <a:prstGeom prst="rect">
              <a:avLst/>
            </a:prstGeom>
          </p:spPr>
        </p:pic>
        <p:sp>
          <p:nvSpPr>
            <p:cNvPr id="91" name="object 91"/>
            <p:cNvSpPr/>
            <p:nvPr/>
          </p:nvSpPr>
          <p:spPr>
            <a:xfrm>
              <a:off x="5475996" y="3213987"/>
              <a:ext cx="29845" cy="19685"/>
            </a:xfrm>
            <a:custGeom>
              <a:avLst/>
              <a:gdLst/>
              <a:ahLst/>
              <a:cxnLst/>
              <a:rect l="l" t="t" r="r" b="b"/>
              <a:pathLst>
                <a:path w="29845" h="19685">
                  <a:moveTo>
                    <a:pt x="23619" y="0"/>
                  </a:moveTo>
                  <a:lnTo>
                    <a:pt x="20564" y="1124"/>
                  </a:lnTo>
                  <a:lnTo>
                    <a:pt x="4683" y="6646"/>
                  </a:lnTo>
                  <a:lnTo>
                    <a:pt x="1628" y="7750"/>
                  </a:lnTo>
                  <a:lnTo>
                    <a:pt x="0" y="11204"/>
                  </a:lnTo>
                  <a:lnTo>
                    <a:pt x="1018" y="14336"/>
                  </a:lnTo>
                  <a:lnTo>
                    <a:pt x="2239" y="17468"/>
                  </a:lnTo>
                  <a:lnTo>
                    <a:pt x="5701" y="19115"/>
                  </a:lnTo>
                  <a:lnTo>
                    <a:pt x="24637" y="12469"/>
                  </a:lnTo>
                  <a:lnTo>
                    <a:pt x="27691" y="11344"/>
                  </a:lnTo>
                  <a:lnTo>
                    <a:pt x="29320" y="7911"/>
                  </a:lnTo>
                  <a:lnTo>
                    <a:pt x="28302" y="4758"/>
                  </a:lnTo>
                  <a:lnTo>
                    <a:pt x="27080" y="1626"/>
                  </a:lnTo>
                  <a:lnTo>
                    <a:pt x="2361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2" name="object 92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5971183" y="3153208"/>
              <a:ext cx="126036" cy="145453"/>
            </a:xfrm>
            <a:prstGeom prst="rect">
              <a:avLst/>
            </a:prstGeom>
          </p:spPr>
        </p:pic>
        <p:pic>
          <p:nvPicPr>
            <p:cNvPr id="93" name="object 93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6123689" y="3155597"/>
              <a:ext cx="111987" cy="140674"/>
            </a:xfrm>
            <a:prstGeom prst="rect">
              <a:avLst/>
            </a:prstGeom>
          </p:spPr>
        </p:pic>
        <p:sp>
          <p:nvSpPr>
            <p:cNvPr id="94" name="object 94"/>
            <p:cNvSpPr/>
            <p:nvPr/>
          </p:nvSpPr>
          <p:spPr>
            <a:xfrm>
              <a:off x="5823763" y="3188576"/>
              <a:ext cx="121285" cy="70485"/>
            </a:xfrm>
            <a:custGeom>
              <a:avLst/>
              <a:gdLst/>
              <a:ahLst/>
              <a:cxnLst/>
              <a:rect l="l" t="t" r="r" b="b"/>
              <a:pathLst>
                <a:path w="121285" h="70485">
                  <a:moveTo>
                    <a:pt x="120942" y="61239"/>
                  </a:moveTo>
                  <a:lnTo>
                    <a:pt x="120535" y="54597"/>
                  </a:lnTo>
                  <a:lnTo>
                    <a:pt x="117690" y="52044"/>
                  </a:lnTo>
                  <a:lnTo>
                    <a:pt x="5905" y="57746"/>
                  </a:lnTo>
                  <a:lnTo>
                    <a:pt x="2438" y="57912"/>
                  </a:lnTo>
                  <a:lnTo>
                    <a:pt x="0" y="60731"/>
                  </a:lnTo>
                  <a:lnTo>
                    <a:pt x="203" y="67386"/>
                  </a:lnTo>
                  <a:lnTo>
                    <a:pt x="3048" y="69938"/>
                  </a:lnTo>
                  <a:lnTo>
                    <a:pt x="118300" y="64071"/>
                  </a:lnTo>
                  <a:lnTo>
                    <a:pt x="120942" y="61239"/>
                  </a:lnTo>
                  <a:close/>
                </a:path>
                <a:path w="121285" h="70485">
                  <a:moveTo>
                    <a:pt x="120942" y="9194"/>
                  </a:moveTo>
                  <a:lnTo>
                    <a:pt x="120535" y="2552"/>
                  </a:lnTo>
                  <a:lnTo>
                    <a:pt x="117690" y="0"/>
                  </a:lnTo>
                  <a:lnTo>
                    <a:pt x="5905" y="5702"/>
                  </a:lnTo>
                  <a:lnTo>
                    <a:pt x="2438" y="5854"/>
                  </a:lnTo>
                  <a:lnTo>
                    <a:pt x="0" y="8686"/>
                  </a:lnTo>
                  <a:lnTo>
                    <a:pt x="203" y="15341"/>
                  </a:lnTo>
                  <a:lnTo>
                    <a:pt x="3048" y="17894"/>
                  </a:lnTo>
                  <a:lnTo>
                    <a:pt x="118300" y="12026"/>
                  </a:lnTo>
                  <a:lnTo>
                    <a:pt x="120942" y="91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5" name="object 95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6410987" y="3153208"/>
              <a:ext cx="126240" cy="145453"/>
            </a:xfrm>
            <a:prstGeom prst="rect">
              <a:avLst/>
            </a:prstGeom>
          </p:spPr>
        </p:pic>
        <p:pic>
          <p:nvPicPr>
            <p:cNvPr id="96" name="object 96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6563697" y="3155597"/>
              <a:ext cx="111783" cy="140674"/>
            </a:xfrm>
            <a:prstGeom prst="rect">
              <a:avLst/>
            </a:prstGeom>
          </p:spPr>
        </p:pic>
        <p:pic>
          <p:nvPicPr>
            <p:cNvPr id="97" name="object 97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6700525" y="3235673"/>
              <a:ext cx="69839" cy="107222"/>
            </a:xfrm>
            <a:prstGeom prst="rect">
              <a:avLst/>
            </a:prstGeom>
          </p:spPr>
        </p:pic>
        <p:sp>
          <p:nvSpPr>
            <p:cNvPr id="98" name="object 98"/>
            <p:cNvSpPr/>
            <p:nvPr/>
          </p:nvSpPr>
          <p:spPr>
            <a:xfrm>
              <a:off x="6263571" y="3214590"/>
              <a:ext cx="121285" cy="18415"/>
            </a:xfrm>
            <a:custGeom>
              <a:avLst/>
              <a:gdLst/>
              <a:ahLst/>
              <a:cxnLst/>
              <a:rect l="l" t="t" r="r" b="b"/>
              <a:pathLst>
                <a:path w="121285" h="18414">
                  <a:moveTo>
                    <a:pt x="117892" y="0"/>
                  </a:moveTo>
                  <a:lnTo>
                    <a:pt x="5904" y="5702"/>
                  </a:lnTo>
                  <a:lnTo>
                    <a:pt x="2646" y="5863"/>
                  </a:lnTo>
                  <a:lnTo>
                    <a:pt x="0" y="8694"/>
                  </a:lnTo>
                  <a:lnTo>
                    <a:pt x="407" y="15340"/>
                  </a:lnTo>
                  <a:lnTo>
                    <a:pt x="3257" y="17890"/>
                  </a:lnTo>
                  <a:lnTo>
                    <a:pt x="118502" y="12027"/>
                  </a:lnTo>
                  <a:lnTo>
                    <a:pt x="121149" y="9196"/>
                  </a:lnTo>
                  <a:lnTo>
                    <a:pt x="120742" y="2550"/>
                  </a:lnTo>
                  <a:lnTo>
                    <a:pt x="11789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9" name="object 99"/>
          <p:cNvGrpSpPr/>
          <p:nvPr/>
        </p:nvGrpSpPr>
        <p:grpSpPr>
          <a:xfrm>
            <a:off x="4929091" y="3484513"/>
            <a:ext cx="382905" cy="360680"/>
            <a:chOff x="4929091" y="3484513"/>
            <a:chExt cx="382905" cy="360680"/>
          </a:xfrm>
        </p:grpSpPr>
        <p:pic>
          <p:nvPicPr>
            <p:cNvPr id="100" name="object 100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4932960" y="3484513"/>
              <a:ext cx="326035" cy="184406"/>
            </a:xfrm>
            <a:prstGeom prst="rect">
              <a:avLst/>
            </a:prstGeom>
          </p:spPr>
        </p:pic>
        <p:pic>
          <p:nvPicPr>
            <p:cNvPr id="101" name="object 101"/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4929091" y="3698336"/>
              <a:ext cx="93865" cy="143635"/>
            </a:xfrm>
            <a:prstGeom prst="rect">
              <a:avLst/>
            </a:prstGeom>
          </p:spPr>
        </p:pic>
        <p:pic>
          <p:nvPicPr>
            <p:cNvPr id="102" name="object 102"/>
            <p:cNvPicPr/>
            <p:nvPr/>
          </p:nvPicPr>
          <p:blipFill>
            <a:blip r:embed="rId43" cstate="print"/>
            <a:stretch>
              <a:fillRect/>
            </a:stretch>
          </p:blipFill>
          <p:spPr>
            <a:xfrm>
              <a:off x="5042300" y="3698336"/>
              <a:ext cx="93051" cy="143635"/>
            </a:xfrm>
            <a:prstGeom prst="rect">
              <a:avLst/>
            </a:prstGeom>
          </p:spPr>
        </p:pic>
        <p:pic>
          <p:nvPicPr>
            <p:cNvPr id="103" name="object 103"/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5158563" y="3696508"/>
              <a:ext cx="153320" cy="148244"/>
            </a:xfrm>
            <a:prstGeom prst="rect">
              <a:avLst/>
            </a:prstGeom>
          </p:spPr>
        </p:pic>
      </p:grpSp>
      <p:grpSp>
        <p:nvGrpSpPr>
          <p:cNvPr id="104" name="object 104"/>
          <p:cNvGrpSpPr/>
          <p:nvPr/>
        </p:nvGrpSpPr>
        <p:grpSpPr>
          <a:xfrm>
            <a:off x="5329394" y="3486903"/>
            <a:ext cx="315595" cy="143510"/>
            <a:chOff x="5329394" y="3486903"/>
            <a:chExt cx="315595" cy="143510"/>
          </a:xfrm>
        </p:grpSpPr>
        <p:pic>
          <p:nvPicPr>
            <p:cNvPr id="105" name="object 105"/>
            <p:cNvPicPr/>
            <p:nvPr/>
          </p:nvPicPr>
          <p:blipFill>
            <a:blip r:embed="rId45" cstate="print"/>
            <a:stretch>
              <a:fillRect/>
            </a:stretch>
          </p:blipFill>
          <p:spPr>
            <a:xfrm>
              <a:off x="5329394" y="3523366"/>
              <a:ext cx="95087" cy="106499"/>
            </a:xfrm>
            <a:prstGeom prst="rect">
              <a:avLst/>
            </a:prstGeom>
          </p:spPr>
        </p:pic>
        <p:pic>
          <p:nvPicPr>
            <p:cNvPr id="106" name="object 106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5554998" y="3486903"/>
              <a:ext cx="89589" cy="142963"/>
            </a:xfrm>
            <a:prstGeom prst="rect">
              <a:avLst/>
            </a:prstGeom>
          </p:spPr>
        </p:pic>
        <p:pic>
          <p:nvPicPr>
            <p:cNvPr id="107" name="object 107"/>
            <p:cNvPicPr/>
            <p:nvPr/>
          </p:nvPicPr>
          <p:blipFill>
            <a:blip r:embed="rId47" cstate="print"/>
            <a:stretch>
              <a:fillRect/>
            </a:stretch>
          </p:blipFill>
          <p:spPr>
            <a:xfrm>
              <a:off x="5448305" y="3523366"/>
              <a:ext cx="83888" cy="104210"/>
            </a:xfrm>
            <a:prstGeom prst="rect">
              <a:avLst/>
            </a:prstGeom>
          </p:spPr>
        </p:pic>
      </p:grpSp>
      <p:grpSp>
        <p:nvGrpSpPr>
          <p:cNvPr id="108" name="object 108"/>
          <p:cNvGrpSpPr/>
          <p:nvPr/>
        </p:nvGrpSpPr>
        <p:grpSpPr>
          <a:xfrm>
            <a:off x="5729087" y="3484513"/>
            <a:ext cx="1177925" cy="184785"/>
            <a:chOff x="5729087" y="3484513"/>
            <a:chExt cx="1177925" cy="184785"/>
          </a:xfrm>
        </p:grpSpPr>
        <p:pic>
          <p:nvPicPr>
            <p:cNvPr id="109" name="object 109"/>
            <p:cNvPicPr/>
            <p:nvPr/>
          </p:nvPicPr>
          <p:blipFill>
            <a:blip r:embed="rId48" cstate="print"/>
            <a:stretch>
              <a:fillRect/>
            </a:stretch>
          </p:blipFill>
          <p:spPr>
            <a:xfrm>
              <a:off x="5729087" y="3484513"/>
              <a:ext cx="312800" cy="184406"/>
            </a:xfrm>
            <a:prstGeom prst="rect">
              <a:avLst/>
            </a:prstGeom>
          </p:spPr>
        </p:pic>
        <p:pic>
          <p:nvPicPr>
            <p:cNvPr id="110" name="object 110"/>
            <p:cNvPicPr/>
            <p:nvPr/>
          </p:nvPicPr>
          <p:blipFill>
            <a:blip r:embed="rId49" cstate="print"/>
            <a:stretch>
              <a:fillRect/>
            </a:stretch>
          </p:blipFill>
          <p:spPr>
            <a:xfrm>
              <a:off x="6061994" y="3486903"/>
              <a:ext cx="89497" cy="142963"/>
            </a:xfrm>
            <a:prstGeom prst="rect">
              <a:avLst/>
            </a:prstGeom>
          </p:spPr>
        </p:pic>
        <p:pic>
          <p:nvPicPr>
            <p:cNvPr id="111" name="object 111"/>
            <p:cNvPicPr/>
            <p:nvPr/>
          </p:nvPicPr>
          <p:blipFill>
            <a:blip r:embed="rId50" cstate="print"/>
            <a:stretch>
              <a:fillRect/>
            </a:stretch>
          </p:blipFill>
          <p:spPr>
            <a:xfrm>
              <a:off x="6174796" y="3525675"/>
              <a:ext cx="83685" cy="104190"/>
            </a:xfrm>
            <a:prstGeom prst="rect">
              <a:avLst/>
            </a:prstGeom>
          </p:spPr>
        </p:pic>
        <p:pic>
          <p:nvPicPr>
            <p:cNvPr id="112" name="object 112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6278435" y="3486340"/>
              <a:ext cx="402543" cy="143525"/>
            </a:xfrm>
            <a:prstGeom prst="rect">
              <a:avLst/>
            </a:prstGeom>
          </p:spPr>
        </p:pic>
        <p:pic>
          <p:nvPicPr>
            <p:cNvPr id="113" name="object 113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6704598" y="3523366"/>
              <a:ext cx="83888" cy="104210"/>
            </a:xfrm>
            <a:prstGeom prst="rect">
              <a:avLst/>
            </a:prstGeom>
          </p:spPr>
        </p:pic>
        <p:pic>
          <p:nvPicPr>
            <p:cNvPr id="114" name="object 114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6811770" y="3523366"/>
              <a:ext cx="95218" cy="106499"/>
            </a:xfrm>
            <a:prstGeom prst="rect">
              <a:avLst/>
            </a:prstGeom>
          </p:spPr>
        </p:pic>
      </p:grpSp>
      <p:pic>
        <p:nvPicPr>
          <p:cNvPr id="115" name="object 115"/>
          <p:cNvPicPr/>
          <p:nvPr/>
        </p:nvPicPr>
        <p:blipFill>
          <a:blip r:embed="rId54" cstate="print"/>
          <a:stretch>
            <a:fillRect/>
          </a:stretch>
        </p:blipFill>
        <p:spPr>
          <a:xfrm>
            <a:off x="6985991" y="3195615"/>
            <a:ext cx="94272" cy="92966"/>
          </a:xfrm>
          <a:prstGeom prst="rect">
            <a:avLst/>
          </a:prstGeom>
        </p:spPr>
      </p:pic>
      <p:grpSp>
        <p:nvGrpSpPr>
          <p:cNvPr id="116" name="object 116"/>
          <p:cNvGrpSpPr/>
          <p:nvPr/>
        </p:nvGrpSpPr>
        <p:grpSpPr>
          <a:xfrm>
            <a:off x="7652213" y="3516459"/>
            <a:ext cx="410845" cy="144145"/>
            <a:chOff x="7652213" y="3516459"/>
            <a:chExt cx="410845" cy="144145"/>
          </a:xfrm>
        </p:grpSpPr>
        <p:pic>
          <p:nvPicPr>
            <p:cNvPr id="117" name="object 117"/>
            <p:cNvPicPr/>
            <p:nvPr/>
          </p:nvPicPr>
          <p:blipFill>
            <a:blip r:embed="rId55" cstate="print"/>
            <a:stretch>
              <a:fillRect/>
            </a:stretch>
          </p:blipFill>
          <p:spPr>
            <a:xfrm>
              <a:off x="7652213" y="3517021"/>
              <a:ext cx="89497" cy="142963"/>
            </a:xfrm>
            <a:prstGeom prst="rect">
              <a:avLst/>
            </a:prstGeom>
          </p:spPr>
        </p:pic>
        <p:pic>
          <p:nvPicPr>
            <p:cNvPr id="118" name="object 118"/>
            <p:cNvPicPr/>
            <p:nvPr/>
          </p:nvPicPr>
          <p:blipFill>
            <a:blip r:embed="rId56" cstate="print"/>
            <a:stretch>
              <a:fillRect/>
            </a:stretch>
          </p:blipFill>
          <p:spPr>
            <a:xfrm>
              <a:off x="7765015" y="3555794"/>
              <a:ext cx="83685" cy="104190"/>
            </a:xfrm>
            <a:prstGeom prst="rect">
              <a:avLst/>
            </a:prstGeom>
          </p:spPr>
        </p:pic>
        <p:sp>
          <p:nvSpPr>
            <p:cNvPr id="119" name="object 119"/>
            <p:cNvSpPr/>
            <p:nvPr/>
          </p:nvSpPr>
          <p:spPr>
            <a:xfrm>
              <a:off x="7868654" y="3516464"/>
              <a:ext cx="194310" cy="142875"/>
            </a:xfrm>
            <a:custGeom>
              <a:avLst/>
              <a:gdLst/>
              <a:ahLst/>
              <a:cxnLst/>
              <a:rect l="l" t="t" r="r" b="b"/>
              <a:pathLst>
                <a:path w="194309" h="142875">
                  <a:moveTo>
                    <a:pt x="50495" y="141033"/>
                  </a:moveTo>
                  <a:lnTo>
                    <a:pt x="48044" y="125780"/>
                  </a:lnTo>
                  <a:lnTo>
                    <a:pt x="44792" y="126238"/>
                  </a:lnTo>
                  <a:lnTo>
                    <a:pt x="37668" y="126453"/>
                  </a:lnTo>
                  <a:lnTo>
                    <a:pt x="30327" y="117284"/>
                  </a:lnTo>
                  <a:lnTo>
                    <a:pt x="30327" y="52768"/>
                  </a:lnTo>
                  <a:lnTo>
                    <a:pt x="48044" y="52768"/>
                  </a:lnTo>
                  <a:lnTo>
                    <a:pt x="48044" y="39331"/>
                  </a:lnTo>
                  <a:lnTo>
                    <a:pt x="30327" y="39331"/>
                  </a:lnTo>
                  <a:lnTo>
                    <a:pt x="30327" y="3733"/>
                  </a:lnTo>
                  <a:lnTo>
                    <a:pt x="12827" y="14097"/>
                  </a:lnTo>
                  <a:lnTo>
                    <a:pt x="12827" y="39331"/>
                  </a:lnTo>
                  <a:lnTo>
                    <a:pt x="0" y="39331"/>
                  </a:lnTo>
                  <a:lnTo>
                    <a:pt x="0" y="52768"/>
                  </a:lnTo>
                  <a:lnTo>
                    <a:pt x="12827" y="52768"/>
                  </a:lnTo>
                  <a:lnTo>
                    <a:pt x="12827" y="121754"/>
                  </a:lnTo>
                  <a:lnTo>
                    <a:pt x="13639" y="128549"/>
                  </a:lnTo>
                  <a:lnTo>
                    <a:pt x="16484" y="135013"/>
                  </a:lnTo>
                  <a:lnTo>
                    <a:pt x="18935" y="137617"/>
                  </a:lnTo>
                  <a:lnTo>
                    <a:pt x="26060" y="141579"/>
                  </a:lnTo>
                  <a:lnTo>
                    <a:pt x="30937" y="142582"/>
                  </a:lnTo>
                  <a:lnTo>
                    <a:pt x="41122" y="142582"/>
                  </a:lnTo>
                  <a:lnTo>
                    <a:pt x="45605" y="142062"/>
                  </a:lnTo>
                  <a:lnTo>
                    <a:pt x="50495" y="141033"/>
                  </a:lnTo>
                  <a:close/>
                </a:path>
                <a:path w="194309" h="142875">
                  <a:moveTo>
                    <a:pt x="112649" y="81648"/>
                  </a:moveTo>
                  <a:lnTo>
                    <a:pt x="58839" y="81648"/>
                  </a:lnTo>
                  <a:lnTo>
                    <a:pt x="58839" y="99009"/>
                  </a:lnTo>
                  <a:lnTo>
                    <a:pt x="112649" y="99009"/>
                  </a:lnTo>
                  <a:lnTo>
                    <a:pt x="112649" y="81648"/>
                  </a:lnTo>
                  <a:close/>
                </a:path>
                <a:path w="194309" h="142875">
                  <a:moveTo>
                    <a:pt x="194043" y="0"/>
                  </a:moveTo>
                  <a:lnTo>
                    <a:pt x="182638" y="0"/>
                  </a:lnTo>
                  <a:lnTo>
                    <a:pt x="179578" y="6070"/>
                  </a:lnTo>
                  <a:lnTo>
                    <a:pt x="174485" y="12344"/>
                  </a:lnTo>
                  <a:lnTo>
                    <a:pt x="141503" y="35306"/>
                  </a:lnTo>
                  <a:lnTo>
                    <a:pt x="141503" y="52006"/>
                  </a:lnTo>
                  <a:lnTo>
                    <a:pt x="176530" y="31178"/>
                  </a:lnTo>
                  <a:lnTo>
                    <a:pt x="176530" y="141236"/>
                  </a:lnTo>
                  <a:lnTo>
                    <a:pt x="194043" y="141236"/>
                  </a:lnTo>
                  <a:lnTo>
                    <a:pt x="1940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20" name="object 120"/>
          <p:cNvGrpSpPr/>
          <p:nvPr/>
        </p:nvGrpSpPr>
        <p:grpSpPr>
          <a:xfrm>
            <a:off x="8107695" y="3553485"/>
            <a:ext cx="389890" cy="106680"/>
            <a:chOff x="8107695" y="3553485"/>
            <a:chExt cx="389890" cy="106680"/>
          </a:xfrm>
        </p:grpSpPr>
        <p:sp>
          <p:nvSpPr>
            <p:cNvPr id="121" name="object 121"/>
            <p:cNvSpPr/>
            <p:nvPr/>
          </p:nvSpPr>
          <p:spPr>
            <a:xfrm>
              <a:off x="8107692" y="3553497"/>
              <a:ext cx="163830" cy="106680"/>
            </a:xfrm>
            <a:custGeom>
              <a:avLst/>
              <a:gdLst/>
              <a:ahLst/>
              <a:cxnLst/>
              <a:rect l="l" t="t" r="r" b="b"/>
              <a:pathLst>
                <a:path w="163829" h="106679">
                  <a:moveTo>
                    <a:pt x="53797" y="44615"/>
                  </a:moveTo>
                  <a:lnTo>
                    <a:pt x="0" y="44615"/>
                  </a:lnTo>
                  <a:lnTo>
                    <a:pt x="0" y="61976"/>
                  </a:lnTo>
                  <a:lnTo>
                    <a:pt x="53797" y="61976"/>
                  </a:lnTo>
                  <a:lnTo>
                    <a:pt x="53797" y="44615"/>
                  </a:lnTo>
                  <a:close/>
                </a:path>
                <a:path w="163829" h="106679">
                  <a:moveTo>
                    <a:pt x="163499" y="53060"/>
                  </a:moveTo>
                  <a:lnTo>
                    <a:pt x="150469" y="14185"/>
                  </a:lnTo>
                  <a:lnTo>
                    <a:pt x="150266" y="13906"/>
                  </a:lnTo>
                  <a:lnTo>
                    <a:pt x="144970" y="9334"/>
                  </a:lnTo>
                  <a:lnTo>
                    <a:pt x="144970" y="43459"/>
                  </a:lnTo>
                  <a:lnTo>
                    <a:pt x="87350" y="43459"/>
                  </a:lnTo>
                  <a:lnTo>
                    <a:pt x="87960" y="34569"/>
                  </a:lnTo>
                  <a:lnTo>
                    <a:pt x="90805" y="27457"/>
                  </a:lnTo>
                  <a:lnTo>
                    <a:pt x="101803" y="16865"/>
                  </a:lnTo>
                  <a:lnTo>
                    <a:pt x="108724" y="14185"/>
                  </a:lnTo>
                  <a:lnTo>
                    <a:pt x="125628" y="14185"/>
                  </a:lnTo>
                  <a:lnTo>
                    <a:pt x="144970" y="43459"/>
                  </a:lnTo>
                  <a:lnTo>
                    <a:pt x="144970" y="9334"/>
                  </a:lnTo>
                  <a:lnTo>
                    <a:pt x="143230" y="7823"/>
                  </a:lnTo>
                  <a:lnTo>
                    <a:pt x="135267" y="3467"/>
                  </a:lnTo>
                  <a:lnTo>
                    <a:pt x="126352" y="863"/>
                  </a:lnTo>
                  <a:lnTo>
                    <a:pt x="116459" y="0"/>
                  </a:lnTo>
                  <a:lnTo>
                    <a:pt x="106273" y="876"/>
                  </a:lnTo>
                  <a:lnTo>
                    <a:pt x="71564" y="31280"/>
                  </a:lnTo>
                  <a:lnTo>
                    <a:pt x="68275" y="53060"/>
                  </a:lnTo>
                  <a:lnTo>
                    <a:pt x="68313" y="55613"/>
                  </a:lnTo>
                  <a:lnTo>
                    <a:pt x="81445" y="92735"/>
                  </a:lnTo>
                  <a:lnTo>
                    <a:pt x="117475" y="106489"/>
                  </a:lnTo>
                  <a:lnTo>
                    <a:pt x="126072" y="105956"/>
                  </a:lnTo>
                  <a:lnTo>
                    <a:pt x="160286" y="80975"/>
                  </a:lnTo>
                  <a:lnTo>
                    <a:pt x="162890" y="73583"/>
                  </a:lnTo>
                  <a:lnTo>
                    <a:pt x="144767" y="71374"/>
                  </a:lnTo>
                  <a:lnTo>
                    <a:pt x="142113" y="78689"/>
                  </a:lnTo>
                  <a:lnTo>
                    <a:pt x="138455" y="83985"/>
                  </a:lnTo>
                  <a:lnTo>
                    <a:pt x="129489" y="90627"/>
                  </a:lnTo>
                  <a:lnTo>
                    <a:pt x="124002" y="92303"/>
                  </a:lnTo>
                  <a:lnTo>
                    <a:pt x="108927" y="92303"/>
                  </a:lnTo>
                  <a:lnTo>
                    <a:pt x="86334" y="57658"/>
                  </a:lnTo>
                  <a:lnTo>
                    <a:pt x="163296" y="57658"/>
                  </a:lnTo>
                  <a:lnTo>
                    <a:pt x="163499" y="55613"/>
                  </a:lnTo>
                  <a:lnTo>
                    <a:pt x="163499" y="53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2" name="object 122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8294816" y="3553485"/>
              <a:ext cx="83888" cy="104210"/>
            </a:xfrm>
            <a:prstGeom prst="rect">
              <a:avLst/>
            </a:prstGeom>
          </p:spPr>
        </p:pic>
        <p:pic>
          <p:nvPicPr>
            <p:cNvPr id="123" name="object 123"/>
            <p:cNvPicPr/>
            <p:nvPr/>
          </p:nvPicPr>
          <p:blipFill>
            <a:blip r:embed="rId57" cstate="print"/>
            <a:stretch>
              <a:fillRect/>
            </a:stretch>
          </p:blipFill>
          <p:spPr>
            <a:xfrm>
              <a:off x="8401988" y="3553485"/>
              <a:ext cx="95218" cy="106499"/>
            </a:xfrm>
            <a:prstGeom prst="rect">
              <a:avLst/>
            </a:prstGeom>
          </p:spPr>
        </p:pic>
      </p:grpSp>
      <p:grpSp>
        <p:nvGrpSpPr>
          <p:cNvPr id="124" name="object 124"/>
          <p:cNvGrpSpPr/>
          <p:nvPr/>
        </p:nvGrpSpPr>
        <p:grpSpPr>
          <a:xfrm>
            <a:off x="7645086" y="3716427"/>
            <a:ext cx="385445" cy="148590"/>
            <a:chOff x="7645086" y="3716427"/>
            <a:chExt cx="385445" cy="148590"/>
          </a:xfrm>
        </p:grpSpPr>
        <p:pic>
          <p:nvPicPr>
            <p:cNvPr id="125" name="object 125"/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7645086" y="3718254"/>
              <a:ext cx="94476" cy="141230"/>
            </a:xfrm>
            <a:prstGeom prst="rect">
              <a:avLst/>
            </a:prstGeom>
          </p:spPr>
        </p:pic>
        <p:pic>
          <p:nvPicPr>
            <p:cNvPr id="126" name="object 126"/>
            <p:cNvPicPr/>
            <p:nvPr/>
          </p:nvPicPr>
          <p:blipFill>
            <a:blip r:embed="rId59" cstate="print"/>
            <a:stretch>
              <a:fillRect/>
            </a:stretch>
          </p:blipFill>
          <p:spPr>
            <a:xfrm>
              <a:off x="7760535" y="3718254"/>
              <a:ext cx="93051" cy="143627"/>
            </a:xfrm>
            <a:prstGeom prst="rect">
              <a:avLst/>
            </a:prstGeom>
          </p:spPr>
        </p:pic>
        <p:pic>
          <p:nvPicPr>
            <p:cNvPr id="127" name="object 127"/>
            <p:cNvPicPr/>
            <p:nvPr/>
          </p:nvPicPr>
          <p:blipFill>
            <a:blip r:embed="rId60" cstate="print"/>
            <a:stretch>
              <a:fillRect/>
            </a:stretch>
          </p:blipFill>
          <p:spPr>
            <a:xfrm>
              <a:off x="7876798" y="3716427"/>
              <a:ext cx="153320" cy="148237"/>
            </a:xfrm>
            <a:prstGeom prst="rect">
              <a:avLst/>
            </a:prstGeom>
          </p:spPr>
        </p:pic>
      </p:grpSp>
      <p:grpSp>
        <p:nvGrpSpPr>
          <p:cNvPr id="128" name="object 128"/>
          <p:cNvGrpSpPr/>
          <p:nvPr/>
        </p:nvGrpSpPr>
        <p:grpSpPr>
          <a:xfrm>
            <a:off x="7259647" y="3168267"/>
            <a:ext cx="1678305" cy="189865"/>
            <a:chOff x="7259647" y="3168267"/>
            <a:chExt cx="1678305" cy="189865"/>
          </a:xfrm>
        </p:grpSpPr>
        <p:pic>
          <p:nvPicPr>
            <p:cNvPr id="129" name="object 129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7259647" y="3168267"/>
              <a:ext cx="126240" cy="145453"/>
            </a:xfrm>
            <a:prstGeom prst="rect">
              <a:avLst/>
            </a:prstGeom>
          </p:spPr>
        </p:pic>
        <p:pic>
          <p:nvPicPr>
            <p:cNvPr id="130" name="object 130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7412357" y="3170657"/>
              <a:ext cx="111987" cy="140674"/>
            </a:xfrm>
            <a:prstGeom prst="rect">
              <a:avLst/>
            </a:prstGeom>
          </p:spPr>
        </p:pic>
        <p:pic>
          <p:nvPicPr>
            <p:cNvPr id="131" name="object 131"/>
            <p:cNvPicPr/>
            <p:nvPr/>
          </p:nvPicPr>
          <p:blipFill>
            <a:blip r:embed="rId61" cstate="print"/>
            <a:stretch>
              <a:fillRect/>
            </a:stretch>
          </p:blipFill>
          <p:spPr>
            <a:xfrm>
              <a:off x="7549185" y="3250732"/>
              <a:ext cx="69839" cy="107222"/>
            </a:xfrm>
            <a:prstGeom prst="rect">
              <a:avLst/>
            </a:prstGeom>
          </p:spPr>
        </p:pic>
        <p:pic>
          <p:nvPicPr>
            <p:cNvPr id="132" name="object 132"/>
            <p:cNvPicPr/>
            <p:nvPr/>
          </p:nvPicPr>
          <p:blipFill>
            <a:blip r:embed="rId62" cstate="print"/>
            <a:stretch>
              <a:fillRect/>
            </a:stretch>
          </p:blipFill>
          <p:spPr>
            <a:xfrm>
              <a:off x="7852365" y="3170657"/>
              <a:ext cx="111783" cy="140674"/>
            </a:xfrm>
            <a:prstGeom prst="rect">
              <a:avLst/>
            </a:prstGeom>
          </p:spPr>
        </p:pic>
        <p:pic>
          <p:nvPicPr>
            <p:cNvPr id="133" name="object 133"/>
            <p:cNvPicPr/>
            <p:nvPr/>
          </p:nvPicPr>
          <p:blipFill>
            <a:blip r:embed="rId63" cstate="print"/>
            <a:stretch>
              <a:fillRect/>
            </a:stretch>
          </p:blipFill>
          <p:spPr>
            <a:xfrm>
              <a:off x="7699655" y="3168267"/>
              <a:ext cx="126036" cy="145453"/>
            </a:xfrm>
            <a:prstGeom prst="rect">
              <a:avLst/>
            </a:prstGeom>
          </p:spPr>
        </p:pic>
        <p:pic>
          <p:nvPicPr>
            <p:cNvPr id="134" name="object 134"/>
            <p:cNvPicPr/>
            <p:nvPr/>
          </p:nvPicPr>
          <p:blipFill>
            <a:blip r:embed="rId64" cstate="print"/>
            <a:stretch>
              <a:fillRect/>
            </a:stretch>
          </p:blipFill>
          <p:spPr>
            <a:xfrm>
              <a:off x="7987360" y="3250732"/>
              <a:ext cx="70450" cy="105375"/>
            </a:xfrm>
            <a:prstGeom prst="rect">
              <a:avLst/>
            </a:prstGeom>
          </p:spPr>
        </p:pic>
        <p:sp>
          <p:nvSpPr>
            <p:cNvPr id="135" name="object 135"/>
            <p:cNvSpPr/>
            <p:nvPr/>
          </p:nvSpPr>
          <p:spPr>
            <a:xfrm>
              <a:off x="7644476" y="3229047"/>
              <a:ext cx="29845" cy="19685"/>
            </a:xfrm>
            <a:custGeom>
              <a:avLst/>
              <a:gdLst/>
              <a:ahLst/>
              <a:cxnLst/>
              <a:rect l="l" t="t" r="r" b="b"/>
              <a:pathLst>
                <a:path w="29845" h="19685">
                  <a:moveTo>
                    <a:pt x="23619" y="0"/>
                  </a:moveTo>
                  <a:lnTo>
                    <a:pt x="20564" y="1124"/>
                  </a:lnTo>
                  <a:lnTo>
                    <a:pt x="4683" y="6646"/>
                  </a:lnTo>
                  <a:lnTo>
                    <a:pt x="1628" y="7750"/>
                  </a:lnTo>
                  <a:lnTo>
                    <a:pt x="0" y="11204"/>
                  </a:lnTo>
                  <a:lnTo>
                    <a:pt x="1018" y="14336"/>
                  </a:lnTo>
                  <a:lnTo>
                    <a:pt x="2239" y="17468"/>
                  </a:lnTo>
                  <a:lnTo>
                    <a:pt x="5701" y="19115"/>
                  </a:lnTo>
                  <a:lnTo>
                    <a:pt x="24637" y="12469"/>
                  </a:lnTo>
                  <a:lnTo>
                    <a:pt x="27691" y="11344"/>
                  </a:lnTo>
                  <a:lnTo>
                    <a:pt x="29320" y="7911"/>
                  </a:lnTo>
                  <a:lnTo>
                    <a:pt x="28302" y="4758"/>
                  </a:lnTo>
                  <a:lnTo>
                    <a:pt x="27080" y="1626"/>
                  </a:lnTo>
                  <a:lnTo>
                    <a:pt x="2361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6" name="object 136"/>
            <p:cNvPicPr/>
            <p:nvPr/>
          </p:nvPicPr>
          <p:blipFill>
            <a:blip r:embed="rId65" cstate="print"/>
            <a:stretch>
              <a:fillRect/>
            </a:stretch>
          </p:blipFill>
          <p:spPr>
            <a:xfrm>
              <a:off x="8139663" y="3168267"/>
              <a:ext cx="126036" cy="145453"/>
            </a:xfrm>
            <a:prstGeom prst="rect">
              <a:avLst/>
            </a:prstGeom>
          </p:spPr>
        </p:pic>
        <p:pic>
          <p:nvPicPr>
            <p:cNvPr id="137" name="object 137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8292169" y="3170657"/>
              <a:ext cx="111987" cy="140674"/>
            </a:xfrm>
            <a:prstGeom prst="rect">
              <a:avLst/>
            </a:prstGeom>
          </p:spPr>
        </p:pic>
        <p:sp>
          <p:nvSpPr>
            <p:cNvPr id="138" name="object 138"/>
            <p:cNvSpPr/>
            <p:nvPr/>
          </p:nvSpPr>
          <p:spPr>
            <a:xfrm>
              <a:off x="8084280" y="3229047"/>
              <a:ext cx="29845" cy="19685"/>
            </a:xfrm>
            <a:custGeom>
              <a:avLst/>
              <a:gdLst/>
              <a:ahLst/>
              <a:cxnLst/>
              <a:rect l="l" t="t" r="r" b="b"/>
              <a:pathLst>
                <a:path w="29845" h="19685">
                  <a:moveTo>
                    <a:pt x="23822" y="0"/>
                  </a:moveTo>
                  <a:lnTo>
                    <a:pt x="4886" y="6646"/>
                  </a:lnTo>
                  <a:lnTo>
                    <a:pt x="1832" y="7750"/>
                  </a:lnTo>
                  <a:lnTo>
                    <a:pt x="0" y="11204"/>
                  </a:lnTo>
                  <a:lnTo>
                    <a:pt x="2443" y="17468"/>
                  </a:lnTo>
                  <a:lnTo>
                    <a:pt x="5904" y="19115"/>
                  </a:lnTo>
                  <a:lnTo>
                    <a:pt x="8958" y="17990"/>
                  </a:lnTo>
                  <a:lnTo>
                    <a:pt x="27894" y="11344"/>
                  </a:lnTo>
                  <a:lnTo>
                    <a:pt x="29523" y="7911"/>
                  </a:lnTo>
                  <a:lnTo>
                    <a:pt x="28505" y="4758"/>
                  </a:lnTo>
                  <a:lnTo>
                    <a:pt x="27284" y="1626"/>
                  </a:lnTo>
                  <a:lnTo>
                    <a:pt x="2382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9" name="object 139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8579467" y="3168267"/>
              <a:ext cx="126240" cy="145453"/>
            </a:xfrm>
            <a:prstGeom prst="rect">
              <a:avLst/>
            </a:prstGeom>
          </p:spPr>
        </p:pic>
        <p:pic>
          <p:nvPicPr>
            <p:cNvPr id="140" name="object 140"/>
            <p:cNvPicPr/>
            <p:nvPr/>
          </p:nvPicPr>
          <p:blipFill>
            <a:blip r:embed="rId66" cstate="print"/>
            <a:stretch>
              <a:fillRect/>
            </a:stretch>
          </p:blipFill>
          <p:spPr>
            <a:xfrm>
              <a:off x="8732177" y="3170657"/>
              <a:ext cx="111783" cy="140674"/>
            </a:xfrm>
            <a:prstGeom prst="rect">
              <a:avLst/>
            </a:prstGeom>
          </p:spPr>
        </p:pic>
        <p:pic>
          <p:nvPicPr>
            <p:cNvPr id="141" name="object 141"/>
            <p:cNvPicPr/>
            <p:nvPr/>
          </p:nvPicPr>
          <p:blipFill>
            <a:blip r:embed="rId67" cstate="print"/>
            <a:stretch>
              <a:fillRect/>
            </a:stretch>
          </p:blipFill>
          <p:spPr>
            <a:xfrm>
              <a:off x="8867173" y="3250732"/>
              <a:ext cx="70450" cy="105375"/>
            </a:xfrm>
            <a:prstGeom prst="rect">
              <a:avLst/>
            </a:prstGeom>
          </p:spPr>
        </p:pic>
        <p:sp>
          <p:nvSpPr>
            <p:cNvPr id="142" name="object 142"/>
            <p:cNvSpPr/>
            <p:nvPr/>
          </p:nvSpPr>
          <p:spPr>
            <a:xfrm>
              <a:off x="8432051" y="3203638"/>
              <a:ext cx="121285" cy="70485"/>
            </a:xfrm>
            <a:custGeom>
              <a:avLst/>
              <a:gdLst/>
              <a:ahLst/>
              <a:cxnLst/>
              <a:rect l="l" t="t" r="r" b="b"/>
              <a:pathLst>
                <a:path w="121284" h="70485">
                  <a:moveTo>
                    <a:pt x="121145" y="61239"/>
                  </a:moveTo>
                  <a:lnTo>
                    <a:pt x="120738" y="54584"/>
                  </a:lnTo>
                  <a:lnTo>
                    <a:pt x="117881" y="52044"/>
                  </a:lnTo>
                  <a:lnTo>
                    <a:pt x="5892" y="57746"/>
                  </a:lnTo>
                  <a:lnTo>
                    <a:pt x="2641" y="57899"/>
                  </a:lnTo>
                  <a:lnTo>
                    <a:pt x="0" y="60731"/>
                  </a:lnTo>
                  <a:lnTo>
                    <a:pt x="406" y="67386"/>
                  </a:lnTo>
                  <a:lnTo>
                    <a:pt x="3251" y="69926"/>
                  </a:lnTo>
                  <a:lnTo>
                    <a:pt x="118491" y="64071"/>
                  </a:lnTo>
                  <a:lnTo>
                    <a:pt x="121145" y="61239"/>
                  </a:lnTo>
                  <a:close/>
                </a:path>
                <a:path w="121284" h="70485">
                  <a:moveTo>
                    <a:pt x="121145" y="9194"/>
                  </a:moveTo>
                  <a:lnTo>
                    <a:pt x="120738" y="2540"/>
                  </a:lnTo>
                  <a:lnTo>
                    <a:pt x="117881" y="0"/>
                  </a:lnTo>
                  <a:lnTo>
                    <a:pt x="5892" y="5702"/>
                  </a:lnTo>
                  <a:lnTo>
                    <a:pt x="2641" y="5854"/>
                  </a:lnTo>
                  <a:lnTo>
                    <a:pt x="0" y="8686"/>
                  </a:lnTo>
                  <a:lnTo>
                    <a:pt x="406" y="15341"/>
                  </a:lnTo>
                  <a:lnTo>
                    <a:pt x="3251" y="17881"/>
                  </a:lnTo>
                  <a:lnTo>
                    <a:pt x="118491" y="12026"/>
                  </a:lnTo>
                  <a:lnTo>
                    <a:pt x="121145" y="91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3" name="object 14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47</a:t>
            </a: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281934" y="267969"/>
            <a:ext cx="562546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" dirty="0"/>
              <a:t>Mechanism:</a:t>
            </a:r>
            <a:r>
              <a:rPr spc="-25" dirty="0"/>
              <a:t> </a:t>
            </a:r>
            <a:r>
              <a:rPr spc="-10" dirty="0"/>
              <a:t>elimination</a:t>
            </a:r>
            <a:r>
              <a:rPr spc="-20" dirty="0"/>
              <a:t> </a:t>
            </a:r>
            <a:r>
              <a:rPr spc="-10" dirty="0"/>
              <a:t>E2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386791" y="3434920"/>
            <a:ext cx="10720705" cy="2853690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266700" indent="-228600">
              <a:lnSpc>
                <a:spcPct val="100000"/>
              </a:lnSpc>
              <a:spcBef>
                <a:spcPts val="310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Mechanism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explained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(follow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red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arrows)….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723900" lvl="1" indent="-228600">
              <a:lnSpc>
                <a:spcPct val="100000"/>
              </a:lnSpc>
              <a:spcBef>
                <a:spcPts val="220"/>
              </a:spcBef>
              <a:buFont typeface="Arial MT"/>
              <a:buChar char="•"/>
              <a:tabLst>
                <a:tab pos="7239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base uses</a:t>
            </a:r>
            <a:r>
              <a:rPr sz="2400" dirty="0">
                <a:latin typeface="Calibri" panose="020F0502020204030204"/>
                <a:cs typeface="Calibri" panose="020F0502020204030204"/>
              </a:rPr>
              <a:t> its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2e</a:t>
            </a:r>
            <a:r>
              <a:rPr sz="2400" baseline="24000" dirty="0">
                <a:latin typeface="Calibri" panose="020F0502020204030204"/>
                <a:cs typeface="Calibri" panose="020F0502020204030204"/>
              </a:rPr>
              <a:t>-</a:t>
            </a:r>
            <a:r>
              <a:rPr sz="2400" spc="247" baseline="24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lone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pair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to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form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</a:t>
            </a:r>
            <a:r>
              <a:rPr sz="24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new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bond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to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H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…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723900" lvl="1" indent="-228600">
              <a:lnSpc>
                <a:spcPts val="2725"/>
              </a:lnSpc>
              <a:spcBef>
                <a:spcPts val="240"/>
              </a:spcBef>
              <a:buFont typeface="Arial MT"/>
              <a:buChar char="•"/>
              <a:tabLst>
                <a:tab pos="723900" algn="l"/>
              </a:tabLst>
            </a:pPr>
            <a:r>
              <a:rPr sz="2400" dirty="0">
                <a:latin typeface="Calibri" panose="020F0502020204030204"/>
                <a:cs typeface="Calibri" panose="020F0502020204030204"/>
              </a:rPr>
              <a:t>while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2e</a:t>
            </a:r>
            <a:r>
              <a:rPr sz="2400" spc="-7" baseline="24000" dirty="0">
                <a:latin typeface="Calibri" panose="020F0502020204030204"/>
                <a:cs typeface="Calibri" panose="020F0502020204030204"/>
              </a:rPr>
              <a:t>-</a:t>
            </a:r>
            <a:r>
              <a:rPr sz="2400" spc="262" baseline="24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in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H-C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Symbol" panose="05050102010706020507"/>
                <a:cs typeface="Symbol" panose="05050102010706020507"/>
              </a:rPr>
              <a:t>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-bond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move</a:t>
            </a:r>
            <a:r>
              <a:rPr sz="24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between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C-C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to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form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 </a:t>
            </a:r>
            <a:r>
              <a:rPr sz="2400" spc="-5" dirty="0">
                <a:latin typeface="Symbol" panose="05050102010706020507"/>
                <a:cs typeface="Symbol" panose="05050102010706020507"/>
              </a:rPr>
              <a:t>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-bond (double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723900">
              <a:lnSpc>
                <a:spcPts val="2725"/>
              </a:lnSpc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bond)…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723900" lvl="1" indent="-228600">
              <a:lnSpc>
                <a:spcPct val="100000"/>
              </a:lnSpc>
              <a:spcBef>
                <a:spcPts val="230"/>
              </a:spcBef>
              <a:buFont typeface="Arial MT"/>
              <a:buChar char="•"/>
              <a:tabLst>
                <a:tab pos="723900" algn="l"/>
              </a:tabLst>
            </a:pPr>
            <a:r>
              <a:rPr sz="2400" dirty="0">
                <a:latin typeface="Calibri" panose="020F0502020204030204"/>
                <a:cs typeface="Calibri" panose="020F0502020204030204"/>
              </a:rPr>
              <a:t>while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2e</a:t>
            </a:r>
            <a:r>
              <a:rPr sz="2400" spc="-7" baseline="24000" dirty="0">
                <a:latin typeface="Calibri" panose="020F0502020204030204"/>
                <a:cs typeface="Calibri" panose="020F0502020204030204"/>
              </a:rPr>
              <a:t>-</a:t>
            </a:r>
            <a:r>
              <a:rPr sz="2400" spc="262" baseline="24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C-X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Symbol" panose="05050102010706020507"/>
                <a:cs typeface="Symbol" panose="05050102010706020507"/>
              </a:rPr>
              <a:t>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-bond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moves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onto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X as a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new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lone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pair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ct val="100000"/>
              </a:lnSpc>
              <a:spcBef>
                <a:spcPts val="69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dirty="0">
                <a:latin typeface="Calibri" panose="020F0502020204030204"/>
                <a:cs typeface="Calibri" panose="020F0502020204030204"/>
              </a:rPr>
              <a:t>BUT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this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b="1" spc="-5" dirty="0">
                <a:latin typeface="Calibri" panose="020F0502020204030204"/>
                <a:cs typeface="Calibri" panose="020F0502020204030204"/>
              </a:rPr>
              <a:t>concerted</a:t>
            </a:r>
            <a:r>
              <a:rPr lang="zh-CN" sz="2400" b="1" spc="-5" dirty="0">
                <a:latin typeface="Calibri" panose="020F0502020204030204"/>
                <a:cs typeface="Calibri" panose="020F0502020204030204"/>
              </a:rPr>
              <a:t>（协调一致</a:t>
            </a:r>
            <a:r>
              <a:rPr lang="zh-CN" sz="2400" b="1" spc="-5" dirty="0">
                <a:latin typeface="Calibri" panose="020F0502020204030204"/>
                <a:cs typeface="Calibri" panose="020F0502020204030204"/>
              </a:rPr>
              <a:t>的）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,</a:t>
            </a:r>
            <a:r>
              <a:rPr sz="24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i.e.</a:t>
            </a:r>
            <a:r>
              <a:rPr sz="2400" i="1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all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occurring</a:t>
            </a:r>
            <a:r>
              <a:rPr sz="24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simultaneously.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ct val="100000"/>
              </a:lnSpc>
              <a:spcBef>
                <a:spcPts val="710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E2: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it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 a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single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step,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but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overall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order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reaction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 2</a:t>
            </a:r>
            <a:endParaRPr sz="24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686873" y="1900855"/>
            <a:ext cx="721995" cy="838200"/>
            <a:chOff x="3686873" y="1900855"/>
            <a:chExt cx="721995" cy="838200"/>
          </a:xfrm>
        </p:grpSpPr>
        <p:sp>
          <p:nvSpPr>
            <p:cNvPr id="5" name="object 5"/>
            <p:cNvSpPr/>
            <p:nvPr/>
          </p:nvSpPr>
          <p:spPr>
            <a:xfrm>
              <a:off x="4255565" y="2321354"/>
              <a:ext cx="153670" cy="0"/>
            </a:xfrm>
            <a:custGeom>
              <a:avLst/>
              <a:gdLst/>
              <a:ahLst/>
              <a:cxnLst/>
              <a:rect l="l" t="t" r="r" b="b"/>
              <a:pathLst>
                <a:path w="153670">
                  <a:moveTo>
                    <a:pt x="0" y="0"/>
                  </a:moveTo>
                  <a:lnTo>
                    <a:pt x="153249" y="0"/>
                  </a:lnTo>
                </a:path>
              </a:pathLst>
            </a:custGeom>
            <a:ln w="18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3686873" y="1900855"/>
              <a:ext cx="602769" cy="837765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63338" y="1904075"/>
            <a:ext cx="520413" cy="1097768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2974133" y="1423798"/>
            <a:ext cx="267970" cy="219710"/>
            <a:chOff x="2974133" y="1423798"/>
            <a:chExt cx="267970" cy="219710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974133" y="1423798"/>
              <a:ext cx="184326" cy="2193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189173" y="1440916"/>
              <a:ext cx="53340" cy="171450"/>
            </a:xfrm>
            <a:custGeom>
              <a:avLst/>
              <a:gdLst/>
              <a:ahLst/>
              <a:cxnLst/>
              <a:rect l="l" t="t" r="r" b="b"/>
              <a:pathLst>
                <a:path w="53339" h="171450">
                  <a:moveTo>
                    <a:pt x="52755" y="144640"/>
                  </a:moveTo>
                  <a:lnTo>
                    <a:pt x="50685" y="134404"/>
                  </a:lnTo>
                  <a:lnTo>
                    <a:pt x="45034" y="126047"/>
                  </a:lnTo>
                  <a:lnTo>
                    <a:pt x="36652" y="120421"/>
                  </a:lnTo>
                  <a:lnTo>
                    <a:pt x="26377" y="118351"/>
                  </a:lnTo>
                  <a:lnTo>
                    <a:pt x="16116" y="120421"/>
                  </a:lnTo>
                  <a:lnTo>
                    <a:pt x="7721" y="126047"/>
                  </a:lnTo>
                  <a:lnTo>
                    <a:pt x="2070" y="134404"/>
                  </a:lnTo>
                  <a:lnTo>
                    <a:pt x="0" y="144640"/>
                  </a:lnTo>
                  <a:lnTo>
                    <a:pt x="2070" y="154889"/>
                  </a:lnTo>
                  <a:lnTo>
                    <a:pt x="7721" y="163258"/>
                  </a:lnTo>
                  <a:lnTo>
                    <a:pt x="16116" y="168897"/>
                  </a:lnTo>
                  <a:lnTo>
                    <a:pt x="26377" y="170967"/>
                  </a:lnTo>
                  <a:lnTo>
                    <a:pt x="36652" y="168897"/>
                  </a:lnTo>
                  <a:lnTo>
                    <a:pt x="45034" y="163258"/>
                  </a:lnTo>
                  <a:lnTo>
                    <a:pt x="50685" y="154889"/>
                  </a:lnTo>
                  <a:lnTo>
                    <a:pt x="52755" y="144640"/>
                  </a:lnTo>
                  <a:close/>
                </a:path>
                <a:path w="53339" h="171450">
                  <a:moveTo>
                    <a:pt x="52755" y="26289"/>
                  </a:moveTo>
                  <a:lnTo>
                    <a:pt x="50685" y="16052"/>
                  </a:lnTo>
                  <a:lnTo>
                    <a:pt x="45034" y="7696"/>
                  </a:lnTo>
                  <a:lnTo>
                    <a:pt x="36652" y="2057"/>
                  </a:lnTo>
                  <a:lnTo>
                    <a:pt x="26377" y="0"/>
                  </a:lnTo>
                  <a:lnTo>
                    <a:pt x="16116" y="2057"/>
                  </a:lnTo>
                  <a:lnTo>
                    <a:pt x="7721" y="7696"/>
                  </a:lnTo>
                  <a:lnTo>
                    <a:pt x="2070" y="16052"/>
                  </a:lnTo>
                  <a:lnTo>
                    <a:pt x="0" y="26289"/>
                  </a:lnTo>
                  <a:lnTo>
                    <a:pt x="2070" y="36537"/>
                  </a:lnTo>
                  <a:lnTo>
                    <a:pt x="7721" y="44907"/>
                  </a:lnTo>
                  <a:lnTo>
                    <a:pt x="16116" y="50546"/>
                  </a:lnTo>
                  <a:lnTo>
                    <a:pt x="26377" y="52603"/>
                  </a:lnTo>
                  <a:lnTo>
                    <a:pt x="36652" y="50546"/>
                  </a:lnTo>
                  <a:lnTo>
                    <a:pt x="45034" y="44907"/>
                  </a:lnTo>
                  <a:lnTo>
                    <a:pt x="50685" y="36537"/>
                  </a:lnTo>
                  <a:lnTo>
                    <a:pt x="52755" y="2628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419712" y="1521318"/>
            <a:ext cx="277517" cy="29486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6329766" y="2030503"/>
            <a:ext cx="429895" cy="474345"/>
            <a:chOff x="6329766" y="2030503"/>
            <a:chExt cx="429895" cy="474345"/>
          </a:xfrm>
        </p:grpSpPr>
        <p:sp>
          <p:nvSpPr>
            <p:cNvPr id="13" name="object 13"/>
            <p:cNvSpPr/>
            <p:nvPr/>
          </p:nvSpPr>
          <p:spPr>
            <a:xfrm>
              <a:off x="6563892" y="2256430"/>
              <a:ext cx="195580" cy="220979"/>
            </a:xfrm>
            <a:custGeom>
              <a:avLst/>
              <a:gdLst/>
              <a:ahLst/>
              <a:cxnLst/>
              <a:rect l="l" t="t" r="r" b="b"/>
              <a:pathLst>
                <a:path w="195579" h="220980">
                  <a:moveTo>
                    <a:pt x="104349" y="0"/>
                  </a:moveTo>
                  <a:lnTo>
                    <a:pt x="63220" y="7387"/>
                  </a:lnTo>
                  <a:lnTo>
                    <a:pt x="29184" y="29293"/>
                  </a:lnTo>
                  <a:lnTo>
                    <a:pt x="7433" y="64709"/>
                  </a:lnTo>
                  <a:lnTo>
                    <a:pt x="0" y="110750"/>
                  </a:lnTo>
                  <a:lnTo>
                    <a:pt x="732" y="126052"/>
                  </a:lnTo>
                  <a:lnTo>
                    <a:pt x="11703" y="169002"/>
                  </a:lnTo>
                  <a:lnTo>
                    <a:pt x="35247" y="202469"/>
                  </a:lnTo>
                  <a:lnTo>
                    <a:pt x="69905" y="220632"/>
                  </a:lnTo>
                  <a:lnTo>
                    <a:pt x="162970" y="205520"/>
                  </a:lnTo>
                  <a:lnTo>
                    <a:pt x="168716" y="200119"/>
                  </a:lnTo>
                  <a:lnTo>
                    <a:pt x="101487" y="200119"/>
                  </a:lnTo>
                  <a:lnTo>
                    <a:pt x="91557" y="199480"/>
                  </a:lnTo>
                  <a:lnTo>
                    <a:pt x="55834" y="184128"/>
                  </a:lnTo>
                  <a:lnTo>
                    <a:pt x="34792" y="148215"/>
                  </a:lnTo>
                  <a:lnTo>
                    <a:pt x="30150" y="110594"/>
                  </a:lnTo>
                  <a:lnTo>
                    <a:pt x="30585" y="99929"/>
                  </a:lnTo>
                  <a:lnTo>
                    <a:pt x="41198" y="59254"/>
                  </a:lnTo>
                  <a:lnTo>
                    <a:pt x="70228" y="31361"/>
                  </a:lnTo>
                  <a:lnTo>
                    <a:pt x="103745" y="24607"/>
                  </a:lnTo>
                  <a:lnTo>
                    <a:pt x="169278" y="24607"/>
                  </a:lnTo>
                  <a:lnTo>
                    <a:pt x="160134" y="16603"/>
                  </a:lnTo>
                  <a:lnTo>
                    <a:pt x="148166" y="9339"/>
                  </a:lnTo>
                  <a:lnTo>
                    <a:pt x="134877" y="4150"/>
                  </a:lnTo>
                  <a:lnTo>
                    <a:pt x="120271" y="1037"/>
                  </a:lnTo>
                  <a:lnTo>
                    <a:pt x="104349" y="0"/>
                  </a:lnTo>
                  <a:close/>
                </a:path>
                <a:path w="195579" h="220980">
                  <a:moveTo>
                    <a:pt x="166145" y="144832"/>
                  </a:moveTo>
                  <a:lnTo>
                    <a:pt x="143087" y="186186"/>
                  </a:lnTo>
                  <a:lnTo>
                    <a:pt x="101487" y="200119"/>
                  </a:lnTo>
                  <a:lnTo>
                    <a:pt x="168716" y="200119"/>
                  </a:lnTo>
                  <a:lnTo>
                    <a:pt x="173342" y="195772"/>
                  </a:lnTo>
                  <a:lnTo>
                    <a:pt x="182528" y="183318"/>
                  </a:lnTo>
                  <a:lnTo>
                    <a:pt x="189908" y="168682"/>
                  </a:lnTo>
                  <a:lnTo>
                    <a:pt x="195405" y="152086"/>
                  </a:lnTo>
                  <a:lnTo>
                    <a:pt x="166145" y="144832"/>
                  </a:lnTo>
                  <a:close/>
                </a:path>
                <a:path w="195579" h="220980">
                  <a:moveTo>
                    <a:pt x="169278" y="24607"/>
                  </a:moveTo>
                  <a:lnTo>
                    <a:pt x="103745" y="24607"/>
                  </a:lnTo>
                  <a:lnTo>
                    <a:pt x="114347" y="25286"/>
                  </a:lnTo>
                  <a:lnTo>
                    <a:pt x="124012" y="27320"/>
                  </a:lnTo>
                  <a:lnTo>
                    <a:pt x="158561" y="58919"/>
                  </a:lnTo>
                  <a:lnTo>
                    <a:pt x="162837" y="69977"/>
                  </a:lnTo>
                  <a:lnTo>
                    <a:pt x="191652" y="63317"/>
                  </a:lnTo>
                  <a:lnTo>
                    <a:pt x="186338" y="49106"/>
                  </a:lnTo>
                  <a:lnTo>
                    <a:pt x="179316" y="36583"/>
                  </a:lnTo>
                  <a:lnTo>
                    <a:pt x="170582" y="25748"/>
                  </a:lnTo>
                  <a:lnTo>
                    <a:pt x="169278" y="246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6339227" y="2039963"/>
              <a:ext cx="214629" cy="455295"/>
            </a:xfrm>
            <a:custGeom>
              <a:avLst/>
              <a:gdLst/>
              <a:ahLst/>
              <a:cxnLst/>
              <a:rect l="l" t="t" r="r" b="b"/>
              <a:pathLst>
                <a:path w="214629" h="455294">
                  <a:moveTo>
                    <a:pt x="214456" y="210838"/>
                  </a:moveTo>
                  <a:lnTo>
                    <a:pt x="0" y="0"/>
                  </a:lnTo>
                </a:path>
                <a:path w="214629" h="455294">
                  <a:moveTo>
                    <a:pt x="200971" y="439174"/>
                  </a:moveTo>
                  <a:lnTo>
                    <a:pt x="184981" y="454894"/>
                  </a:lnTo>
                </a:path>
              </a:pathLst>
            </a:custGeom>
            <a:ln w="189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5" name="object 15"/>
          <p:cNvGrpSpPr/>
          <p:nvPr/>
        </p:nvGrpSpPr>
        <p:grpSpPr>
          <a:xfrm>
            <a:off x="7021873" y="2030503"/>
            <a:ext cx="433070" cy="382905"/>
            <a:chOff x="7021873" y="2030503"/>
            <a:chExt cx="433070" cy="382905"/>
          </a:xfrm>
        </p:grpSpPr>
        <p:sp>
          <p:nvSpPr>
            <p:cNvPr id="16" name="object 16"/>
            <p:cNvSpPr/>
            <p:nvPr/>
          </p:nvSpPr>
          <p:spPr>
            <a:xfrm>
              <a:off x="7021873" y="2256430"/>
              <a:ext cx="191770" cy="156845"/>
            </a:xfrm>
            <a:custGeom>
              <a:avLst/>
              <a:gdLst/>
              <a:ahLst/>
              <a:cxnLst/>
              <a:rect l="l" t="t" r="r" b="b"/>
              <a:pathLst>
                <a:path w="191770" h="156844">
                  <a:moveTo>
                    <a:pt x="104349" y="0"/>
                  </a:moveTo>
                  <a:lnTo>
                    <a:pt x="63220" y="7387"/>
                  </a:lnTo>
                  <a:lnTo>
                    <a:pt x="29184" y="29293"/>
                  </a:lnTo>
                  <a:lnTo>
                    <a:pt x="7433" y="64709"/>
                  </a:lnTo>
                  <a:lnTo>
                    <a:pt x="0" y="110750"/>
                  </a:lnTo>
                  <a:lnTo>
                    <a:pt x="732" y="126052"/>
                  </a:lnTo>
                  <a:lnTo>
                    <a:pt x="2929" y="140861"/>
                  </a:lnTo>
                  <a:lnTo>
                    <a:pt x="6587" y="155177"/>
                  </a:lnTo>
                  <a:lnTo>
                    <a:pt x="7065" y="156467"/>
                  </a:lnTo>
                  <a:lnTo>
                    <a:pt x="35970" y="151774"/>
                  </a:lnTo>
                  <a:lnTo>
                    <a:pt x="34779" y="148215"/>
                  </a:lnTo>
                  <a:lnTo>
                    <a:pt x="32205" y="136554"/>
                  </a:lnTo>
                  <a:lnTo>
                    <a:pt x="30663" y="124013"/>
                  </a:lnTo>
                  <a:lnTo>
                    <a:pt x="30150" y="110594"/>
                  </a:lnTo>
                  <a:lnTo>
                    <a:pt x="30585" y="99929"/>
                  </a:lnTo>
                  <a:lnTo>
                    <a:pt x="41198" y="59254"/>
                  </a:lnTo>
                  <a:lnTo>
                    <a:pt x="70228" y="31361"/>
                  </a:lnTo>
                  <a:lnTo>
                    <a:pt x="103745" y="24607"/>
                  </a:lnTo>
                  <a:lnTo>
                    <a:pt x="169278" y="24607"/>
                  </a:lnTo>
                  <a:lnTo>
                    <a:pt x="160134" y="16603"/>
                  </a:lnTo>
                  <a:lnTo>
                    <a:pt x="148166" y="9339"/>
                  </a:lnTo>
                  <a:lnTo>
                    <a:pt x="134877" y="4150"/>
                  </a:lnTo>
                  <a:lnTo>
                    <a:pt x="120271" y="1037"/>
                  </a:lnTo>
                  <a:lnTo>
                    <a:pt x="104349" y="0"/>
                  </a:lnTo>
                  <a:close/>
                </a:path>
                <a:path w="191770" h="156844">
                  <a:moveTo>
                    <a:pt x="169278" y="24607"/>
                  </a:moveTo>
                  <a:lnTo>
                    <a:pt x="103745" y="24607"/>
                  </a:lnTo>
                  <a:lnTo>
                    <a:pt x="114347" y="25286"/>
                  </a:lnTo>
                  <a:lnTo>
                    <a:pt x="124012" y="27320"/>
                  </a:lnTo>
                  <a:lnTo>
                    <a:pt x="158561" y="58919"/>
                  </a:lnTo>
                  <a:lnTo>
                    <a:pt x="162837" y="69977"/>
                  </a:lnTo>
                  <a:lnTo>
                    <a:pt x="191652" y="63317"/>
                  </a:lnTo>
                  <a:lnTo>
                    <a:pt x="186338" y="49106"/>
                  </a:lnTo>
                  <a:lnTo>
                    <a:pt x="179316" y="36583"/>
                  </a:lnTo>
                  <a:lnTo>
                    <a:pt x="170582" y="25748"/>
                  </a:lnTo>
                  <a:lnTo>
                    <a:pt x="169278" y="246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7234262" y="2039963"/>
              <a:ext cx="210820" cy="207645"/>
            </a:xfrm>
            <a:custGeom>
              <a:avLst/>
              <a:gdLst/>
              <a:ahLst/>
              <a:cxnLst/>
              <a:rect l="l" t="t" r="r" b="b"/>
              <a:pathLst>
                <a:path w="210820" h="207644">
                  <a:moveTo>
                    <a:pt x="0" y="207086"/>
                  </a:moveTo>
                  <a:lnTo>
                    <a:pt x="210639" y="0"/>
                  </a:lnTo>
                </a:path>
              </a:pathLst>
            </a:custGeom>
            <a:ln w="1891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/>
          <p:nvPr/>
        </p:nvSpPr>
        <p:spPr>
          <a:xfrm>
            <a:off x="6813174" y="2348983"/>
            <a:ext cx="154305" cy="19050"/>
          </a:xfrm>
          <a:custGeom>
            <a:avLst/>
            <a:gdLst/>
            <a:ahLst/>
            <a:cxnLst/>
            <a:rect l="l" t="t" r="r" b="b"/>
            <a:pathLst>
              <a:path w="154304" h="19050">
                <a:moveTo>
                  <a:pt x="153932" y="0"/>
                </a:moveTo>
                <a:lnTo>
                  <a:pt x="0" y="0"/>
                </a:lnTo>
                <a:lnTo>
                  <a:pt x="0" y="18760"/>
                </a:lnTo>
                <a:lnTo>
                  <a:pt x="153932" y="18760"/>
                </a:lnTo>
                <a:lnTo>
                  <a:pt x="1539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6813174" y="2267937"/>
            <a:ext cx="154305" cy="19050"/>
          </a:xfrm>
          <a:custGeom>
            <a:avLst/>
            <a:gdLst/>
            <a:ahLst/>
            <a:cxnLst/>
            <a:rect l="l" t="t" r="r" b="b"/>
            <a:pathLst>
              <a:path w="154304" h="19050">
                <a:moveTo>
                  <a:pt x="153932" y="0"/>
                </a:moveTo>
                <a:lnTo>
                  <a:pt x="0" y="0"/>
                </a:lnTo>
                <a:lnTo>
                  <a:pt x="0" y="18760"/>
                </a:lnTo>
                <a:lnTo>
                  <a:pt x="153932" y="18760"/>
                </a:lnTo>
                <a:lnTo>
                  <a:pt x="1539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20" name="object 20"/>
          <p:cNvGrpSpPr/>
          <p:nvPr/>
        </p:nvGrpSpPr>
        <p:grpSpPr>
          <a:xfrm>
            <a:off x="5033581" y="2296632"/>
            <a:ext cx="1028065" cy="103505"/>
            <a:chOff x="5033581" y="2296632"/>
            <a:chExt cx="1028065" cy="103505"/>
          </a:xfrm>
        </p:grpSpPr>
        <p:sp>
          <p:nvSpPr>
            <p:cNvPr id="21" name="object 21"/>
            <p:cNvSpPr/>
            <p:nvPr/>
          </p:nvSpPr>
          <p:spPr>
            <a:xfrm>
              <a:off x="5033581" y="2340759"/>
              <a:ext cx="862965" cy="19050"/>
            </a:xfrm>
            <a:custGeom>
              <a:avLst/>
              <a:gdLst/>
              <a:ahLst/>
              <a:cxnLst/>
              <a:rect l="l" t="t" r="r" b="b"/>
              <a:pathLst>
                <a:path w="862964" h="19050">
                  <a:moveTo>
                    <a:pt x="862530" y="0"/>
                  </a:moveTo>
                  <a:lnTo>
                    <a:pt x="0" y="0"/>
                  </a:lnTo>
                  <a:lnTo>
                    <a:pt x="0" y="18760"/>
                  </a:lnTo>
                  <a:lnTo>
                    <a:pt x="862530" y="18760"/>
                  </a:lnTo>
                  <a:lnTo>
                    <a:pt x="86253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2" name="object 2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66232" y="2296632"/>
              <a:ext cx="195219" cy="103262"/>
            </a:xfrm>
            <a:prstGeom prst="rect">
              <a:avLst/>
            </a:prstGeom>
          </p:spPr>
        </p:pic>
      </p:grp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48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84059" y="1846555"/>
            <a:ext cx="11118657" cy="3298703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67739" y="0"/>
            <a:ext cx="10194290" cy="1122680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38100" marR="30480">
              <a:lnSpc>
                <a:spcPts val="3840"/>
              </a:lnSpc>
              <a:spcBef>
                <a:spcPts val="1025"/>
              </a:spcBef>
            </a:pPr>
            <a:r>
              <a:rPr spc="-15" dirty="0"/>
              <a:t>Example</a:t>
            </a:r>
            <a:r>
              <a:rPr spc="5" dirty="0"/>
              <a:t> </a:t>
            </a:r>
            <a:r>
              <a:rPr spc="-10" dirty="0"/>
              <a:t>elimination</a:t>
            </a:r>
            <a:r>
              <a:rPr spc="5" dirty="0"/>
              <a:t> </a:t>
            </a:r>
            <a:r>
              <a:rPr spc="-5" dirty="0"/>
              <a:t>E2.</a:t>
            </a:r>
            <a:r>
              <a:rPr spc="5" dirty="0"/>
              <a:t> </a:t>
            </a:r>
            <a:r>
              <a:rPr spc="-40" dirty="0"/>
              <a:t>Favoured</a:t>
            </a:r>
            <a:r>
              <a:rPr spc="25" dirty="0"/>
              <a:t> </a:t>
            </a:r>
            <a:r>
              <a:rPr spc="-5" dirty="0"/>
              <a:t>with</a:t>
            </a:r>
            <a:r>
              <a:rPr spc="10" dirty="0"/>
              <a:t> </a:t>
            </a:r>
            <a:r>
              <a:rPr spc="-5" dirty="0"/>
              <a:t>a </a:t>
            </a:r>
            <a:r>
              <a:rPr spc="-20" dirty="0"/>
              <a:t>strongly </a:t>
            </a:r>
            <a:r>
              <a:rPr spc="-890" dirty="0"/>
              <a:t> </a:t>
            </a:r>
            <a:r>
              <a:rPr spc="-5" dirty="0"/>
              <a:t>basic</a:t>
            </a:r>
            <a:r>
              <a:rPr spc="-35" dirty="0"/>
              <a:t> </a:t>
            </a:r>
            <a:r>
              <a:rPr spc="-5" dirty="0"/>
              <a:t>nucleophile</a:t>
            </a:r>
            <a:r>
              <a:rPr spc="-25" dirty="0"/>
              <a:t> </a:t>
            </a:r>
            <a:r>
              <a:rPr spc="-5" dirty="0"/>
              <a:t>as </a:t>
            </a:r>
            <a:r>
              <a:rPr dirty="0"/>
              <a:t>OH</a:t>
            </a:r>
            <a:r>
              <a:rPr sz="3975" baseline="25000" dirty="0"/>
              <a:t>-</a:t>
            </a:r>
            <a:r>
              <a:rPr sz="4000" dirty="0"/>
              <a:t>.</a:t>
            </a:r>
            <a:endParaRPr sz="400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49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97381" y="201294"/>
            <a:ext cx="988123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Elimination:</a:t>
            </a:r>
            <a:r>
              <a:rPr dirty="0"/>
              <a:t> </a:t>
            </a:r>
            <a:r>
              <a:rPr spc="-5" dirty="0"/>
              <a:t>E2</a:t>
            </a:r>
            <a:r>
              <a:rPr dirty="0"/>
              <a:t> </a:t>
            </a:r>
            <a:r>
              <a:rPr spc="-10" dirty="0"/>
              <a:t>kinetics</a:t>
            </a:r>
            <a:r>
              <a:rPr spc="-15" dirty="0"/>
              <a:t> </a:t>
            </a:r>
            <a:r>
              <a:rPr spc="-5" dirty="0"/>
              <a:t>and</a:t>
            </a:r>
            <a:r>
              <a:rPr dirty="0"/>
              <a:t> </a:t>
            </a:r>
            <a:r>
              <a:rPr spc="-40" dirty="0"/>
              <a:t>Transition</a:t>
            </a:r>
            <a:r>
              <a:rPr dirty="0"/>
              <a:t> </a:t>
            </a:r>
            <a:r>
              <a:rPr spc="-30" dirty="0"/>
              <a:t>State</a:t>
            </a:r>
            <a:r>
              <a:rPr spc="-5" dirty="0"/>
              <a:t> </a:t>
            </a:r>
            <a:r>
              <a:rPr spc="-15" dirty="0"/>
              <a:t>(TS)</a:t>
            </a:r>
            <a:endParaRPr spc="-15" dirty="0"/>
          </a:p>
        </p:txBody>
      </p:sp>
      <p:sp>
        <p:nvSpPr>
          <p:cNvPr id="3" name="object 3"/>
          <p:cNvSpPr txBox="1"/>
          <p:nvPr/>
        </p:nvSpPr>
        <p:spPr>
          <a:xfrm>
            <a:off x="536448" y="5120385"/>
            <a:ext cx="11322685" cy="1189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6700" indent="-228600">
              <a:lnSpc>
                <a:spcPts val="2160"/>
              </a:lnSpc>
              <a:spcBef>
                <a:spcPts val="100"/>
              </a:spcBef>
              <a:buFont typeface="Arial MT"/>
              <a:buChar char="•"/>
              <a:tabLst>
                <a:tab pos="266065" algn="l"/>
                <a:tab pos="266700" algn="l"/>
              </a:tabLst>
            </a:pPr>
            <a:r>
              <a:rPr sz="2000" dirty="0">
                <a:latin typeface="Calibri" panose="020F0502020204030204"/>
                <a:cs typeface="Calibri" panose="020F0502020204030204"/>
              </a:rPr>
              <a:t>In the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TS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the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b="1" spc="-5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B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---H </a:t>
            </a:r>
            <a:r>
              <a:rPr sz="2000" dirty="0">
                <a:latin typeface="Calibri" panose="020F0502020204030204"/>
                <a:cs typeface="Calibri" panose="020F0502020204030204"/>
              </a:rPr>
              <a:t>bond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part-formed,</a:t>
            </a:r>
            <a:r>
              <a:rPr sz="2000" dirty="0">
                <a:latin typeface="Calibri" panose="020F0502020204030204"/>
                <a:cs typeface="Calibri" panose="020F0502020204030204"/>
              </a:rPr>
              <a:t> the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C---</a:t>
            </a:r>
            <a:r>
              <a:rPr sz="2000" b="1" spc="-5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X</a:t>
            </a:r>
            <a:r>
              <a:rPr sz="2000" b="1" spc="-10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bond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part-broken;</a:t>
            </a:r>
            <a:r>
              <a:rPr sz="200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B</a:t>
            </a:r>
            <a:r>
              <a:rPr sz="2000" b="1" spc="-5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has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solidFill>
                  <a:srgbClr val="006FC0"/>
                </a:solidFill>
                <a:latin typeface="Symbol" panose="05050102010706020507"/>
                <a:cs typeface="Symbol" panose="05050102010706020507"/>
              </a:rPr>
              <a:t></a:t>
            </a:r>
            <a:r>
              <a:rPr sz="1950" baseline="26000" dirty="0">
                <a:solidFill>
                  <a:srgbClr val="006FC0"/>
                </a:solidFill>
                <a:latin typeface="Symbol" panose="05050102010706020507"/>
                <a:cs typeface="Symbol" panose="05050102010706020507"/>
              </a:rPr>
              <a:t></a:t>
            </a:r>
            <a:r>
              <a:rPr sz="1950" spc="209" baseline="26000" dirty="0">
                <a:solidFill>
                  <a:srgbClr val="006FC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and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b="1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X</a:t>
            </a:r>
            <a:r>
              <a:rPr sz="2000" b="1" spc="-5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has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solidFill>
                  <a:srgbClr val="FF0000"/>
                </a:solidFill>
                <a:latin typeface="Symbol" panose="05050102010706020507"/>
                <a:cs typeface="Symbol" panose="05050102010706020507"/>
              </a:rPr>
              <a:t></a:t>
            </a:r>
            <a:r>
              <a:rPr sz="1950" b="1" baseline="26000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-</a:t>
            </a:r>
            <a:r>
              <a:rPr sz="2000" dirty="0">
                <a:latin typeface="Calibri" panose="020F0502020204030204"/>
                <a:cs typeface="Calibri" panose="020F0502020204030204"/>
              </a:rPr>
              <a:t>;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there</a:t>
            </a:r>
            <a:r>
              <a:rPr sz="2000" dirty="0">
                <a:latin typeface="Calibri" panose="020F0502020204030204"/>
                <a:cs typeface="Calibri" panose="020F0502020204030204"/>
              </a:rPr>
              <a:t> is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part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66700">
              <a:lnSpc>
                <a:spcPts val="2160"/>
              </a:lnSpc>
            </a:pPr>
            <a:r>
              <a:rPr sz="2000" dirty="0">
                <a:latin typeface="Symbol" panose="05050102010706020507"/>
                <a:cs typeface="Symbol" panose="05050102010706020507"/>
              </a:rPr>
              <a:t></a:t>
            </a:r>
            <a:r>
              <a:rPr sz="2000" dirty="0">
                <a:latin typeface="Calibri" panose="020F0502020204030204"/>
                <a:cs typeface="Calibri" panose="020F0502020204030204"/>
              </a:rPr>
              <a:t>-bond</a:t>
            </a:r>
            <a:r>
              <a:rPr sz="2000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between</a:t>
            </a:r>
            <a:r>
              <a:rPr sz="20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the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C’s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ts val="2160"/>
              </a:lnSpc>
              <a:spcBef>
                <a:spcPts val="520"/>
              </a:spcBef>
              <a:buFont typeface="Arial MT"/>
              <a:buChar char="•"/>
              <a:tabLst>
                <a:tab pos="266065" algn="l"/>
                <a:tab pos="266700" algn="l"/>
              </a:tabLst>
            </a:pPr>
            <a:r>
              <a:rPr sz="2000" spc="-5" dirty="0">
                <a:latin typeface="Calibri" panose="020F0502020204030204"/>
                <a:cs typeface="Calibri" panose="020F0502020204030204"/>
              </a:rPr>
              <a:t>Being</a:t>
            </a:r>
            <a:r>
              <a:rPr sz="2000" dirty="0">
                <a:latin typeface="Calibri" panose="020F0502020204030204"/>
                <a:cs typeface="Calibri" panose="020F0502020204030204"/>
              </a:rPr>
              <a:t> a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simple</a:t>
            </a:r>
            <a:r>
              <a:rPr sz="20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collision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between</a:t>
            </a:r>
            <a:r>
              <a:rPr sz="20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libri" panose="020F0502020204030204"/>
                <a:cs typeface="Calibri" panose="020F0502020204030204"/>
              </a:rPr>
              <a:t>B </a:t>
            </a:r>
            <a:r>
              <a:rPr sz="2000" dirty="0">
                <a:latin typeface="Calibri" panose="020F0502020204030204"/>
                <a:cs typeface="Calibri" panose="020F0502020204030204"/>
              </a:rPr>
              <a:t>and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R</a:t>
            </a:r>
            <a:r>
              <a:rPr sz="2000" b="1" spc="-5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X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,</a:t>
            </a:r>
            <a:r>
              <a:rPr sz="2000" dirty="0">
                <a:latin typeface="Calibri" panose="020F0502020204030204"/>
                <a:cs typeface="Calibri" panose="020F0502020204030204"/>
              </a:rPr>
              <a:t> the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kinetic</a:t>
            </a:r>
            <a:r>
              <a:rPr sz="20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rate</a:t>
            </a:r>
            <a:r>
              <a:rPr sz="20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equation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as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shown (bimolecular);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this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 an</a:t>
            </a:r>
            <a:r>
              <a:rPr sz="2000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b="1" spc="-10" dirty="0">
                <a:latin typeface="Calibri" panose="020F0502020204030204"/>
                <a:cs typeface="Calibri" panose="020F0502020204030204"/>
              </a:rPr>
              <a:t>E2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66700">
              <a:lnSpc>
                <a:spcPts val="2160"/>
              </a:lnSpc>
            </a:pPr>
            <a:r>
              <a:rPr sz="2000" dirty="0">
                <a:latin typeface="Calibri" panose="020F0502020204030204"/>
                <a:cs typeface="Calibri" panose="020F0502020204030204"/>
              </a:rPr>
              <a:t>mechanism</a:t>
            </a:r>
            <a:endParaRPr sz="20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273862" y="1061395"/>
            <a:ext cx="3049905" cy="2880995"/>
            <a:chOff x="1273862" y="1061395"/>
            <a:chExt cx="3049905" cy="2880995"/>
          </a:xfrm>
        </p:grpSpPr>
        <p:sp>
          <p:nvSpPr>
            <p:cNvPr id="5" name="object 5"/>
            <p:cNvSpPr/>
            <p:nvPr/>
          </p:nvSpPr>
          <p:spPr>
            <a:xfrm>
              <a:off x="1278563" y="1173672"/>
              <a:ext cx="2903220" cy="2764155"/>
            </a:xfrm>
            <a:custGeom>
              <a:avLst/>
              <a:gdLst/>
              <a:ahLst/>
              <a:cxnLst/>
              <a:rect l="l" t="t" r="r" b="b"/>
              <a:pathLst>
                <a:path w="2903220" h="2764154">
                  <a:moveTo>
                    <a:pt x="0" y="0"/>
                  </a:moveTo>
                  <a:lnTo>
                    <a:pt x="0" y="2763746"/>
                  </a:lnTo>
                </a:path>
                <a:path w="2903220" h="2764154">
                  <a:moveTo>
                    <a:pt x="0" y="2763746"/>
                  </a:moveTo>
                  <a:lnTo>
                    <a:pt x="2902960" y="2763746"/>
                  </a:lnTo>
                </a:path>
              </a:pathLst>
            </a:custGeom>
            <a:ln w="94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915386" y="1236502"/>
              <a:ext cx="1760855" cy="2042795"/>
            </a:xfrm>
            <a:custGeom>
              <a:avLst/>
              <a:gdLst/>
              <a:ahLst/>
              <a:cxnLst/>
              <a:rect l="l" t="t" r="r" b="b"/>
              <a:pathLst>
                <a:path w="1760854" h="2042795">
                  <a:moveTo>
                    <a:pt x="1760771" y="2042310"/>
                  </a:moveTo>
                  <a:lnTo>
                    <a:pt x="1745003" y="1970859"/>
                  </a:lnTo>
                  <a:lnTo>
                    <a:pt x="1728561" y="1898887"/>
                  </a:lnTo>
                  <a:lnTo>
                    <a:pt x="1711459" y="1826518"/>
                  </a:lnTo>
                  <a:lnTo>
                    <a:pt x="1693710" y="1753875"/>
                  </a:lnTo>
                  <a:lnTo>
                    <a:pt x="1675328" y="1681084"/>
                  </a:lnTo>
                  <a:lnTo>
                    <a:pt x="1656326" y="1608266"/>
                  </a:lnTo>
                  <a:lnTo>
                    <a:pt x="1636718" y="1535547"/>
                  </a:lnTo>
                  <a:lnTo>
                    <a:pt x="1616516" y="1463049"/>
                  </a:lnTo>
                  <a:lnTo>
                    <a:pt x="1595734" y="1390897"/>
                  </a:lnTo>
                  <a:lnTo>
                    <a:pt x="1574386" y="1319213"/>
                  </a:lnTo>
                  <a:lnTo>
                    <a:pt x="1552485" y="1248123"/>
                  </a:lnTo>
                  <a:lnTo>
                    <a:pt x="1530045" y="1177749"/>
                  </a:lnTo>
                  <a:lnTo>
                    <a:pt x="1507078" y="1108215"/>
                  </a:lnTo>
                  <a:lnTo>
                    <a:pt x="1483599" y="1039645"/>
                  </a:lnTo>
                  <a:lnTo>
                    <a:pt x="1459620" y="972163"/>
                  </a:lnTo>
                  <a:lnTo>
                    <a:pt x="1435155" y="905892"/>
                  </a:lnTo>
                  <a:lnTo>
                    <a:pt x="1410218" y="840957"/>
                  </a:lnTo>
                  <a:lnTo>
                    <a:pt x="1384821" y="777480"/>
                  </a:lnTo>
                  <a:lnTo>
                    <a:pt x="1358978" y="715586"/>
                  </a:lnTo>
                  <a:lnTo>
                    <a:pt x="1332704" y="655398"/>
                  </a:lnTo>
                  <a:lnTo>
                    <a:pt x="1306010" y="597040"/>
                  </a:lnTo>
                  <a:lnTo>
                    <a:pt x="1278910" y="540636"/>
                  </a:lnTo>
                  <a:lnTo>
                    <a:pt x="1251418" y="486309"/>
                  </a:lnTo>
                  <a:lnTo>
                    <a:pt x="1223548" y="434184"/>
                  </a:lnTo>
                  <a:lnTo>
                    <a:pt x="1195312" y="384383"/>
                  </a:lnTo>
                  <a:lnTo>
                    <a:pt x="1166724" y="337031"/>
                  </a:lnTo>
                  <a:lnTo>
                    <a:pt x="1137797" y="292252"/>
                  </a:lnTo>
                  <a:lnTo>
                    <a:pt x="1108545" y="250168"/>
                  </a:lnTo>
                  <a:lnTo>
                    <a:pt x="1078982" y="210904"/>
                  </a:lnTo>
                  <a:lnTo>
                    <a:pt x="1049120" y="174584"/>
                  </a:lnTo>
                  <a:lnTo>
                    <a:pt x="1018972" y="141330"/>
                  </a:lnTo>
                  <a:lnTo>
                    <a:pt x="988553" y="111268"/>
                  </a:lnTo>
                  <a:lnTo>
                    <a:pt x="957876" y="84521"/>
                  </a:lnTo>
                  <a:lnTo>
                    <a:pt x="926954" y="61211"/>
                  </a:lnTo>
                  <a:lnTo>
                    <a:pt x="880142" y="32965"/>
                  </a:lnTo>
                  <a:lnTo>
                    <a:pt x="832853" y="13151"/>
                  </a:lnTo>
                  <a:lnTo>
                    <a:pt x="785134" y="2186"/>
                  </a:lnTo>
                  <a:lnTo>
                    <a:pt x="753105" y="0"/>
                  </a:lnTo>
                  <a:lnTo>
                    <a:pt x="737031" y="489"/>
                  </a:lnTo>
                  <a:lnTo>
                    <a:pt x="688587" y="8477"/>
                  </a:lnTo>
                  <a:lnTo>
                    <a:pt x="639848" y="26567"/>
                  </a:lnTo>
                  <a:lnTo>
                    <a:pt x="590860" y="55178"/>
                  </a:lnTo>
                  <a:lnTo>
                    <a:pt x="558085" y="80302"/>
                  </a:lnTo>
                  <a:lnTo>
                    <a:pt x="525233" y="110411"/>
                  </a:lnTo>
                  <a:lnTo>
                    <a:pt x="492316" y="145628"/>
                  </a:lnTo>
                  <a:lnTo>
                    <a:pt x="459349" y="186078"/>
                  </a:lnTo>
                  <a:lnTo>
                    <a:pt x="426345" y="231884"/>
                  </a:lnTo>
                  <a:lnTo>
                    <a:pt x="393317" y="283170"/>
                  </a:lnTo>
                  <a:lnTo>
                    <a:pt x="360279" y="340059"/>
                  </a:lnTo>
                  <a:lnTo>
                    <a:pt x="327243" y="402675"/>
                  </a:lnTo>
                  <a:lnTo>
                    <a:pt x="294224" y="471142"/>
                  </a:lnTo>
                  <a:lnTo>
                    <a:pt x="277725" y="507608"/>
                  </a:lnTo>
                  <a:lnTo>
                    <a:pt x="261235" y="545584"/>
                  </a:lnTo>
                  <a:lnTo>
                    <a:pt x="244756" y="585084"/>
                  </a:lnTo>
                  <a:lnTo>
                    <a:pt x="228289" y="626124"/>
                  </a:lnTo>
                  <a:lnTo>
                    <a:pt x="211836" y="668719"/>
                  </a:lnTo>
                  <a:lnTo>
                    <a:pt x="195399" y="712886"/>
                  </a:lnTo>
                  <a:lnTo>
                    <a:pt x="178980" y="758639"/>
                  </a:lnTo>
                  <a:lnTo>
                    <a:pt x="162579" y="805994"/>
                  </a:lnTo>
                  <a:lnTo>
                    <a:pt x="146200" y="854966"/>
                  </a:lnTo>
                  <a:lnTo>
                    <a:pt x="129843" y="905571"/>
                  </a:lnTo>
                  <a:lnTo>
                    <a:pt x="113510" y="957824"/>
                  </a:lnTo>
                  <a:lnTo>
                    <a:pt x="97204" y="1011741"/>
                  </a:lnTo>
                  <a:lnTo>
                    <a:pt x="80924" y="1067338"/>
                  </a:lnTo>
                  <a:lnTo>
                    <a:pt x="64674" y="1124629"/>
                  </a:lnTo>
                  <a:lnTo>
                    <a:pt x="48455" y="1183630"/>
                  </a:lnTo>
                  <a:lnTo>
                    <a:pt x="32268" y="1244357"/>
                  </a:lnTo>
                  <a:lnTo>
                    <a:pt x="16116" y="1306825"/>
                  </a:lnTo>
                  <a:lnTo>
                    <a:pt x="0" y="1371049"/>
                  </a:lnTo>
                </a:path>
              </a:pathLst>
            </a:custGeom>
            <a:ln w="940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793331" y="2620253"/>
              <a:ext cx="1988820" cy="670560"/>
            </a:xfrm>
            <a:custGeom>
              <a:avLst/>
              <a:gdLst/>
              <a:ahLst/>
              <a:cxnLst/>
              <a:rect l="l" t="t" r="r" b="b"/>
              <a:pathLst>
                <a:path w="1988820" h="670560">
                  <a:moveTo>
                    <a:pt x="225651" y="0"/>
                  </a:moveTo>
                  <a:lnTo>
                    <a:pt x="0" y="0"/>
                  </a:lnTo>
                </a:path>
                <a:path w="1988820" h="670560">
                  <a:moveTo>
                    <a:pt x="1988601" y="670319"/>
                  </a:moveTo>
                  <a:lnTo>
                    <a:pt x="1762949" y="670319"/>
                  </a:lnTo>
                </a:path>
              </a:pathLst>
            </a:custGeom>
            <a:ln w="94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587859" y="1061395"/>
              <a:ext cx="185692" cy="112590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930410" y="3552647"/>
              <a:ext cx="322580" cy="113030"/>
            </a:xfrm>
            <a:custGeom>
              <a:avLst/>
              <a:gdLst/>
              <a:ahLst/>
              <a:cxnLst/>
              <a:rect l="l" t="t" r="r" b="b"/>
              <a:pathLst>
                <a:path w="322579" h="113029">
                  <a:moveTo>
                    <a:pt x="96367" y="76250"/>
                  </a:moveTo>
                  <a:lnTo>
                    <a:pt x="81953" y="72618"/>
                  </a:lnTo>
                  <a:lnTo>
                    <a:pt x="79908" y="81788"/>
                  </a:lnTo>
                  <a:lnTo>
                    <a:pt x="76149" y="88696"/>
                  </a:lnTo>
                  <a:lnTo>
                    <a:pt x="64871" y="98018"/>
                  </a:lnTo>
                  <a:lnTo>
                    <a:pt x="58127" y="100342"/>
                  </a:lnTo>
                  <a:lnTo>
                    <a:pt x="43395" y="100342"/>
                  </a:lnTo>
                  <a:lnTo>
                    <a:pt x="16294" y="72796"/>
                  </a:lnTo>
                  <a:lnTo>
                    <a:pt x="14884" y="64706"/>
                  </a:lnTo>
                  <a:lnTo>
                    <a:pt x="14884" y="48260"/>
                  </a:lnTo>
                  <a:lnTo>
                    <a:pt x="35725" y="14325"/>
                  </a:lnTo>
                  <a:lnTo>
                    <a:pt x="42773" y="12319"/>
                  </a:lnTo>
                  <a:lnTo>
                    <a:pt x="58445" y="12319"/>
                  </a:lnTo>
                  <a:lnTo>
                    <a:pt x="64401" y="14135"/>
                  </a:lnTo>
                  <a:lnTo>
                    <a:pt x="74117" y="21374"/>
                  </a:lnTo>
                  <a:lnTo>
                    <a:pt x="77724" y="27139"/>
                  </a:lnTo>
                  <a:lnTo>
                    <a:pt x="80225" y="35077"/>
                  </a:lnTo>
                  <a:lnTo>
                    <a:pt x="94488" y="31737"/>
                  </a:lnTo>
                  <a:lnTo>
                    <a:pt x="66471" y="2070"/>
                  </a:lnTo>
                  <a:lnTo>
                    <a:pt x="51396" y="0"/>
                  </a:lnTo>
                  <a:lnTo>
                    <a:pt x="44373" y="406"/>
                  </a:lnTo>
                  <a:lnTo>
                    <a:pt x="10121" y="19862"/>
                  </a:lnTo>
                  <a:lnTo>
                    <a:pt x="0" y="55524"/>
                  </a:lnTo>
                  <a:lnTo>
                    <a:pt x="368" y="63195"/>
                  </a:lnTo>
                  <a:lnTo>
                    <a:pt x="17386" y="101523"/>
                  </a:lnTo>
                  <a:lnTo>
                    <a:pt x="51231" y="112674"/>
                  </a:lnTo>
                  <a:lnTo>
                    <a:pt x="59397" y="112102"/>
                  </a:lnTo>
                  <a:lnTo>
                    <a:pt x="93599" y="84620"/>
                  </a:lnTo>
                  <a:lnTo>
                    <a:pt x="96367" y="76250"/>
                  </a:lnTo>
                  <a:close/>
                </a:path>
                <a:path w="322579" h="113029">
                  <a:moveTo>
                    <a:pt x="322021" y="76250"/>
                  </a:moveTo>
                  <a:lnTo>
                    <a:pt x="307606" y="72618"/>
                  </a:lnTo>
                  <a:lnTo>
                    <a:pt x="305562" y="81788"/>
                  </a:lnTo>
                  <a:lnTo>
                    <a:pt x="301802" y="88696"/>
                  </a:lnTo>
                  <a:lnTo>
                    <a:pt x="290525" y="98018"/>
                  </a:lnTo>
                  <a:lnTo>
                    <a:pt x="283781" y="100342"/>
                  </a:lnTo>
                  <a:lnTo>
                    <a:pt x="269049" y="100342"/>
                  </a:lnTo>
                  <a:lnTo>
                    <a:pt x="241947" y="72796"/>
                  </a:lnTo>
                  <a:lnTo>
                    <a:pt x="240538" y="64706"/>
                  </a:lnTo>
                  <a:lnTo>
                    <a:pt x="240538" y="48260"/>
                  </a:lnTo>
                  <a:lnTo>
                    <a:pt x="261378" y="14325"/>
                  </a:lnTo>
                  <a:lnTo>
                    <a:pt x="268427" y="12319"/>
                  </a:lnTo>
                  <a:lnTo>
                    <a:pt x="284099" y="12319"/>
                  </a:lnTo>
                  <a:lnTo>
                    <a:pt x="290055" y="14135"/>
                  </a:lnTo>
                  <a:lnTo>
                    <a:pt x="299770" y="21374"/>
                  </a:lnTo>
                  <a:lnTo>
                    <a:pt x="303364" y="27139"/>
                  </a:lnTo>
                  <a:lnTo>
                    <a:pt x="305879" y="35077"/>
                  </a:lnTo>
                  <a:lnTo>
                    <a:pt x="320141" y="31737"/>
                  </a:lnTo>
                  <a:lnTo>
                    <a:pt x="292125" y="2070"/>
                  </a:lnTo>
                  <a:lnTo>
                    <a:pt x="277037" y="0"/>
                  </a:lnTo>
                  <a:lnTo>
                    <a:pt x="270027" y="406"/>
                  </a:lnTo>
                  <a:lnTo>
                    <a:pt x="235775" y="19862"/>
                  </a:lnTo>
                  <a:lnTo>
                    <a:pt x="225640" y="55524"/>
                  </a:lnTo>
                  <a:lnTo>
                    <a:pt x="226021" y="63195"/>
                  </a:lnTo>
                  <a:lnTo>
                    <a:pt x="243039" y="101523"/>
                  </a:lnTo>
                  <a:lnTo>
                    <a:pt x="276885" y="112674"/>
                  </a:lnTo>
                  <a:lnTo>
                    <a:pt x="285051" y="112102"/>
                  </a:lnTo>
                  <a:lnTo>
                    <a:pt x="319252" y="84620"/>
                  </a:lnTo>
                  <a:lnTo>
                    <a:pt x="322021" y="762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2819779" y="3444060"/>
              <a:ext cx="544830" cy="319405"/>
            </a:xfrm>
            <a:custGeom>
              <a:avLst/>
              <a:gdLst/>
              <a:ahLst/>
              <a:cxnLst/>
              <a:rect l="l" t="t" r="r" b="b"/>
              <a:pathLst>
                <a:path w="544829" h="319404">
                  <a:moveTo>
                    <a:pt x="233486" y="159680"/>
                  </a:moveTo>
                  <a:lnTo>
                    <a:pt x="309330" y="159680"/>
                  </a:lnTo>
                </a:path>
                <a:path w="544829" h="319404">
                  <a:moveTo>
                    <a:pt x="233486" y="119035"/>
                  </a:moveTo>
                  <a:lnTo>
                    <a:pt x="309330" y="119035"/>
                  </a:lnTo>
                </a:path>
                <a:path w="544829" h="319404">
                  <a:moveTo>
                    <a:pt x="105930" y="106098"/>
                  </a:moveTo>
                  <a:lnTo>
                    <a:pt x="0" y="0"/>
                  </a:lnTo>
                </a:path>
                <a:path w="544829" h="319404">
                  <a:moveTo>
                    <a:pt x="440647" y="104216"/>
                  </a:moveTo>
                  <a:lnTo>
                    <a:pt x="544697" y="0"/>
                  </a:lnTo>
                </a:path>
                <a:path w="544829" h="319404">
                  <a:moveTo>
                    <a:pt x="447072" y="221558"/>
                  </a:moveTo>
                  <a:lnTo>
                    <a:pt x="544697" y="319345"/>
                  </a:lnTo>
                </a:path>
                <a:path w="544829" h="319404">
                  <a:moveTo>
                    <a:pt x="98565" y="220617"/>
                  </a:moveTo>
                  <a:lnTo>
                    <a:pt x="0" y="319345"/>
                  </a:lnTo>
                </a:path>
              </a:pathLst>
            </a:custGeom>
            <a:ln w="94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893773" y="2934804"/>
              <a:ext cx="321945" cy="113030"/>
            </a:xfrm>
            <a:custGeom>
              <a:avLst/>
              <a:gdLst/>
              <a:ahLst/>
              <a:cxnLst/>
              <a:rect l="l" t="t" r="r" b="b"/>
              <a:pathLst>
                <a:path w="321944" h="113030">
                  <a:moveTo>
                    <a:pt x="96266" y="76263"/>
                  </a:moveTo>
                  <a:lnTo>
                    <a:pt x="81864" y="72618"/>
                  </a:lnTo>
                  <a:lnTo>
                    <a:pt x="79870" y="81800"/>
                  </a:lnTo>
                  <a:lnTo>
                    <a:pt x="76073" y="88709"/>
                  </a:lnTo>
                  <a:lnTo>
                    <a:pt x="64884" y="98018"/>
                  </a:lnTo>
                  <a:lnTo>
                    <a:pt x="58051" y="100342"/>
                  </a:lnTo>
                  <a:lnTo>
                    <a:pt x="43345" y="100342"/>
                  </a:lnTo>
                  <a:lnTo>
                    <a:pt x="16205" y="72809"/>
                  </a:lnTo>
                  <a:lnTo>
                    <a:pt x="14859" y="64719"/>
                  </a:lnTo>
                  <a:lnTo>
                    <a:pt x="14859" y="48272"/>
                  </a:lnTo>
                  <a:lnTo>
                    <a:pt x="35737" y="14338"/>
                  </a:lnTo>
                  <a:lnTo>
                    <a:pt x="42735" y="12331"/>
                  </a:lnTo>
                  <a:lnTo>
                    <a:pt x="58381" y="12331"/>
                  </a:lnTo>
                  <a:lnTo>
                    <a:pt x="64414" y="14147"/>
                  </a:lnTo>
                  <a:lnTo>
                    <a:pt x="74028" y="21374"/>
                  </a:lnTo>
                  <a:lnTo>
                    <a:pt x="77685" y="27139"/>
                  </a:lnTo>
                  <a:lnTo>
                    <a:pt x="80213" y="35077"/>
                  </a:lnTo>
                  <a:lnTo>
                    <a:pt x="94411" y="31737"/>
                  </a:lnTo>
                  <a:lnTo>
                    <a:pt x="66433" y="2082"/>
                  </a:lnTo>
                  <a:lnTo>
                    <a:pt x="51396" y="0"/>
                  </a:lnTo>
                  <a:lnTo>
                    <a:pt x="44335" y="406"/>
                  </a:lnTo>
                  <a:lnTo>
                    <a:pt x="10083" y="19875"/>
                  </a:lnTo>
                  <a:lnTo>
                    <a:pt x="0" y="55524"/>
                  </a:lnTo>
                  <a:lnTo>
                    <a:pt x="355" y="63207"/>
                  </a:lnTo>
                  <a:lnTo>
                    <a:pt x="17348" y="101536"/>
                  </a:lnTo>
                  <a:lnTo>
                    <a:pt x="51181" y="112687"/>
                  </a:lnTo>
                  <a:lnTo>
                    <a:pt x="59347" y="112102"/>
                  </a:lnTo>
                  <a:lnTo>
                    <a:pt x="93548" y="84620"/>
                  </a:lnTo>
                  <a:lnTo>
                    <a:pt x="96266" y="76263"/>
                  </a:lnTo>
                  <a:close/>
                </a:path>
                <a:path w="321944" h="113030">
                  <a:moveTo>
                    <a:pt x="321906" y="76263"/>
                  </a:moveTo>
                  <a:lnTo>
                    <a:pt x="307505" y="72618"/>
                  </a:lnTo>
                  <a:lnTo>
                    <a:pt x="305523" y="81800"/>
                  </a:lnTo>
                  <a:lnTo>
                    <a:pt x="301726" y="88709"/>
                  </a:lnTo>
                  <a:lnTo>
                    <a:pt x="290537" y="98018"/>
                  </a:lnTo>
                  <a:lnTo>
                    <a:pt x="283705" y="100342"/>
                  </a:lnTo>
                  <a:lnTo>
                    <a:pt x="268998" y="100342"/>
                  </a:lnTo>
                  <a:lnTo>
                    <a:pt x="241846" y="72809"/>
                  </a:lnTo>
                  <a:lnTo>
                    <a:pt x="240499" y="64719"/>
                  </a:lnTo>
                  <a:lnTo>
                    <a:pt x="240499" y="48272"/>
                  </a:lnTo>
                  <a:lnTo>
                    <a:pt x="261391" y="14338"/>
                  </a:lnTo>
                  <a:lnTo>
                    <a:pt x="268376" y="12331"/>
                  </a:lnTo>
                  <a:lnTo>
                    <a:pt x="284035" y="12331"/>
                  </a:lnTo>
                  <a:lnTo>
                    <a:pt x="290068" y="14147"/>
                  </a:lnTo>
                  <a:lnTo>
                    <a:pt x="299681" y="21374"/>
                  </a:lnTo>
                  <a:lnTo>
                    <a:pt x="303339" y="27139"/>
                  </a:lnTo>
                  <a:lnTo>
                    <a:pt x="305866" y="35077"/>
                  </a:lnTo>
                  <a:lnTo>
                    <a:pt x="320065" y="31737"/>
                  </a:lnTo>
                  <a:lnTo>
                    <a:pt x="292087" y="2082"/>
                  </a:lnTo>
                  <a:lnTo>
                    <a:pt x="277050" y="0"/>
                  </a:lnTo>
                  <a:lnTo>
                    <a:pt x="269989" y="406"/>
                  </a:lnTo>
                  <a:lnTo>
                    <a:pt x="235737" y="19875"/>
                  </a:lnTo>
                  <a:lnTo>
                    <a:pt x="225628" y="55524"/>
                  </a:lnTo>
                  <a:lnTo>
                    <a:pt x="225996" y="63207"/>
                  </a:lnTo>
                  <a:lnTo>
                    <a:pt x="243001" y="101536"/>
                  </a:lnTo>
                  <a:lnTo>
                    <a:pt x="276834" y="112687"/>
                  </a:lnTo>
                  <a:lnTo>
                    <a:pt x="285000" y="112102"/>
                  </a:lnTo>
                  <a:lnTo>
                    <a:pt x="319201" y="84620"/>
                  </a:lnTo>
                  <a:lnTo>
                    <a:pt x="321906" y="762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2016600" y="2985905"/>
              <a:ext cx="76200" cy="0"/>
            </a:xfrm>
            <a:custGeom>
              <a:avLst/>
              <a:gdLst/>
              <a:ahLst/>
              <a:cxnLst/>
              <a:rect l="l" t="t" r="r" b="b"/>
              <a:pathLst>
                <a:path w="76200">
                  <a:moveTo>
                    <a:pt x="0" y="0"/>
                  </a:moveTo>
                  <a:lnTo>
                    <a:pt x="75843" y="0"/>
                  </a:lnTo>
                </a:path>
              </a:pathLst>
            </a:custGeom>
            <a:ln w="94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38814" y="2776986"/>
              <a:ext cx="85434" cy="108967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739832" y="2895707"/>
              <a:ext cx="149860" cy="220979"/>
            </a:xfrm>
            <a:custGeom>
              <a:avLst/>
              <a:gdLst/>
              <a:ahLst/>
              <a:cxnLst/>
              <a:rect l="l" t="t" r="r" b="b"/>
              <a:pathLst>
                <a:path w="149860" h="220980">
                  <a:moveTo>
                    <a:pt x="149259" y="36615"/>
                  </a:moveTo>
                  <a:lnTo>
                    <a:pt x="112669" y="0"/>
                  </a:lnTo>
                </a:path>
                <a:path w="149860" h="220980">
                  <a:moveTo>
                    <a:pt x="22894" y="220585"/>
                  </a:moveTo>
                  <a:lnTo>
                    <a:pt x="0" y="180912"/>
                  </a:lnTo>
                </a:path>
                <a:path w="149860" h="220980">
                  <a:moveTo>
                    <a:pt x="58591" y="193191"/>
                  </a:moveTo>
                  <a:lnTo>
                    <a:pt x="41557" y="163663"/>
                  </a:lnTo>
                </a:path>
                <a:path w="149860" h="220980">
                  <a:moveTo>
                    <a:pt x="94287" y="165796"/>
                  </a:moveTo>
                  <a:lnTo>
                    <a:pt x="83114" y="146430"/>
                  </a:lnTo>
                </a:path>
                <a:path w="149860" h="220980">
                  <a:moveTo>
                    <a:pt x="129984" y="138401"/>
                  </a:moveTo>
                  <a:lnTo>
                    <a:pt x="124672" y="129180"/>
                  </a:lnTo>
                </a:path>
              </a:pathLst>
            </a:custGeom>
            <a:ln w="94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1832632" y="3065487"/>
              <a:ext cx="63500" cy="113664"/>
            </a:xfrm>
            <a:custGeom>
              <a:avLst/>
              <a:gdLst/>
              <a:ahLst/>
              <a:cxnLst/>
              <a:rect l="l" t="t" r="r" b="b"/>
              <a:pathLst>
                <a:path w="63500" h="113664">
                  <a:moveTo>
                    <a:pt x="0" y="113139"/>
                  </a:moveTo>
                  <a:lnTo>
                    <a:pt x="62884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1809455" y="3060312"/>
              <a:ext cx="93345" cy="133350"/>
            </a:xfrm>
            <a:custGeom>
              <a:avLst/>
              <a:gdLst/>
              <a:ahLst/>
              <a:cxnLst/>
              <a:rect l="l" t="t" r="r" b="b"/>
              <a:pathLst>
                <a:path w="93344" h="133350">
                  <a:moveTo>
                    <a:pt x="84807" y="0"/>
                  </a:moveTo>
                  <a:lnTo>
                    <a:pt x="0" y="109375"/>
                  </a:lnTo>
                  <a:lnTo>
                    <a:pt x="40711" y="132897"/>
                  </a:lnTo>
                  <a:lnTo>
                    <a:pt x="92955" y="4704"/>
                  </a:lnTo>
                  <a:lnTo>
                    <a:pt x="8480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2237175" y="2855501"/>
              <a:ext cx="133985" cy="93980"/>
            </a:xfrm>
            <a:custGeom>
              <a:avLst/>
              <a:gdLst/>
              <a:ahLst/>
              <a:cxnLst/>
              <a:rect l="l" t="t" r="r" b="b"/>
              <a:pathLst>
                <a:path w="133985" h="93980">
                  <a:moveTo>
                    <a:pt x="111008" y="0"/>
                  </a:moveTo>
                  <a:lnTo>
                    <a:pt x="133902" y="39704"/>
                  </a:lnTo>
                </a:path>
                <a:path w="133985" h="93980">
                  <a:moveTo>
                    <a:pt x="73994" y="28163"/>
                  </a:moveTo>
                  <a:lnTo>
                    <a:pt x="91028" y="57690"/>
                  </a:lnTo>
                </a:path>
                <a:path w="133985" h="93980">
                  <a:moveTo>
                    <a:pt x="36997" y="56310"/>
                  </a:moveTo>
                  <a:lnTo>
                    <a:pt x="48170" y="75676"/>
                  </a:lnTo>
                </a:path>
                <a:path w="133985" h="93980">
                  <a:moveTo>
                    <a:pt x="0" y="84474"/>
                  </a:moveTo>
                  <a:lnTo>
                    <a:pt x="5296" y="93663"/>
                  </a:lnTo>
                </a:path>
              </a:pathLst>
            </a:custGeom>
            <a:ln w="94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2210426" y="2793169"/>
              <a:ext cx="67945" cy="121920"/>
            </a:xfrm>
            <a:custGeom>
              <a:avLst/>
              <a:gdLst/>
              <a:ahLst/>
              <a:cxnLst/>
              <a:rect l="l" t="t" r="r" b="b"/>
              <a:pathLst>
                <a:path w="67944" h="121919">
                  <a:moveTo>
                    <a:pt x="67867" y="0"/>
                  </a:moveTo>
                  <a:lnTo>
                    <a:pt x="0" y="121748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2203531" y="2778585"/>
              <a:ext cx="98425" cy="141605"/>
            </a:xfrm>
            <a:custGeom>
              <a:avLst/>
              <a:gdLst/>
              <a:ahLst/>
              <a:cxnLst/>
              <a:rect l="l" t="t" r="r" b="b"/>
              <a:pathLst>
                <a:path w="98425" h="141605">
                  <a:moveTo>
                    <a:pt x="57227" y="0"/>
                  </a:moveTo>
                  <a:lnTo>
                    <a:pt x="0" y="136801"/>
                  </a:lnTo>
                  <a:lnTo>
                    <a:pt x="8148" y="141506"/>
                  </a:lnTo>
                  <a:lnTo>
                    <a:pt x="97939" y="23521"/>
                  </a:lnTo>
                  <a:lnTo>
                    <a:pt x="5722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2275708" y="3091062"/>
              <a:ext cx="101600" cy="109220"/>
            </a:xfrm>
            <a:custGeom>
              <a:avLst/>
              <a:gdLst/>
              <a:ahLst/>
              <a:cxnLst/>
              <a:rect l="l" t="t" r="r" b="b"/>
              <a:pathLst>
                <a:path w="101600" h="109219">
                  <a:moveTo>
                    <a:pt x="97907" y="0"/>
                  </a:moveTo>
                  <a:lnTo>
                    <a:pt x="72427" y="0"/>
                  </a:lnTo>
                  <a:lnTo>
                    <a:pt x="51037" y="35015"/>
                  </a:lnTo>
                  <a:lnTo>
                    <a:pt x="29193" y="0"/>
                  </a:lnTo>
                  <a:lnTo>
                    <a:pt x="3494" y="0"/>
                  </a:lnTo>
                  <a:lnTo>
                    <a:pt x="37216" y="52123"/>
                  </a:lnTo>
                  <a:lnTo>
                    <a:pt x="0" y="108983"/>
                  </a:lnTo>
                  <a:lnTo>
                    <a:pt x="26373" y="108983"/>
                  </a:lnTo>
                  <a:lnTo>
                    <a:pt x="50599" y="71301"/>
                  </a:lnTo>
                  <a:lnTo>
                    <a:pt x="74731" y="108983"/>
                  </a:lnTo>
                  <a:lnTo>
                    <a:pt x="101261" y="108983"/>
                  </a:lnTo>
                  <a:lnTo>
                    <a:pt x="64044" y="52939"/>
                  </a:lnTo>
                  <a:lnTo>
                    <a:pt x="97907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2230123" y="3047783"/>
              <a:ext cx="31115" cy="31115"/>
            </a:xfrm>
            <a:custGeom>
              <a:avLst/>
              <a:gdLst/>
              <a:ahLst/>
              <a:cxnLst/>
              <a:rect l="l" t="t" r="r" b="b"/>
              <a:pathLst>
                <a:path w="31114" h="31114">
                  <a:moveTo>
                    <a:pt x="0" y="0"/>
                  </a:moveTo>
                  <a:lnTo>
                    <a:pt x="30619" y="30640"/>
                  </a:lnTo>
                </a:path>
              </a:pathLst>
            </a:custGeom>
            <a:ln w="94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29405" y="2916312"/>
              <a:ext cx="132538" cy="108967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3379050" y="3587730"/>
              <a:ext cx="72390" cy="72390"/>
            </a:xfrm>
            <a:custGeom>
              <a:avLst/>
              <a:gdLst/>
              <a:ahLst/>
              <a:cxnLst/>
              <a:rect l="l" t="t" r="r" b="b"/>
              <a:pathLst>
                <a:path w="72389" h="72389">
                  <a:moveTo>
                    <a:pt x="42152" y="0"/>
                  </a:moveTo>
                  <a:lnTo>
                    <a:pt x="29616" y="0"/>
                  </a:lnTo>
                  <a:lnTo>
                    <a:pt x="29616" y="29668"/>
                  </a:lnTo>
                  <a:lnTo>
                    <a:pt x="0" y="29668"/>
                  </a:lnTo>
                  <a:lnTo>
                    <a:pt x="0" y="42150"/>
                  </a:lnTo>
                  <a:lnTo>
                    <a:pt x="29616" y="42150"/>
                  </a:lnTo>
                  <a:lnTo>
                    <a:pt x="29616" y="72038"/>
                  </a:lnTo>
                  <a:lnTo>
                    <a:pt x="42152" y="72038"/>
                  </a:lnTo>
                  <a:lnTo>
                    <a:pt x="42152" y="42150"/>
                  </a:lnTo>
                  <a:lnTo>
                    <a:pt x="71926" y="42150"/>
                  </a:lnTo>
                  <a:lnTo>
                    <a:pt x="71926" y="29668"/>
                  </a:lnTo>
                  <a:lnTo>
                    <a:pt x="42152" y="29668"/>
                  </a:lnTo>
                  <a:lnTo>
                    <a:pt x="4215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4" name="object 2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556594" y="3574918"/>
              <a:ext cx="91200" cy="108967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70830" y="3580564"/>
              <a:ext cx="85402" cy="108967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3778171" y="3560554"/>
              <a:ext cx="53975" cy="54610"/>
            </a:xfrm>
            <a:custGeom>
              <a:avLst/>
              <a:gdLst/>
              <a:ahLst/>
              <a:cxnLst/>
              <a:rect l="l" t="t" r="r" b="b"/>
              <a:pathLst>
                <a:path w="53975" h="54610">
                  <a:moveTo>
                    <a:pt x="31653" y="0"/>
                  </a:moveTo>
                  <a:lnTo>
                    <a:pt x="22251" y="0"/>
                  </a:lnTo>
                  <a:lnTo>
                    <a:pt x="22251" y="22251"/>
                  </a:lnTo>
                  <a:lnTo>
                    <a:pt x="0" y="22251"/>
                  </a:lnTo>
                  <a:lnTo>
                    <a:pt x="0" y="31613"/>
                  </a:lnTo>
                  <a:lnTo>
                    <a:pt x="22251" y="31613"/>
                  </a:lnTo>
                  <a:lnTo>
                    <a:pt x="22251" y="54021"/>
                  </a:lnTo>
                  <a:lnTo>
                    <a:pt x="31653" y="54021"/>
                  </a:lnTo>
                  <a:lnTo>
                    <a:pt x="31653" y="31613"/>
                  </a:lnTo>
                  <a:lnTo>
                    <a:pt x="53905" y="31613"/>
                  </a:lnTo>
                  <a:lnTo>
                    <a:pt x="53905" y="22251"/>
                  </a:lnTo>
                  <a:lnTo>
                    <a:pt x="31653" y="22251"/>
                  </a:lnTo>
                  <a:lnTo>
                    <a:pt x="3165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7" name="object 2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954932" y="3623012"/>
              <a:ext cx="71926" cy="72038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4181830" y="3601567"/>
              <a:ext cx="142240" cy="109220"/>
            </a:xfrm>
            <a:custGeom>
              <a:avLst/>
              <a:gdLst/>
              <a:ahLst/>
              <a:cxnLst/>
              <a:rect l="l" t="t" r="r" b="b"/>
              <a:pathLst>
                <a:path w="142239" h="109220">
                  <a:moveTo>
                    <a:pt x="101231" y="108978"/>
                  </a:moveTo>
                  <a:lnTo>
                    <a:pt x="63931" y="52933"/>
                  </a:lnTo>
                  <a:lnTo>
                    <a:pt x="97777" y="0"/>
                  </a:lnTo>
                  <a:lnTo>
                    <a:pt x="72402" y="0"/>
                  </a:lnTo>
                  <a:lnTo>
                    <a:pt x="50927" y="35013"/>
                  </a:lnTo>
                  <a:lnTo>
                    <a:pt x="29146" y="0"/>
                  </a:lnTo>
                  <a:lnTo>
                    <a:pt x="3441" y="0"/>
                  </a:lnTo>
                  <a:lnTo>
                    <a:pt x="37134" y="52108"/>
                  </a:lnTo>
                  <a:lnTo>
                    <a:pt x="0" y="108978"/>
                  </a:lnTo>
                  <a:lnTo>
                    <a:pt x="26327" y="108978"/>
                  </a:lnTo>
                  <a:lnTo>
                    <a:pt x="50457" y="71285"/>
                  </a:lnTo>
                  <a:lnTo>
                    <a:pt x="74752" y="108978"/>
                  </a:lnTo>
                  <a:lnTo>
                    <a:pt x="101231" y="108978"/>
                  </a:lnTo>
                  <a:close/>
                </a:path>
                <a:path w="142239" h="109220">
                  <a:moveTo>
                    <a:pt x="141693" y="13157"/>
                  </a:moveTo>
                  <a:lnTo>
                    <a:pt x="110947" y="13157"/>
                  </a:lnTo>
                  <a:lnTo>
                    <a:pt x="110947" y="28816"/>
                  </a:lnTo>
                  <a:lnTo>
                    <a:pt x="141693" y="28816"/>
                  </a:lnTo>
                  <a:lnTo>
                    <a:pt x="141693" y="13157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4123690" y="3610076"/>
              <a:ext cx="28575" cy="85090"/>
            </a:xfrm>
            <a:custGeom>
              <a:avLst/>
              <a:gdLst/>
              <a:ahLst/>
              <a:cxnLst/>
              <a:rect l="l" t="t" r="r" b="b"/>
              <a:pathLst>
                <a:path w="28575" h="85089">
                  <a:moveTo>
                    <a:pt x="26022" y="64592"/>
                  </a:moveTo>
                  <a:lnTo>
                    <a:pt x="20218" y="58750"/>
                  </a:lnTo>
                  <a:lnTo>
                    <a:pt x="5803" y="58750"/>
                  </a:lnTo>
                  <a:lnTo>
                    <a:pt x="0" y="64592"/>
                  </a:lnTo>
                  <a:lnTo>
                    <a:pt x="0" y="79032"/>
                  </a:lnTo>
                  <a:lnTo>
                    <a:pt x="5803" y="84886"/>
                  </a:lnTo>
                  <a:lnTo>
                    <a:pt x="20218" y="84886"/>
                  </a:lnTo>
                  <a:lnTo>
                    <a:pt x="26022" y="79032"/>
                  </a:lnTo>
                  <a:lnTo>
                    <a:pt x="26022" y="71831"/>
                  </a:lnTo>
                  <a:lnTo>
                    <a:pt x="26022" y="64592"/>
                  </a:lnTo>
                  <a:close/>
                </a:path>
                <a:path w="28575" h="85089">
                  <a:moveTo>
                    <a:pt x="28524" y="5854"/>
                  </a:moveTo>
                  <a:lnTo>
                    <a:pt x="22720" y="0"/>
                  </a:lnTo>
                  <a:lnTo>
                    <a:pt x="8305" y="0"/>
                  </a:lnTo>
                  <a:lnTo>
                    <a:pt x="2349" y="5854"/>
                  </a:lnTo>
                  <a:lnTo>
                    <a:pt x="2349" y="20281"/>
                  </a:lnTo>
                  <a:lnTo>
                    <a:pt x="8305" y="26136"/>
                  </a:lnTo>
                  <a:lnTo>
                    <a:pt x="22720" y="26136"/>
                  </a:lnTo>
                  <a:lnTo>
                    <a:pt x="28524" y="20281"/>
                  </a:lnTo>
                  <a:lnTo>
                    <a:pt x="28524" y="13068"/>
                  </a:lnTo>
                  <a:lnTo>
                    <a:pt x="28524" y="585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0" name="object 30"/>
          <p:cNvSpPr/>
          <p:nvPr/>
        </p:nvSpPr>
        <p:spPr>
          <a:xfrm>
            <a:off x="2075834" y="4121028"/>
            <a:ext cx="534670" cy="111125"/>
          </a:xfrm>
          <a:custGeom>
            <a:avLst/>
            <a:gdLst/>
            <a:ahLst/>
            <a:cxnLst/>
            <a:rect l="l" t="t" r="r" b="b"/>
            <a:pathLst>
              <a:path w="534669" h="111125">
                <a:moveTo>
                  <a:pt x="12034" y="30030"/>
                </a:moveTo>
                <a:lnTo>
                  <a:pt x="0" y="30030"/>
                </a:lnTo>
                <a:lnTo>
                  <a:pt x="0" y="108977"/>
                </a:lnTo>
                <a:lnTo>
                  <a:pt x="13382" y="108977"/>
                </a:lnTo>
                <a:lnTo>
                  <a:pt x="13382" y="61996"/>
                </a:lnTo>
                <a:lnTo>
                  <a:pt x="14118" y="56792"/>
                </a:lnTo>
                <a:lnTo>
                  <a:pt x="16594" y="48912"/>
                </a:lnTo>
                <a:lnTo>
                  <a:pt x="18255" y="46472"/>
                </a:lnTo>
                <a:lnTo>
                  <a:pt x="22909" y="42953"/>
                </a:lnTo>
                <a:lnTo>
                  <a:pt x="25542" y="42073"/>
                </a:lnTo>
                <a:lnTo>
                  <a:pt x="39342" y="42073"/>
                </a:lnTo>
                <a:lnTo>
                  <a:pt x="12034" y="42000"/>
                </a:lnTo>
                <a:lnTo>
                  <a:pt x="12034" y="30030"/>
                </a:lnTo>
                <a:close/>
              </a:path>
              <a:path w="534669" h="111125">
                <a:moveTo>
                  <a:pt x="39342" y="42073"/>
                </a:moveTo>
                <a:lnTo>
                  <a:pt x="31732" y="42073"/>
                </a:lnTo>
                <a:lnTo>
                  <a:pt x="34991" y="43039"/>
                </a:lnTo>
                <a:lnTo>
                  <a:pt x="38266" y="44973"/>
                </a:lnTo>
                <a:lnTo>
                  <a:pt x="39342" y="42073"/>
                </a:lnTo>
                <a:close/>
              </a:path>
              <a:path w="534669" h="111125">
                <a:moveTo>
                  <a:pt x="33628" y="28246"/>
                </a:moveTo>
                <a:lnTo>
                  <a:pt x="12034" y="42000"/>
                </a:lnTo>
                <a:lnTo>
                  <a:pt x="39370" y="42000"/>
                </a:lnTo>
                <a:lnTo>
                  <a:pt x="42873" y="32558"/>
                </a:lnTo>
                <a:lnTo>
                  <a:pt x="38219" y="29684"/>
                </a:lnTo>
                <a:lnTo>
                  <a:pt x="33628" y="28246"/>
                </a:lnTo>
                <a:close/>
              </a:path>
              <a:path w="534669" h="111125">
                <a:moveTo>
                  <a:pt x="84697" y="28246"/>
                </a:moveTo>
                <a:lnTo>
                  <a:pt x="50405" y="52480"/>
                </a:lnTo>
                <a:lnTo>
                  <a:pt x="47896" y="69355"/>
                </a:lnTo>
                <a:lnTo>
                  <a:pt x="47922" y="71337"/>
                </a:lnTo>
                <a:lnTo>
                  <a:pt x="69920" y="108094"/>
                </a:lnTo>
                <a:lnTo>
                  <a:pt x="94601" y="110761"/>
                </a:lnTo>
                <a:lnTo>
                  <a:pt x="102123" y="108531"/>
                </a:lnTo>
                <a:lnTo>
                  <a:pt x="113710" y="99759"/>
                </a:lnTo>
                <a:lnTo>
                  <a:pt x="78931" y="99759"/>
                </a:lnTo>
                <a:lnTo>
                  <a:pt x="73430" y="97456"/>
                </a:lnTo>
                <a:lnTo>
                  <a:pt x="64608" y="88237"/>
                </a:lnTo>
                <a:lnTo>
                  <a:pt x="62163" y="81596"/>
                </a:lnTo>
                <a:lnTo>
                  <a:pt x="61662" y="72924"/>
                </a:lnTo>
                <a:lnTo>
                  <a:pt x="120504" y="72924"/>
                </a:lnTo>
                <a:lnTo>
                  <a:pt x="120566" y="69355"/>
                </a:lnTo>
                <a:lnTo>
                  <a:pt x="120062" y="61921"/>
                </a:lnTo>
                <a:lnTo>
                  <a:pt x="62414" y="61921"/>
                </a:lnTo>
                <a:lnTo>
                  <a:pt x="62853" y="55032"/>
                </a:lnTo>
                <a:lnTo>
                  <a:pt x="65172" y="49531"/>
                </a:lnTo>
                <a:lnTo>
                  <a:pt x="73540" y="41305"/>
                </a:lnTo>
                <a:lnTo>
                  <a:pt x="78695" y="39249"/>
                </a:lnTo>
                <a:lnTo>
                  <a:pt x="110703" y="39249"/>
                </a:lnTo>
                <a:lnTo>
                  <a:pt x="110537" y="39025"/>
                </a:lnTo>
                <a:lnTo>
                  <a:pt x="105167" y="34310"/>
                </a:lnTo>
                <a:lnTo>
                  <a:pt x="99069" y="30941"/>
                </a:lnTo>
                <a:lnTo>
                  <a:pt x="92245" y="28920"/>
                </a:lnTo>
                <a:lnTo>
                  <a:pt x="84697" y="28246"/>
                </a:lnTo>
                <a:close/>
              </a:path>
              <a:path w="534669" h="111125">
                <a:moveTo>
                  <a:pt x="106306" y="83553"/>
                </a:moveTo>
                <a:lnTo>
                  <a:pt x="104285" y="89203"/>
                </a:lnTo>
                <a:lnTo>
                  <a:pt x="101527" y="93316"/>
                </a:lnTo>
                <a:lnTo>
                  <a:pt x="94601" y="98470"/>
                </a:lnTo>
                <a:lnTo>
                  <a:pt x="90417" y="99759"/>
                </a:lnTo>
                <a:lnTo>
                  <a:pt x="113710" y="99759"/>
                </a:lnTo>
                <a:lnTo>
                  <a:pt x="113907" y="99611"/>
                </a:lnTo>
                <a:lnTo>
                  <a:pt x="117956" y="93316"/>
                </a:lnTo>
                <a:lnTo>
                  <a:pt x="120128" y="85264"/>
                </a:lnTo>
                <a:lnTo>
                  <a:pt x="106306" y="83553"/>
                </a:lnTo>
                <a:close/>
              </a:path>
              <a:path w="534669" h="111125">
                <a:moveTo>
                  <a:pt x="110703" y="39249"/>
                </a:moveTo>
                <a:lnTo>
                  <a:pt x="91623" y="39249"/>
                </a:lnTo>
                <a:lnTo>
                  <a:pt x="97155" y="41826"/>
                </a:lnTo>
                <a:lnTo>
                  <a:pt x="101402" y="46978"/>
                </a:lnTo>
                <a:lnTo>
                  <a:pt x="104175" y="50300"/>
                </a:lnTo>
                <a:lnTo>
                  <a:pt x="105868" y="55280"/>
                </a:lnTo>
                <a:lnTo>
                  <a:pt x="106463" y="61921"/>
                </a:lnTo>
                <a:lnTo>
                  <a:pt x="120062" y="61921"/>
                </a:lnTo>
                <a:lnTo>
                  <a:pt x="119940" y="60128"/>
                </a:lnTo>
                <a:lnTo>
                  <a:pt x="118061" y="51997"/>
                </a:lnTo>
                <a:lnTo>
                  <a:pt x="114927" y="44963"/>
                </a:lnTo>
                <a:lnTo>
                  <a:pt x="110703" y="39249"/>
                </a:lnTo>
                <a:close/>
              </a:path>
              <a:path w="534669" h="111125">
                <a:moveTo>
                  <a:pt x="200626" y="39323"/>
                </a:moveTo>
                <a:lnTo>
                  <a:pt x="177606" y="39323"/>
                </a:lnTo>
                <a:lnTo>
                  <a:pt x="182683" y="40835"/>
                </a:lnTo>
                <a:lnTo>
                  <a:pt x="188622" y="46088"/>
                </a:lnTo>
                <a:lnTo>
                  <a:pt x="189876" y="49928"/>
                </a:lnTo>
                <a:lnTo>
                  <a:pt x="189813" y="58874"/>
                </a:lnTo>
                <a:lnTo>
                  <a:pt x="184705" y="60657"/>
                </a:lnTo>
                <a:lnTo>
                  <a:pt x="176760" y="62194"/>
                </a:lnTo>
                <a:lnTo>
                  <a:pt x="160667" y="64127"/>
                </a:lnTo>
                <a:lnTo>
                  <a:pt x="156702" y="64795"/>
                </a:lnTo>
                <a:lnTo>
                  <a:pt x="134905" y="84296"/>
                </a:lnTo>
                <a:lnTo>
                  <a:pt x="134905" y="94754"/>
                </a:lnTo>
                <a:lnTo>
                  <a:pt x="137240" y="100169"/>
                </a:lnTo>
                <a:lnTo>
                  <a:pt x="146548" y="108643"/>
                </a:lnTo>
                <a:lnTo>
                  <a:pt x="153208" y="110761"/>
                </a:lnTo>
                <a:lnTo>
                  <a:pt x="167123" y="110761"/>
                </a:lnTo>
                <a:lnTo>
                  <a:pt x="172043" y="109894"/>
                </a:lnTo>
                <a:lnTo>
                  <a:pt x="181210" y="106426"/>
                </a:lnTo>
                <a:lnTo>
                  <a:pt x="185974" y="103451"/>
                </a:lnTo>
                <a:lnTo>
                  <a:pt x="189702" y="100280"/>
                </a:lnTo>
                <a:lnTo>
                  <a:pt x="159867" y="100280"/>
                </a:lnTo>
                <a:lnTo>
                  <a:pt x="155918" y="99090"/>
                </a:lnTo>
                <a:lnTo>
                  <a:pt x="150528" y="94332"/>
                </a:lnTo>
                <a:lnTo>
                  <a:pt x="149270" y="91557"/>
                </a:lnTo>
                <a:lnTo>
                  <a:pt x="149180" y="85461"/>
                </a:lnTo>
                <a:lnTo>
                  <a:pt x="149791" y="83343"/>
                </a:lnTo>
                <a:lnTo>
                  <a:pt x="177669" y="73022"/>
                </a:lnTo>
                <a:lnTo>
                  <a:pt x="184955" y="71337"/>
                </a:lnTo>
                <a:lnTo>
                  <a:pt x="189813" y="69355"/>
                </a:lnTo>
                <a:lnTo>
                  <a:pt x="203321" y="69355"/>
                </a:lnTo>
                <a:lnTo>
                  <a:pt x="203205" y="49928"/>
                </a:lnTo>
                <a:lnTo>
                  <a:pt x="203102" y="47995"/>
                </a:lnTo>
                <a:lnTo>
                  <a:pt x="202663" y="45716"/>
                </a:lnTo>
                <a:lnTo>
                  <a:pt x="201864" y="42048"/>
                </a:lnTo>
                <a:lnTo>
                  <a:pt x="200626" y="39323"/>
                </a:lnTo>
                <a:close/>
              </a:path>
              <a:path w="534669" h="111125">
                <a:moveTo>
                  <a:pt x="204138" y="99239"/>
                </a:moveTo>
                <a:lnTo>
                  <a:pt x="190926" y="99239"/>
                </a:lnTo>
                <a:lnTo>
                  <a:pt x="191318" y="102957"/>
                </a:lnTo>
                <a:lnTo>
                  <a:pt x="192211" y="106203"/>
                </a:lnTo>
                <a:lnTo>
                  <a:pt x="193590" y="108977"/>
                </a:lnTo>
                <a:lnTo>
                  <a:pt x="207568" y="108977"/>
                </a:lnTo>
                <a:lnTo>
                  <a:pt x="205875" y="105954"/>
                </a:lnTo>
                <a:lnTo>
                  <a:pt x="204747" y="102795"/>
                </a:lnTo>
                <a:lnTo>
                  <a:pt x="204138" y="99239"/>
                </a:lnTo>
                <a:close/>
              </a:path>
              <a:path w="534669" h="111125">
                <a:moveTo>
                  <a:pt x="203321" y="69355"/>
                </a:moveTo>
                <a:lnTo>
                  <a:pt x="189813" y="69355"/>
                </a:lnTo>
                <a:lnTo>
                  <a:pt x="189715" y="80767"/>
                </a:lnTo>
                <a:lnTo>
                  <a:pt x="189092" y="84619"/>
                </a:lnTo>
                <a:lnTo>
                  <a:pt x="185770" y="91557"/>
                </a:lnTo>
                <a:lnTo>
                  <a:pt x="182824" y="94643"/>
                </a:lnTo>
                <a:lnTo>
                  <a:pt x="174801" y="99153"/>
                </a:lnTo>
                <a:lnTo>
                  <a:pt x="170225" y="100280"/>
                </a:lnTo>
                <a:lnTo>
                  <a:pt x="189702" y="100280"/>
                </a:lnTo>
                <a:lnTo>
                  <a:pt x="190926" y="99239"/>
                </a:lnTo>
                <a:lnTo>
                  <a:pt x="204138" y="99239"/>
                </a:lnTo>
                <a:lnTo>
                  <a:pt x="203619" y="96203"/>
                </a:lnTo>
                <a:lnTo>
                  <a:pt x="203435" y="91359"/>
                </a:lnTo>
                <a:lnTo>
                  <a:pt x="203321" y="69355"/>
                </a:lnTo>
                <a:close/>
              </a:path>
              <a:path w="534669" h="111125">
                <a:moveTo>
                  <a:pt x="179534" y="28246"/>
                </a:moveTo>
                <a:lnTo>
                  <a:pt x="140358" y="42433"/>
                </a:lnTo>
                <a:lnTo>
                  <a:pt x="137208" y="52555"/>
                </a:lnTo>
                <a:lnTo>
                  <a:pt x="150293" y="54339"/>
                </a:lnTo>
                <a:lnTo>
                  <a:pt x="151719" y="48739"/>
                </a:lnTo>
                <a:lnTo>
                  <a:pt x="153944" y="44836"/>
                </a:lnTo>
                <a:lnTo>
                  <a:pt x="159930" y="40425"/>
                </a:lnTo>
                <a:lnTo>
                  <a:pt x="164568" y="39323"/>
                </a:lnTo>
                <a:lnTo>
                  <a:pt x="200626" y="39323"/>
                </a:lnTo>
                <a:lnTo>
                  <a:pt x="200485" y="39012"/>
                </a:lnTo>
                <a:lnTo>
                  <a:pt x="196520" y="34206"/>
                </a:lnTo>
                <a:lnTo>
                  <a:pt x="193417" y="32210"/>
                </a:lnTo>
                <a:lnTo>
                  <a:pt x="185002" y="29039"/>
                </a:lnTo>
                <a:lnTo>
                  <a:pt x="179534" y="28246"/>
                </a:lnTo>
                <a:close/>
              </a:path>
              <a:path w="534669" h="111125">
                <a:moveTo>
                  <a:pt x="267021" y="28246"/>
                </a:moveTo>
                <a:lnTo>
                  <a:pt x="229553" y="41032"/>
                </a:lnTo>
                <a:lnTo>
                  <a:pt x="222501" y="61278"/>
                </a:lnTo>
                <a:lnTo>
                  <a:pt x="222501" y="69801"/>
                </a:lnTo>
                <a:lnTo>
                  <a:pt x="237654" y="104803"/>
                </a:lnTo>
                <a:lnTo>
                  <a:pt x="266989" y="110761"/>
                </a:lnTo>
                <a:lnTo>
                  <a:pt x="274260" y="108196"/>
                </a:lnTo>
                <a:lnTo>
                  <a:pt x="283990" y="99759"/>
                </a:lnTo>
                <a:lnTo>
                  <a:pt x="251695" y="99759"/>
                </a:lnTo>
                <a:lnTo>
                  <a:pt x="246383" y="97356"/>
                </a:lnTo>
                <a:lnTo>
                  <a:pt x="238266" y="87741"/>
                </a:lnTo>
                <a:lnTo>
                  <a:pt x="236250" y="80059"/>
                </a:lnTo>
                <a:lnTo>
                  <a:pt x="236244" y="58973"/>
                </a:lnTo>
                <a:lnTo>
                  <a:pt x="238344" y="51328"/>
                </a:lnTo>
                <a:lnTo>
                  <a:pt x="246759" y="41664"/>
                </a:lnTo>
                <a:lnTo>
                  <a:pt x="252228" y="39249"/>
                </a:lnTo>
                <a:lnTo>
                  <a:pt x="285008" y="39249"/>
                </a:lnTo>
                <a:lnTo>
                  <a:pt x="284916" y="39088"/>
                </a:lnTo>
                <a:lnTo>
                  <a:pt x="274025" y="30415"/>
                </a:lnTo>
                <a:lnTo>
                  <a:pt x="267021" y="28246"/>
                </a:lnTo>
                <a:close/>
              </a:path>
              <a:path w="534669" h="111125">
                <a:moveTo>
                  <a:pt x="278052" y="80059"/>
                </a:moveTo>
                <a:lnTo>
                  <a:pt x="277112" y="86750"/>
                </a:lnTo>
                <a:lnTo>
                  <a:pt x="274887" y="91706"/>
                </a:lnTo>
                <a:lnTo>
                  <a:pt x="267851" y="98149"/>
                </a:lnTo>
                <a:lnTo>
                  <a:pt x="263479" y="99759"/>
                </a:lnTo>
                <a:lnTo>
                  <a:pt x="283990" y="99759"/>
                </a:lnTo>
                <a:lnTo>
                  <a:pt x="286091" y="97937"/>
                </a:lnTo>
                <a:lnTo>
                  <a:pt x="289774" y="90839"/>
                </a:lnTo>
                <a:lnTo>
                  <a:pt x="291215" y="81769"/>
                </a:lnTo>
                <a:lnTo>
                  <a:pt x="278052" y="80059"/>
                </a:lnTo>
                <a:close/>
              </a:path>
              <a:path w="534669" h="111125">
                <a:moveTo>
                  <a:pt x="285008" y="39249"/>
                </a:moveTo>
                <a:lnTo>
                  <a:pt x="263432" y="39249"/>
                </a:lnTo>
                <a:lnTo>
                  <a:pt x="267224" y="40587"/>
                </a:lnTo>
                <a:lnTo>
                  <a:pt x="273524" y="45939"/>
                </a:lnTo>
                <a:lnTo>
                  <a:pt x="275702" y="49928"/>
                </a:lnTo>
                <a:lnTo>
                  <a:pt x="276940" y="55231"/>
                </a:lnTo>
                <a:lnTo>
                  <a:pt x="289946" y="53224"/>
                </a:lnTo>
                <a:lnTo>
                  <a:pt x="288410" y="45244"/>
                </a:lnTo>
                <a:lnTo>
                  <a:pt x="285008" y="39249"/>
                </a:lnTo>
                <a:close/>
              </a:path>
              <a:path w="534669" h="111125">
                <a:moveTo>
                  <a:pt x="320707" y="40438"/>
                </a:moveTo>
                <a:lnTo>
                  <a:pt x="307403" y="40438"/>
                </a:lnTo>
                <a:lnTo>
                  <a:pt x="307524" y="95052"/>
                </a:lnTo>
                <a:lnTo>
                  <a:pt x="307951" y="99153"/>
                </a:lnTo>
                <a:lnTo>
                  <a:pt x="328949" y="110018"/>
                </a:lnTo>
                <a:lnTo>
                  <a:pt x="332318" y="109621"/>
                </a:lnTo>
                <a:lnTo>
                  <a:pt x="336079" y="108828"/>
                </a:lnTo>
                <a:lnTo>
                  <a:pt x="334237" y="97530"/>
                </a:lnTo>
                <a:lnTo>
                  <a:pt x="326301" y="97530"/>
                </a:lnTo>
                <a:lnTo>
                  <a:pt x="324781" y="97207"/>
                </a:lnTo>
                <a:lnTo>
                  <a:pt x="322650" y="95918"/>
                </a:lnTo>
                <a:lnTo>
                  <a:pt x="321882" y="95052"/>
                </a:lnTo>
                <a:lnTo>
                  <a:pt x="320942" y="92871"/>
                </a:lnTo>
                <a:lnTo>
                  <a:pt x="320707" y="90417"/>
                </a:lnTo>
                <a:lnTo>
                  <a:pt x="320707" y="40438"/>
                </a:lnTo>
                <a:close/>
              </a:path>
              <a:path w="534669" h="111125">
                <a:moveTo>
                  <a:pt x="334152" y="97009"/>
                </a:moveTo>
                <a:lnTo>
                  <a:pt x="331723" y="97356"/>
                </a:lnTo>
                <a:lnTo>
                  <a:pt x="329764" y="97530"/>
                </a:lnTo>
                <a:lnTo>
                  <a:pt x="334237" y="97530"/>
                </a:lnTo>
                <a:lnTo>
                  <a:pt x="334152" y="97009"/>
                </a:lnTo>
                <a:close/>
              </a:path>
              <a:path w="534669" h="111125">
                <a:moveTo>
                  <a:pt x="334152" y="30030"/>
                </a:moveTo>
                <a:lnTo>
                  <a:pt x="297593" y="30030"/>
                </a:lnTo>
                <a:lnTo>
                  <a:pt x="297593" y="40438"/>
                </a:lnTo>
                <a:lnTo>
                  <a:pt x="334152" y="40438"/>
                </a:lnTo>
                <a:lnTo>
                  <a:pt x="334152" y="30030"/>
                </a:lnTo>
                <a:close/>
              </a:path>
              <a:path w="534669" h="111125">
                <a:moveTo>
                  <a:pt x="320707" y="2446"/>
                </a:moveTo>
                <a:lnTo>
                  <a:pt x="307403" y="10474"/>
                </a:lnTo>
                <a:lnTo>
                  <a:pt x="307403" y="30030"/>
                </a:lnTo>
                <a:lnTo>
                  <a:pt x="320707" y="30030"/>
                </a:lnTo>
                <a:lnTo>
                  <a:pt x="320707" y="2446"/>
                </a:lnTo>
                <a:close/>
              </a:path>
              <a:path w="534669" h="111125">
                <a:moveTo>
                  <a:pt x="361935" y="0"/>
                </a:moveTo>
                <a:lnTo>
                  <a:pt x="348553" y="0"/>
                </a:lnTo>
                <a:lnTo>
                  <a:pt x="348553" y="15383"/>
                </a:lnTo>
                <a:lnTo>
                  <a:pt x="361935" y="15383"/>
                </a:lnTo>
                <a:lnTo>
                  <a:pt x="361935" y="0"/>
                </a:lnTo>
                <a:close/>
              </a:path>
              <a:path w="534669" h="111125">
                <a:moveTo>
                  <a:pt x="361935" y="30030"/>
                </a:moveTo>
                <a:lnTo>
                  <a:pt x="348553" y="30030"/>
                </a:lnTo>
                <a:lnTo>
                  <a:pt x="348553" y="108977"/>
                </a:lnTo>
                <a:lnTo>
                  <a:pt x="361935" y="108977"/>
                </a:lnTo>
                <a:lnTo>
                  <a:pt x="361935" y="30030"/>
                </a:lnTo>
                <a:close/>
              </a:path>
              <a:path w="534669" h="111125">
                <a:moveTo>
                  <a:pt x="415339" y="28246"/>
                </a:moveTo>
                <a:lnTo>
                  <a:pt x="381413" y="50417"/>
                </a:lnTo>
                <a:lnTo>
                  <a:pt x="378358" y="69504"/>
                </a:lnTo>
                <a:lnTo>
                  <a:pt x="379002" y="78917"/>
                </a:lnTo>
                <a:lnTo>
                  <a:pt x="407495" y="110097"/>
                </a:lnTo>
                <a:lnTo>
                  <a:pt x="422234" y="110761"/>
                </a:lnTo>
                <a:lnTo>
                  <a:pt x="428502" y="109151"/>
                </a:lnTo>
                <a:lnTo>
                  <a:pt x="434457" y="105930"/>
                </a:lnTo>
                <a:lnTo>
                  <a:pt x="440255" y="102708"/>
                </a:lnTo>
                <a:lnTo>
                  <a:pt x="443116" y="99759"/>
                </a:lnTo>
                <a:lnTo>
                  <a:pt x="408601" y="99759"/>
                </a:lnTo>
                <a:lnTo>
                  <a:pt x="403106" y="97232"/>
                </a:lnTo>
                <a:lnTo>
                  <a:pt x="394341" y="87185"/>
                </a:lnTo>
                <a:lnTo>
                  <a:pt x="392147" y="79614"/>
                </a:lnTo>
                <a:lnTo>
                  <a:pt x="392190" y="59250"/>
                </a:lnTo>
                <a:lnTo>
                  <a:pt x="394341" y="51836"/>
                </a:lnTo>
                <a:lnTo>
                  <a:pt x="403117" y="41826"/>
                </a:lnTo>
                <a:lnTo>
                  <a:pt x="408601" y="39323"/>
                </a:lnTo>
                <a:lnTo>
                  <a:pt x="442296" y="39323"/>
                </a:lnTo>
                <a:lnTo>
                  <a:pt x="441979" y="38914"/>
                </a:lnTo>
                <a:lnTo>
                  <a:pt x="436428" y="34247"/>
                </a:lnTo>
                <a:lnTo>
                  <a:pt x="430128" y="30913"/>
                </a:lnTo>
                <a:lnTo>
                  <a:pt x="423094" y="28913"/>
                </a:lnTo>
                <a:lnTo>
                  <a:pt x="415339" y="28246"/>
                </a:lnTo>
                <a:close/>
              </a:path>
              <a:path w="534669" h="111125">
                <a:moveTo>
                  <a:pt x="442296" y="39323"/>
                </a:moveTo>
                <a:lnTo>
                  <a:pt x="421921" y="39323"/>
                </a:lnTo>
                <a:lnTo>
                  <a:pt x="427406" y="41838"/>
                </a:lnTo>
                <a:lnTo>
                  <a:pt x="431793" y="46867"/>
                </a:lnTo>
                <a:lnTo>
                  <a:pt x="436338" y="51898"/>
                </a:lnTo>
                <a:lnTo>
                  <a:pt x="438518" y="59250"/>
                </a:lnTo>
                <a:lnTo>
                  <a:pt x="438475" y="79614"/>
                </a:lnTo>
                <a:lnTo>
                  <a:pt x="436338" y="87122"/>
                </a:lnTo>
                <a:lnTo>
                  <a:pt x="427562" y="97232"/>
                </a:lnTo>
                <a:lnTo>
                  <a:pt x="421921" y="99759"/>
                </a:lnTo>
                <a:lnTo>
                  <a:pt x="443116" y="99759"/>
                </a:lnTo>
                <a:lnTo>
                  <a:pt x="444643" y="98187"/>
                </a:lnTo>
                <a:lnTo>
                  <a:pt x="447620" y="92363"/>
                </a:lnTo>
                <a:lnTo>
                  <a:pt x="450754" y="86539"/>
                </a:lnTo>
                <a:lnTo>
                  <a:pt x="452249" y="78917"/>
                </a:lnTo>
                <a:lnTo>
                  <a:pt x="452321" y="68388"/>
                </a:lnTo>
                <a:lnTo>
                  <a:pt x="451675" y="59494"/>
                </a:lnTo>
                <a:lnTo>
                  <a:pt x="449736" y="51616"/>
                </a:lnTo>
                <a:lnTo>
                  <a:pt x="446504" y="44756"/>
                </a:lnTo>
                <a:lnTo>
                  <a:pt x="442296" y="39323"/>
                </a:lnTo>
                <a:close/>
              </a:path>
              <a:path w="534669" h="111125">
                <a:moveTo>
                  <a:pt x="482565" y="30030"/>
                </a:moveTo>
                <a:lnTo>
                  <a:pt x="470499" y="30030"/>
                </a:lnTo>
                <a:lnTo>
                  <a:pt x="470499" y="108977"/>
                </a:lnTo>
                <a:lnTo>
                  <a:pt x="483818" y="108977"/>
                </a:lnTo>
                <a:lnTo>
                  <a:pt x="483892" y="55504"/>
                </a:lnTo>
                <a:lnTo>
                  <a:pt x="485856" y="48887"/>
                </a:lnTo>
                <a:lnTo>
                  <a:pt x="490087" y="45269"/>
                </a:lnTo>
                <a:lnTo>
                  <a:pt x="494161" y="41652"/>
                </a:lnTo>
                <a:lnTo>
                  <a:pt x="495227" y="41255"/>
                </a:lnTo>
                <a:lnTo>
                  <a:pt x="482565" y="41255"/>
                </a:lnTo>
                <a:lnTo>
                  <a:pt x="482565" y="30030"/>
                </a:lnTo>
                <a:close/>
              </a:path>
              <a:path w="534669" h="111125">
                <a:moveTo>
                  <a:pt x="531294" y="39844"/>
                </a:moveTo>
                <a:lnTo>
                  <a:pt x="508421" y="39844"/>
                </a:lnTo>
                <a:lnTo>
                  <a:pt x="511398" y="40648"/>
                </a:lnTo>
                <a:lnTo>
                  <a:pt x="516726" y="43869"/>
                </a:lnTo>
                <a:lnTo>
                  <a:pt x="518606" y="46025"/>
                </a:lnTo>
                <a:lnTo>
                  <a:pt x="519759" y="48887"/>
                </a:lnTo>
                <a:lnTo>
                  <a:pt x="520643" y="51427"/>
                </a:lnTo>
                <a:lnTo>
                  <a:pt x="521270" y="55504"/>
                </a:lnTo>
                <a:lnTo>
                  <a:pt x="521270" y="108977"/>
                </a:lnTo>
                <a:lnTo>
                  <a:pt x="534590" y="108977"/>
                </a:lnTo>
                <a:lnTo>
                  <a:pt x="534590" y="54240"/>
                </a:lnTo>
                <a:lnTo>
                  <a:pt x="534277" y="49903"/>
                </a:lnTo>
                <a:lnTo>
                  <a:pt x="533807" y="47425"/>
                </a:lnTo>
                <a:lnTo>
                  <a:pt x="533023" y="43610"/>
                </a:lnTo>
                <a:lnTo>
                  <a:pt x="531613" y="40314"/>
                </a:lnTo>
                <a:lnTo>
                  <a:pt x="531294" y="39844"/>
                </a:lnTo>
                <a:close/>
              </a:path>
              <a:path w="534669" h="111125">
                <a:moveTo>
                  <a:pt x="512338" y="28246"/>
                </a:moveTo>
                <a:lnTo>
                  <a:pt x="482565" y="41255"/>
                </a:lnTo>
                <a:lnTo>
                  <a:pt x="495227" y="41255"/>
                </a:lnTo>
                <a:lnTo>
                  <a:pt x="499019" y="39844"/>
                </a:lnTo>
                <a:lnTo>
                  <a:pt x="531294" y="39844"/>
                </a:lnTo>
                <a:lnTo>
                  <a:pt x="529732" y="37538"/>
                </a:lnTo>
                <a:lnTo>
                  <a:pt x="527695" y="34763"/>
                </a:lnTo>
                <a:lnTo>
                  <a:pt x="524718" y="32521"/>
                </a:lnTo>
                <a:lnTo>
                  <a:pt x="520643" y="30811"/>
                </a:lnTo>
                <a:lnTo>
                  <a:pt x="516726" y="29100"/>
                </a:lnTo>
                <a:lnTo>
                  <a:pt x="512338" y="2824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31" name="object 31"/>
          <p:cNvGrpSpPr/>
          <p:nvPr/>
        </p:nvGrpSpPr>
        <p:grpSpPr>
          <a:xfrm>
            <a:off x="2724190" y="4145805"/>
            <a:ext cx="483234" cy="52069"/>
            <a:chOff x="2724190" y="4145805"/>
            <a:chExt cx="483234" cy="52069"/>
          </a:xfrm>
        </p:grpSpPr>
        <p:sp>
          <p:nvSpPr>
            <p:cNvPr id="32" name="object 32"/>
            <p:cNvSpPr/>
            <p:nvPr/>
          </p:nvSpPr>
          <p:spPr>
            <a:xfrm>
              <a:off x="2724190" y="4167924"/>
              <a:ext cx="401955" cy="9525"/>
            </a:xfrm>
            <a:custGeom>
              <a:avLst/>
              <a:gdLst/>
              <a:ahLst/>
              <a:cxnLst/>
              <a:rect l="l" t="t" r="r" b="b"/>
              <a:pathLst>
                <a:path w="401955" h="9525">
                  <a:moveTo>
                    <a:pt x="401471" y="0"/>
                  </a:moveTo>
                  <a:lnTo>
                    <a:pt x="0" y="0"/>
                  </a:lnTo>
                  <a:lnTo>
                    <a:pt x="0" y="9408"/>
                  </a:lnTo>
                  <a:lnTo>
                    <a:pt x="401471" y="9408"/>
                  </a:lnTo>
                  <a:lnTo>
                    <a:pt x="40147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3112029" y="4146902"/>
              <a:ext cx="94615" cy="50165"/>
            </a:xfrm>
            <a:custGeom>
              <a:avLst/>
              <a:gdLst/>
              <a:ahLst/>
              <a:cxnLst/>
              <a:rect l="l" t="t" r="r" b="b"/>
              <a:pathLst>
                <a:path w="94614" h="50164">
                  <a:moveTo>
                    <a:pt x="94021" y="25726"/>
                  </a:moveTo>
                  <a:lnTo>
                    <a:pt x="79330" y="29452"/>
                  </a:lnTo>
                  <a:lnTo>
                    <a:pt x="47010" y="37650"/>
                  </a:lnTo>
                  <a:lnTo>
                    <a:pt x="14690" y="45847"/>
                  </a:lnTo>
                  <a:lnTo>
                    <a:pt x="0" y="49574"/>
                  </a:lnTo>
                  <a:lnTo>
                    <a:pt x="1836" y="47315"/>
                  </a:lnTo>
                  <a:lnTo>
                    <a:pt x="5876" y="41562"/>
                  </a:lnTo>
                  <a:lnTo>
                    <a:pt x="9916" y="33853"/>
                  </a:lnTo>
                  <a:lnTo>
                    <a:pt x="11752" y="25726"/>
                  </a:lnTo>
                  <a:lnTo>
                    <a:pt x="9916" y="16957"/>
                  </a:lnTo>
                  <a:lnTo>
                    <a:pt x="5876" y="8641"/>
                  </a:lnTo>
                  <a:lnTo>
                    <a:pt x="1836" y="2436"/>
                  </a:lnTo>
                  <a:lnTo>
                    <a:pt x="0" y="0"/>
                  </a:lnTo>
                  <a:lnTo>
                    <a:pt x="14690" y="4019"/>
                  </a:lnTo>
                  <a:lnTo>
                    <a:pt x="47010" y="12863"/>
                  </a:lnTo>
                  <a:lnTo>
                    <a:pt x="79330" y="21706"/>
                  </a:lnTo>
                  <a:lnTo>
                    <a:pt x="94021" y="25726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3112029" y="4146902"/>
              <a:ext cx="94615" cy="50165"/>
            </a:xfrm>
            <a:custGeom>
              <a:avLst/>
              <a:gdLst/>
              <a:ahLst/>
              <a:cxnLst/>
              <a:rect l="l" t="t" r="r" b="b"/>
              <a:pathLst>
                <a:path w="94614" h="50164">
                  <a:moveTo>
                    <a:pt x="0" y="0"/>
                  </a:moveTo>
                  <a:lnTo>
                    <a:pt x="1836" y="2436"/>
                  </a:lnTo>
                  <a:lnTo>
                    <a:pt x="5876" y="8641"/>
                  </a:lnTo>
                  <a:lnTo>
                    <a:pt x="9916" y="16957"/>
                  </a:lnTo>
                  <a:lnTo>
                    <a:pt x="11752" y="25726"/>
                  </a:lnTo>
                  <a:lnTo>
                    <a:pt x="9916" y="33853"/>
                  </a:lnTo>
                  <a:lnTo>
                    <a:pt x="5876" y="41562"/>
                  </a:lnTo>
                  <a:lnTo>
                    <a:pt x="1836" y="47315"/>
                  </a:lnTo>
                  <a:lnTo>
                    <a:pt x="0" y="49574"/>
                  </a:lnTo>
                  <a:lnTo>
                    <a:pt x="94021" y="25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5" name="object 35"/>
          <p:cNvSpPr/>
          <p:nvPr/>
        </p:nvSpPr>
        <p:spPr>
          <a:xfrm>
            <a:off x="975483" y="2482259"/>
            <a:ext cx="113030" cy="470534"/>
          </a:xfrm>
          <a:custGeom>
            <a:avLst/>
            <a:gdLst/>
            <a:ahLst/>
            <a:cxnLst/>
            <a:rect l="l" t="t" r="r" b="b"/>
            <a:pathLst>
              <a:path w="113030" h="470535">
                <a:moveTo>
                  <a:pt x="41079" y="397406"/>
                </a:moveTo>
                <a:lnTo>
                  <a:pt x="6058" y="412816"/>
                </a:lnTo>
                <a:lnTo>
                  <a:pt x="0" y="433300"/>
                </a:lnTo>
                <a:lnTo>
                  <a:pt x="687" y="441100"/>
                </a:lnTo>
                <a:lnTo>
                  <a:pt x="32500" y="469540"/>
                </a:lnTo>
                <a:lnTo>
                  <a:pt x="41897" y="470181"/>
                </a:lnTo>
                <a:lnTo>
                  <a:pt x="51008" y="469540"/>
                </a:lnTo>
                <a:lnTo>
                  <a:pt x="58993" y="467643"/>
                </a:lnTo>
                <a:lnTo>
                  <a:pt x="65933" y="464472"/>
                </a:lnTo>
                <a:lnTo>
                  <a:pt x="71802" y="460036"/>
                </a:lnTo>
                <a:lnTo>
                  <a:pt x="74909" y="456351"/>
                </a:lnTo>
                <a:lnTo>
                  <a:pt x="44646" y="456351"/>
                </a:lnTo>
                <a:lnTo>
                  <a:pt x="44646" y="455614"/>
                </a:lnTo>
                <a:lnTo>
                  <a:pt x="10994" y="439305"/>
                </a:lnTo>
                <a:lnTo>
                  <a:pt x="10994" y="426368"/>
                </a:lnTo>
                <a:lnTo>
                  <a:pt x="13568" y="420849"/>
                </a:lnTo>
                <a:lnTo>
                  <a:pt x="22038" y="413808"/>
                </a:lnTo>
                <a:lnTo>
                  <a:pt x="27015" y="412114"/>
                </a:lnTo>
                <a:lnTo>
                  <a:pt x="33651" y="411518"/>
                </a:lnTo>
                <a:lnTo>
                  <a:pt x="44646" y="411518"/>
                </a:lnTo>
                <a:lnTo>
                  <a:pt x="44646" y="397468"/>
                </a:lnTo>
                <a:lnTo>
                  <a:pt x="43061" y="397421"/>
                </a:lnTo>
                <a:lnTo>
                  <a:pt x="41079" y="397406"/>
                </a:lnTo>
                <a:close/>
              </a:path>
              <a:path w="113030" h="470535">
                <a:moveTo>
                  <a:pt x="56977" y="397845"/>
                </a:moveTo>
                <a:lnTo>
                  <a:pt x="55268" y="411675"/>
                </a:lnTo>
                <a:lnTo>
                  <a:pt x="60914" y="413698"/>
                </a:lnTo>
                <a:lnTo>
                  <a:pt x="65025" y="416458"/>
                </a:lnTo>
                <a:lnTo>
                  <a:pt x="70172" y="423389"/>
                </a:lnTo>
                <a:lnTo>
                  <a:pt x="71457" y="427576"/>
                </a:lnTo>
                <a:lnTo>
                  <a:pt x="71365" y="439305"/>
                </a:lnTo>
                <a:lnTo>
                  <a:pt x="69154" y="444574"/>
                </a:lnTo>
                <a:lnTo>
                  <a:pt x="59948" y="453403"/>
                </a:lnTo>
                <a:lnTo>
                  <a:pt x="53313" y="455849"/>
                </a:lnTo>
                <a:lnTo>
                  <a:pt x="44646" y="456351"/>
                </a:lnTo>
                <a:lnTo>
                  <a:pt x="74909" y="456351"/>
                </a:lnTo>
                <a:lnTo>
                  <a:pt x="82458" y="423389"/>
                </a:lnTo>
                <a:lnTo>
                  <a:pt x="80233" y="415862"/>
                </a:lnTo>
                <a:lnTo>
                  <a:pt x="71316" y="404070"/>
                </a:lnTo>
                <a:lnTo>
                  <a:pt x="65050" y="400024"/>
                </a:lnTo>
                <a:lnTo>
                  <a:pt x="56977" y="397845"/>
                </a:lnTo>
                <a:close/>
              </a:path>
              <a:path w="113030" h="470535">
                <a:moveTo>
                  <a:pt x="44646" y="411518"/>
                </a:moveTo>
                <a:lnTo>
                  <a:pt x="33651" y="411518"/>
                </a:lnTo>
                <a:lnTo>
                  <a:pt x="33651" y="455614"/>
                </a:lnTo>
                <a:lnTo>
                  <a:pt x="44646" y="455614"/>
                </a:lnTo>
                <a:lnTo>
                  <a:pt x="44646" y="411518"/>
                </a:lnTo>
                <a:close/>
              </a:path>
              <a:path w="113030" h="470535">
                <a:moveTo>
                  <a:pt x="80672" y="314358"/>
                </a:moveTo>
                <a:lnTo>
                  <a:pt x="25975" y="314358"/>
                </a:lnTo>
                <a:lnTo>
                  <a:pt x="0" y="336594"/>
                </a:lnTo>
                <a:lnTo>
                  <a:pt x="0" y="341346"/>
                </a:lnTo>
                <a:lnTo>
                  <a:pt x="812" y="349082"/>
                </a:lnTo>
                <a:lnTo>
                  <a:pt x="3249" y="355849"/>
                </a:lnTo>
                <a:lnTo>
                  <a:pt x="7312" y="361648"/>
                </a:lnTo>
                <a:lnTo>
                  <a:pt x="13000" y="366482"/>
                </a:lnTo>
                <a:lnTo>
                  <a:pt x="1783" y="366482"/>
                </a:lnTo>
                <a:lnTo>
                  <a:pt x="1783" y="378525"/>
                </a:lnTo>
                <a:lnTo>
                  <a:pt x="80672" y="378525"/>
                </a:lnTo>
                <a:lnTo>
                  <a:pt x="80672" y="365134"/>
                </a:lnTo>
                <a:lnTo>
                  <a:pt x="27485" y="365134"/>
                </a:lnTo>
                <a:lnTo>
                  <a:pt x="20626" y="363064"/>
                </a:lnTo>
                <a:lnTo>
                  <a:pt x="13396" y="354784"/>
                </a:lnTo>
                <a:lnTo>
                  <a:pt x="11588" y="349876"/>
                </a:lnTo>
                <a:lnTo>
                  <a:pt x="11588" y="340609"/>
                </a:lnTo>
                <a:lnTo>
                  <a:pt x="27238" y="327750"/>
                </a:lnTo>
                <a:lnTo>
                  <a:pt x="80672" y="327750"/>
                </a:lnTo>
                <a:lnTo>
                  <a:pt x="80672" y="314358"/>
                </a:lnTo>
                <a:close/>
              </a:path>
              <a:path w="113030" h="470535">
                <a:moveTo>
                  <a:pt x="43061" y="222985"/>
                </a:moveTo>
                <a:lnTo>
                  <a:pt x="6058" y="238431"/>
                </a:lnTo>
                <a:lnTo>
                  <a:pt x="0" y="258910"/>
                </a:lnTo>
                <a:lnTo>
                  <a:pt x="687" y="266704"/>
                </a:lnTo>
                <a:lnTo>
                  <a:pt x="32500" y="295135"/>
                </a:lnTo>
                <a:lnTo>
                  <a:pt x="41897" y="295776"/>
                </a:lnTo>
                <a:lnTo>
                  <a:pt x="51016" y="295135"/>
                </a:lnTo>
                <a:lnTo>
                  <a:pt x="58993" y="293244"/>
                </a:lnTo>
                <a:lnTo>
                  <a:pt x="65933" y="290074"/>
                </a:lnTo>
                <a:lnTo>
                  <a:pt x="71802" y="285631"/>
                </a:lnTo>
                <a:lnTo>
                  <a:pt x="74900" y="281961"/>
                </a:lnTo>
                <a:lnTo>
                  <a:pt x="44646" y="281961"/>
                </a:lnTo>
                <a:lnTo>
                  <a:pt x="44646" y="281209"/>
                </a:lnTo>
                <a:lnTo>
                  <a:pt x="10994" y="264900"/>
                </a:lnTo>
                <a:lnTo>
                  <a:pt x="10994" y="251995"/>
                </a:lnTo>
                <a:lnTo>
                  <a:pt x="33651" y="237098"/>
                </a:lnTo>
                <a:lnTo>
                  <a:pt x="44646" y="237098"/>
                </a:lnTo>
                <a:lnTo>
                  <a:pt x="44646" y="223141"/>
                </a:lnTo>
                <a:lnTo>
                  <a:pt x="43061" y="222985"/>
                </a:lnTo>
                <a:close/>
              </a:path>
              <a:path w="113030" h="470535">
                <a:moveTo>
                  <a:pt x="56977" y="223455"/>
                </a:moveTo>
                <a:lnTo>
                  <a:pt x="55268" y="237254"/>
                </a:lnTo>
                <a:lnTo>
                  <a:pt x="60914" y="239293"/>
                </a:lnTo>
                <a:lnTo>
                  <a:pt x="65025" y="242116"/>
                </a:lnTo>
                <a:lnTo>
                  <a:pt x="70172" y="249015"/>
                </a:lnTo>
                <a:lnTo>
                  <a:pt x="71457" y="253249"/>
                </a:lnTo>
                <a:lnTo>
                  <a:pt x="71366" y="264900"/>
                </a:lnTo>
                <a:lnTo>
                  <a:pt x="69154" y="270185"/>
                </a:lnTo>
                <a:lnTo>
                  <a:pt x="59948" y="278998"/>
                </a:lnTo>
                <a:lnTo>
                  <a:pt x="53313" y="281459"/>
                </a:lnTo>
                <a:lnTo>
                  <a:pt x="44646" y="281961"/>
                </a:lnTo>
                <a:lnTo>
                  <a:pt x="74900" y="281961"/>
                </a:lnTo>
                <a:lnTo>
                  <a:pt x="82458" y="249015"/>
                </a:lnTo>
                <a:lnTo>
                  <a:pt x="80233" y="241488"/>
                </a:lnTo>
                <a:lnTo>
                  <a:pt x="75767" y="235530"/>
                </a:lnTo>
                <a:lnTo>
                  <a:pt x="71316" y="229728"/>
                </a:lnTo>
                <a:lnTo>
                  <a:pt x="65050" y="225650"/>
                </a:lnTo>
                <a:lnTo>
                  <a:pt x="56977" y="223455"/>
                </a:lnTo>
                <a:close/>
              </a:path>
              <a:path w="113030" h="470535">
                <a:moveTo>
                  <a:pt x="44646" y="237098"/>
                </a:moveTo>
                <a:lnTo>
                  <a:pt x="33651" y="237098"/>
                </a:lnTo>
                <a:lnTo>
                  <a:pt x="33651" y="281209"/>
                </a:lnTo>
                <a:lnTo>
                  <a:pt x="44646" y="281209"/>
                </a:lnTo>
                <a:lnTo>
                  <a:pt x="44646" y="237098"/>
                </a:lnTo>
                <a:close/>
              </a:path>
              <a:path w="113030" h="470535">
                <a:moveTo>
                  <a:pt x="4307" y="161358"/>
                </a:moveTo>
                <a:lnTo>
                  <a:pt x="1435" y="166062"/>
                </a:lnTo>
                <a:lnTo>
                  <a:pt x="0" y="170610"/>
                </a:lnTo>
                <a:lnTo>
                  <a:pt x="0" y="178294"/>
                </a:lnTo>
                <a:lnTo>
                  <a:pt x="13742" y="192250"/>
                </a:lnTo>
                <a:lnTo>
                  <a:pt x="1783" y="192250"/>
                </a:lnTo>
                <a:lnTo>
                  <a:pt x="1783" y="204324"/>
                </a:lnTo>
                <a:lnTo>
                  <a:pt x="80672" y="204324"/>
                </a:lnTo>
                <a:lnTo>
                  <a:pt x="80672" y="190838"/>
                </a:lnTo>
                <a:lnTo>
                  <a:pt x="33725" y="190838"/>
                </a:lnTo>
                <a:lnTo>
                  <a:pt x="28526" y="190211"/>
                </a:lnTo>
                <a:lnTo>
                  <a:pt x="23771" y="188643"/>
                </a:lnTo>
                <a:lnTo>
                  <a:pt x="20651" y="187702"/>
                </a:lnTo>
                <a:lnTo>
                  <a:pt x="18211" y="185977"/>
                </a:lnTo>
                <a:lnTo>
                  <a:pt x="14695" y="181273"/>
                </a:lnTo>
                <a:lnTo>
                  <a:pt x="13816" y="178764"/>
                </a:lnTo>
                <a:lnTo>
                  <a:pt x="13816" y="172492"/>
                </a:lnTo>
                <a:lnTo>
                  <a:pt x="14783" y="169199"/>
                </a:lnTo>
                <a:lnTo>
                  <a:pt x="16713" y="166062"/>
                </a:lnTo>
                <a:lnTo>
                  <a:pt x="4307" y="161358"/>
                </a:lnTo>
                <a:close/>
              </a:path>
              <a:path w="113030" h="470535">
                <a:moveTo>
                  <a:pt x="69984" y="87500"/>
                </a:moveTo>
                <a:lnTo>
                  <a:pt x="1783" y="87500"/>
                </a:lnTo>
                <a:lnTo>
                  <a:pt x="1783" y="99888"/>
                </a:lnTo>
                <a:lnTo>
                  <a:pt x="11291" y="99888"/>
                </a:lnTo>
                <a:lnTo>
                  <a:pt x="6351" y="104681"/>
                </a:lnTo>
                <a:lnTo>
                  <a:pt x="2822" y="110120"/>
                </a:lnTo>
                <a:lnTo>
                  <a:pt x="705" y="116206"/>
                </a:lnTo>
                <a:lnTo>
                  <a:pt x="0" y="122939"/>
                </a:lnTo>
                <a:lnTo>
                  <a:pt x="0" y="129839"/>
                </a:lnTo>
                <a:lnTo>
                  <a:pt x="33255" y="157124"/>
                </a:lnTo>
                <a:lnTo>
                  <a:pt x="40783" y="157124"/>
                </a:lnTo>
                <a:lnTo>
                  <a:pt x="48699" y="156565"/>
                </a:lnTo>
                <a:lnTo>
                  <a:pt x="56029" y="154890"/>
                </a:lnTo>
                <a:lnTo>
                  <a:pt x="62775" y="152096"/>
                </a:lnTo>
                <a:lnTo>
                  <a:pt x="68934" y="148186"/>
                </a:lnTo>
                <a:lnTo>
                  <a:pt x="73995" y="143325"/>
                </a:lnTo>
                <a:lnTo>
                  <a:pt x="30309" y="143325"/>
                </a:lnTo>
                <a:lnTo>
                  <a:pt x="23140" y="141286"/>
                </a:lnTo>
                <a:lnTo>
                  <a:pt x="18312" y="137052"/>
                </a:lnTo>
                <a:lnTo>
                  <a:pt x="13482" y="132975"/>
                </a:lnTo>
                <a:lnTo>
                  <a:pt x="11067" y="127800"/>
                </a:lnTo>
                <a:lnTo>
                  <a:pt x="11067" y="115883"/>
                </a:lnTo>
                <a:lnTo>
                  <a:pt x="13520" y="110708"/>
                </a:lnTo>
                <a:lnTo>
                  <a:pt x="18423" y="106474"/>
                </a:lnTo>
                <a:lnTo>
                  <a:pt x="23325" y="102083"/>
                </a:lnTo>
                <a:lnTo>
                  <a:pt x="30605" y="100045"/>
                </a:lnTo>
                <a:lnTo>
                  <a:pt x="106534" y="100045"/>
                </a:lnTo>
                <a:lnTo>
                  <a:pt x="105258" y="97693"/>
                </a:lnTo>
                <a:lnTo>
                  <a:pt x="78519" y="87735"/>
                </a:lnTo>
                <a:lnTo>
                  <a:pt x="69984" y="87500"/>
                </a:lnTo>
                <a:close/>
              </a:path>
              <a:path w="113030" h="470535">
                <a:moveTo>
                  <a:pt x="107045" y="100986"/>
                </a:moveTo>
                <a:lnTo>
                  <a:pt x="79057" y="100986"/>
                </a:lnTo>
                <a:lnTo>
                  <a:pt x="84777" y="101299"/>
                </a:lnTo>
                <a:lnTo>
                  <a:pt x="87504" y="102083"/>
                </a:lnTo>
                <a:lnTo>
                  <a:pt x="101623" y="116980"/>
                </a:lnTo>
                <a:lnTo>
                  <a:pt x="101623" y="129055"/>
                </a:lnTo>
                <a:lnTo>
                  <a:pt x="89149" y="141443"/>
                </a:lnTo>
                <a:lnTo>
                  <a:pt x="87206" y="154458"/>
                </a:lnTo>
                <a:lnTo>
                  <a:pt x="112686" y="115256"/>
                </a:lnTo>
                <a:lnTo>
                  <a:pt x="111213" y="108513"/>
                </a:lnTo>
                <a:lnTo>
                  <a:pt x="108235" y="103181"/>
                </a:lnTo>
                <a:lnTo>
                  <a:pt x="107045" y="100986"/>
                </a:lnTo>
                <a:close/>
              </a:path>
              <a:path w="113030" h="470535">
                <a:moveTo>
                  <a:pt x="106534" y="100045"/>
                </a:moveTo>
                <a:lnTo>
                  <a:pt x="50365" y="100045"/>
                </a:lnTo>
                <a:lnTo>
                  <a:pt x="57782" y="102083"/>
                </a:lnTo>
                <a:lnTo>
                  <a:pt x="62511" y="106161"/>
                </a:lnTo>
                <a:lnTo>
                  <a:pt x="67242" y="110394"/>
                </a:lnTo>
                <a:lnTo>
                  <a:pt x="69608" y="115569"/>
                </a:lnTo>
                <a:lnTo>
                  <a:pt x="69608" y="127800"/>
                </a:lnTo>
                <a:lnTo>
                  <a:pt x="67226" y="132975"/>
                </a:lnTo>
                <a:lnTo>
                  <a:pt x="62474" y="137209"/>
                </a:lnTo>
                <a:lnTo>
                  <a:pt x="57719" y="141286"/>
                </a:lnTo>
                <a:lnTo>
                  <a:pt x="50168" y="143325"/>
                </a:lnTo>
                <a:lnTo>
                  <a:pt x="73995" y="143325"/>
                </a:lnTo>
                <a:lnTo>
                  <a:pt x="77741" y="137386"/>
                </a:lnTo>
                <a:lnTo>
                  <a:pt x="79939" y="130611"/>
                </a:lnTo>
                <a:lnTo>
                  <a:pt x="80672" y="122939"/>
                </a:lnTo>
                <a:lnTo>
                  <a:pt x="80672" y="114158"/>
                </a:lnTo>
                <a:lnTo>
                  <a:pt x="77240" y="106945"/>
                </a:lnTo>
                <a:lnTo>
                  <a:pt x="70345" y="101143"/>
                </a:lnTo>
                <a:lnTo>
                  <a:pt x="79057" y="100986"/>
                </a:lnTo>
                <a:lnTo>
                  <a:pt x="107045" y="100986"/>
                </a:lnTo>
                <a:lnTo>
                  <a:pt x="106534" y="100045"/>
                </a:lnTo>
                <a:close/>
              </a:path>
              <a:path w="113030" h="470535">
                <a:moveTo>
                  <a:pt x="1783" y="0"/>
                </a:moveTo>
                <a:lnTo>
                  <a:pt x="1783" y="13328"/>
                </a:lnTo>
                <a:lnTo>
                  <a:pt x="47766" y="30264"/>
                </a:lnTo>
                <a:lnTo>
                  <a:pt x="53609" y="32303"/>
                </a:lnTo>
                <a:lnTo>
                  <a:pt x="59601" y="34184"/>
                </a:lnTo>
                <a:lnTo>
                  <a:pt x="65742" y="35752"/>
                </a:lnTo>
                <a:lnTo>
                  <a:pt x="59354" y="37477"/>
                </a:lnTo>
                <a:lnTo>
                  <a:pt x="53263" y="39359"/>
                </a:lnTo>
                <a:lnTo>
                  <a:pt x="1783" y="57863"/>
                </a:lnTo>
                <a:lnTo>
                  <a:pt x="1783" y="72289"/>
                </a:lnTo>
                <a:lnTo>
                  <a:pt x="80828" y="42338"/>
                </a:lnTo>
                <a:lnTo>
                  <a:pt x="107166" y="42338"/>
                </a:lnTo>
                <a:lnTo>
                  <a:pt x="104318" y="39986"/>
                </a:lnTo>
                <a:lnTo>
                  <a:pt x="99915" y="37477"/>
                </a:lnTo>
                <a:lnTo>
                  <a:pt x="96639" y="35752"/>
                </a:lnTo>
                <a:lnTo>
                  <a:pt x="90685" y="33243"/>
                </a:lnTo>
                <a:lnTo>
                  <a:pt x="1783" y="0"/>
                </a:lnTo>
                <a:close/>
              </a:path>
              <a:path w="113030" h="470535">
                <a:moveTo>
                  <a:pt x="107166" y="42338"/>
                </a:moveTo>
                <a:lnTo>
                  <a:pt x="80828" y="42338"/>
                </a:lnTo>
                <a:lnTo>
                  <a:pt x="82254" y="42966"/>
                </a:lnTo>
                <a:lnTo>
                  <a:pt x="83351" y="43279"/>
                </a:lnTo>
                <a:lnTo>
                  <a:pt x="84088" y="43593"/>
                </a:lnTo>
                <a:lnTo>
                  <a:pt x="89384" y="45475"/>
                </a:lnTo>
                <a:lnTo>
                  <a:pt x="92706" y="46729"/>
                </a:lnTo>
                <a:lnTo>
                  <a:pt x="94038" y="47670"/>
                </a:lnTo>
                <a:lnTo>
                  <a:pt x="95825" y="48768"/>
                </a:lnTo>
                <a:lnTo>
                  <a:pt x="97219" y="50179"/>
                </a:lnTo>
                <a:lnTo>
                  <a:pt x="98207" y="52061"/>
                </a:lnTo>
                <a:lnTo>
                  <a:pt x="99194" y="53786"/>
                </a:lnTo>
                <a:lnTo>
                  <a:pt x="99695" y="56138"/>
                </a:lnTo>
                <a:lnTo>
                  <a:pt x="99695" y="61313"/>
                </a:lnTo>
                <a:lnTo>
                  <a:pt x="99288" y="63822"/>
                </a:lnTo>
                <a:lnTo>
                  <a:pt x="98504" y="66801"/>
                </a:lnTo>
                <a:lnTo>
                  <a:pt x="111056" y="65390"/>
                </a:lnTo>
                <a:lnTo>
                  <a:pt x="112153" y="62097"/>
                </a:lnTo>
                <a:lnTo>
                  <a:pt x="112686" y="59274"/>
                </a:lnTo>
                <a:lnTo>
                  <a:pt x="112597" y="52061"/>
                </a:lnTo>
                <a:lnTo>
                  <a:pt x="111667" y="48768"/>
                </a:lnTo>
                <a:lnTo>
                  <a:pt x="109506" y="45475"/>
                </a:lnTo>
                <a:lnTo>
                  <a:pt x="107546" y="42652"/>
                </a:lnTo>
                <a:lnTo>
                  <a:pt x="107166" y="4233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36" name="object 36"/>
          <p:cNvGrpSpPr/>
          <p:nvPr/>
        </p:nvGrpSpPr>
        <p:grpSpPr>
          <a:xfrm>
            <a:off x="993187" y="1854703"/>
            <a:ext cx="52069" cy="436245"/>
            <a:chOff x="993187" y="1854703"/>
            <a:chExt cx="52069" cy="436245"/>
          </a:xfrm>
        </p:grpSpPr>
        <p:sp>
          <p:nvSpPr>
            <p:cNvPr id="37" name="object 37"/>
            <p:cNvSpPr/>
            <p:nvPr/>
          </p:nvSpPr>
          <p:spPr>
            <a:xfrm>
              <a:off x="1015295" y="1936244"/>
              <a:ext cx="9525" cy="354965"/>
            </a:xfrm>
            <a:custGeom>
              <a:avLst/>
              <a:gdLst/>
              <a:ahLst/>
              <a:cxnLst/>
              <a:rect l="l" t="t" r="r" b="b"/>
              <a:pathLst>
                <a:path w="9525" h="354964">
                  <a:moveTo>
                    <a:pt x="9402" y="0"/>
                  </a:moveTo>
                  <a:lnTo>
                    <a:pt x="0" y="0"/>
                  </a:lnTo>
                  <a:lnTo>
                    <a:pt x="0" y="354706"/>
                  </a:lnTo>
                  <a:lnTo>
                    <a:pt x="9402" y="354706"/>
                  </a:lnTo>
                  <a:lnTo>
                    <a:pt x="940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994284" y="1855800"/>
              <a:ext cx="50165" cy="94615"/>
            </a:xfrm>
            <a:custGeom>
              <a:avLst/>
              <a:gdLst/>
              <a:ahLst/>
              <a:cxnLst/>
              <a:rect l="l" t="t" r="r" b="b"/>
              <a:pathLst>
                <a:path w="50165" h="94614">
                  <a:moveTo>
                    <a:pt x="25711" y="0"/>
                  </a:moveTo>
                  <a:lnTo>
                    <a:pt x="29434" y="14701"/>
                  </a:lnTo>
                  <a:lnTo>
                    <a:pt x="37625" y="47043"/>
                  </a:lnTo>
                  <a:lnTo>
                    <a:pt x="45815" y="79385"/>
                  </a:lnTo>
                  <a:lnTo>
                    <a:pt x="49538" y="94086"/>
                  </a:lnTo>
                  <a:lnTo>
                    <a:pt x="47281" y="92248"/>
                  </a:lnTo>
                  <a:lnTo>
                    <a:pt x="41535" y="88206"/>
                  </a:lnTo>
                  <a:lnTo>
                    <a:pt x="33833" y="84163"/>
                  </a:lnTo>
                  <a:lnTo>
                    <a:pt x="25711" y="82325"/>
                  </a:lnTo>
                  <a:lnTo>
                    <a:pt x="16948" y="84163"/>
                  </a:lnTo>
                  <a:lnTo>
                    <a:pt x="8637" y="88206"/>
                  </a:lnTo>
                  <a:lnTo>
                    <a:pt x="2435" y="92248"/>
                  </a:lnTo>
                  <a:lnTo>
                    <a:pt x="0" y="94086"/>
                  </a:lnTo>
                  <a:lnTo>
                    <a:pt x="4017" y="79385"/>
                  </a:lnTo>
                  <a:lnTo>
                    <a:pt x="12855" y="47043"/>
                  </a:lnTo>
                  <a:lnTo>
                    <a:pt x="21694" y="14701"/>
                  </a:lnTo>
                  <a:lnTo>
                    <a:pt x="25711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994284" y="1855800"/>
              <a:ext cx="50165" cy="94615"/>
            </a:xfrm>
            <a:custGeom>
              <a:avLst/>
              <a:gdLst/>
              <a:ahLst/>
              <a:cxnLst/>
              <a:rect l="l" t="t" r="r" b="b"/>
              <a:pathLst>
                <a:path w="50165" h="94614">
                  <a:moveTo>
                    <a:pt x="25711" y="0"/>
                  </a:moveTo>
                  <a:lnTo>
                    <a:pt x="0" y="94086"/>
                  </a:lnTo>
                  <a:lnTo>
                    <a:pt x="2435" y="92248"/>
                  </a:lnTo>
                  <a:lnTo>
                    <a:pt x="8637" y="88206"/>
                  </a:lnTo>
                  <a:lnTo>
                    <a:pt x="16948" y="84163"/>
                  </a:lnTo>
                  <a:lnTo>
                    <a:pt x="25711" y="82325"/>
                  </a:lnTo>
                  <a:lnTo>
                    <a:pt x="46560" y="82325"/>
                  </a:lnTo>
                  <a:lnTo>
                    <a:pt x="25711" y="0"/>
                  </a:lnTo>
                  <a:close/>
                </a:path>
                <a:path w="50165" h="94614">
                  <a:moveTo>
                    <a:pt x="46560" y="82325"/>
                  </a:moveTo>
                  <a:lnTo>
                    <a:pt x="25711" y="82325"/>
                  </a:lnTo>
                  <a:lnTo>
                    <a:pt x="33833" y="84163"/>
                  </a:lnTo>
                  <a:lnTo>
                    <a:pt x="41535" y="88206"/>
                  </a:lnTo>
                  <a:lnTo>
                    <a:pt x="47281" y="92248"/>
                  </a:lnTo>
                  <a:lnTo>
                    <a:pt x="49538" y="94086"/>
                  </a:lnTo>
                  <a:lnTo>
                    <a:pt x="46560" y="8232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0" name="object 40"/>
          <p:cNvGrpSpPr/>
          <p:nvPr/>
        </p:nvGrpSpPr>
        <p:grpSpPr>
          <a:xfrm>
            <a:off x="4657261" y="1359604"/>
            <a:ext cx="1426210" cy="1314450"/>
            <a:chOff x="4657261" y="1359604"/>
            <a:chExt cx="1426210" cy="1314450"/>
          </a:xfrm>
        </p:grpSpPr>
        <p:sp>
          <p:nvSpPr>
            <p:cNvPr id="41" name="object 41"/>
            <p:cNvSpPr/>
            <p:nvPr/>
          </p:nvSpPr>
          <p:spPr>
            <a:xfrm>
              <a:off x="5650170" y="2297177"/>
              <a:ext cx="160020" cy="187325"/>
            </a:xfrm>
            <a:custGeom>
              <a:avLst/>
              <a:gdLst/>
              <a:ahLst/>
              <a:cxnLst/>
              <a:rect l="l" t="t" r="r" b="b"/>
              <a:pathLst>
                <a:path w="160020" h="187325">
                  <a:moveTo>
                    <a:pt x="85223" y="0"/>
                  </a:moveTo>
                  <a:lnTo>
                    <a:pt x="41429" y="10914"/>
                  </a:lnTo>
                  <a:lnTo>
                    <a:pt x="10779" y="42826"/>
                  </a:lnTo>
                  <a:lnTo>
                    <a:pt x="0" y="92018"/>
                  </a:lnTo>
                  <a:lnTo>
                    <a:pt x="598" y="104750"/>
                  </a:lnTo>
                  <a:lnTo>
                    <a:pt x="14877" y="151045"/>
                  </a:lnTo>
                  <a:lnTo>
                    <a:pt x="47200" y="180067"/>
                  </a:lnTo>
                  <a:lnTo>
                    <a:pt x="84859" y="186766"/>
                  </a:lnTo>
                  <a:lnTo>
                    <a:pt x="98407" y="185801"/>
                  </a:lnTo>
                  <a:lnTo>
                    <a:pt x="141570" y="162694"/>
                  </a:lnTo>
                  <a:lnTo>
                    <a:pt x="159588" y="126399"/>
                  </a:lnTo>
                  <a:lnTo>
                    <a:pt x="135692" y="120370"/>
                  </a:lnTo>
                  <a:lnTo>
                    <a:pt x="132673" y="131055"/>
                  </a:lnTo>
                  <a:lnTo>
                    <a:pt x="128526" y="140344"/>
                  </a:lnTo>
                  <a:lnTo>
                    <a:pt x="92533" y="165589"/>
                  </a:lnTo>
                  <a:lnTo>
                    <a:pt x="82885" y="166314"/>
                  </a:lnTo>
                  <a:lnTo>
                    <a:pt x="74775" y="165783"/>
                  </a:lnTo>
                  <a:lnTo>
                    <a:pt x="39919" y="147139"/>
                  </a:lnTo>
                  <a:lnTo>
                    <a:pt x="25046" y="103067"/>
                  </a:lnTo>
                  <a:lnTo>
                    <a:pt x="24624" y="91914"/>
                  </a:lnTo>
                  <a:lnTo>
                    <a:pt x="24979" y="83040"/>
                  </a:lnTo>
                  <a:lnTo>
                    <a:pt x="38043" y="42121"/>
                  </a:lnTo>
                  <a:lnTo>
                    <a:pt x="74751" y="21075"/>
                  </a:lnTo>
                  <a:lnTo>
                    <a:pt x="84729" y="20451"/>
                  </a:lnTo>
                  <a:lnTo>
                    <a:pt x="93388" y="21012"/>
                  </a:lnTo>
                  <a:lnTo>
                    <a:pt x="129498" y="48968"/>
                  </a:lnTo>
                  <a:lnTo>
                    <a:pt x="132990" y="58158"/>
                  </a:lnTo>
                  <a:lnTo>
                    <a:pt x="156523" y="52597"/>
                  </a:lnTo>
                  <a:lnTo>
                    <a:pt x="130782" y="13798"/>
                  </a:lnTo>
                  <a:lnTo>
                    <a:pt x="98226" y="862"/>
                  </a:lnTo>
                  <a:lnTo>
                    <a:pt x="8522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5853760" y="2295800"/>
              <a:ext cx="229870" cy="86360"/>
            </a:xfrm>
            <a:custGeom>
              <a:avLst/>
              <a:gdLst/>
              <a:ahLst/>
              <a:cxnLst/>
              <a:rect l="l" t="t" r="r" b="b"/>
              <a:pathLst>
                <a:path w="229870" h="86360">
                  <a:moveTo>
                    <a:pt x="0" y="86067"/>
                  </a:moveTo>
                  <a:lnTo>
                    <a:pt x="229616" y="86067"/>
                  </a:lnTo>
                </a:path>
                <a:path w="229870" h="86360">
                  <a:moveTo>
                    <a:pt x="153095" y="0"/>
                  </a:moveTo>
                  <a:lnTo>
                    <a:pt x="229616" y="0"/>
                  </a:lnTo>
                </a:path>
                <a:path w="229870" h="86360">
                  <a:moveTo>
                    <a:pt x="0" y="0"/>
                  </a:moveTo>
                  <a:lnTo>
                    <a:pt x="76547" y="0"/>
                  </a:lnTo>
                </a:path>
              </a:pathLst>
            </a:custGeom>
            <a:ln w="1558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3" name="object 4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59559" y="1853741"/>
              <a:ext cx="141614" cy="180607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5353200" y="2043158"/>
              <a:ext cx="284480" cy="470534"/>
            </a:xfrm>
            <a:custGeom>
              <a:avLst/>
              <a:gdLst/>
              <a:ahLst/>
              <a:cxnLst/>
              <a:rect l="l" t="t" r="r" b="b"/>
              <a:pathLst>
                <a:path w="284479" h="470535">
                  <a:moveTo>
                    <a:pt x="56806" y="50907"/>
                  </a:moveTo>
                  <a:lnTo>
                    <a:pt x="0" y="0"/>
                  </a:lnTo>
                </a:path>
                <a:path w="284479" h="470535">
                  <a:moveTo>
                    <a:pt x="170420" y="152723"/>
                  </a:moveTo>
                  <a:lnTo>
                    <a:pt x="113613" y="101815"/>
                  </a:lnTo>
                </a:path>
                <a:path w="284479" h="470535">
                  <a:moveTo>
                    <a:pt x="284060" y="254565"/>
                  </a:moveTo>
                  <a:lnTo>
                    <a:pt x="227227" y="203631"/>
                  </a:lnTo>
                </a:path>
                <a:path w="284479" h="470535">
                  <a:moveTo>
                    <a:pt x="34027" y="470254"/>
                  </a:moveTo>
                  <a:lnTo>
                    <a:pt x="14364" y="396868"/>
                  </a:lnTo>
                </a:path>
                <a:path w="284479" h="470535">
                  <a:moveTo>
                    <a:pt x="104990" y="441149"/>
                  </a:moveTo>
                  <a:lnTo>
                    <a:pt x="90366" y="386577"/>
                  </a:lnTo>
                </a:path>
                <a:path w="284479" h="470535">
                  <a:moveTo>
                    <a:pt x="175927" y="412044"/>
                  </a:moveTo>
                  <a:lnTo>
                    <a:pt x="166342" y="376261"/>
                  </a:lnTo>
                </a:path>
                <a:path w="284479" h="470535">
                  <a:moveTo>
                    <a:pt x="246890" y="382965"/>
                  </a:moveTo>
                  <a:lnTo>
                    <a:pt x="242344" y="365970"/>
                  </a:lnTo>
                </a:path>
              </a:pathLst>
            </a:custGeom>
            <a:ln w="1558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5471360" y="2487556"/>
              <a:ext cx="154305" cy="154305"/>
            </a:xfrm>
            <a:custGeom>
              <a:avLst/>
              <a:gdLst/>
              <a:ahLst/>
              <a:cxnLst/>
              <a:rect l="l" t="t" r="r" b="b"/>
              <a:pathLst>
                <a:path w="154304" h="154305">
                  <a:moveTo>
                    <a:pt x="0" y="154256"/>
                  </a:moveTo>
                  <a:lnTo>
                    <a:pt x="154186" y="0"/>
                  </a:lnTo>
                </a:path>
              </a:pathLst>
            </a:custGeom>
            <a:ln w="36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5439125" y="2477369"/>
              <a:ext cx="196850" cy="196850"/>
            </a:xfrm>
            <a:custGeom>
              <a:avLst/>
              <a:gdLst/>
              <a:ahLst/>
              <a:cxnLst/>
              <a:rect l="l" t="t" r="r" b="b"/>
              <a:pathLst>
                <a:path w="196850" h="196850">
                  <a:moveTo>
                    <a:pt x="185589" y="0"/>
                  </a:moveTo>
                  <a:lnTo>
                    <a:pt x="0" y="141549"/>
                  </a:lnTo>
                  <a:lnTo>
                    <a:pt x="55118" y="196667"/>
                  </a:lnTo>
                  <a:lnTo>
                    <a:pt x="196603" y="11018"/>
                  </a:lnTo>
                  <a:lnTo>
                    <a:pt x="18558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7" name="object 4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657261" y="1359604"/>
              <a:ext cx="151212" cy="180607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4838388" y="1552763"/>
              <a:ext cx="285750" cy="277495"/>
            </a:xfrm>
            <a:custGeom>
              <a:avLst/>
              <a:gdLst/>
              <a:ahLst/>
              <a:cxnLst/>
              <a:rect l="l" t="t" r="r" b="b"/>
              <a:pathLst>
                <a:path w="285750" h="277494">
                  <a:moveTo>
                    <a:pt x="40798" y="39577"/>
                  </a:moveTo>
                  <a:lnTo>
                    <a:pt x="0" y="0"/>
                  </a:lnTo>
                </a:path>
                <a:path w="285750" h="277494">
                  <a:moveTo>
                    <a:pt x="122385" y="118707"/>
                  </a:moveTo>
                  <a:lnTo>
                    <a:pt x="81604" y="79129"/>
                  </a:lnTo>
                </a:path>
                <a:path w="285750" h="277494">
                  <a:moveTo>
                    <a:pt x="203998" y="197836"/>
                  </a:moveTo>
                  <a:lnTo>
                    <a:pt x="163191" y="158258"/>
                  </a:lnTo>
                </a:path>
                <a:path w="285750" h="277494">
                  <a:moveTo>
                    <a:pt x="285584" y="276966"/>
                  </a:moveTo>
                  <a:lnTo>
                    <a:pt x="244804" y="237388"/>
                  </a:lnTo>
                </a:path>
              </a:pathLst>
            </a:custGeom>
            <a:ln w="1558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9" name="object 49"/>
          <p:cNvGrpSpPr/>
          <p:nvPr/>
        </p:nvGrpSpPr>
        <p:grpSpPr>
          <a:xfrm>
            <a:off x="6128106" y="2078554"/>
            <a:ext cx="673735" cy="866140"/>
            <a:chOff x="6128106" y="2078554"/>
            <a:chExt cx="673735" cy="866140"/>
          </a:xfrm>
        </p:grpSpPr>
        <p:pic>
          <p:nvPicPr>
            <p:cNvPr id="50" name="object 5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128106" y="2297178"/>
              <a:ext cx="159588" cy="186766"/>
            </a:xfrm>
            <a:prstGeom prst="rect">
              <a:avLst/>
            </a:prstGeom>
          </p:spPr>
        </p:pic>
        <p:sp>
          <p:nvSpPr>
            <p:cNvPr id="51" name="object 51"/>
            <p:cNvSpPr/>
            <p:nvPr/>
          </p:nvSpPr>
          <p:spPr>
            <a:xfrm>
              <a:off x="6336527" y="2272023"/>
              <a:ext cx="346710" cy="81915"/>
            </a:xfrm>
            <a:custGeom>
              <a:avLst/>
              <a:gdLst/>
              <a:ahLst/>
              <a:cxnLst/>
              <a:rect l="l" t="t" r="r" b="b"/>
              <a:pathLst>
                <a:path w="346709" h="81914">
                  <a:moveTo>
                    <a:pt x="346087" y="0"/>
                  </a:moveTo>
                  <a:lnTo>
                    <a:pt x="0" y="81650"/>
                  </a:lnTo>
                </a:path>
              </a:pathLst>
            </a:custGeom>
            <a:ln w="363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6330111" y="2234030"/>
              <a:ext cx="366395" cy="127635"/>
            </a:xfrm>
            <a:custGeom>
              <a:avLst/>
              <a:gdLst/>
              <a:ahLst/>
              <a:cxnLst/>
              <a:rect l="l" t="t" r="r" b="b"/>
              <a:pathLst>
                <a:path w="366395" h="127635">
                  <a:moveTo>
                    <a:pt x="348451" y="0"/>
                  </a:moveTo>
                  <a:lnTo>
                    <a:pt x="0" y="112054"/>
                  </a:lnTo>
                  <a:lnTo>
                    <a:pt x="3480" y="127256"/>
                  </a:lnTo>
                  <a:lnTo>
                    <a:pt x="365880" y="75985"/>
                  </a:lnTo>
                  <a:lnTo>
                    <a:pt x="34845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6315358" y="2086348"/>
              <a:ext cx="277495" cy="220979"/>
            </a:xfrm>
            <a:custGeom>
              <a:avLst/>
              <a:gdLst/>
              <a:ahLst/>
              <a:cxnLst/>
              <a:rect l="l" t="t" r="r" b="b"/>
              <a:pathLst>
                <a:path w="277495" h="220980">
                  <a:moveTo>
                    <a:pt x="232318" y="0"/>
                  </a:moveTo>
                  <a:lnTo>
                    <a:pt x="277488" y="61692"/>
                  </a:lnTo>
                </a:path>
                <a:path w="277495" h="220980">
                  <a:moveTo>
                    <a:pt x="174238" y="51765"/>
                  </a:moveTo>
                  <a:lnTo>
                    <a:pt x="210655" y="101477"/>
                  </a:lnTo>
                </a:path>
                <a:path w="277495" h="220980">
                  <a:moveTo>
                    <a:pt x="116159" y="103530"/>
                  </a:moveTo>
                  <a:lnTo>
                    <a:pt x="143796" y="141263"/>
                  </a:lnTo>
                </a:path>
                <a:path w="277495" h="220980">
                  <a:moveTo>
                    <a:pt x="58079" y="155296"/>
                  </a:moveTo>
                  <a:lnTo>
                    <a:pt x="76937" y="181049"/>
                  </a:lnTo>
                </a:path>
                <a:path w="277495" h="220980">
                  <a:moveTo>
                    <a:pt x="0" y="207061"/>
                  </a:moveTo>
                  <a:lnTo>
                    <a:pt x="10104" y="220834"/>
                  </a:lnTo>
                </a:path>
              </a:pathLst>
            </a:custGeom>
            <a:ln w="1558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4" name="object 5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633938" y="2764054"/>
              <a:ext cx="167822" cy="180607"/>
            </a:xfrm>
            <a:prstGeom prst="rect">
              <a:avLst/>
            </a:prstGeom>
          </p:spPr>
        </p:pic>
        <p:sp>
          <p:nvSpPr>
            <p:cNvPr id="55" name="object 55"/>
            <p:cNvSpPr/>
            <p:nvPr/>
          </p:nvSpPr>
          <p:spPr>
            <a:xfrm>
              <a:off x="6315332" y="2480072"/>
              <a:ext cx="290195" cy="267970"/>
            </a:xfrm>
            <a:custGeom>
              <a:avLst/>
              <a:gdLst/>
              <a:ahLst/>
              <a:cxnLst/>
              <a:rect l="l" t="t" r="r" b="b"/>
              <a:pathLst>
                <a:path w="290195" h="267969">
                  <a:moveTo>
                    <a:pt x="248240" y="229410"/>
                  </a:moveTo>
                  <a:lnTo>
                    <a:pt x="289618" y="267636"/>
                  </a:lnTo>
                </a:path>
                <a:path w="290195" h="267969">
                  <a:moveTo>
                    <a:pt x="165485" y="152931"/>
                  </a:moveTo>
                  <a:lnTo>
                    <a:pt x="206863" y="191158"/>
                  </a:lnTo>
                </a:path>
                <a:path w="290195" h="267969">
                  <a:moveTo>
                    <a:pt x="82755" y="76452"/>
                  </a:moveTo>
                  <a:lnTo>
                    <a:pt x="124133" y="114705"/>
                  </a:lnTo>
                </a:path>
                <a:path w="290195" h="267969">
                  <a:moveTo>
                    <a:pt x="0" y="0"/>
                  </a:moveTo>
                  <a:lnTo>
                    <a:pt x="41377" y="38226"/>
                  </a:lnTo>
                </a:path>
              </a:pathLst>
            </a:custGeom>
            <a:ln w="1558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56" name="object 56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662871" y="1095605"/>
            <a:ext cx="255459" cy="184037"/>
          </a:xfrm>
          <a:prstGeom prst="rect">
            <a:avLst/>
          </a:prstGeom>
        </p:spPr>
      </p:pic>
      <p:grpSp>
        <p:nvGrpSpPr>
          <p:cNvPr id="57" name="object 57"/>
          <p:cNvGrpSpPr/>
          <p:nvPr/>
        </p:nvGrpSpPr>
        <p:grpSpPr>
          <a:xfrm>
            <a:off x="6675914" y="3018750"/>
            <a:ext cx="201295" cy="184150"/>
            <a:chOff x="6675914" y="3018750"/>
            <a:chExt cx="201295" cy="184150"/>
          </a:xfrm>
        </p:grpSpPr>
        <p:pic>
          <p:nvPicPr>
            <p:cNvPr id="58" name="object 5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675914" y="3018750"/>
              <a:ext cx="112678" cy="183907"/>
            </a:xfrm>
            <a:prstGeom prst="rect">
              <a:avLst/>
            </a:prstGeom>
          </p:spPr>
        </p:pic>
        <p:sp>
          <p:nvSpPr>
            <p:cNvPr id="59" name="object 59"/>
            <p:cNvSpPr/>
            <p:nvPr/>
          </p:nvSpPr>
          <p:spPr>
            <a:xfrm>
              <a:off x="6808853" y="3109518"/>
              <a:ext cx="68580" cy="34925"/>
            </a:xfrm>
            <a:custGeom>
              <a:avLst/>
              <a:gdLst/>
              <a:ahLst/>
              <a:cxnLst/>
              <a:rect l="l" t="t" r="r" b="b"/>
              <a:pathLst>
                <a:path w="68579" h="34925">
                  <a:moveTo>
                    <a:pt x="67970" y="0"/>
                  </a:moveTo>
                  <a:lnTo>
                    <a:pt x="0" y="0"/>
                  </a:lnTo>
                  <a:lnTo>
                    <a:pt x="0" y="34616"/>
                  </a:lnTo>
                  <a:lnTo>
                    <a:pt x="67970" y="34616"/>
                  </a:lnTo>
                  <a:lnTo>
                    <a:pt x="67970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0" name="object 60"/>
          <p:cNvSpPr/>
          <p:nvPr/>
        </p:nvSpPr>
        <p:spPr>
          <a:xfrm>
            <a:off x="5061426" y="3112016"/>
            <a:ext cx="1028065" cy="184150"/>
          </a:xfrm>
          <a:custGeom>
            <a:avLst/>
            <a:gdLst/>
            <a:ahLst/>
            <a:cxnLst/>
            <a:rect l="l" t="t" r="r" b="b"/>
            <a:pathLst>
              <a:path w="1028064" h="184150">
                <a:moveTo>
                  <a:pt x="38286" y="67019"/>
                </a:moveTo>
                <a:lnTo>
                  <a:pt x="16234" y="67019"/>
                </a:lnTo>
                <a:lnTo>
                  <a:pt x="16234" y="142276"/>
                </a:lnTo>
                <a:lnTo>
                  <a:pt x="16404" y="151398"/>
                </a:lnTo>
                <a:lnTo>
                  <a:pt x="38988" y="182322"/>
                </a:lnTo>
                <a:lnTo>
                  <a:pt x="51949" y="182322"/>
                </a:lnTo>
                <a:lnTo>
                  <a:pt x="57534" y="181672"/>
                </a:lnTo>
                <a:lnTo>
                  <a:pt x="63768" y="180347"/>
                </a:lnTo>
                <a:lnTo>
                  <a:pt x="60717" y="161637"/>
                </a:lnTo>
                <a:lnTo>
                  <a:pt x="47559" y="161637"/>
                </a:lnTo>
                <a:lnTo>
                  <a:pt x="45040" y="161091"/>
                </a:lnTo>
                <a:lnTo>
                  <a:pt x="41507" y="158960"/>
                </a:lnTo>
                <a:lnTo>
                  <a:pt x="40234" y="157531"/>
                </a:lnTo>
                <a:lnTo>
                  <a:pt x="38676" y="153892"/>
                </a:lnTo>
                <a:lnTo>
                  <a:pt x="38286" y="149839"/>
                </a:lnTo>
                <a:lnTo>
                  <a:pt x="38286" y="67019"/>
                </a:lnTo>
                <a:close/>
              </a:path>
              <a:path w="1028064" h="184150">
                <a:moveTo>
                  <a:pt x="60573" y="160753"/>
                </a:moveTo>
                <a:lnTo>
                  <a:pt x="56547" y="161325"/>
                </a:lnTo>
                <a:lnTo>
                  <a:pt x="53300" y="161637"/>
                </a:lnTo>
                <a:lnTo>
                  <a:pt x="60717" y="161637"/>
                </a:lnTo>
                <a:lnTo>
                  <a:pt x="60573" y="160753"/>
                </a:lnTo>
                <a:close/>
              </a:path>
              <a:path w="1028064" h="184150">
                <a:moveTo>
                  <a:pt x="60573" y="49764"/>
                </a:moveTo>
                <a:lnTo>
                  <a:pt x="0" y="49764"/>
                </a:lnTo>
                <a:lnTo>
                  <a:pt x="0" y="67019"/>
                </a:lnTo>
                <a:lnTo>
                  <a:pt x="60573" y="67019"/>
                </a:lnTo>
                <a:lnTo>
                  <a:pt x="60573" y="49764"/>
                </a:lnTo>
                <a:close/>
              </a:path>
              <a:path w="1028064" h="184150">
                <a:moveTo>
                  <a:pt x="38286" y="4053"/>
                </a:moveTo>
                <a:lnTo>
                  <a:pt x="16234" y="17359"/>
                </a:lnTo>
                <a:lnTo>
                  <a:pt x="16234" y="49764"/>
                </a:lnTo>
                <a:lnTo>
                  <a:pt x="38286" y="49764"/>
                </a:lnTo>
                <a:lnTo>
                  <a:pt x="38286" y="4053"/>
                </a:lnTo>
                <a:close/>
              </a:path>
              <a:path w="1028064" h="184150">
                <a:moveTo>
                  <a:pt x="104028" y="49764"/>
                </a:moveTo>
                <a:lnTo>
                  <a:pt x="84106" y="49764"/>
                </a:lnTo>
                <a:lnTo>
                  <a:pt x="84106" y="180607"/>
                </a:lnTo>
                <a:lnTo>
                  <a:pt x="106262" y="180607"/>
                </a:lnTo>
                <a:lnTo>
                  <a:pt x="106262" y="112106"/>
                </a:lnTo>
                <a:lnTo>
                  <a:pt x="106492" y="105226"/>
                </a:lnTo>
                <a:lnTo>
                  <a:pt x="126419" y="69722"/>
                </a:lnTo>
                <a:lnTo>
                  <a:pt x="149294" y="69722"/>
                </a:lnTo>
                <a:lnTo>
                  <a:pt x="149342" y="69592"/>
                </a:lnTo>
                <a:lnTo>
                  <a:pt x="104028" y="69592"/>
                </a:lnTo>
                <a:lnTo>
                  <a:pt x="104028" y="49764"/>
                </a:lnTo>
                <a:close/>
              </a:path>
              <a:path w="1028064" h="184150">
                <a:moveTo>
                  <a:pt x="149294" y="69722"/>
                </a:moveTo>
                <a:lnTo>
                  <a:pt x="136679" y="69722"/>
                </a:lnTo>
                <a:lnTo>
                  <a:pt x="142081" y="71333"/>
                </a:lnTo>
                <a:lnTo>
                  <a:pt x="147510" y="74529"/>
                </a:lnTo>
                <a:lnTo>
                  <a:pt x="149294" y="69722"/>
                </a:lnTo>
                <a:close/>
              </a:path>
              <a:path w="1028064" h="184150">
                <a:moveTo>
                  <a:pt x="139822" y="46801"/>
                </a:moveTo>
                <a:lnTo>
                  <a:pt x="104028" y="69592"/>
                </a:lnTo>
                <a:lnTo>
                  <a:pt x="149342" y="69592"/>
                </a:lnTo>
                <a:lnTo>
                  <a:pt x="155147" y="53948"/>
                </a:lnTo>
                <a:lnTo>
                  <a:pt x="147432" y="49192"/>
                </a:lnTo>
                <a:lnTo>
                  <a:pt x="139822" y="46801"/>
                </a:lnTo>
                <a:close/>
              </a:path>
              <a:path w="1028064" h="184150">
                <a:moveTo>
                  <a:pt x="272195" y="65174"/>
                </a:moveTo>
                <a:lnTo>
                  <a:pt x="222863" y="65174"/>
                </a:lnTo>
                <a:lnTo>
                  <a:pt x="230724" y="65642"/>
                </a:lnTo>
                <a:lnTo>
                  <a:pt x="237552" y="67048"/>
                </a:lnTo>
                <a:lnTo>
                  <a:pt x="254396" y="92590"/>
                </a:lnTo>
                <a:lnTo>
                  <a:pt x="254267" y="97553"/>
                </a:lnTo>
                <a:lnTo>
                  <a:pt x="214733" y="105193"/>
                </a:lnTo>
                <a:lnTo>
                  <a:pt x="205953" y="106259"/>
                </a:lnTo>
                <a:lnTo>
                  <a:pt x="199382" y="107376"/>
                </a:lnTo>
                <a:lnTo>
                  <a:pt x="164731" y="133857"/>
                </a:lnTo>
                <a:lnTo>
                  <a:pt x="163277" y="139704"/>
                </a:lnTo>
                <a:lnTo>
                  <a:pt x="163277" y="146097"/>
                </a:lnTo>
                <a:lnTo>
                  <a:pt x="188904" y="180912"/>
                </a:lnTo>
                <a:lnTo>
                  <a:pt x="216681" y="183543"/>
                </a:lnTo>
                <a:lnTo>
                  <a:pt x="224811" y="182114"/>
                </a:lnTo>
                <a:lnTo>
                  <a:pt x="253951" y="166184"/>
                </a:lnTo>
                <a:lnTo>
                  <a:pt x="204655" y="166184"/>
                </a:lnTo>
                <a:lnTo>
                  <a:pt x="198109" y="164209"/>
                </a:lnTo>
                <a:lnTo>
                  <a:pt x="189148" y="156335"/>
                </a:lnTo>
                <a:lnTo>
                  <a:pt x="186914" y="151398"/>
                </a:lnTo>
                <a:lnTo>
                  <a:pt x="186914" y="141627"/>
                </a:lnTo>
                <a:lnTo>
                  <a:pt x="187927" y="138119"/>
                </a:lnTo>
                <a:lnTo>
                  <a:pt x="218058" y="123306"/>
                </a:lnTo>
                <a:lnTo>
                  <a:pt x="229377" y="121494"/>
                </a:lnTo>
                <a:lnTo>
                  <a:pt x="239182" y="119493"/>
                </a:lnTo>
                <a:lnTo>
                  <a:pt x="247477" y="117306"/>
                </a:lnTo>
                <a:lnTo>
                  <a:pt x="254267" y="114939"/>
                </a:lnTo>
                <a:lnTo>
                  <a:pt x="276683" y="114939"/>
                </a:lnTo>
                <a:lnTo>
                  <a:pt x="276683" y="86353"/>
                </a:lnTo>
                <a:lnTo>
                  <a:pt x="276319" y="79545"/>
                </a:lnTo>
                <a:lnTo>
                  <a:pt x="275566" y="75751"/>
                </a:lnTo>
                <a:lnTo>
                  <a:pt x="274267" y="69670"/>
                </a:lnTo>
                <a:lnTo>
                  <a:pt x="272195" y="65174"/>
                </a:lnTo>
                <a:close/>
              </a:path>
              <a:path w="1028064" h="184150">
                <a:moveTo>
                  <a:pt x="278039" y="164469"/>
                </a:moveTo>
                <a:lnTo>
                  <a:pt x="256111" y="164469"/>
                </a:lnTo>
                <a:lnTo>
                  <a:pt x="256760" y="170628"/>
                </a:lnTo>
                <a:lnTo>
                  <a:pt x="258241" y="176007"/>
                </a:lnTo>
                <a:lnTo>
                  <a:pt x="260552" y="180607"/>
                </a:lnTo>
                <a:lnTo>
                  <a:pt x="283696" y="180607"/>
                </a:lnTo>
                <a:lnTo>
                  <a:pt x="280917" y="175591"/>
                </a:lnTo>
                <a:lnTo>
                  <a:pt x="279046" y="170342"/>
                </a:lnTo>
                <a:lnTo>
                  <a:pt x="278085" y="164885"/>
                </a:lnTo>
                <a:lnTo>
                  <a:pt x="278039" y="164469"/>
                </a:lnTo>
                <a:close/>
              </a:path>
              <a:path w="1028064" h="184150">
                <a:moveTo>
                  <a:pt x="276683" y="114939"/>
                </a:moveTo>
                <a:lnTo>
                  <a:pt x="254267" y="114939"/>
                </a:lnTo>
                <a:lnTo>
                  <a:pt x="254267" y="132843"/>
                </a:lnTo>
                <a:lnTo>
                  <a:pt x="253072" y="140224"/>
                </a:lnTo>
                <a:lnTo>
                  <a:pt x="221798" y="166184"/>
                </a:lnTo>
                <a:lnTo>
                  <a:pt x="253951" y="166184"/>
                </a:lnTo>
                <a:lnTo>
                  <a:pt x="256111" y="164469"/>
                </a:lnTo>
                <a:lnTo>
                  <a:pt x="278039" y="164469"/>
                </a:lnTo>
                <a:lnTo>
                  <a:pt x="277472" y="159370"/>
                </a:lnTo>
                <a:lnTo>
                  <a:pt x="277033" y="151011"/>
                </a:lnTo>
                <a:lnTo>
                  <a:pt x="276813" y="141627"/>
                </a:lnTo>
                <a:lnTo>
                  <a:pt x="276705" y="129387"/>
                </a:lnTo>
                <a:lnTo>
                  <a:pt x="276683" y="114939"/>
                </a:lnTo>
                <a:close/>
              </a:path>
              <a:path w="1028064" h="184150">
                <a:moveTo>
                  <a:pt x="226058" y="46801"/>
                </a:moveTo>
                <a:lnTo>
                  <a:pt x="187849" y="54519"/>
                </a:lnTo>
                <a:lnTo>
                  <a:pt x="167095" y="87081"/>
                </a:lnTo>
                <a:lnTo>
                  <a:pt x="188758" y="90043"/>
                </a:lnTo>
                <a:lnTo>
                  <a:pt x="191148" y="80766"/>
                </a:lnTo>
                <a:lnTo>
                  <a:pt x="194810" y="74295"/>
                </a:lnTo>
                <a:lnTo>
                  <a:pt x="204733" y="66993"/>
                </a:lnTo>
                <a:lnTo>
                  <a:pt x="212447" y="65174"/>
                </a:lnTo>
                <a:lnTo>
                  <a:pt x="272195" y="65174"/>
                </a:lnTo>
                <a:lnTo>
                  <a:pt x="271955" y="64654"/>
                </a:lnTo>
                <a:lnTo>
                  <a:pt x="234041" y="47050"/>
                </a:lnTo>
                <a:lnTo>
                  <a:pt x="226058" y="46801"/>
                </a:lnTo>
                <a:close/>
              </a:path>
              <a:path w="1028064" h="184150">
                <a:moveTo>
                  <a:pt x="335178" y="49764"/>
                </a:moveTo>
                <a:lnTo>
                  <a:pt x="315229" y="49764"/>
                </a:lnTo>
                <a:lnTo>
                  <a:pt x="315229" y="180607"/>
                </a:lnTo>
                <a:lnTo>
                  <a:pt x="337386" y="180607"/>
                </a:lnTo>
                <a:lnTo>
                  <a:pt x="337386" y="109143"/>
                </a:lnTo>
                <a:lnTo>
                  <a:pt x="338029" y="97585"/>
                </a:lnTo>
                <a:lnTo>
                  <a:pt x="358722" y="68370"/>
                </a:lnTo>
                <a:lnTo>
                  <a:pt x="335178" y="68370"/>
                </a:lnTo>
                <a:lnTo>
                  <a:pt x="335178" y="49764"/>
                </a:lnTo>
                <a:close/>
              </a:path>
              <a:path w="1028064" h="184150">
                <a:moveTo>
                  <a:pt x="416078" y="66032"/>
                </a:moveTo>
                <a:lnTo>
                  <a:pt x="378010" y="66032"/>
                </a:lnTo>
                <a:lnTo>
                  <a:pt x="383179" y="67357"/>
                </a:lnTo>
                <a:lnTo>
                  <a:pt x="391959" y="72710"/>
                </a:lnTo>
                <a:lnTo>
                  <a:pt x="399310" y="180607"/>
                </a:lnTo>
                <a:lnTo>
                  <a:pt x="421492" y="180607"/>
                </a:lnTo>
                <a:lnTo>
                  <a:pt x="421386" y="88049"/>
                </a:lnTo>
                <a:lnTo>
                  <a:pt x="421076" y="82689"/>
                </a:lnTo>
                <a:lnTo>
                  <a:pt x="418947" y="72268"/>
                </a:lnTo>
                <a:lnTo>
                  <a:pt x="416635" y="66811"/>
                </a:lnTo>
                <a:lnTo>
                  <a:pt x="416078" y="66032"/>
                </a:lnTo>
                <a:close/>
              </a:path>
              <a:path w="1028064" h="184150">
                <a:moveTo>
                  <a:pt x="384660" y="46801"/>
                </a:moveTo>
                <a:lnTo>
                  <a:pt x="343170" y="58938"/>
                </a:lnTo>
                <a:lnTo>
                  <a:pt x="335178" y="68370"/>
                </a:lnTo>
                <a:lnTo>
                  <a:pt x="358722" y="68370"/>
                </a:lnTo>
                <a:lnTo>
                  <a:pt x="358919" y="68276"/>
                </a:lnTo>
                <a:lnTo>
                  <a:pt x="365270" y="66592"/>
                </a:lnTo>
                <a:lnTo>
                  <a:pt x="372114" y="66032"/>
                </a:lnTo>
                <a:lnTo>
                  <a:pt x="416078" y="66032"/>
                </a:lnTo>
                <a:lnTo>
                  <a:pt x="410063" y="57612"/>
                </a:lnTo>
                <a:lnTo>
                  <a:pt x="405128" y="53896"/>
                </a:lnTo>
                <a:lnTo>
                  <a:pt x="391907" y="48231"/>
                </a:lnTo>
                <a:lnTo>
                  <a:pt x="384660" y="46801"/>
                </a:lnTo>
                <a:close/>
              </a:path>
              <a:path w="1028064" h="184150">
                <a:moveTo>
                  <a:pt x="472714" y="138093"/>
                </a:moveTo>
                <a:lnTo>
                  <a:pt x="450792" y="141549"/>
                </a:lnTo>
                <a:lnTo>
                  <a:pt x="453246" y="151318"/>
                </a:lnTo>
                <a:lnTo>
                  <a:pt x="456909" y="159811"/>
                </a:lnTo>
                <a:lnTo>
                  <a:pt x="494704" y="182881"/>
                </a:lnTo>
                <a:lnTo>
                  <a:pt x="506689" y="183543"/>
                </a:lnTo>
                <a:lnTo>
                  <a:pt x="514185" y="183211"/>
                </a:lnTo>
                <a:lnTo>
                  <a:pt x="551413" y="165327"/>
                </a:lnTo>
                <a:lnTo>
                  <a:pt x="496481" y="165327"/>
                </a:lnTo>
                <a:lnTo>
                  <a:pt x="488611" y="162988"/>
                </a:lnTo>
                <a:lnTo>
                  <a:pt x="477364" y="153607"/>
                </a:lnTo>
                <a:lnTo>
                  <a:pt x="473935" y="146876"/>
                </a:lnTo>
                <a:lnTo>
                  <a:pt x="472714" y="138093"/>
                </a:lnTo>
                <a:close/>
              </a:path>
              <a:path w="1028064" h="184150">
                <a:moveTo>
                  <a:pt x="502637" y="46801"/>
                </a:moveTo>
                <a:lnTo>
                  <a:pt x="469390" y="55923"/>
                </a:lnTo>
                <a:lnTo>
                  <a:pt x="464792" y="59223"/>
                </a:lnTo>
                <a:lnTo>
                  <a:pt x="461156" y="63329"/>
                </a:lnTo>
                <a:lnTo>
                  <a:pt x="455831" y="73282"/>
                </a:lnTo>
                <a:lnTo>
                  <a:pt x="454480" y="78687"/>
                </a:lnTo>
                <a:lnTo>
                  <a:pt x="454480" y="90901"/>
                </a:lnTo>
                <a:lnTo>
                  <a:pt x="486793" y="119415"/>
                </a:lnTo>
                <a:lnTo>
                  <a:pt x="519495" y="128192"/>
                </a:lnTo>
                <a:lnTo>
                  <a:pt x="527054" y="130712"/>
                </a:lnTo>
                <a:lnTo>
                  <a:pt x="530093" y="132661"/>
                </a:lnTo>
                <a:lnTo>
                  <a:pt x="534430" y="135546"/>
                </a:lnTo>
                <a:lnTo>
                  <a:pt x="536612" y="139496"/>
                </a:lnTo>
                <a:lnTo>
                  <a:pt x="536612" y="150073"/>
                </a:lnTo>
                <a:lnTo>
                  <a:pt x="534145" y="154958"/>
                </a:lnTo>
                <a:lnTo>
                  <a:pt x="524300" y="163248"/>
                </a:lnTo>
                <a:lnTo>
                  <a:pt x="516742" y="165327"/>
                </a:lnTo>
                <a:lnTo>
                  <a:pt x="551413" y="165327"/>
                </a:lnTo>
                <a:lnTo>
                  <a:pt x="557236" y="156517"/>
                </a:lnTo>
                <a:lnTo>
                  <a:pt x="559392" y="149553"/>
                </a:lnTo>
                <a:lnTo>
                  <a:pt x="559392" y="134610"/>
                </a:lnTo>
                <a:lnTo>
                  <a:pt x="526661" y="106977"/>
                </a:lnTo>
                <a:lnTo>
                  <a:pt x="495858" y="98307"/>
                </a:lnTo>
                <a:lnTo>
                  <a:pt x="489338" y="96410"/>
                </a:lnTo>
                <a:lnTo>
                  <a:pt x="487104" y="95604"/>
                </a:lnTo>
                <a:lnTo>
                  <a:pt x="483260" y="94045"/>
                </a:lnTo>
                <a:lnTo>
                  <a:pt x="480429" y="92070"/>
                </a:lnTo>
                <a:lnTo>
                  <a:pt x="478611" y="89679"/>
                </a:lnTo>
                <a:lnTo>
                  <a:pt x="476818" y="87393"/>
                </a:lnTo>
                <a:lnTo>
                  <a:pt x="475909" y="84794"/>
                </a:lnTo>
                <a:lnTo>
                  <a:pt x="475909" y="77414"/>
                </a:lnTo>
                <a:lnTo>
                  <a:pt x="478091" y="73464"/>
                </a:lnTo>
                <a:lnTo>
                  <a:pt x="482429" y="70086"/>
                </a:lnTo>
                <a:lnTo>
                  <a:pt x="486793" y="66733"/>
                </a:lnTo>
                <a:lnTo>
                  <a:pt x="494040" y="65044"/>
                </a:lnTo>
                <a:lnTo>
                  <a:pt x="548151" y="65044"/>
                </a:lnTo>
                <a:lnTo>
                  <a:pt x="543132" y="58210"/>
                </a:lnTo>
                <a:lnTo>
                  <a:pt x="510098" y="47079"/>
                </a:lnTo>
                <a:lnTo>
                  <a:pt x="502637" y="46801"/>
                </a:lnTo>
                <a:close/>
              </a:path>
              <a:path w="1028064" h="184150">
                <a:moveTo>
                  <a:pt x="548151" y="65044"/>
                </a:moveTo>
                <a:lnTo>
                  <a:pt x="512845" y="65044"/>
                </a:lnTo>
                <a:lnTo>
                  <a:pt x="519521" y="66941"/>
                </a:lnTo>
                <a:lnTo>
                  <a:pt x="528950" y="74477"/>
                </a:lnTo>
                <a:lnTo>
                  <a:pt x="531807" y="79753"/>
                </a:lnTo>
                <a:lnTo>
                  <a:pt x="532794" y="86483"/>
                </a:lnTo>
                <a:lnTo>
                  <a:pt x="554483" y="83521"/>
                </a:lnTo>
                <a:lnTo>
                  <a:pt x="553080" y="75049"/>
                </a:lnTo>
                <a:lnTo>
                  <a:pt x="550535" y="68318"/>
                </a:lnTo>
                <a:lnTo>
                  <a:pt x="548151" y="65044"/>
                </a:lnTo>
                <a:close/>
              </a:path>
              <a:path w="1028064" h="184150">
                <a:moveTo>
                  <a:pt x="611861" y="0"/>
                </a:moveTo>
                <a:lnTo>
                  <a:pt x="589679" y="0"/>
                </a:lnTo>
                <a:lnTo>
                  <a:pt x="589679" y="25492"/>
                </a:lnTo>
                <a:lnTo>
                  <a:pt x="611861" y="25492"/>
                </a:lnTo>
                <a:lnTo>
                  <a:pt x="611861" y="0"/>
                </a:lnTo>
                <a:close/>
              </a:path>
              <a:path w="1028064" h="184150">
                <a:moveTo>
                  <a:pt x="611861" y="49764"/>
                </a:moveTo>
                <a:lnTo>
                  <a:pt x="589679" y="49764"/>
                </a:lnTo>
                <a:lnTo>
                  <a:pt x="589679" y="180607"/>
                </a:lnTo>
                <a:lnTo>
                  <a:pt x="611861" y="180607"/>
                </a:lnTo>
                <a:lnTo>
                  <a:pt x="611861" y="49764"/>
                </a:lnTo>
                <a:close/>
              </a:path>
              <a:path w="1028064" h="184150">
                <a:moveTo>
                  <a:pt x="673421" y="67019"/>
                </a:moveTo>
                <a:lnTo>
                  <a:pt x="651369" y="67019"/>
                </a:lnTo>
                <a:lnTo>
                  <a:pt x="651369" y="142277"/>
                </a:lnTo>
                <a:lnTo>
                  <a:pt x="651539" y="151398"/>
                </a:lnTo>
                <a:lnTo>
                  <a:pt x="674123" y="182322"/>
                </a:lnTo>
                <a:lnTo>
                  <a:pt x="687084" y="182322"/>
                </a:lnTo>
                <a:lnTo>
                  <a:pt x="692669" y="181672"/>
                </a:lnTo>
                <a:lnTo>
                  <a:pt x="698903" y="180347"/>
                </a:lnTo>
                <a:lnTo>
                  <a:pt x="695852" y="161637"/>
                </a:lnTo>
                <a:lnTo>
                  <a:pt x="682694" y="161637"/>
                </a:lnTo>
                <a:lnTo>
                  <a:pt x="680175" y="161091"/>
                </a:lnTo>
                <a:lnTo>
                  <a:pt x="676642" y="158960"/>
                </a:lnTo>
                <a:lnTo>
                  <a:pt x="675369" y="157531"/>
                </a:lnTo>
                <a:lnTo>
                  <a:pt x="673811" y="153893"/>
                </a:lnTo>
                <a:lnTo>
                  <a:pt x="673421" y="149839"/>
                </a:lnTo>
                <a:lnTo>
                  <a:pt x="673421" y="67019"/>
                </a:lnTo>
                <a:close/>
              </a:path>
              <a:path w="1028064" h="184150">
                <a:moveTo>
                  <a:pt x="695708" y="160753"/>
                </a:moveTo>
                <a:lnTo>
                  <a:pt x="691682" y="161325"/>
                </a:lnTo>
                <a:lnTo>
                  <a:pt x="688435" y="161637"/>
                </a:lnTo>
                <a:lnTo>
                  <a:pt x="695852" y="161637"/>
                </a:lnTo>
                <a:lnTo>
                  <a:pt x="695708" y="160753"/>
                </a:lnTo>
                <a:close/>
              </a:path>
              <a:path w="1028064" h="184150">
                <a:moveTo>
                  <a:pt x="695708" y="49764"/>
                </a:moveTo>
                <a:lnTo>
                  <a:pt x="635135" y="49764"/>
                </a:lnTo>
                <a:lnTo>
                  <a:pt x="635135" y="67019"/>
                </a:lnTo>
                <a:lnTo>
                  <a:pt x="695708" y="67019"/>
                </a:lnTo>
                <a:lnTo>
                  <a:pt x="695708" y="49764"/>
                </a:lnTo>
                <a:close/>
              </a:path>
              <a:path w="1028064" h="184150">
                <a:moveTo>
                  <a:pt x="673421" y="4053"/>
                </a:moveTo>
                <a:lnTo>
                  <a:pt x="651369" y="17359"/>
                </a:lnTo>
                <a:lnTo>
                  <a:pt x="651369" y="49764"/>
                </a:lnTo>
                <a:lnTo>
                  <a:pt x="673421" y="49764"/>
                </a:lnTo>
                <a:lnTo>
                  <a:pt x="673421" y="4053"/>
                </a:lnTo>
                <a:close/>
              </a:path>
              <a:path w="1028064" h="184150">
                <a:moveTo>
                  <a:pt x="741761" y="0"/>
                </a:moveTo>
                <a:lnTo>
                  <a:pt x="719604" y="0"/>
                </a:lnTo>
                <a:lnTo>
                  <a:pt x="719604" y="25492"/>
                </a:lnTo>
                <a:lnTo>
                  <a:pt x="741761" y="25492"/>
                </a:lnTo>
                <a:lnTo>
                  <a:pt x="741761" y="0"/>
                </a:lnTo>
                <a:close/>
              </a:path>
              <a:path w="1028064" h="184150">
                <a:moveTo>
                  <a:pt x="741761" y="49764"/>
                </a:moveTo>
                <a:lnTo>
                  <a:pt x="719604" y="49764"/>
                </a:lnTo>
                <a:lnTo>
                  <a:pt x="719605" y="180607"/>
                </a:lnTo>
                <a:lnTo>
                  <a:pt x="741761" y="180607"/>
                </a:lnTo>
                <a:lnTo>
                  <a:pt x="741761" y="49764"/>
                </a:lnTo>
                <a:close/>
              </a:path>
              <a:path w="1028064" h="184150">
                <a:moveTo>
                  <a:pt x="830283" y="46802"/>
                </a:moveTo>
                <a:lnTo>
                  <a:pt x="789165" y="61354"/>
                </a:lnTo>
                <a:lnTo>
                  <a:pt x="770244" y="98183"/>
                </a:lnTo>
                <a:lnTo>
                  <a:pt x="768983" y="115172"/>
                </a:lnTo>
                <a:lnTo>
                  <a:pt x="770039" y="130773"/>
                </a:lnTo>
                <a:lnTo>
                  <a:pt x="785892" y="165924"/>
                </a:lnTo>
                <a:lnTo>
                  <a:pt x="830283" y="183543"/>
                </a:lnTo>
                <a:lnTo>
                  <a:pt x="838685" y="183046"/>
                </a:lnTo>
                <a:lnTo>
                  <a:pt x="874628" y="165918"/>
                </a:lnTo>
                <a:lnTo>
                  <a:pt x="875127" y="165327"/>
                </a:lnTo>
                <a:lnTo>
                  <a:pt x="830283" y="165327"/>
                </a:lnTo>
                <a:lnTo>
                  <a:pt x="822331" y="164542"/>
                </a:lnTo>
                <a:lnTo>
                  <a:pt x="794493" y="137157"/>
                </a:lnTo>
                <a:lnTo>
                  <a:pt x="791762" y="115172"/>
                </a:lnTo>
                <a:lnTo>
                  <a:pt x="792445" y="103410"/>
                </a:lnTo>
                <a:lnTo>
                  <a:pt x="815088" y="68276"/>
                </a:lnTo>
                <a:lnTo>
                  <a:pt x="830283" y="65174"/>
                </a:lnTo>
                <a:lnTo>
                  <a:pt x="874886" y="65174"/>
                </a:lnTo>
                <a:lnTo>
                  <a:pt x="874362" y="64498"/>
                </a:lnTo>
                <a:lnTo>
                  <a:pt x="865192" y="56756"/>
                </a:lnTo>
                <a:lnTo>
                  <a:pt x="854787" y="51226"/>
                </a:lnTo>
                <a:lnTo>
                  <a:pt x="843150" y="47908"/>
                </a:lnTo>
                <a:lnTo>
                  <a:pt x="830283" y="46802"/>
                </a:lnTo>
                <a:close/>
              </a:path>
              <a:path w="1028064" h="184150">
                <a:moveTo>
                  <a:pt x="874886" y="65174"/>
                </a:moveTo>
                <a:lnTo>
                  <a:pt x="830283" y="65174"/>
                </a:lnTo>
                <a:lnTo>
                  <a:pt x="838144" y="65954"/>
                </a:lnTo>
                <a:lnTo>
                  <a:pt x="845329" y="68296"/>
                </a:lnTo>
                <a:lnTo>
                  <a:pt x="868013" y="103042"/>
                </a:lnTo>
                <a:lnTo>
                  <a:pt x="868658" y="115172"/>
                </a:lnTo>
                <a:lnTo>
                  <a:pt x="868017" y="126489"/>
                </a:lnTo>
                <a:lnTo>
                  <a:pt x="845377" y="162195"/>
                </a:lnTo>
                <a:lnTo>
                  <a:pt x="830283" y="165327"/>
                </a:lnTo>
                <a:lnTo>
                  <a:pt x="875127" y="165327"/>
                </a:lnTo>
                <a:lnTo>
                  <a:pt x="891007" y="125284"/>
                </a:lnTo>
                <a:lnTo>
                  <a:pt x="891480" y="113327"/>
                </a:lnTo>
                <a:lnTo>
                  <a:pt x="890412" y="98594"/>
                </a:lnTo>
                <a:lnTo>
                  <a:pt x="887207" y="85541"/>
                </a:lnTo>
                <a:lnTo>
                  <a:pt x="881858" y="74174"/>
                </a:lnTo>
                <a:lnTo>
                  <a:pt x="874886" y="65174"/>
                </a:lnTo>
                <a:close/>
              </a:path>
              <a:path w="1028064" h="184150">
                <a:moveTo>
                  <a:pt x="941611" y="49764"/>
                </a:moveTo>
                <a:lnTo>
                  <a:pt x="921662" y="49764"/>
                </a:lnTo>
                <a:lnTo>
                  <a:pt x="921662" y="180607"/>
                </a:lnTo>
                <a:lnTo>
                  <a:pt x="943819" y="180607"/>
                </a:lnTo>
                <a:lnTo>
                  <a:pt x="943819" y="109144"/>
                </a:lnTo>
                <a:lnTo>
                  <a:pt x="944462" y="97585"/>
                </a:lnTo>
                <a:lnTo>
                  <a:pt x="965165" y="68370"/>
                </a:lnTo>
                <a:lnTo>
                  <a:pt x="941611" y="68370"/>
                </a:lnTo>
                <a:lnTo>
                  <a:pt x="941611" y="49764"/>
                </a:lnTo>
                <a:close/>
              </a:path>
              <a:path w="1028064" h="184150">
                <a:moveTo>
                  <a:pt x="1022537" y="66032"/>
                </a:moveTo>
                <a:lnTo>
                  <a:pt x="984469" y="66032"/>
                </a:lnTo>
                <a:lnTo>
                  <a:pt x="989612" y="67357"/>
                </a:lnTo>
                <a:lnTo>
                  <a:pt x="998392" y="72710"/>
                </a:lnTo>
                <a:lnTo>
                  <a:pt x="1001457" y="76270"/>
                </a:lnTo>
                <a:lnTo>
                  <a:pt x="1004885" y="85236"/>
                </a:lnTo>
                <a:lnTo>
                  <a:pt x="1005769" y="91992"/>
                </a:lnTo>
                <a:lnTo>
                  <a:pt x="1005769" y="180607"/>
                </a:lnTo>
                <a:lnTo>
                  <a:pt x="1027925" y="180607"/>
                </a:lnTo>
                <a:lnTo>
                  <a:pt x="1027819" y="88049"/>
                </a:lnTo>
                <a:lnTo>
                  <a:pt x="1023094" y="66811"/>
                </a:lnTo>
                <a:lnTo>
                  <a:pt x="1022537" y="66032"/>
                </a:lnTo>
                <a:close/>
              </a:path>
              <a:path w="1028064" h="184150">
                <a:moveTo>
                  <a:pt x="991119" y="46802"/>
                </a:moveTo>
                <a:lnTo>
                  <a:pt x="949618" y="58938"/>
                </a:lnTo>
                <a:lnTo>
                  <a:pt x="941611" y="68370"/>
                </a:lnTo>
                <a:lnTo>
                  <a:pt x="965165" y="68370"/>
                </a:lnTo>
                <a:lnTo>
                  <a:pt x="965362" y="68276"/>
                </a:lnTo>
                <a:lnTo>
                  <a:pt x="971714" y="66592"/>
                </a:lnTo>
                <a:lnTo>
                  <a:pt x="978547" y="66032"/>
                </a:lnTo>
                <a:lnTo>
                  <a:pt x="1022537" y="66032"/>
                </a:lnTo>
                <a:lnTo>
                  <a:pt x="1016522" y="57612"/>
                </a:lnTo>
                <a:lnTo>
                  <a:pt x="1011561" y="53896"/>
                </a:lnTo>
                <a:lnTo>
                  <a:pt x="998340" y="48231"/>
                </a:lnTo>
                <a:lnTo>
                  <a:pt x="991119" y="4680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1" name="object 61"/>
          <p:cNvSpPr/>
          <p:nvPr/>
        </p:nvSpPr>
        <p:spPr>
          <a:xfrm>
            <a:off x="5064751" y="3414916"/>
            <a:ext cx="541020" cy="179705"/>
          </a:xfrm>
          <a:custGeom>
            <a:avLst/>
            <a:gdLst/>
            <a:ahLst/>
            <a:cxnLst/>
            <a:rect l="l" t="t" r="r" b="b"/>
            <a:pathLst>
              <a:path w="541020" h="179704">
                <a:moveTo>
                  <a:pt x="21896" y="134041"/>
                </a:moveTo>
                <a:lnTo>
                  <a:pt x="0" y="137490"/>
                </a:lnTo>
                <a:lnTo>
                  <a:pt x="2439" y="147261"/>
                </a:lnTo>
                <a:lnTo>
                  <a:pt x="6094" y="155754"/>
                </a:lnTo>
                <a:lnTo>
                  <a:pt x="43912" y="178838"/>
                </a:lnTo>
                <a:lnTo>
                  <a:pt x="55897" y="179500"/>
                </a:lnTo>
                <a:lnTo>
                  <a:pt x="63393" y="179165"/>
                </a:lnTo>
                <a:lnTo>
                  <a:pt x="100626" y="161268"/>
                </a:lnTo>
                <a:lnTo>
                  <a:pt x="45663" y="161268"/>
                </a:lnTo>
                <a:lnTo>
                  <a:pt x="37819" y="158926"/>
                </a:lnTo>
                <a:lnTo>
                  <a:pt x="26572" y="149563"/>
                </a:lnTo>
                <a:lnTo>
                  <a:pt x="23143" y="142827"/>
                </a:lnTo>
                <a:lnTo>
                  <a:pt x="21896" y="134041"/>
                </a:lnTo>
                <a:close/>
              </a:path>
              <a:path w="541020" h="179704">
                <a:moveTo>
                  <a:pt x="51819" y="42755"/>
                </a:moveTo>
                <a:lnTo>
                  <a:pt x="18571" y="51871"/>
                </a:lnTo>
                <a:lnTo>
                  <a:pt x="14000" y="55156"/>
                </a:lnTo>
                <a:lnTo>
                  <a:pt x="10363" y="59283"/>
                </a:lnTo>
                <a:lnTo>
                  <a:pt x="5013" y="69220"/>
                </a:lnTo>
                <a:lnTo>
                  <a:pt x="3688" y="74620"/>
                </a:lnTo>
                <a:lnTo>
                  <a:pt x="3688" y="86857"/>
                </a:lnTo>
                <a:lnTo>
                  <a:pt x="35997" y="115362"/>
                </a:lnTo>
                <a:lnTo>
                  <a:pt x="68703" y="124146"/>
                </a:lnTo>
                <a:lnTo>
                  <a:pt x="76261" y="126651"/>
                </a:lnTo>
                <a:lnTo>
                  <a:pt x="79300" y="128621"/>
                </a:lnTo>
                <a:lnTo>
                  <a:pt x="83638" y="131495"/>
                </a:lnTo>
                <a:lnTo>
                  <a:pt x="85820" y="135437"/>
                </a:lnTo>
                <a:lnTo>
                  <a:pt x="85820" y="146032"/>
                </a:lnTo>
                <a:lnTo>
                  <a:pt x="83353" y="150899"/>
                </a:lnTo>
                <a:lnTo>
                  <a:pt x="73508" y="159191"/>
                </a:lnTo>
                <a:lnTo>
                  <a:pt x="65949" y="161268"/>
                </a:lnTo>
                <a:lnTo>
                  <a:pt x="100626" y="161268"/>
                </a:lnTo>
                <a:lnTo>
                  <a:pt x="106444" y="152458"/>
                </a:lnTo>
                <a:lnTo>
                  <a:pt x="108600" y="145499"/>
                </a:lnTo>
                <a:lnTo>
                  <a:pt x="108600" y="130551"/>
                </a:lnTo>
                <a:lnTo>
                  <a:pt x="75865" y="102919"/>
                </a:lnTo>
                <a:lnTo>
                  <a:pt x="45066" y="94251"/>
                </a:lnTo>
                <a:lnTo>
                  <a:pt x="38520" y="92361"/>
                </a:lnTo>
                <a:lnTo>
                  <a:pt x="36312" y="91540"/>
                </a:lnTo>
                <a:lnTo>
                  <a:pt x="32468" y="89978"/>
                </a:lnTo>
                <a:lnTo>
                  <a:pt x="29637" y="88009"/>
                </a:lnTo>
                <a:lnTo>
                  <a:pt x="27818" y="85626"/>
                </a:lnTo>
                <a:lnTo>
                  <a:pt x="26026" y="83326"/>
                </a:lnTo>
                <a:lnTo>
                  <a:pt x="25117" y="80740"/>
                </a:lnTo>
                <a:lnTo>
                  <a:pt x="25117" y="73349"/>
                </a:lnTo>
                <a:lnTo>
                  <a:pt x="27299" y="69407"/>
                </a:lnTo>
                <a:lnTo>
                  <a:pt x="36001" y="62672"/>
                </a:lnTo>
                <a:lnTo>
                  <a:pt x="43247" y="60988"/>
                </a:lnTo>
                <a:lnTo>
                  <a:pt x="97351" y="60988"/>
                </a:lnTo>
                <a:lnTo>
                  <a:pt x="92340" y="54151"/>
                </a:lnTo>
                <a:lnTo>
                  <a:pt x="59291" y="43033"/>
                </a:lnTo>
                <a:lnTo>
                  <a:pt x="51819" y="42755"/>
                </a:lnTo>
                <a:close/>
              </a:path>
              <a:path w="541020" h="179704">
                <a:moveTo>
                  <a:pt x="97351" y="60988"/>
                </a:moveTo>
                <a:lnTo>
                  <a:pt x="62053" y="60988"/>
                </a:lnTo>
                <a:lnTo>
                  <a:pt x="68729" y="62877"/>
                </a:lnTo>
                <a:lnTo>
                  <a:pt x="78158" y="70434"/>
                </a:lnTo>
                <a:lnTo>
                  <a:pt x="81015" y="75688"/>
                </a:lnTo>
                <a:lnTo>
                  <a:pt x="82002" y="82424"/>
                </a:lnTo>
                <a:lnTo>
                  <a:pt x="103665" y="79467"/>
                </a:lnTo>
                <a:lnTo>
                  <a:pt x="102288" y="71008"/>
                </a:lnTo>
                <a:lnTo>
                  <a:pt x="99743" y="64252"/>
                </a:lnTo>
                <a:lnTo>
                  <a:pt x="97351" y="60988"/>
                </a:lnTo>
                <a:close/>
              </a:path>
              <a:path w="541020" h="179704">
                <a:moveTo>
                  <a:pt x="164861" y="62960"/>
                </a:moveTo>
                <a:lnTo>
                  <a:pt x="142835" y="62960"/>
                </a:lnTo>
                <a:lnTo>
                  <a:pt x="142835" y="138230"/>
                </a:lnTo>
                <a:lnTo>
                  <a:pt x="143005" y="147350"/>
                </a:lnTo>
                <a:lnTo>
                  <a:pt x="165563" y="178268"/>
                </a:lnTo>
                <a:lnTo>
                  <a:pt x="178550" y="178268"/>
                </a:lnTo>
                <a:lnTo>
                  <a:pt x="184109" y="177611"/>
                </a:lnTo>
                <a:lnTo>
                  <a:pt x="190369" y="176296"/>
                </a:lnTo>
                <a:lnTo>
                  <a:pt x="187289" y="157570"/>
                </a:lnTo>
                <a:lnTo>
                  <a:pt x="174134" y="157570"/>
                </a:lnTo>
                <a:lnTo>
                  <a:pt x="171615" y="157037"/>
                </a:lnTo>
                <a:lnTo>
                  <a:pt x="168082" y="154901"/>
                </a:lnTo>
                <a:lnTo>
                  <a:pt x="166809" y="153464"/>
                </a:lnTo>
                <a:lnTo>
                  <a:pt x="165251" y="149852"/>
                </a:lnTo>
                <a:lnTo>
                  <a:pt x="164861" y="145785"/>
                </a:lnTo>
                <a:lnTo>
                  <a:pt x="164861" y="62960"/>
                </a:lnTo>
                <a:close/>
              </a:path>
              <a:path w="541020" h="179704">
                <a:moveTo>
                  <a:pt x="187148" y="156710"/>
                </a:moveTo>
                <a:lnTo>
                  <a:pt x="183148" y="157284"/>
                </a:lnTo>
                <a:lnTo>
                  <a:pt x="179901" y="157570"/>
                </a:lnTo>
                <a:lnTo>
                  <a:pt x="187289" y="157570"/>
                </a:lnTo>
                <a:lnTo>
                  <a:pt x="187148" y="156710"/>
                </a:lnTo>
                <a:close/>
              </a:path>
              <a:path w="541020" h="179704">
                <a:moveTo>
                  <a:pt x="187148" y="45713"/>
                </a:moveTo>
                <a:lnTo>
                  <a:pt x="126575" y="45713"/>
                </a:lnTo>
                <a:lnTo>
                  <a:pt x="126575" y="62960"/>
                </a:lnTo>
                <a:lnTo>
                  <a:pt x="187148" y="62960"/>
                </a:lnTo>
                <a:lnTo>
                  <a:pt x="187148" y="45713"/>
                </a:lnTo>
                <a:close/>
              </a:path>
              <a:path w="541020" h="179704">
                <a:moveTo>
                  <a:pt x="164861" y="0"/>
                </a:moveTo>
                <a:lnTo>
                  <a:pt x="142835" y="13305"/>
                </a:lnTo>
                <a:lnTo>
                  <a:pt x="142835" y="45713"/>
                </a:lnTo>
                <a:lnTo>
                  <a:pt x="164861" y="45713"/>
                </a:lnTo>
                <a:lnTo>
                  <a:pt x="164861" y="0"/>
                </a:lnTo>
                <a:close/>
              </a:path>
              <a:path w="541020" h="179704">
                <a:moveTo>
                  <a:pt x="312322" y="61110"/>
                </a:moveTo>
                <a:lnTo>
                  <a:pt x="263020" y="61110"/>
                </a:lnTo>
                <a:lnTo>
                  <a:pt x="270866" y="61579"/>
                </a:lnTo>
                <a:lnTo>
                  <a:pt x="277686" y="62989"/>
                </a:lnTo>
                <a:lnTo>
                  <a:pt x="283479" y="65337"/>
                </a:lnTo>
                <a:lnTo>
                  <a:pt x="288241" y="68625"/>
                </a:lnTo>
                <a:lnTo>
                  <a:pt x="292449" y="72320"/>
                </a:lnTo>
                <a:lnTo>
                  <a:pt x="294527" y="78687"/>
                </a:lnTo>
                <a:lnTo>
                  <a:pt x="294501" y="90472"/>
                </a:lnTo>
                <a:lnTo>
                  <a:pt x="254890" y="101147"/>
                </a:lnTo>
                <a:lnTo>
                  <a:pt x="246110" y="102215"/>
                </a:lnTo>
                <a:lnTo>
                  <a:pt x="239539" y="103325"/>
                </a:lnTo>
                <a:lnTo>
                  <a:pt x="204862" y="129790"/>
                </a:lnTo>
                <a:lnTo>
                  <a:pt x="203408" y="135642"/>
                </a:lnTo>
                <a:lnTo>
                  <a:pt x="203408" y="142048"/>
                </a:lnTo>
                <a:lnTo>
                  <a:pt x="229058" y="176866"/>
                </a:lnTo>
                <a:lnTo>
                  <a:pt x="256812" y="179500"/>
                </a:lnTo>
                <a:lnTo>
                  <a:pt x="264968" y="178063"/>
                </a:lnTo>
                <a:lnTo>
                  <a:pt x="294096" y="162128"/>
                </a:lnTo>
                <a:lnTo>
                  <a:pt x="244786" y="162128"/>
                </a:lnTo>
                <a:lnTo>
                  <a:pt x="238240" y="160158"/>
                </a:lnTo>
                <a:lnTo>
                  <a:pt x="229279" y="152274"/>
                </a:lnTo>
                <a:lnTo>
                  <a:pt x="227045" y="147347"/>
                </a:lnTo>
                <a:lnTo>
                  <a:pt x="227045" y="137573"/>
                </a:lnTo>
                <a:lnTo>
                  <a:pt x="228084" y="134062"/>
                </a:lnTo>
                <a:lnTo>
                  <a:pt x="258215" y="119258"/>
                </a:lnTo>
                <a:lnTo>
                  <a:pt x="269523" y="117441"/>
                </a:lnTo>
                <a:lnTo>
                  <a:pt x="279326" y="115439"/>
                </a:lnTo>
                <a:lnTo>
                  <a:pt x="287619" y="113253"/>
                </a:lnTo>
                <a:lnTo>
                  <a:pt x="294398" y="110882"/>
                </a:lnTo>
                <a:lnTo>
                  <a:pt x="316814" y="110882"/>
                </a:lnTo>
                <a:lnTo>
                  <a:pt x="316814" y="82299"/>
                </a:lnTo>
                <a:lnTo>
                  <a:pt x="316450" y="75483"/>
                </a:lnTo>
                <a:lnTo>
                  <a:pt x="315723" y="71705"/>
                </a:lnTo>
                <a:lnTo>
                  <a:pt x="314398" y="65629"/>
                </a:lnTo>
                <a:lnTo>
                  <a:pt x="312322" y="61110"/>
                </a:lnTo>
                <a:close/>
              </a:path>
              <a:path w="541020" h="179704">
                <a:moveTo>
                  <a:pt x="318193" y="160405"/>
                </a:moveTo>
                <a:lnTo>
                  <a:pt x="296268" y="160405"/>
                </a:lnTo>
                <a:lnTo>
                  <a:pt x="296917" y="166564"/>
                </a:lnTo>
                <a:lnTo>
                  <a:pt x="298398" y="171943"/>
                </a:lnTo>
                <a:lnTo>
                  <a:pt x="300683" y="176543"/>
                </a:lnTo>
                <a:lnTo>
                  <a:pt x="323827" y="176543"/>
                </a:lnTo>
                <a:lnTo>
                  <a:pt x="321048" y="171532"/>
                </a:lnTo>
                <a:lnTo>
                  <a:pt x="319177" y="166296"/>
                </a:lnTo>
                <a:lnTo>
                  <a:pt x="318242" y="160836"/>
                </a:lnTo>
                <a:lnTo>
                  <a:pt x="318193" y="160405"/>
                </a:lnTo>
                <a:close/>
              </a:path>
              <a:path w="541020" h="179704">
                <a:moveTo>
                  <a:pt x="316814" y="110882"/>
                </a:moveTo>
                <a:lnTo>
                  <a:pt x="294398" y="110882"/>
                </a:lnTo>
                <a:lnTo>
                  <a:pt x="294398" y="128784"/>
                </a:lnTo>
                <a:lnTo>
                  <a:pt x="293229" y="136177"/>
                </a:lnTo>
                <a:lnTo>
                  <a:pt x="287722" y="147674"/>
                </a:lnTo>
                <a:lnTo>
                  <a:pt x="282839" y="152786"/>
                </a:lnTo>
                <a:lnTo>
                  <a:pt x="269540" y="160259"/>
                </a:lnTo>
                <a:lnTo>
                  <a:pt x="261929" y="162128"/>
                </a:lnTo>
                <a:lnTo>
                  <a:pt x="294096" y="162128"/>
                </a:lnTo>
                <a:lnTo>
                  <a:pt x="296268" y="160405"/>
                </a:lnTo>
                <a:lnTo>
                  <a:pt x="318193" y="160405"/>
                </a:lnTo>
                <a:lnTo>
                  <a:pt x="317614" y="155319"/>
                </a:lnTo>
                <a:lnTo>
                  <a:pt x="317168" y="146961"/>
                </a:lnTo>
                <a:lnTo>
                  <a:pt x="316945" y="137573"/>
                </a:lnTo>
                <a:lnTo>
                  <a:pt x="316836" y="125336"/>
                </a:lnTo>
                <a:lnTo>
                  <a:pt x="316814" y="110882"/>
                </a:lnTo>
                <a:close/>
              </a:path>
              <a:path w="541020" h="179704">
                <a:moveTo>
                  <a:pt x="266215" y="42755"/>
                </a:moveTo>
                <a:lnTo>
                  <a:pt x="228006" y="50455"/>
                </a:lnTo>
                <a:lnTo>
                  <a:pt x="207226" y="83040"/>
                </a:lnTo>
                <a:lnTo>
                  <a:pt x="228889" y="85997"/>
                </a:lnTo>
                <a:lnTo>
                  <a:pt x="231279" y="76715"/>
                </a:lnTo>
                <a:lnTo>
                  <a:pt x="234967" y="70247"/>
                </a:lnTo>
                <a:lnTo>
                  <a:pt x="244890" y="62939"/>
                </a:lnTo>
                <a:lnTo>
                  <a:pt x="252578" y="61110"/>
                </a:lnTo>
                <a:lnTo>
                  <a:pt x="312322" y="61110"/>
                </a:lnTo>
                <a:lnTo>
                  <a:pt x="312086" y="60598"/>
                </a:lnTo>
                <a:lnTo>
                  <a:pt x="274197" y="43002"/>
                </a:lnTo>
                <a:lnTo>
                  <a:pt x="266215" y="42755"/>
                </a:lnTo>
                <a:close/>
              </a:path>
              <a:path w="541020" h="179704">
                <a:moveTo>
                  <a:pt x="381465" y="62960"/>
                </a:moveTo>
                <a:lnTo>
                  <a:pt x="359412" y="62960"/>
                </a:lnTo>
                <a:lnTo>
                  <a:pt x="359412" y="138230"/>
                </a:lnTo>
                <a:lnTo>
                  <a:pt x="359583" y="147350"/>
                </a:lnTo>
                <a:lnTo>
                  <a:pt x="382166" y="178268"/>
                </a:lnTo>
                <a:lnTo>
                  <a:pt x="395128" y="178268"/>
                </a:lnTo>
                <a:lnTo>
                  <a:pt x="400712" y="177611"/>
                </a:lnTo>
                <a:lnTo>
                  <a:pt x="406946" y="176296"/>
                </a:lnTo>
                <a:lnTo>
                  <a:pt x="403892" y="157570"/>
                </a:lnTo>
                <a:lnTo>
                  <a:pt x="390738" y="157570"/>
                </a:lnTo>
                <a:lnTo>
                  <a:pt x="388218" y="157037"/>
                </a:lnTo>
                <a:lnTo>
                  <a:pt x="384686" y="154901"/>
                </a:lnTo>
                <a:lnTo>
                  <a:pt x="383413" y="153464"/>
                </a:lnTo>
                <a:lnTo>
                  <a:pt x="381855" y="149852"/>
                </a:lnTo>
                <a:lnTo>
                  <a:pt x="381465" y="145785"/>
                </a:lnTo>
                <a:lnTo>
                  <a:pt x="381465" y="62960"/>
                </a:lnTo>
                <a:close/>
              </a:path>
              <a:path w="541020" h="179704">
                <a:moveTo>
                  <a:pt x="403751" y="156710"/>
                </a:moveTo>
                <a:lnTo>
                  <a:pt x="399725" y="157284"/>
                </a:lnTo>
                <a:lnTo>
                  <a:pt x="396478" y="157570"/>
                </a:lnTo>
                <a:lnTo>
                  <a:pt x="403892" y="157570"/>
                </a:lnTo>
                <a:lnTo>
                  <a:pt x="403751" y="156710"/>
                </a:lnTo>
                <a:close/>
              </a:path>
              <a:path w="541020" h="179704">
                <a:moveTo>
                  <a:pt x="403751" y="45713"/>
                </a:moveTo>
                <a:lnTo>
                  <a:pt x="343178" y="45713"/>
                </a:lnTo>
                <a:lnTo>
                  <a:pt x="343178" y="62960"/>
                </a:lnTo>
                <a:lnTo>
                  <a:pt x="403751" y="62960"/>
                </a:lnTo>
                <a:lnTo>
                  <a:pt x="403751" y="45713"/>
                </a:lnTo>
                <a:close/>
              </a:path>
              <a:path w="541020" h="179704">
                <a:moveTo>
                  <a:pt x="381465" y="0"/>
                </a:moveTo>
                <a:lnTo>
                  <a:pt x="359412" y="13305"/>
                </a:lnTo>
                <a:lnTo>
                  <a:pt x="359412" y="45713"/>
                </a:lnTo>
                <a:lnTo>
                  <a:pt x="381465" y="45713"/>
                </a:lnTo>
                <a:lnTo>
                  <a:pt x="381465" y="0"/>
                </a:lnTo>
                <a:close/>
              </a:path>
              <a:path w="541020" h="179704">
                <a:moveTo>
                  <a:pt x="481208" y="42755"/>
                </a:moveTo>
                <a:lnTo>
                  <a:pt x="437129" y="60988"/>
                </a:lnTo>
                <a:lnTo>
                  <a:pt x="421203" y="96652"/>
                </a:lnTo>
                <a:lnTo>
                  <a:pt x="420141" y="112236"/>
                </a:lnTo>
                <a:lnTo>
                  <a:pt x="421189" y="127300"/>
                </a:lnTo>
                <a:lnTo>
                  <a:pt x="446088" y="169555"/>
                </a:lnTo>
                <a:lnTo>
                  <a:pt x="482429" y="179500"/>
                </a:lnTo>
                <a:lnTo>
                  <a:pt x="493314" y="178807"/>
                </a:lnTo>
                <a:lnTo>
                  <a:pt x="527423" y="161268"/>
                </a:lnTo>
                <a:lnTo>
                  <a:pt x="482559" y="161268"/>
                </a:lnTo>
                <a:lnTo>
                  <a:pt x="474713" y="160551"/>
                </a:lnTo>
                <a:lnTo>
                  <a:pt x="444253" y="126942"/>
                </a:lnTo>
                <a:lnTo>
                  <a:pt x="443025" y="116794"/>
                </a:lnTo>
                <a:lnTo>
                  <a:pt x="540560" y="116794"/>
                </a:lnTo>
                <a:lnTo>
                  <a:pt x="540689" y="112236"/>
                </a:lnTo>
                <a:lnTo>
                  <a:pt x="540690" y="110882"/>
                </a:lnTo>
                <a:lnTo>
                  <a:pt x="539851" y="98562"/>
                </a:lnTo>
                <a:lnTo>
                  <a:pt x="444272" y="98562"/>
                </a:lnTo>
                <a:lnTo>
                  <a:pt x="445401" y="90431"/>
                </a:lnTo>
                <a:lnTo>
                  <a:pt x="474112" y="61627"/>
                </a:lnTo>
                <a:lnTo>
                  <a:pt x="481442" y="60988"/>
                </a:lnTo>
                <a:lnTo>
                  <a:pt x="524339" y="60988"/>
                </a:lnTo>
                <a:lnTo>
                  <a:pt x="524066" y="60619"/>
                </a:lnTo>
                <a:lnTo>
                  <a:pt x="515149" y="52803"/>
                </a:lnTo>
                <a:lnTo>
                  <a:pt x="505033" y="47221"/>
                </a:lnTo>
                <a:lnTo>
                  <a:pt x="493720" y="43872"/>
                </a:lnTo>
                <a:lnTo>
                  <a:pt x="481208" y="42755"/>
                </a:lnTo>
                <a:close/>
              </a:path>
              <a:path w="541020" h="179704">
                <a:moveTo>
                  <a:pt x="517027" y="134410"/>
                </a:moveTo>
                <a:lnTo>
                  <a:pt x="513677" y="143773"/>
                </a:lnTo>
                <a:lnTo>
                  <a:pt x="509105" y="150590"/>
                </a:lnTo>
                <a:lnTo>
                  <a:pt x="497624" y="159132"/>
                </a:lnTo>
                <a:lnTo>
                  <a:pt x="490689" y="161268"/>
                </a:lnTo>
                <a:lnTo>
                  <a:pt x="527423" y="161268"/>
                </a:lnTo>
                <a:lnTo>
                  <a:pt x="532216" y="155076"/>
                </a:lnTo>
                <a:lnTo>
                  <a:pt x="536654" y="146722"/>
                </a:lnTo>
                <a:lnTo>
                  <a:pt x="539937" y="137243"/>
                </a:lnTo>
                <a:lnTo>
                  <a:pt x="517027" y="134410"/>
                </a:lnTo>
                <a:close/>
              </a:path>
              <a:path w="541020" h="179704">
                <a:moveTo>
                  <a:pt x="524339" y="60988"/>
                </a:moveTo>
                <a:lnTo>
                  <a:pt x="481442" y="60988"/>
                </a:lnTo>
                <a:lnTo>
                  <a:pt x="489487" y="61789"/>
                </a:lnTo>
                <a:lnTo>
                  <a:pt x="496751" y="64191"/>
                </a:lnTo>
                <a:lnTo>
                  <a:pt x="517287" y="98562"/>
                </a:lnTo>
                <a:lnTo>
                  <a:pt x="539851" y="98562"/>
                </a:lnTo>
                <a:lnTo>
                  <a:pt x="539649" y="95590"/>
                </a:lnTo>
                <a:lnTo>
                  <a:pt x="536528" y="82115"/>
                </a:lnTo>
                <a:lnTo>
                  <a:pt x="531332" y="70458"/>
                </a:lnTo>
                <a:lnTo>
                  <a:pt x="524339" y="6098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62" name="object 62"/>
          <p:cNvGrpSpPr/>
          <p:nvPr/>
        </p:nvGrpSpPr>
        <p:grpSpPr>
          <a:xfrm>
            <a:off x="4647817" y="3867169"/>
            <a:ext cx="2446655" cy="1102995"/>
            <a:chOff x="4647817" y="3867169"/>
            <a:chExt cx="2446655" cy="1102995"/>
          </a:xfrm>
        </p:grpSpPr>
        <p:pic>
          <p:nvPicPr>
            <p:cNvPr id="63" name="object 6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5102731" y="4061743"/>
              <a:ext cx="357963" cy="143266"/>
            </a:xfrm>
            <a:prstGeom prst="rect">
              <a:avLst/>
            </a:prstGeom>
          </p:spPr>
        </p:pic>
        <p:sp>
          <p:nvSpPr>
            <p:cNvPr id="64" name="object 64"/>
            <p:cNvSpPr/>
            <p:nvPr/>
          </p:nvSpPr>
          <p:spPr>
            <a:xfrm>
              <a:off x="5536311" y="4097350"/>
              <a:ext cx="101600" cy="69215"/>
            </a:xfrm>
            <a:custGeom>
              <a:avLst/>
              <a:gdLst/>
              <a:ahLst/>
              <a:cxnLst/>
              <a:rect l="l" t="t" r="r" b="b"/>
              <a:pathLst>
                <a:path w="101600" h="69214">
                  <a:moveTo>
                    <a:pt x="101320" y="43434"/>
                  </a:moveTo>
                  <a:lnTo>
                    <a:pt x="0" y="43434"/>
                  </a:lnTo>
                  <a:lnTo>
                    <a:pt x="0" y="68846"/>
                  </a:lnTo>
                  <a:lnTo>
                    <a:pt x="101320" y="68846"/>
                  </a:lnTo>
                  <a:lnTo>
                    <a:pt x="101320" y="43434"/>
                  </a:lnTo>
                  <a:close/>
                </a:path>
                <a:path w="101600" h="69214">
                  <a:moveTo>
                    <a:pt x="101320" y="0"/>
                  </a:moveTo>
                  <a:lnTo>
                    <a:pt x="0" y="0"/>
                  </a:lnTo>
                  <a:lnTo>
                    <a:pt x="0" y="25298"/>
                  </a:lnTo>
                  <a:lnTo>
                    <a:pt x="101320" y="25298"/>
                  </a:lnTo>
                  <a:lnTo>
                    <a:pt x="10132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5" name="object 65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712376" y="4058911"/>
              <a:ext cx="183274" cy="184244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915074" y="4058911"/>
              <a:ext cx="187100" cy="184244"/>
            </a:xfrm>
            <a:prstGeom prst="rect">
              <a:avLst/>
            </a:prstGeom>
          </p:spPr>
        </p:pic>
        <p:sp>
          <p:nvSpPr>
            <p:cNvPr id="67" name="object 67"/>
            <p:cNvSpPr/>
            <p:nvPr/>
          </p:nvSpPr>
          <p:spPr>
            <a:xfrm>
              <a:off x="6131879" y="4058911"/>
              <a:ext cx="49530" cy="184785"/>
            </a:xfrm>
            <a:custGeom>
              <a:avLst/>
              <a:gdLst/>
              <a:ahLst/>
              <a:cxnLst/>
              <a:rect l="l" t="t" r="r" b="b"/>
              <a:pathLst>
                <a:path w="49529" h="184785">
                  <a:moveTo>
                    <a:pt x="49231" y="0"/>
                  </a:moveTo>
                  <a:lnTo>
                    <a:pt x="0" y="0"/>
                  </a:lnTo>
                  <a:lnTo>
                    <a:pt x="0" y="184244"/>
                  </a:lnTo>
                  <a:lnTo>
                    <a:pt x="49231" y="184244"/>
                  </a:lnTo>
                  <a:lnTo>
                    <a:pt x="49231" y="162575"/>
                  </a:lnTo>
                  <a:lnTo>
                    <a:pt x="26394" y="162575"/>
                  </a:lnTo>
                  <a:lnTo>
                    <a:pt x="26394" y="21668"/>
                  </a:lnTo>
                  <a:lnTo>
                    <a:pt x="49231" y="21668"/>
                  </a:lnTo>
                  <a:lnTo>
                    <a:pt x="492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8" name="object 6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6200534" y="4058911"/>
              <a:ext cx="324659" cy="184244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5049755" y="4527986"/>
              <a:ext cx="105165" cy="143738"/>
            </a:xfrm>
            <a:prstGeom prst="rect">
              <a:avLst/>
            </a:prstGeom>
          </p:spPr>
        </p:pic>
        <p:sp>
          <p:nvSpPr>
            <p:cNvPr id="70" name="object 70"/>
            <p:cNvSpPr/>
            <p:nvPr/>
          </p:nvSpPr>
          <p:spPr>
            <a:xfrm>
              <a:off x="5226812" y="4570730"/>
              <a:ext cx="95885" cy="60325"/>
            </a:xfrm>
            <a:custGeom>
              <a:avLst/>
              <a:gdLst/>
              <a:ahLst/>
              <a:cxnLst/>
              <a:rect l="l" t="t" r="r" b="b"/>
              <a:pathLst>
                <a:path w="95885" h="60325">
                  <a:moveTo>
                    <a:pt x="95694" y="43649"/>
                  </a:moveTo>
                  <a:lnTo>
                    <a:pt x="0" y="43649"/>
                  </a:lnTo>
                  <a:lnTo>
                    <a:pt x="0" y="60121"/>
                  </a:lnTo>
                  <a:lnTo>
                    <a:pt x="95694" y="60121"/>
                  </a:lnTo>
                  <a:lnTo>
                    <a:pt x="95694" y="43649"/>
                  </a:lnTo>
                  <a:close/>
                </a:path>
                <a:path w="95885" h="60325">
                  <a:moveTo>
                    <a:pt x="95694" y="0"/>
                  </a:moveTo>
                  <a:lnTo>
                    <a:pt x="0" y="0"/>
                  </a:lnTo>
                  <a:lnTo>
                    <a:pt x="0" y="16484"/>
                  </a:lnTo>
                  <a:lnTo>
                    <a:pt x="95694" y="16484"/>
                  </a:lnTo>
                  <a:lnTo>
                    <a:pt x="9569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1" name="object 7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5388378" y="4527986"/>
              <a:ext cx="128891" cy="143738"/>
            </a:xfrm>
            <a:prstGeom prst="rect">
              <a:avLst/>
            </a:prstGeom>
          </p:spPr>
        </p:pic>
        <p:pic>
          <p:nvPicPr>
            <p:cNvPr id="72" name="object 7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542568" y="4565249"/>
              <a:ext cx="315284" cy="146385"/>
            </a:xfrm>
            <a:prstGeom prst="rect">
              <a:avLst/>
            </a:prstGeom>
          </p:spPr>
        </p:pic>
        <p:pic>
          <p:nvPicPr>
            <p:cNvPr id="73" name="object 73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5880446" y="4525524"/>
              <a:ext cx="412180" cy="195160"/>
            </a:xfrm>
            <a:prstGeom prst="rect">
              <a:avLst/>
            </a:prstGeom>
          </p:spPr>
        </p:pic>
        <p:pic>
          <p:nvPicPr>
            <p:cNvPr id="74" name="object 7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312299" y="4525524"/>
              <a:ext cx="319302" cy="188471"/>
            </a:xfrm>
            <a:prstGeom prst="rect">
              <a:avLst/>
            </a:prstGeom>
          </p:spPr>
        </p:pic>
        <p:sp>
          <p:nvSpPr>
            <p:cNvPr id="75" name="object 75"/>
            <p:cNvSpPr/>
            <p:nvPr/>
          </p:nvSpPr>
          <p:spPr>
            <a:xfrm>
              <a:off x="4703624" y="3922580"/>
              <a:ext cx="2390775" cy="1047750"/>
            </a:xfrm>
            <a:custGeom>
              <a:avLst/>
              <a:gdLst/>
              <a:ahLst/>
              <a:cxnLst/>
              <a:rect l="l" t="t" r="r" b="b"/>
              <a:pathLst>
                <a:path w="2390775" h="1047750">
                  <a:moveTo>
                    <a:pt x="0" y="973643"/>
                  </a:moveTo>
                  <a:lnTo>
                    <a:pt x="5855" y="1002388"/>
                  </a:lnTo>
                  <a:lnTo>
                    <a:pt x="21819" y="1025869"/>
                  </a:lnTo>
                  <a:lnTo>
                    <a:pt x="45491" y="1041705"/>
                  </a:lnTo>
                  <a:lnTo>
                    <a:pt x="74467" y="1047513"/>
                  </a:lnTo>
                  <a:lnTo>
                    <a:pt x="2315768" y="1047513"/>
                  </a:lnTo>
                  <a:lnTo>
                    <a:pt x="2344770" y="1041705"/>
                  </a:lnTo>
                  <a:lnTo>
                    <a:pt x="2368439" y="1025869"/>
                  </a:lnTo>
                  <a:lnTo>
                    <a:pt x="2384390" y="1002388"/>
                  </a:lnTo>
                  <a:lnTo>
                    <a:pt x="2385228" y="998267"/>
                  </a:lnTo>
                  <a:lnTo>
                    <a:pt x="24822" y="998267"/>
                  </a:lnTo>
                  <a:lnTo>
                    <a:pt x="0" y="973643"/>
                  </a:lnTo>
                  <a:close/>
                </a:path>
                <a:path w="2390775" h="1047750">
                  <a:moveTo>
                    <a:pt x="2315769" y="0"/>
                  </a:moveTo>
                  <a:lnTo>
                    <a:pt x="2340591" y="24623"/>
                  </a:lnTo>
                  <a:lnTo>
                    <a:pt x="2340591" y="924399"/>
                  </a:lnTo>
                  <a:lnTo>
                    <a:pt x="2334744" y="953142"/>
                  </a:lnTo>
                  <a:lnTo>
                    <a:pt x="2318794" y="976623"/>
                  </a:lnTo>
                  <a:lnTo>
                    <a:pt x="2295125" y="992459"/>
                  </a:lnTo>
                  <a:lnTo>
                    <a:pt x="2266123" y="998267"/>
                  </a:lnTo>
                  <a:lnTo>
                    <a:pt x="2385228" y="998267"/>
                  </a:lnTo>
                  <a:lnTo>
                    <a:pt x="2390236" y="973645"/>
                  </a:lnTo>
                  <a:lnTo>
                    <a:pt x="2390236" y="73869"/>
                  </a:lnTo>
                  <a:lnTo>
                    <a:pt x="2384390" y="45127"/>
                  </a:lnTo>
                  <a:lnTo>
                    <a:pt x="2368439" y="21645"/>
                  </a:lnTo>
                  <a:lnTo>
                    <a:pt x="2344770" y="5808"/>
                  </a:lnTo>
                  <a:lnTo>
                    <a:pt x="231576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6" name="object 76"/>
            <p:cNvSpPr/>
            <p:nvPr/>
          </p:nvSpPr>
          <p:spPr>
            <a:xfrm>
              <a:off x="4653981" y="3873333"/>
              <a:ext cx="2390775" cy="1047750"/>
            </a:xfrm>
            <a:custGeom>
              <a:avLst/>
              <a:gdLst/>
              <a:ahLst/>
              <a:cxnLst/>
              <a:rect l="l" t="t" r="r" b="b"/>
              <a:pathLst>
                <a:path w="2390775" h="1047750">
                  <a:moveTo>
                    <a:pt x="0" y="973646"/>
                  </a:moveTo>
                  <a:lnTo>
                    <a:pt x="0" y="833056"/>
                  </a:lnTo>
                  <a:lnTo>
                    <a:pt x="0" y="523758"/>
                  </a:lnTo>
                  <a:lnTo>
                    <a:pt x="0" y="214460"/>
                  </a:lnTo>
                  <a:lnTo>
                    <a:pt x="0" y="73870"/>
                  </a:lnTo>
                  <a:lnTo>
                    <a:pt x="5855" y="45127"/>
                  </a:lnTo>
                  <a:lnTo>
                    <a:pt x="21819" y="21645"/>
                  </a:lnTo>
                  <a:lnTo>
                    <a:pt x="45490" y="5808"/>
                  </a:lnTo>
                  <a:lnTo>
                    <a:pt x="74465" y="0"/>
                  </a:lnTo>
                  <a:lnTo>
                    <a:pt x="424669" y="0"/>
                  </a:lnTo>
                  <a:lnTo>
                    <a:pt x="1195116" y="0"/>
                  </a:lnTo>
                  <a:lnTo>
                    <a:pt x="1965563" y="0"/>
                  </a:lnTo>
                  <a:lnTo>
                    <a:pt x="2315766" y="0"/>
                  </a:lnTo>
                  <a:lnTo>
                    <a:pt x="2344768" y="5808"/>
                  </a:lnTo>
                  <a:lnTo>
                    <a:pt x="2368437" y="21645"/>
                  </a:lnTo>
                  <a:lnTo>
                    <a:pt x="2384388" y="45127"/>
                  </a:lnTo>
                  <a:lnTo>
                    <a:pt x="2390234" y="73870"/>
                  </a:lnTo>
                  <a:lnTo>
                    <a:pt x="2390234" y="214460"/>
                  </a:lnTo>
                  <a:lnTo>
                    <a:pt x="2390234" y="523758"/>
                  </a:lnTo>
                  <a:lnTo>
                    <a:pt x="2390234" y="833056"/>
                  </a:lnTo>
                  <a:lnTo>
                    <a:pt x="2390234" y="973646"/>
                  </a:lnTo>
                  <a:lnTo>
                    <a:pt x="2384388" y="1002389"/>
                  </a:lnTo>
                  <a:lnTo>
                    <a:pt x="2368437" y="1025870"/>
                  </a:lnTo>
                  <a:lnTo>
                    <a:pt x="2344768" y="1041706"/>
                  </a:lnTo>
                  <a:lnTo>
                    <a:pt x="2315766" y="1047514"/>
                  </a:lnTo>
                  <a:lnTo>
                    <a:pt x="1965563" y="1047514"/>
                  </a:lnTo>
                  <a:lnTo>
                    <a:pt x="1195116" y="1047514"/>
                  </a:lnTo>
                  <a:lnTo>
                    <a:pt x="424669" y="1047514"/>
                  </a:lnTo>
                  <a:lnTo>
                    <a:pt x="74465" y="1047514"/>
                  </a:lnTo>
                  <a:lnTo>
                    <a:pt x="45490" y="1041706"/>
                  </a:lnTo>
                  <a:lnTo>
                    <a:pt x="21819" y="1025870"/>
                  </a:lnTo>
                  <a:lnTo>
                    <a:pt x="5855" y="1002389"/>
                  </a:lnTo>
                  <a:lnTo>
                    <a:pt x="0" y="973646"/>
                  </a:lnTo>
                  <a:lnTo>
                    <a:pt x="0" y="833056"/>
                  </a:lnTo>
                  <a:lnTo>
                    <a:pt x="0" y="523758"/>
                  </a:lnTo>
                  <a:lnTo>
                    <a:pt x="0" y="214460"/>
                  </a:lnTo>
                  <a:lnTo>
                    <a:pt x="0" y="73870"/>
                  </a:lnTo>
                </a:path>
              </a:pathLst>
            </a:custGeom>
            <a:ln w="123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77" name="object 77"/>
          <p:cNvGrpSpPr/>
          <p:nvPr/>
        </p:nvGrpSpPr>
        <p:grpSpPr>
          <a:xfrm>
            <a:off x="7647999" y="1108244"/>
            <a:ext cx="3609975" cy="2740660"/>
            <a:chOff x="7647999" y="1108244"/>
            <a:chExt cx="3609975" cy="2740660"/>
          </a:xfrm>
        </p:grpSpPr>
        <p:pic>
          <p:nvPicPr>
            <p:cNvPr id="78" name="object 78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7895400" y="3409560"/>
              <a:ext cx="108309" cy="115721"/>
            </a:xfrm>
            <a:prstGeom prst="rect">
              <a:avLst/>
            </a:prstGeom>
          </p:spPr>
        </p:pic>
        <p:pic>
          <p:nvPicPr>
            <p:cNvPr id="79" name="object 79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8063901" y="3409560"/>
              <a:ext cx="158420" cy="117620"/>
            </a:xfrm>
            <a:prstGeom prst="rect">
              <a:avLst/>
            </a:prstGeom>
          </p:spPr>
        </p:pic>
        <p:pic>
          <p:nvPicPr>
            <p:cNvPr id="80" name="object 80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7902910" y="3599078"/>
              <a:ext cx="88462" cy="95557"/>
            </a:xfrm>
            <a:prstGeom prst="rect">
              <a:avLst/>
            </a:prstGeom>
          </p:spPr>
        </p:pic>
        <p:sp>
          <p:nvSpPr>
            <p:cNvPr id="81" name="object 81"/>
            <p:cNvSpPr/>
            <p:nvPr/>
          </p:nvSpPr>
          <p:spPr>
            <a:xfrm>
              <a:off x="8147452" y="2127429"/>
              <a:ext cx="102870" cy="120014"/>
            </a:xfrm>
            <a:custGeom>
              <a:avLst/>
              <a:gdLst/>
              <a:ahLst/>
              <a:cxnLst/>
              <a:rect l="l" t="t" r="r" b="b"/>
              <a:pathLst>
                <a:path w="102870" h="120014">
                  <a:moveTo>
                    <a:pt x="54612" y="0"/>
                  </a:moveTo>
                  <a:lnTo>
                    <a:pt x="15264" y="15609"/>
                  </a:lnTo>
                  <a:lnTo>
                    <a:pt x="0" y="58943"/>
                  </a:lnTo>
                  <a:lnTo>
                    <a:pt x="381" y="67156"/>
                  </a:lnTo>
                  <a:lnTo>
                    <a:pt x="18435" y="107851"/>
                  </a:lnTo>
                  <a:lnTo>
                    <a:pt x="54379" y="119717"/>
                  </a:lnTo>
                  <a:lnTo>
                    <a:pt x="63071" y="119093"/>
                  </a:lnTo>
                  <a:lnTo>
                    <a:pt x="95553" y="97635"/>
                  </a:lnTo>
                  <a:lnTo>
                    <a:pt x="102282" y="80922"/>
                  </a:lnTo>
                  <a:lnTo>
                    <a:pt x="86980" y="77092"/>
                  </a:lnTo>
                  <a:lnTo>
                    <a:pt x="84866" y="86916"/>
                  </a:lnTo>
                  <a:lnTo>
                    <a:pt x="80853" y="94242"/>
                  </a:lnTo>
                  <a:lnTo>
                    <a:pt x="68948" y="104066"/>
                  </a:lnTo>
                  <a:lnTo>
                    <a:pt x="61689" y="106563"/>
                  </a:lnTo>
                  <a:lnTo>
                    <a:pt x="46054" y="106563"/>
                  </a:lnTo>
                  <a:lnTo>
                    <a:pt x="18200" y="78939"/>
                  </a:lnTo>
                  <a:lnTo>
                    <a:pt x="15784" y="58943"/>
                  </a:lnTo>
                  <a:lnTo>
                    <a:pt x="15784" y="51283"/>
                  </a:lnTo>
                  <a:lnTo>
                    <a:pt x="37979" y="15318"/>
                  </a:lnTo>
                  <a:lnTo>
                    <a:pt x="45405" y="13153"/>
                  </a:lnTo>
                  <a:lnTo>
                    <a:pt x="62038" y="13153"/>
                  </a:lnTo>
                  <a:lnTo>
                    <a:pt x="68449" y="14985"/>
                  </a:lnTo>
                  <a:lnTo>
                    <a:pt x="78655" y="22644"/>
                  </a:lnTo>
                  <a:lnTo>
                    <a:pt x="82551" y="28805"/>
                  </a:lnTo>
                  <a:lnTo>
                    <a:pt x="85232" y="37297"/>
                  </a:lnTo>
                  <a:lnTo>
                    <a:pt x="100317" y="33800"/>
                  </a:lnTo>
                  <a:lnTo>
                    <a:pt x="70594" y="2227"/>
                  </a:lnTo>
                  <a:lnTo>
                    <a:pt x="62948" y="559"/>
                  </a:lnTo>
                  <a:lnTo>
                    <a:pt x="5461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2" name="object 82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8387215" y="2127429"/>
              <a:ext cx="215870" cy="119717"/>
            </a:xfrm>
            <a:prstGeom prst="rect">
              <a:avLst/>
            </a:prstGeom>
          </p:spPr>
        </p:pic>
        <p:sp>
          <p:nvSpPr>
            <p:cNvPr id="83" name="object 83"/>
            <p:cNvSpPr/>
            <p:nvPr/>
          </p:nvSpPr>
          <p:spPr>
            <a:xfrm>
              <a:off x="8623232" y="2194031"/>
              <a:ext cx="57785" cy="87630"/>
            </a:xfrm>
            <a:custGeom>
              <a:avLst/>
              <a:gdLst/>
              <a:ahLst/>
              <a:cxnLst/>
              <a:rect l="l" t="t" r="r" b="b"/>
              <a:pathLst>
                <a:path w="57784" h="87630">
                  <a:moveTo>
                    <a:pt x="38611" y="0"/>
                  </a:moveTo>
                  <a:lnTo>
                    <a:pt x="2847" y="16983"/>
                  </a:lnTo>
                  <a:lnTo>
                    <a:pt x="2097" y="25142"/>
                  </a:lnTo>
                  <a:lnTo>
                    <a:pt x="13053" y="26141"/>
                  </a:lnTo>
                  <a:lnTo>
                    <a:pt x="13087" y="20813"/>
                  </a:lnTo>
                  <a:lnTo>
                    <a:pt x="14652" y="16484"/>
                  </a:lnTo>
                  <a:lnTo>
                    <a:pt x="20812" y="10323"/>
                  </a:lnTo>
                  <a:lnTo>
                    <a:pt x="24908" y="8824"/>
                  </a:lnTo>
                  <a:lnTo>
                    <a:pt x="34898" y="8824"/>
                  </a:lnTo>
                  <a:lnTo>
                    <a:pt x="38828" y="10323"/>
                  </a:lnTo>
                  <a:lnTo>
                    <a:pt x="44872" y="15984"/>
                  </a:lnTo>
                  <a:lnTo>
                    <a:pt x="46387" y="19647"/>
                  </a:lnTo>
                  <a:lnTo>
                    <a:pt x="46387" y="27806"/>
                  </a:lnTo>
                  <a:lnTo>
                    <a:pt x="16200" y="60008"/>
                  </a:lnTo>
                  <a:lnTo>
                    <a:pt x="11555" y="64387"/>
                  </a:lnTo>
                  <a:lnTo>
                    <a:pt x="5128" y="71963"/>
                  </a:lnTo>
                  <a:lnTo>
                    <a:pt x="2797" y="75810"/>
                  </a:lnTo>
                  <a:lnTo>
                    <a:pt x="416" y="82087"/>
                  </a:lnTo>
                  <a:lnTo>
                    <a:pt x="0" y="84551"/>
                  </a:lnTo>
                  <a:lnTo>
                    <a:pt x="83" y="87116"/>
                  </a:lnTo>
                  <a:lnTo>
                    <a:pt x="57443" y="87116"/>
                  </a:lnTo>
                  <a:lnTo>
                    <a:pt x="57443" y="76875"/>
                  </a:lnTo>
                  <a:lnTo>
                    <a:pt x="14885" y="76875"/>
                  </a:lnTo>
                  <a:lnTo>
                    <a:pt x="16067" y="74944"/>
                  </a:lnTo>
                  <a:lnTo>
                    <a:pt x="17565" y="73012"/>
                  </a:lnTo>
                  <a:lnTo>
                    <a:pt x="21195" y="69183"/>
                  </a:lnTo>
                  <a:lnTo>
                    <a:pt x="25308" y="65553"/>
                  </a:lnTo>
                  <a:lnTo>
                    <a:pt x="39361" y="53781"/>
                  </a:lnTo>
                  <a:lnTo>
                    <a:pt x="44839" y="48619"/>
                  </a:lnTo>
                  <a:lnTo>
                    <a:pt x="51415" y="41127"/>
                  </a:lnTo>
                  <a:lnTo>
                    <a:pt x="53780" y="37630"/>
                  </a:lnTo>
                  <a:lnTo>
                    <a:pt x="56627" y="30970"/>
                  </a:lnTo>
                  <a:lnTo>
                    <a:pt x="57326" y="27473"/>
                  </a:lnTo>
                  <a:lnTo>
                    <a:pt x="57326" y="17316"/>
                  </a:lnTo>
                  <a:lnTo>
                    <a:pt x="54912" y="11488"/>
                  </a:lnTo>
                  <a:lnTo>
                    <a:pt x="45188" y="2331"/>
                  </a:lnTo>
                  <a:lnTo>
                    <a:pt x="3861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4" name="object 84"/>
            <p:cNvSpPr/>
            <p:nvPr/>
          </p:nvSpPr>
          <p:spPr>
            <a:xfrm>
              <a:off x="8277956" y="2176715"/>
              <a:ext cx="80645" cy="10160"/>
            </a:xfrm>
            <a:custGeom>
              <a:avLst/>
              <a:gdLst/>
              <a:ahLst/>
              <a:cxnLst/>
              <a:rect l="l" t="t" r="r" b="b"/>
              <a:pathLst>
                <a:path w="80645" h="10160">
                  <a:moveTo>
                    <a:pt x="80587" y="0"/>
                  </a:moveTo>
                  <a:lnTo>
                    <a:pt x="0" y="0"/>
                  </a:lnTo>
                  <a:lnTo>
                    <a:pt x="0" y="9990"/>
                  </a:lnTo>
                  <a:lnTo>
                    <a:pt x="80587" y="9990"/>
                  </a:lnTo>
                  <a:lnTo>
                    <a:pt x="8058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5" name="object 85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7982797" y="1959923"/>
              <a:ext cx="90777" cy="115721"/>
            </a:xfrm>
            <a:prstGeom prst="rect">
              <a:avLst/>
            </a:prstGeom>
          </p:spPr>
        </p:pic>
        <p:sp>
          <p:nvSpPr>
            <p:cNvPr id="86" name="object 86"/>
            <p:cNvSpPr/>
            <p:nvPr/>
          </p:nvSpPr>
          <p:spPr>
            <a:xfrm>
              <a:off x="8103595" y="2085969"/>
              <a:ext cx="39370" cy="39370"/>
            </a:xfrm>
            <a:custGeom>
              <a:avLst/>
              <a:gdLst/>
              <a:ahLst/>
              <a:cxnLst/>
              <a:rect l="l" t="t" r="r" b="b"/>
              <a:pathLst>
                <a:path w="39370" h="39369">
                  <a:moveTo>
                    <a:pt x="38878" y="38795"/>
                  </a:moveTo>
                  <a:lnTo>
                    <a:pt x="0" y="0"/>
                  </a:lnTo>
                </a:path>
              </a:pathLst>
            </a:custGeom>
            <a:ln w="99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7" name="object 87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7886426" y="2249311"/>
              <a:ext cx="90760" cy="115705"/>
            </a:xfrm>
            <a:prstGeom prst="rect">
              <a:avLst/>
            </a:prstGeom>
          </p:spPr>
        </p:pic>
        <p:sp>
          <p:nvSpPr>
            <p:cNvPr id="88" name="object 88"/>
            <p:cNvSpPr/>
            <p:nvPr/>
          </p:nvSpPr>
          <p:spPr>
            <a:xfrm>
              <a:off x="8010037" y="2213679"/>
              <a:ext cx="109220" cy="71120"/>
            </a:xfrm>
            <a:custGeom>
              <a:avLst/>
              <a:gdLst/>
              <a:ahLst/>
              <a:cxnLst/>
              <a:rect l="l" t="t" r="r" b="b"/>
              <a:pathLst>
                <a:path w="109220" h="71119">
                  <a:moveTo>
                    <a:pt x="19830" y="70898"/>
                  </a:moveTo>
                  <a:lnTo>
                    <a:pt x="0" y="26974"/>
                  </a:lnTo>
                </a:path>
                <a:path w="109220" h="71119">
                  <a:moveTo>
                    <a:pt x="64353" y="40810"/>
                  </a:moveTo>
                  <a:lnTo>
                    <a:pt x="52031" y="13487"/>
                  </a:lnTo>
                </a:path>
                <a:path w="109220" h="71119">
                  <a:moveTo>
                    <a:pt x="108875" y="10656"/>
                  </a:moveTo>
                  <a:lnTo>
                    <a:pt x="104063" y="0"/>
                  </a:lnTo>
                </a:path>
              </a:pathLst>
            </a:custGeom>
            <a:ln w="99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9" name="object 89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7867378" y="2436964"/>
              <a:ext cx="90777" cy="115721"/>
            </a:xfrm>
            <a:prstGeom prst="rect">
              <a:avLst/>
            </a:prstGeom>
          </p:spPr>
        </p:pic>
        <p:pic>
          <p:nvPicPr>
            <p:cNvPr id="90" name="object 90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7979767" y="2270807"/>
              <a:ext cx="196422" cy="319425"/>
            </a:xfrm>
            <a:prstGeom prst="rect">
              <a:avLst/>
            </a:prstGeom>
          </p:spPr>
        </p:pic>
        <p:pic>
          <p:nvPicPr>
            <p:cNvPr id="91" name="object 91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8545659" y="2415518"/>
              <a:ext cx="106078" cy="115721"/>
            </a:xfrm>
            <a:prstGeom prst="rect">
              <a:avLst/>
            </a:prstGeom>
          </p:spPr>
        </p:pic>
        <p:sp>
          <p:nvSpPr>
            <p:cNvPr id="92" name="object 92"/>
            <p:cNvSpPr/>
            <p:nvPr/>
          </p:nvSpPr>
          <p:spPr>
            <a:xfrm>
              <a:off x="8497340" y="2285010"/>
              <a:ext cx="55880" cy="99060"/>
            </a:xfrm>
            <a:custGeom>
              <a:avLst/>
              <a:gdLst/>
              <a:ahLst/>
              <a:cxnLst/>
              <a:rect l="l" t="t" r="r" b="b"/>
              <a:pathLst>
                <a:path w="55879" h="99060">
                  <a:moveTo>
                    <a:pt x="0" y="0"/>
                  </a:moveTo>
                  <a:lnTo>
                    <a:pt x="55794" y="99021"/>
                  </a:lnTo>
                </a:path>
              </a:pathLst>
            </a:custGeom>
            <a:ln w="99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3" name="object 93"/>
            <p:cNvSpPr/>
            <p:nvPr/>
          </p:nvSpPr>
          <p:spPr>
            <a:xfrm>
              <a:off x="8160918" y="1527682"/>
              <a:ext cx="274320" cy="170815"/>
            </a:xfrm>
            <a:custGeom>
              <a:avLst/>
              <a:gdLst/>
              <a:ahLst/>
              <a:cxnLst/>
              <a:rect l="l" t="t" r="r" b="b"/>
              <a:pathLst>
                <a:path w="274320" h="170814">
                  <a:moveTo>
                    <a:pt x="90754" y="2159"/>
                  </a:moveTo>
                  <a:lnTo>
                    <a:pt x="75450" y="2159"/>
                  </a:lnTo>
                  <a:lnTo>
                    <a:pt x="75450" y="49618"/>
                  </a:lnTo>
                  <a:lnTo>
                    <a:pt x="15303" y="49618"/>
                  </a:lnTo>
                  <a:lnTo>
                    <a:pt x="15303" y="2159"/>
                  </a:lnTo>
                  <a:lnTo>
                    <a:pt x="0" y="2159"/>
                  </a:lnTo>
                  <a:lnTo>
                    <a:pt x="0" y="117881"/>
                  </a:lnTo>
                  <a:lnTo>
                    <a:pt x="15303" y="117881"/>
                  </a:lnTo>
                  <a:lnTo>
                    <a:pt x="15303" y="63271"/>
                  </a:lnTo>
                  <a:lnTo>
                    <a:pt x="75450" y="63271"/>
                  </a:lnTo>
                  <a:lnTo>
                    <a:pt x="75450" y="117881"/>
                  </a:lnTo>
                  <a:lnTo>
                    <a:pt x="90754" y="117881"/>
                  </a:lnTo>
                  <a:lnTo>
                    <a:pt x="90754" y="63271"/>
                  </a:lnTo>
                  <a:lnTo>
                    <a:pt x="90754" y="49618"/>
                  </a:lnTo>
                  <a:lnTo>
                    <a:pt x="90754" y="2159"/>
                  </a:lnTo>
                  <a:close/>
                </a:path>
                <a:path w="274320" h="170814">
                  <a:moveTo>
                    <a:pt x="138404" y="149186"/>
                  </a:moveTo>
                  <a:lnTo>
                    <a:pt x="132194" y="142862"/>
                  </a:lnTo>
                  <a:lnTo>
                    <a:pt x="116878" y="142862"/>
                  </a:lnTo>
                  <a:lnTo>
                    <a:pt x="110667" y="149186"/>
                  </a:lnTo>
                  <a:lnTo>
                    <a:pt x="110667" y="164503"/>
                  </a:lnTo>
                  <a:lnTo>
                    <a:pt x="116878" y="170662"/>
                  </a:lnTo>
                  <a:lnTo>
                    <a:pt x="132194" y="170662"/>
                  </a:lnTo>
                  <a:lnTo>
                    <a:pt x="138404" y="164503"/>
                  </a:lnTo>
                  <a:lnTo>
                    <a:pt x="138404" y="156845"/>
                  </a:lnTo>
                  <a:lnTo>
                    <a:pt x="138404" y="149186"/>
                  </a:lnTo>
                  <a:close/>
                </a:path>
                <a:path w="274320" h="170814">
                  <a:moveTo>
                    <a:pt x="200787" y="146189"/>
                  </a:moveTo>
                  <a:lnTo>
                    <a:pt x="194576" y="140030"/>
                  </a:lnTo>
                  <a:lnTo>
                    <a:pt x="179235" y="140030"/>
                  </a:lnTo>
                  <a:lnTo>
                    <a:pt x="173024" y="146189"/>
                  </a:lnTo>
                  <a:lnTo>
                    <a:pt x="173024" y="161505"/>
                  </a:lnTo>
                  <a:lnTo>
                    <a:pt x="179235" y="167665"/>
                  </a:lnTo>
                  <a:lnTo>
                    <a:pt x="194576" y="167665"/>
                  </a:lnTo>
                  <a:lnTo>
                    <a:pt x="200787" y="161505"/>
                  </a:lnTo>
                  <a:lnTo>
                    <a:pt x="200787" y="153847"/>
                  </a:lnTo>
                  <a:lnTo>
                    <a:pt x="200787" y="146189"/>
                  </a:lnTo>
                  <a:close/>
                </a:path>
                <a:path w="274320" h="170814">
                  <a:moveTo>
                    <a:pt x="225742" y="60109"/>
                  </a:moveTo>
                  <a:lnTo>
                    <a:pt x="215226" y="22644"/>
                  </a:lnTo>
                  <a:lnTo>
                    <a:pt x="209842" y="16090"/>
                  </a:lnTo>
                  <a:lnTo>
                    <a:pt x="209842" y="61772"/>
                  </a:lnTo>
                  <a:lnTo>
                    <a:pt x="209257" y="70599"/>
                  </a:lnTo>
                  <a:lnTo>
                    <a:pt x="186080" y="103644"/>
                  </a:lnTo>
                  <a:lnTo>
                    <a:pt x="170332" y="106730"/>
                  </a:lnTo>
                  <a:lnTo>
                    <a:pt x="162191" y="105981"/>
                  </a:lnTo>
                  <a:lnTo>
                    <a:pt x="133667" y="80378"/>
                  </a:lnTo>
                  <a:lnTo>
                    <a:pt x="130848" y="61772"/>
                  </a:lnTo>
                  <a:lnTo>
                    <a:pt x="131584" y="49593"/>
                  </a:lnTo>
                  <a:lnTo>
                    <a:pt x="155435" y="16090"/>
                  </a:lnTo>
                  <a:lnTo>
                    <a:pt x="170561" y="13322"/>
                  </a:lnTo>
                  <a:lnTo>
                    <a:pt x="178193" y="13322"/>
                  </a:lnTo>
                  <a:lnTo>
                    <a:pt x="208356" y="42456"/>
                  </a:lnTo>
                  <a:lnTo>
                    <a:pt x="209842" y="61772"/>
                  </a:lnTo>
                  <a:lnTo>
                    <a:pt x="209842" y="16090"/>
                  </a:lnTo>
                  <a:lnTo>
                    <a:pt x="206921" y="13322"/>
                  </a:lnTo>
                  <a:lnTo>
                    <a:pt x="205422" y="11899"/>
                  </a:lnTo>
                  <a:lnTo>
                    <a:pt x="199364" y="7658"/>
                  </a:lnTo>
                  <a:lnTo>
                    <a:pt x="192735" y="4356"/>
                  </a:lnTo>
                  <a:lnTo>
                    <a:pt x="185712" y="1955"/>
                  </a:lnTo>
                  <a:lnTo>
                    <a:pt x="178295" y="495"/>
                  </a:lnTo>
                  <a:lnTo>
                    <a:pt x="170484" y="0"/>
                  </a:lnTo>
                  <a:lnTo>
                    <a:pt x="158800" y="1028"/>
                  </a:lnTo>
                  <a:lnTo>
                    <a:pt x="123774" y="25234"/>
                  </a:lnTo>
                  <a:lnTo>
                    <a:pt x="115087" y="61772"/>
                  </a:lnTo>
                  <a:lnTo>
                    <a:pt x="115481" y="68961"/>
                  </a:lnTo>
                  <a:lnTo>
                    <a:pt x="135153" y="107543"/>
                  </a:lnTo>
                  <a:lnTo>
                    <a:pt x="170395" y="119710"/>
                  </a:lnTo>
                  <a:lnTo>
                    <a:pt x="177812" y="119278"/>
                  </a:lnTo>
                  <a:lnTo>
                    <a:pt x="214718" y="98132"/>
                  </a:lnTo>
                  <a:lnTo>
                    <a:pt x="225298" y="68719"/>
                  </a:lnTo>
                  <a:lnTo>
                    <a:pt x="225742" y="60109"/>
                  </a:lnTo>
                  <a:close/>
                </a:path>
                <a:path w="274320" h="170814">
                  <a:moveTo>
                    <a:pt x="273748" y="15417"/>
                  </a:moveTo>
                  <a:lnTo>
                    <a:pt x="241007" y="15417"/>
                  </a:lnTo>
                  <a:lnTo>
                    <a:pt x="241007" y="26136"/>
                  </a:lnTo>
                  <a:lnTo>
                    <a:pt x="273748" y="26136"/>
                  </a:lnTo>
                  <a:lnTo>
                    <a:pt x="273748" y="1541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4" name="object 94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8019927" y="1725015"/>
              <a:ext cx="195607" cy="179295"/>
            </a:xfrm>
            <a:prstGeom prst="rect">
              <a:avLst/>
            </a:prstGeom>
          </p:spPr>
        </p:pic>
        <p:sp>
          <p:nvSpPr>
            <p:cNvPr id="95" name="object 95"/>
            <p:cNvSpPr/>
            <p:nvPr/>
          </p:nvSpPr>
          <p:spPr>
            <a:xfrm>
              <a:off x="8385367" y="1734474"/>
              <a:ext cx="112395" cy="245745"/>
            </a:xfrm>
            <a:custGeom>
              <a:avLst/>
              <a:gdLst/>
              <a:ahLst/>
              <a:cxnLst/>
              <a:rect l="l" t="t" r="r" b="b"/>
              <a:pathLst>
                <a:path w="112395" h="245744">
                  <a:moveTo>
                    <a:pt x="106794" y="245596"/>
                  </a:moveTo>
                  <a:lnTo>
                    <a:pt x="112157" y="198242"/>
                  </a:lnTo>
                  <a:lnTo>
                    <a:pt x="107186" y="150990"/>
                  </a:lnTo>
                  <a:lnTo>
                    <a:pt x="92683" y="105689"/>
                  </a:lnTo>
                  <a:lnTo>
                    <a:pt x="69449" y="64191"/>
                  </a:lnTo>
                  <a:lnTo>
                    <a:pt x="38288" y="28344"/>
                  </a:lnTo>
                  <a:lnTo>
                    <a:pt x="0" y="0"/>
                  </a:lnTo>
                </a:path>
              </a:pathLst>
            </a:custGeom>
            <a:ln w="9990">
              <a:solidFill>
                <a:srgbClr val="00FF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6" name="object 96"/>
            <p:cNvSpPr/>
            <p:nvPr/>
          </p:nvSpPr>
          <p:spPr>
            <a:xfrm>
              <a:off x="8467769" y="1963920"/>
              <a:ext cx="46355" cy="78105"/>
            </a:xfrm>
            <a:custGeom>
              <a:avLst/>
              <a:gdLst/>
              <a:ahLst/>
              <a:cxnLst/>
              <a:rect l="l" t="t" r="r" b="b"/>
              <a:pathLst>
                <a:path w="46354" h="78105">
                  <a:moveTo>
                    <a:pt x="0" y="78091"/>
                  </a:moveTo>
                  <a:lnTo>
                    <a:pt x="1537" y="65889"/>
                  </a:lnTo>
                  <a:lnTo>
                    <a:pt x="4920" y="39045"/>
                  </a:lnTo>
                  <a:lnTo>
                    <a:pt x="8302" y="12201"/>
                  </a:lnTo>
                  <a:lnTo>
                    <a:pt x="9840" y="0"/>
                  </a:lnTo>
                  <a:lnTo>
                    <a:pt x="16883" y="13153"/>
                  </a:lnTo>
                  <a:lnTo>
                    <a:pt x="24392" y="16151"/>
                  </a:lnTo>
                  <a:lnTo>
                    <a:pt x="31901" y="19148"/>
                  </a:lnTo>
                  <a:lnTo>
                    <a:pt x="45904" y="14652"/>
                  </a:lnTo>
                  <a:lnTo>
                    <a:pt x="38732" y="24564"/>
                  </a:lnTo>
                  <a:lnTo>
                    <a:pt x="22952" y="46371"/>
                  </a:lnTo>
                  <a:lnTo>
                    <a:pt x="7172" y="68179"/>
                  </a:lnTo>
                  <a:lnTo>
                    <a:pt x="0" y="78091"/>
                  </a:lnTo>
                </a:path>
              </a:pathLst>
            </a:custGeom>
            <a:ln w="3175">
              <a:solidFill>
                <a:srgbClr val="00FF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7" name="object 97"/>
            <p:cNvSpPr/>
            <p:nvPr/>
          </p:nvSpPr>
          <p:spPr>
            <a:xfrm>
              <a:off x="8467769" y="1963920"/>
              <a:ext cx="46355" cy="78105"/>
            </a:xfrm>
            <a:custGeom>
              <a:avLst/>
              <a:gdLst/>
              <a:ahLst/>
              <a:cxnLst/>
              <a:rect l="l" t="t" r="r" b="b"/>
              <a:pathLst>
                <a:path w="46354" h="78105">
                  <a:moveTo>
                    <a:pt x="9840" y="0"/>
                  </a:moveTo>
                  <a:lnTo>
                    <a:pt x="0" y="78091"/>
                  </a:lnTo>
                  <a:lnTo>
                    <a:pt x="45904" y="14652"/>
                  </a:lnTo>
                  <a:lnTo>
                    <a:pt x="31901" y="19148"/>
                  </a:lnTo>
                  <a:lnTo>
                    <a:pt x="16883" y="13153"/>
                  </a:lnTo>
                  <a:lnTo>
                    <a:pt x="9840" y="0"/>
                  </a:lnTo>
                  <a:close/>
                </a:path>
              </a:pathLst>
            </a:custGeom>
            <a:solidFill>
              <a:srgbClr val="00FF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8" name="object 98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9469380" y="1398798"/>
              <a:ext cx="215787" cy="119551"/>
            </a:xfrm>
            <a:prstGeom prst="rect">
              <a:avLst/>
            </a:prstGeom>
          </p:spPr>
        </p:pic>
        <p:sp>
          <p:nvSpPr>
            <p:cNvPr id="99" name="object 99"/>
            <p:cNvSpPr/>
            <p:nvPr/>
          </p:nvSpPr>
          <p:spPr>
            <a:xfrm>
              <a:off x="9706813" y="1465400"/>
              <a:ext cx="57150" cy="88900"/>
            </a:xfrm>
            <a:custGeom>
              <a:avLst/>
              <a:gdLst/>
              <a:ahLst/>
              <a:cxnLst/>
              <a:rect l="l" t="t" r="r" b="b"/>
              <a:pathLst>
                <a:path w="57150" h="88900">
                  <a:moveTo>
                    <a:pt x="31968" y="0"/>
                  </a:moveTo>
                  <a:lnTo>
                    <a:pt x="1165" y="22478"/>
                  </a:lnTo>
                  <a:lnTo>
                    <a:pt x="11821" y="24309"/>
                  </a:lnTo>
                  <a:lnTo>
                    <a:pt x="12487" y="19148"/>
                  </a:lnTo>
                  <a:lnTo>
                    <a:pt x="14319" y="15152"/>
                  </a:lnTo>
                  <a:lnTo>
                    <a:pt x="17149" y="12654"/>
                  </a:lnTo>
                  <a:lnTo>
                    <a:pt x="19813" y="9990"/>
                  </a:lnTo>
                  <a:lnTo>
                    <a:pt x="23310" y="8658"/>
                  </a:lnTo>
                  <a:lnTo>
                    <a:pt x="31635" y="8658"/>
                  </a:lnTo>
                  <a:lnTo>
                    <a:pt x="34965" y="9990"/>
                  </a:lnTo>
                  <a:lnTo>
                    <a:pt x="40293" y="15152"/>
                  </a:lnTo>
                  <a:lnTo>
                    <a:pt x="41625" y="18315"/>
                  </a:lnTo>
                  <a:lnTo>
                    <a:pt x="41625" y="27140"/>
                  </a:lnTo>
                  <a:lnTo>
                    <a:pt x="39794" y="30803"/>
                  </a:lnTo>
                  <a:lnTo>
                    <a:pt x="36131" y="33134"/>
                  </a:lnTo>
                  <a:lnTo>
                    <a:pt x="32634" y="35632"/>
                  </a:lnTo>
                  <a:lnTo>
                    <a:pt x="28471" y="36797"/>
                  </a:lnTo>
                  <a:lnTo>
                    <a:pt x="23976" y="36797"/>
                  </a:lnTo>
                  <a:lnTo>
                    <a:pt x="22977" y="36631"/>
                  </a:lnTo>
                  <a:lnTo>
                    <a:pt x="22144" y="36631"/>
                  </a:lnTo>
                  <a:lnTo>
                    <a:pt x="20979" y="45955"/>
                  </a:lnTo>
                  <a:lnTo>
                    <a:pt x="23976" y="45123"/>
                  </a:lnTo>
                  <a:lnTo>
                    <a:pt x="26473" y="44790"/>
                  </a:lnTo>
                  <a:lnTo>
                    <a:pt x="33466" y="44790"/>
                  </a:lnTo>
                  <a:lnTo>
                    <a:pt x="37629" y="46455"/>
                  </a:lnTo>
                  <a:lnTo>
                    <a:pt x="43956" y="52782"/>
                  </a:lnTo>
                  <a:lnTo>
                    <a:pt x="45621" y="56778"/>
                  </a:lnTo>
                  <a:lnTo>
                    <a:pt x="45621" y="66769"/>
                  </a:lnTo>
                  <a:lnTo>
                    <a:pt x="43790" y="71098"/>
                  </a:lnTo>
                  <a:lnTo>
                    <a:pt x="36963" y="78091"/>
                  </a:lnTo>
                  <a:lnTo>
                    <a:pt x="32634" y="79756"/>
                  </a:lnTo>
                  <a:lnTo>
                    <a:pt x="23476" y="79756"/>
                  </a:lnTo>
                  <a:lnTo>
                    <a:pt x="19813" y="78424"/>
                  </a:lnTo>
                  <a:lnTo>
                    <a:pt x="13986" y="73096"/>
                  </a:lnTo>
                  <a:lnTo>
                    <a:pt x="11988" y="68767"/>
                  </a:lnTo>
                  <a:lnTo>
                    <a:pt x="10656" y="62772"/>
                  </a:lnTo>
                  <a:lnTo>
                    <a:pt x="0" y="64104"/>
                  </a:lnTo>
                  <a:lnTo>
                    <a:pt x="36131" y="88581"/>
                  </a:lnTo>
                  <a:lnTo>
                    <a:pt x="43124" y="85917"/>
                  </a:lnTo>
                  <a:lnTo>
                    <a:pt x="54113" y="75427"/>
                  </a:lnTo>
                  <a:lnTo>
                    <a:pt x="56777" y="68933"/>
                  </a:lnTo>
                  <a:lnTo>
                    <a:pt x="56777" y="55779"/>
                  </a:lnTo>
                  <a:lnTo>
                    <a:pt x="55445" y="51117"/>
                  </a:lnTo>
                  <a:lnTo>
                    <a:pt x="49784" y="43624"/>
                  </a:lnTo>
                  <a:lnTo>
                    <a:pt x="45788" y="41293"/>
                  </a:lnTo>
                  <a:lnTo>
                    <a:pt x="40626" y="40128"/>
                  </a:lnTo>
                  <a:lnTo>
                    <a:pt x="44622" y="38296"/>
                  </a:lnTo>
                  <a:lnTo>
                    <a:pt x="47619" y="35798"/>
                  </a:lnTo>
                  <a:lnTo>
                    <a:pt x="51615" y="29638"/>
                  </a:lnTo>
                  <a:lnTo>
                    <a:pt x="52614" y="26307"/>
                  </a:lnTo>
                  <a:lnTo>
                    <a:pt x="52614" y="18482"/>
                  </a:lnTo>
                  <a:lnTo>
                    <a:pt x="51615" y="14819"/>
                  </a:lnTo>
                  <a:lnTo>
                    <a:pt x="47286" y="7825"/>
                  </a:lnTo>
                  <a:lnTo>
                    <a:pt x="44289" y="4995"/>
                  </a:lnTo>
                  <a:lnTo>
                    <a:pt x="36297" y="999"/>
                  </a:lnTo>
                  <a:lnTo>
                    <a:pt x="319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0" name="object 100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9829025" y="1398798"/>
              <a:ext cx="215953" cy="119551"/>
            </a:xfrm>
            <a:prstGeom prst="rect">
              <a:avLst/>
            </a:prstGeom>
          </p:spPr>
        </p:pic>
        <p:sp>
          <p:nvSpPr>
            <p:cNvPr id="101" name="object 101"/>
            <p:cNvSpPr/>
            <p:nvPr/>
          </p:nvSpPr>
          <p:spPr>
            <a:xfrm>
              <a:off x="9789564" y="1448083"/>
              <a:ext cx="11430" cy="10160"/>
            </a:xfrm>
            <a:custGeom>
              <a:avLst/>
              <a:gdLst/>
              <a:ahLst/>
              <a:cxnLst/>
              <a:rect l="l" t="t" r="r" b="b"/>
              <a:pathLst>
                <a:path w="11429" h="10159">
                  <a:moveTo>
                    <a:pt x="10822" y="0"/>
                  </a:moveTo>
                  <a:lnTo>
                    <a:pt x="0" y="0"/>
                  </a:lnTo>
                  <a:lnTo>
                    <a:pt x="0" y="9990"/>
                  </a:lnTo>
                  <a:lnTo>
                    <a:pt x="10822" y="9990"/>
                  </a:lnTo>
                  <a:lnTo>
                    <a:pt x="1082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2" name="object 102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10188837" y="1398798"/>
              <a:ext cx="215787" cy="119551"/>
            </a:xfrm>
            <a:prstGeom prst="rect">
              <a:avLst/>
            </a:prstGeom>
          </p:spPr>
        </p:pic>
        <p:sp>
          <p:nvSpPr>
            <p:cNvPr id="103" name="object 103"/>
            <p:cNvSpPr/>
            <p:nvPr/>
          </p:nvSpPr>
          <p:spPr>
            <a:xfrm>
              <a:off x="10424771" y="1465400"/>
              <a:ext cx="57785" cy="87630"/>
            </a:xfrm>
            <a:custGeom>
              <a:avLst/>
              <a:gdLst/>
              <a:ahLst/>
              <a:cxnLst/>
              <a:rect l="l" t="t" r="r" b="b"/>
              <a:pathLst>
                <a:path w="57784" h="87630">
                  <a:moveTo>
                    <a:pt x="38628" y="0"/>
                  </a:moveTo>
                  <a:lnTo>
                    <a:pt x="2830" y="16817"/>
                  </a:lnTo>
                  <a:lnTo>
                    <a:pt x="2164" y="24975"/>
                  </a:lnTo>
                  <a:lnTo>
                    <a:pt x="13153" y="26141"/>
                  </a:lnTo>
                  <a:lnTo>
                    <a:pt x="13153" y="20646"/>
                  </a:lnTo>
                  <a:lnTo>
                    <a:pt x="14652" y="16484"/>
                  </a:lnTo>
                  <a:lnTo>
                    <a:pt x="20812" y="10323"/>
                  </a:lnTo>
                  <a:lnTo>
                    <a:pt x="24975" y="8824"/>
                  </a:lnTo>
                  <a:lnTo>
                    <a:pt x="34965" y="8824"/>
                  </a:lnTo>
                  <a:lnTo>
                    <a:pt x="38961" y="10156"/>
                  </a:lnTo>
                  <a:lnTo>
                    <a:pt x="44955" y="15984"/>
                  </a:lnTo>
                  <a:lnTo>
                    <a:pt x="46454" y="19481"/>
                  </a:lnTo>
                  <a:lnTo>
                    <a:pt x="46454" y="27806"/>
                  </a:lnTo>
                  <a:lnTo>
                    <a:pt x="16317" y="59942"/>
                  </a:lnTo>
                  <a:lnTo>
                    <a:pt x="11655" y="64271"/>
                  </a:lnTo>
                  <a:lnTo>
                    <a:pt x="5161" y="71930"/>
                  </a:lnTo>
                  <a:lnTo>
                    <a:pt x="2830" y="75760"/>
                  </a:lnTo>
                  <a:lnTo>
                    <a:pt x="499" y="82087"/>
                  </a:lnTo>
                  <a:lnTo>
                    <a:pt x="0" y="84585"/>
                  </a:lnTo>
                  <a:lnTo>
                    <a:pt x="166" y="87082"/>
                  </a:lnTo>
                  <a:lnTo>
                    <a:pt x="57443" y="87082"/>
                  </a:lnTo>
                  <a:lnTo>
                    <a:pt x="57443" y="76759"/>
                  </a:lnTo>
                  <a:lnTo>
                    <a:pt x="14985" y="76759"/>
                  </a:lnTo>
                  <a:lnTo>
                    <a:pt x="16150" y="74927"/>
                  </a:lnTo>
                  <a:lnTo>
                    <a:pt x="17649" y="72929"/>
                  </a:lnTo>
                  <a:lnTo>
                    <a:pt x="21312" y="69100"/>
                  </a:lnTo>
                  <a:lnTo>
                    <a:pt x="25308" y="65436"/>
                  </a:lnTo>
                  <a:lnTo>
                    <a:pt x="39461" y="53615"/>
                  </a:lnTo>
                  <a:lnTo>
                    <a:pt x="44955" y="48619"/>
                  </a:lnTo>
                  <a:lnTo>
                    <a:pt x="48119" y="44790"/>
                  </a:lnTo>
                  <a:lnTo>
                    <a:pt x="51449" y="41127"/>
                  </a:lnTo>
                  <a:lnTo>
                    <a:pt x="53780" y="37630"/>
                  </a:lnTo>
                  <a:lnTo>
                    <a:pt x="56610" y="30970"/>
                  </a:lnTo>
                  <a:lnTo>
                    <a:pt x="57443" y="27473"/>
                  </a:lnTo>
                  <a:lnTo>
                    <a:pt x="57443" y="17150"/>
                  </a:lnTo>
                  <a:lnTo>
                    <a:pt x="54945" y="11488"/>
                  </a:lnTo>
                  <a:lnTo>
                    <a:pt x="45288" y="2164"/>
                  </a:lnTo>
                  <a:lnTo>
                    <a:pt x="3862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4" name="object 104"/>
            <p:cNvSpPr/>
            <p:nvPr/>
          </p:nvSpPr>
          <p:spPr>
            <a:xfrm>
              <a:off x="10073450" y="1426438"/>
              <a:ext cx="86995" cy="53340"/>
            </a:xfrm>
            <a:custGeom>
              <a:avLst/>
              <a:gdLst/>
              <a:ahLst/>
              <a:cxnLst/>
              <a:rect l="l" t="t" r="r" b="b"/>
              <a:pathLst>
                <a:path w="86995" h="53340">
                  <a:moveTo>
                    <a:pt x="86741" y="43129"/>
                  </a:moveTo>
                  <a:lnTo>
                    <a:pt x="0" y="43129"/>
                  </a:lnTo>
                  <a:lnTo>
                    <a:pt x="0" y="53124"/>
                  </a:lnTo>
                  <a:lnTo>
                    <a:pt x="86741" y="53124"/>
                  </a:lnTo>
                  <a:lnTo>
                    <a:pt x="86741" y="43129"/>
                  </a:lnTo>
                  <a:close/>
                </a:path>
                <a:path w="86995" h="53340">
                  <a:moveTo>
                    <a:pt x="86741" y="0"/>
                  </a:moveTo>
                  <a:lnTo>
                    <a:pt x="0" y="0"/>
                  </a:lnTo>
                  <a:lnTo>
                    <a:pt x="0" y="9994"/>
                  </a:lnTo>
                  <a:lnTo>
                    <a:pt x="86741" y="9994"/>
                  </a:lnTo>
                  <a:lnTo>
                    <a:pt x="8674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5" name="object 105"/>
            <p:cNvSpPr/>
            <p:nvPr/>
          </p:nvSpPr>
          <p:spPr>
            <a:xfrm>
              <a:off x="9750270" y="1650555"/>
              <a:ext cx="475615" cy="118110"/>
            </a:xfrm>
            <a:custGeom>
              <a:avLst/>
              <a:gdLst/>
              <a:ahLst/>
              <a:cxnLst/>
              <a:rect l="l" t="t" r="r" b="b"/>
              <a:pathLst>
                <a:path w="475615" h="118110">
                  <a:moveTo>
                    <a:pt x="69747" y="41626"/>
                  </a:moveTo>
                  <a:lnTo>
                    <a:pt x="45288" y="41626"/>
                  </a:lnTo>
                  <a:lnTo>
                    <a:pt x="50783" y="43291"/>
                  </a:lnTo>
                  <a:lnTo>
                    <a:pt x="54446" y="46455"/>
                  </a:lnTo>
                  <a:lnTo>
                    <a:pt x="57110" y="48952"/>
                  </a:lnTo>
                  <a:lnTo>
                    <a:pt x="58442" y="52948"/>
                  </a:lnTo>
                  <a:lnTo>
                    <a:pt x="58442" y="60441"/>
                  </a:lnTo>
                  <a:lnTo>
                    <a:pt x="27306" y="68101"/>
                  </a:lnTo>
                  <a:lnTo>
                    <a:pt x="23143" y="68767"/>
                  </a:lnTo>
                  <a:lnTo>
                    <a:pt x="0" y="89413"/>
                  </a:lnTo>
                  <a:lnTo>
                    <a:pt x="0" y="100569"/>
                  </a:lnTo>
                  <a:lnTo>
                    <a:pt x="2497" y="106230"/>
                  </a:lnTo>
                  <a:lnTo>
                    <a:pt x="12321" y="115388"/>
                  </a:lnTo>
                  <a:lnTo>
                    <a:pt x="19480" y="117553"/>
                  </a:lnTo>
                  <a:lnTo>
                    <a:pt x="34132" y="117553"/>
                  </a:lnTo>
                  <a:lnTo>
                    <a:pt x="39461" y="116554"/>
                  </a:lnTo>
                  <a:lnTo>
                    <a:pt x="49118" y="112891"/>
                  </a:lnTo>
                  <a:lnTo>
                    <a:pt x="54279" y="109727"/>
                  </a:lnTo>
                  <a:lnTo>
                    <a:pt x="58250" y="106397"/>
                  </a:lnTo>
                  <a:lnTo>
                    <a:pt x="26473" y="106397"/>
                  </a:lnTo>
                  <a:lnTo>
                    <a:pt x="22311" y="105231"/>
                  </a:lnTo>
                  <a:lnTo>
                    <a:pt x="19480" y="102567"/>
                  </a:lnTo>
                  <a:lnTo>
                    <a:pt x="16650" y="100070"/>
                  </a:lnTo>
                  <a:lnTo>
                    <a:pt x="15151" y="96906"/>
                  </a:lnTo>
                  <a:lnTo>
                    <a:pt x="15151" y="90745"/>
                  </a:lnTo>
                  <a:lnTo>
                    <a:pt x="15817" y="88414"/>
                  </a:lnTo>
                  <a:lnTo>
                    <a:pt x="45455" y="77425"/>
                  </a:lnTo>
                  <a:lnTo>
                    <a:pt x="53114" y="75760"/>
                  </a:lnTo>
                  <a:lnTo>
                    <a:pt x="58275" y="73595"/>
                  </a:lnTo>
                  <a:lnTo>
                    <a:pt x="72761" y="73595"/>
                  </a:lnTo>
                  <a:lnTo>
                    <a:pt x="72761" y="55280"/>
                  </a:lnTo>
                  <a:lnTo>
                    <a:pt x="72428" y="50950"/>
                  </a:lnTo>
                  <a:lnTo>
                    <a:pt x="71929" y="48453"/>
                  </a:lnTo>
                  <a:lnTo>
                    <a:pt x="71096" y="44623"/>
                  </a:lnTo>
                  <a:lnTo>
                    <a:pt x="69747" y="41626"/>
                  </a:lnTo>
                  <a:close/>
                </a:path>
                <a:path w="475615" h="118110">
                  <a:moveTo>
                    <a:pt x="73562" y="105398"/>
                  </a:moveTo>
                  <a:lnTo>
                    <a:pt x="59441" y="105398"/>
                  </a:lnTo>
                  <a:lnTo>
                    <a:pt x="59940" y="109228"/>
                  </a:lnTo>
                  <a:lnTo>
                    <a:pt x="60939" y="112724"/>
                  </a:lnTo>
                  <a:lnTo>
                    <a:pt x="62271" y="115721"/>
                  </a:lnTo>
                  <a:lnTo>
                    <a:pt x="77257" y="115721"/>
                  </a:lnTo>
                  <a:lnTo>
                    <a:pt x="75425" y="112391"/>
                  </a:lnTo>
                  <a:lnTo>
                    <a:pt x="74260" y="109061"/>
                  </a:lnTo>
                  <a:lnTo>
                    <a:pt x="73562" y="105398"/>
                  </a:lnTo>
                  <a:close/>
                </a:path>
                <a:path w="475615" h="118110">
                  <a:moveTo>
                    <a:pt x="72761" y="73595"/>
                  </a:moveTo>
                  <a:lnTo>
                    <a:pt x="58275" y="73595"/>
                  </a:lnTo>
                  <a:lnTo>
                    <a:pt x="58180" y="85750"/>
                  </a:lnTo>
                  <a:lnTo>
                    <a:pt x="57609" y="89746"/>
                  </a:lnTo>
                  <a:lnTo>
                    <a:pt x="55944" y="93076"/>
                  </a:lnTo>
                  <a:lnTo>
                    <a:pt x="53946" y="97239"/>
                  </a:lnTo>
                  <a:lnTo>
                    <a:pt x="50949" y="100403"/>
                  </a:lnTo>
                  <a:lnTo>
                    <a:pt x="46620" y="102900"/>
                  </a:lnTo>
                  <a:lnTo>
                    <a:pt x="42291" y="105231"/>
                  </a:lnTo>
                  <a:lnTo>
                    <a:pt x="37463" y="106397"/>
                  </a:lnTo>
                  <a:lnTo>
                    <a:pt x="58250" y="106397"/>
                  </a:lnTo>
                  <a:lnTo>
                    <a:pt x="59441" y="105398"/>
                  </a:lnTo>
                  <a:lnTo>
                    <a:pt x="73562" y="105398"/>
                  </a:lnTo>
                  <a:lnTo>
                    <a:pt x="73023" y="102567"/>
                  </a:lnTo>
                  <a:lnTo>
                    <a:pt x="72898" y="100569"/>
                  </a:lnTo>
                  <a:lnTo>
                    <a:pt x="72824" y="96906"/>
                  </a:lnTo>
                  <a:lnTo>
                    <a:pt x="72761" y="73595"/>
                  </a:lnTo>
                  <a:close/>
                </a:path>
                <a:path w="475615" h="118110">
                  <a:moveTo>
                    <a:pt x="47453" y="29971"/>
                  </a:moveTo>
                  <a:lnTo>
                    <a:pt x="32967" y="29971"/>
                  </a:lnTo>
                  <a:lnTo>
                    <a:pt x="26640" y="30970"/>
                  </a:lnTo>
                  <a:lnTo>
                    <a:pt x="21145" y="32968"/>
                  </a:lnTo>
                  <a:lnTo>
                    <a:pt x="15817" y="34799"/>
                  </a:lnTo>
                  <a:lnTo>
                    <a:pt x="11488" y="37630"/>
                  </a:lnTo>
                  <a:lnTo>
                    <a:pt x="5827" y="44956"/>
                  </a:lnTo>
                  <a:lnTo>
                    <a:pt x="3663" y="49785"/>
                  </a:lnTo>
                  <a:lnTo>
                    <a:pt x="2497" y="55779"/>
                  </a:lnTo>
                  <a:lnTo>
                    <a:pt x="16317" y="57611"/>
                  </a:lnTo>
                  <a:lnTo>
                    <a:pt x="17815" y="51616"/>
                  </a:lnTo>
                  <a:lnTo>
                    <a:pt x="20146" y="47620"/>
                  </a:lnTo>
                  <a:lnTo>
                    <a:pt x="23310" y="45289"/>
                  </a:lnTo>
                  <a:lnTo>
                    <a:pt x="26640" y="42792"/>
                  </a:lnTo>
                  <a:lnTo>
                    <a:pt x="31468" y="41626"/>
                  </a:lnTo>
                  <a:lnTo>
                    <a:pt x="69747" y="41626"/>
                  </a:lnTo>
                  <a:lnTo>
                    <a:pt x="69597" y="41293"/>
                  </a:lnTo>
                  <a:lnTo>
                    <a:pt x="67599" y="38795"/>
                  </a:lnTo>
                  <a:lnTo>
                    <a:pt x="65435" y="36298"/>
                  </a:lnTo>
                  <a:lnTo>
                    <a:pt x="62105" y="34133"/>
                  </a:lnTo>
                  <a:lnTo>
                    <a:pt x="57609" y="32468"/>
                  </a:lnTo>
                  <a:lnTo>
                    <a:pt x="53280" y="30803"/>
                  </a:lnTo>
                  <a:lnTo>
                    <a:pt x="47453" y="29971"/>
                  </a:lnTo>
                  <a:close/>
                </a:path>
                <a:path w="475615" h="118110">
                  <a:moveTo>
                    <a:pt x="111223" y="0"/>
                  </a:moveTo>
                  <a:lnTo>
                    <a:pt x="97070" y="0"/>
                  </a:lnTo>
                  <a:lnTo>
                    <a:pt x="97070" y="115721"/>
                  </a:lnTo>
                  <a:lnTo>
                    <a:pt x="111223" y="115721"/>
                  </a:lnTo>
                  <a:lnTo>
                    <a:pt x="111223" y="0"/>
                  </a:lnTo>
                  <a:close/>
                </a:path>
                <a:path w="475615" h="118110">
                  <a:moveTo>
                    <a:pt x="148686" y="0"/>
                  </a:moveTo>
                  <a:lnTo>
                    <a:pt x="134533" y="0"/>
                  </a:lnTo>
                  <a:lnTo>
                    <a:pt x="134533" y="115721"/>
                  </a:lnTo>
                  <a:lnTo>
                    <a:pt x="148686" y="115721"/>
                  </a:lnTo>
                  <a:lnTo>
                    <a:pt x="148686" y="82420"/>
                  </a:lnTo>
                  <a:lnTo>
                    <a:pt x="158676" y="72763"/>
                  </a:lnTo>
                  <a:lnTo>
                    <a:pt x="175236" y="72763"/>
                  </a:lnTo>
                  <a:lnTo>
                    <a:pt x="170671" y="65936"/>
                  </a:lnTo>
                  <a:lnTo>
                    <a:pt x="148686" y="65936"/>
                  </a:lnTo>
                  <a:lnTo>
                    <a:pt x="148686" y="0"/>
                  </a:lnTo>
                  <a:close/>
                </a:path>
                <a:path w="475615" h="118110">
                  <a:moveTo>
                    <a:pt x="175236" y="72763"/>
                  </a:moveTo>
                  <a:lnTo>
                    <a:pt x="158676" y="72763"/>
                  </a:lnTo>
                  <a:lnTo>
                    <a:pt x="186482" y="115721"/>
                  </a:lnTo>
                  <a:lnTo>
                    <a:pt x="203965" y="115721"/>
                  </a:lnTo>
                  <a:lnTo>
                    <a:pt x="175236" y="72763"/>
                  </a:lnTo>
                  <a:close/>
                </a:path>
                <a:path w="475615" h="118110">
                  <a:moveTo>
                    <a:pt x="200635" y="31802"/>
                  </a:moveTo>
                  <a:lnTo>
                    <a:pt x="182320" y="31802"/>
                  </a:lnTo>
                  <a:lnTo>
                    <a:pt x="148686" y="65936"/>
                  </a:lnTo>
                  <a:lnTo>
                    <a:pt x="170671" y="65936"/>
                  </a:lnTo>
                  <a:lnTo>
                    <a:pt x="168666" y="62939"/>
                  </a:lnTo>
                  <a:lnTo>
                    <a:pt x="200635" y="31802"/>
                  </a:lnTo>
                  <a:close/>
                </a:path>
                <a:path w="475615" h="118110">
                  <a:moveTo>
                    <a:pt x="252084" y="29971"/>
                  </a:moveTo>
                  <a:lnTo>
                    <a:pt x="215682" y="55654"/>
                  </a:lnTo>
                  <a:lnTo>
                    <a:pt x="212956" y="74428"/>
                  </a:lnTo>
                  <a:lnTo>
                    <a:pt x="213617" y="84103"/>
                  </a:lnTo>
                  <a:lnTo>
                    <a:pt x="236412" y="114702"/>
                  </a:lnTo>
                  <a:lnTo>
                    <a:pt x="262574" y="117553"/>
                  </a:lnTo>
                  <a:lnTo>
                    <a:pt x="270566" y="115222"/>
                  </a:lnTo>
                  <a:lnTo>
                    <a:pt x="276893" y="110393"/>
                  </a:lnTo>
                  <a:lnTo>
                    <a:pt x="282994" y="105897"/>
                  </a:lnTo>
                  <a:lnTo>
                    <a:pt x="240096" y="103400"/>
                  </a:lnTo>
                  <a:lnTo>
                    <a:pt x="227608" y="77425"/>
                  </a:lnTo>
                  <a:lnTo>
                    <a:pt x="290213" y="77425"/>
                  </a:lnTo>
                  <a:lnTo>
                    <a:pt x="290213" y="73595"/>
                  </a:lnTo>
                  <a:lnTo>
                    <a:pt x="289687" y="65769"/>
                  </a:lnTo>
                  <a:lnTo>
                    <a:pt x="228441" y="65769"/>
                  </a:lnTo>
                  <a:lnTo>
                    <a:pt x="228940" y="58443"/>
                  </a:lnTo>
                  <a:lnTo>
                    <a:pt x="231271" y="52615"/>
                  </a:lnTo>
                  <a:lnTo>
                    <a:pt x="235826" y="48063"/>
                  </a:lnTo>
                  <a:lnTo>
                    <a:pt x="240262" y="43791"/>
                  </a:lnTo>
                  <a:lnTo>
                    <a:pt x="245757" y="41626"/>
                  </a:lnTo>
                  <a:lnTo>
                    <a:pt x="279682" y="41626"/>
                  </a:lnTo>
                  <a:lnTo>
                    <a:pt x="279557" y="41460"/>
                  </a:lnTo>
                  <a:lnTo>
                    <a:pt x="273813" y="36433"/>
                  </a:lnTo>
                  <a:lnTo>
                    <a:pt x="267319" y="32843"/>
                  </a:lnTo>
                  <a:lnTo>
                    <a:pt x="260076" y="30689"/>
                  </a:lnTo>
                  <a:lnTo>
                    <a:pt x="252084" y="29971"/>
                  </a:lnTo>
                  <a:close/>
                </a:path>
                <a:path w="475615" h="118110">
                  <a:moveTo>
                    <a:pt x="275061" y="88747"/>
                  </a:moveTo>
                  <a:lnTo>
                    <a:pt x="272897" y="94742"/>
                  </a:lnTo>
                  <a:lnTo>
                    <a:pt x="270066" y="99071"/>
                  </a:lnTo>
                  <a:lnTo>
                    <a:pt x="266237" y="101735"/>
                  </a:lnTo>
                  <a:lnTo>
                    <a:pt x="262574" y="104565"/>
                  </a:lnTo>
                  <a:lnTo>
                    <a:pt x="258245" y="105897"/>
                  </a:lnTo>
                  <a:lnTo>
                    <a:pt x="282994" y="105897"/>
                  </a:lnTo>
                  <a:lnTo>
                    <a:pt x="283220" y="105731"/>
                  </a:lnTo>
                  <a:lnTo>
                    <a:pt x="287383" y="99071"/>
                  </a:lnTo>
                  <a:lnTo>
                    <a:pt x="289714" y="90412"/>
                  </a:lnTo>
                  <a:lnTo>
                    <a:pt x="275061" y="88747"/>
                  </a:lnTo>
                  <a:close/>
                </a:path>
                <a:path w="475615" h="118110">
                  <a:moveTo>
                    <a:pt x="279682" y="41626"/>
                  </a:moveTo>
                  <a:lnTo>
                    <a:pt x="259410" y="41626"/>
                  </a:lnTo>
                  <a:lnTo>
                    <a:pt x="265404" y="44290"/>
                  </a:lnTo>
                  <a:lnTo>
                    <a:pt x="269900" y="49785"/>
                  </a:lnTo>
                  <a:lnTo>
                    <a:pt x="272730" y="53282"/>
                  </a:lnTo>
                  <a:lnTo>
                    <a:pt x="274562" y="58610"/>
                  </a:lnTo>
                  <a:lnTo>
                    <a:pt x="275228" y="65769"/>
                  </a:lnTo>
                  <a:lnTo>
                    <a:pt x="289687" y="65769"/>
                  </a:lnTo>
                  <a:lnTo>
                    <a:pt x="289555" y="63797"/>
                  </a:lnTo>
                  <a:lnTo>
                    <a:pt x="287570" y="55155"/>
                  </a:lnTo>
                  <a:lnTo>
                    <a:pt x="284242" y="47698"/>
                  </a:lnTo>
                  <a:lnTo>
                    <a:pt x="279682" y="41626"/>
                  </a:lnTo>
                  <a:close/>
                </a:path>
                <a:path w="475615" h="118110">
                  <a:moveTo>
                    <a:pt x="323014" y="31802"/>
                  </a:moveTo>
                  <a:lnTo>
                    <a:pt x="310193" y="31802"/>
                  </a:lnTo>
                  <a:lnTo>
                    <a:pt x="310193" y="115721"/>
                  </a:lnTo>
                  <a:lnTo>
                    <a:pt x="324513" y="115721"/>
                  </a:lnTo>
                  <a:lnTo>
                    <a:pt x="324562" y="58943"/>
                  </a:lnTo>
                  <a:lnTo>
                    <a:pt x="326677" y="51783"/>
                  </a:lnTo>
                  <a:lnTo>
                    <a:pt x="331006" y="47953"/>
                  </a:lnTo>
                  <a:lnTo>
                    <a:pt x="335502" y="44124"/>
                  </a:lnTo>
                  <a:lnTo>
                    <a:pt x="336440" y="43791"/>
                  </a:lnTo>
                  <a:lnTo>
                    <a:pt x="323014" y="43791"/>
                  </a:lnTo>
                  <a:lnTo>
                    <a:pt x="323014" y="31802"/>
                  </a:lnTo>
                  <a:close/>
                </a:path>
                <a:path w="475615" h="118110">
                  <a:moveTo>
                    <a:pt x="374935" y="42292"/>
                  </a:moveTo>
                  <a:lnTo>
                    <a:pt x="350487" y="42292"/>
                  </a:lnTo>
                  <a:lnTo>
                    <a:pt x="353817" y="43125"/>
                  </a:lnTo>
                  <a:lnTo>
                    <a:pt x="359478" y="46455"/>
                  </a:lnTo>
                  <a:lnTo>
                    <a:pt x="361476" y="48786"/>
                  </a:lnTo>
                  <a:lnTo>
                    <a:pt x="362540" y="51783"/>
                  </a:lnTo>
                  <a:lnTo>
                    <a:pt x="363641" y="54614"/>
                  </a:lnTo>
                  <a:lnTo>
                    <a:pt x="364140" y="58943"/>
                  </a:lnTo>
                  <a:lnTo>
                    <a:pt x="364140" y="115721"/>
                  </a:lnTo>
                  <a:lnTo>
                    <a:pt x="378459" y="115721"/>
                  </a:lnTo>
                  <a:lnTo>
                    <a:pt x="378459" y="57611"/>
                  </a:lnTo>
                  <a:lnTo>
                    <a:pt x="378126" y="52949"/>
                  </a:lnTo>
                  <a:lnTo>
                    <a:pt x="377627" y="50284"/>
                  </a:lnTo>
                  <a:lnTo>
                    <a:pt x="376794" y="46288"/>
                  </a:lnTo>
                  <a:lnTo>
                    <a:pt x="375296" y="42792"/>
                  </a:lnTo>
                  <a:lnTo>
                    <a:pt x="374935" y="42292"/>
                  </a:lnTo>
                  <a:close/>
                </a:path>
                <a:path w="475615" h="118110">
                  <a:moveTo>
                    <a:pt x="354816" y="29971"/>
                  </a:moveTo>
                  <a:lnTo>
                    <a:pt x="323014" y="43791"/>
                  </a:lnTo>
                  <a:lnTo>
                    <a:pt x="336440" y="43791"/>
                  </a:lnTo>
                  <a:lnTo>
                    <a:pt x="340663" y="42292"/>
                  </a:lnTo>
                  <a:lnTo>
                    <a:pt x="374935" y="42292"/>
                  </a:lnTo>
                  <a:lnTo>
                    <a:pt x="373131" y="39795"/>
                  </a:lnTo>
                  <a:lnTo>
                    <a:pt x="371133" y="36797"/>
                  </a:lnTo>
                  <a:lnTo>
                    <a:pt x="367970" y="34466"/>
                  </a:lnTo>
                  <a:lnTo>
                    <a:pt x="363641" y="32635"/>
                  </a:lnTo>
                  <a:lnTo>
                    <a:pt x="359478" y="30803"/>
                  </a:lnTo>
                  <a:lnTo>
                    <a:pt x="354816" y="29971"/>
                  </a:lnTo>
                  <a:close/>
                </a:path>
                <a:path w="475615" h="118110">
                  <a:moveTo>
                    <a:pt x="437235" y="29971"/>
                  </a:moveTo>
                  <a:lnTo>
                    <a:pt x="400833" y="55654"/>
                  </a:lnTo>
                  <a:lnTo>
                    <a:pt x="398107" y="74428"/>
                  </a:lnTo>
                  <a:lnTo>
                    <a:pt x="398791" y="84103"/>
                  </a:lnTo>
                  <a:lnTo>
                    <a:pt x="421563" y="114702"/>
                  </a:lnTo>
                  <a:lnTo>
                    <a:pt x="447724" y="117553"/>
                  </a:lnTo>
                  <a:lnTo>
                    <a:pt x="455716" y="115222"/>
                  </a:lnTo>
                  <a:lnTo>
                    <a:pt x="462044" y="110393"/>
                  </a:lnTo>
                  <a:lnTo>
                    <a:pt x="468145" y="105898"/>
                  </a:lnTo>
                  <a:lnTo>
                    <a:pt x="425246" y="103400"/>
                  </a:lnTo>
                  <a:lnTo>
                    <a:pt x="412759" y="77425"/>
                  </a:lnTo>
                  <a:lnTo>
                    <a:pt x="475364" y="77425"/>
                  </a:lnTo>
                  <a:lnTo>
                    <a:pt x="475364" y="73595"/>
                  </a:lnTo>
                  <a:lnTo>
                    <a:pt x="474838" y="65770"/>
                  </a:lnTo>
                  <a:lnTo>
                    <a:pt x="413591" y="65769"/>
                  </a:lnTo>
                  <a:lnTo>
                    <a:pt x="414091" y="58443"/>
                  </a:lnTo>
                  <a:lnTo>
                    <a:pt x="416588" y="52616"/>
                  </a:lnTo>
                  <a:lnTo>
                    <a:pt x="420977" y="48063"/>
                  </a:lnTo>
                  <a:lnTo>
                    <a:pt x="425413" y="43791"/>
                  </a:lnTo>
                  <a:lnTo>
                    <a:pt x="430908" y="41626"/>
                  </a:lnTo>
                  <a:lnTo>
                    <a:pt x="464833" y="41626"/>
                  </a:lnTo>
                  <a:lnTo>
                    <a:pt x="464708" y="41460"/>
                  </a:lnTo>
                  <a:lnTo>
                    <a:pt x="458987" y="36433"/>
                  </a:lnTo>
                  <a:lnTo>
                    <a:pt x="452532" y="32843"/>
                  </a:lnTo>
                  <a:lnTo>
                    <a:pt x="445297" y="30689"/>
                  </a:lnTo>
                  <a:lnTo>
                    <a:pt x="437235" y="29971"/>
                  </a:lnTo>
                  <a:close/>
                </a:path>
                <a:path w="475615" h="118110">
                  <a:moveTo>
                    <a:pt x="460212" y="88747"/>
                  </a:moveTo>
                  <a:lnTo>
                    <a:pt x="458047" y="94742"/>
                  </a:lnTo>
                  <a:lnTo>
                    <a:pt x="455217" y="99071"/>
                  </a:lnTo>
                  <a:lnTo>
                    <a:pt x="451554" y="101735"/>
                  </a:lnTo>
                  <a:lnTo>
                    <a:pt x="447724" y="104565"/>
                  </a:lnTo>
                  <a:lnTo>
                    <a:pt x="443395" y="105898"/>
                  </a:lnTo>
                  <a:lnTo>
                    <a:pt x="468145" y="105898"/>
                  </a:lnTo>
                  <a:lnTo>
                    <a:pt x="468371" y="105731"/>
                  </a:lnTo>
                  <a:lnTo>
                    <a:pt x="472533" y="99071"/>
                  </a:lnTo>
                  <a:lnTo>
                    <a:pt x="474864" y="90412"/>
                  </a:lnTo>
                  <a:lnTo>
                    <a:pt x="460212" y="88747"/>
                  </a:lnTo>
                  <a:close/>
                </a:path>
                <a:path w="475615" h="118110">
                  <a:moveTo>
                    <a:pt x="464833" y="41626"/>
                  </a:moveTo>
                  <a:lnTo>
                    <a:pt x="444561" y="41626"/>
                  </a:lnTo>
                  <a:lnTo>
                    <a:pt x="450555" y="44290"/>
                  </a:lnTo>
                  <a:lnTo>
                    <a:pt x="455050" y="49785"/>
                  </a:lnTo>
                  <a:lnTo>
                    <a:pt x="458047" y="53282"/>
                  </a:lnTo>
                  <a:lnTo>
                    <a:pt x="459712" y="58610"/>
                  </a:lnTo>
                  <a:lnTo>
                    <a:pt x="460378" y="65770"/>
                  </a:lnTo>
                  <a:lnTo>
                    <a:pt x="474838" y="65770"/>
                  </a:lnTo>
                  <a:lnTo>
                    <a:pt x="474706" y="63797"/>
                  </a:lnTo>
                  <a:lnTo>
                    <a:pt x="472720" y="55155"/>
                  </a:lnTo>
                  <a:lnTo>
                    <a:pt x="469393" y="47698"/>
                  </a:lnTo>
                  <a:lnTo>
                    <a:pt x="464833" y="416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6" name="object 106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10291402" y="1648557"/>
              <a:ext cx="144857" cy="151687"/>
            </a:xfrm>
            <a:prstGeom prst="rect">
              <a:avLst/>
            </a:prstGeom>
          </p:spPr>
        </p:pic>
        <p:sp>
          <p:nvSpPr>
            <p:cNvPr id="107" name="object 107"/>
            <p:cNvSpPr/>
            <p:nvPr/>
          </p:nvSpPr>
          <p:spPr>
            <a:xfrm>
              <a:off x="10505857" y="1680526"/>
              <a:ext cx="40640" cy="31115"/>
            </a:xfrm>
            <a:custGeom>
              <a:avLst/>
              <a:gdLst/>
              <a:ahLst/>
              <a:cxnLst/>
              <a:rect l="l" t="t" r="r" b="b"/>
              <a:pathLst>
                <a:path w="40640" h="31114">
                  <a:moveTo>
                    <a:pt x="12820" y="1831"/>
                  </a:moveTo>
                  <a:lnTo>
                    <a:pt x="0" y="1831"/>
                  </a:lnTo>
                  <a:lnTo>
                    <a:pt x="0" y="30705"/>
                  </a:lnTo>
                  <a:lnTo>
                    <a:pt x="23447" y="12820"/>
                  </a:lnTo>
                  <a:lnTo>
                    <a:pt x="12820" y="12820"/>
                  </a:lnTo>
                  <a:lnTo>
                    <a:pt x="12820" y="1831"/>
                  </a:lnTo>
                  <a:close/>
                </a:path>
                <a:path w="40640" h="31114">
                  <a:moveTo>
                    <a:pt x="40256" y="0"/>
                  </a:moveTo>
                  <a:lnTo>
                    <a:pt x="12820" y="12820"/>
                  </a:lnTo>
                  <a:lnTo>
                    <a:pt x="23447" y="12820"/>
                  </a:lnTo>
                  <a:lnTo>
                    <a:pt x="4025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8" name="object 108"/>
            <p:cNvSpPr/>
            <p:nvPr/>
          </p:nvSpPr>
          <p:spPr>
            <a:xfrm>
              <a:off x="8808033" y="1667372"/>
              <a:ext cx="479425" cy="479425"/>
            </a:xfrm>
            <a:custGeom>
              <a:avLst/>
              <a:gdLst/>
              <a:ahLst/>
              <a:cxnLst/>
              <a:rect l="l" t="t" r="r" b="b"/>
              <a:pathLst>
                <a:path w="479425" h="479425">
                  <a:moveTo>
                    <a:pt x="471035" y="0"/>
                  </a:moveTo>
                  <a:lnTo>
                    <a:pt x="0" y="471046"/>
                  </a:lnTo>
                  <a:lnTo>
                    <a:pt x="7992" y="479038"/>
                  </a:lnTo>
                  <a:lnTo>
                    <a:pt x="479027" y="7992"/>
                  </a:lnTo>
                  <a:lnTo>
                    <a:pt x="47103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9" name="object 109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9253626" y="1609761"/>
              <a:ext cx="91043" cy="91078"/>
            </a:xfrm>
            <a:prstGeom prst="rect">
              <a:avLst/>
            </a:prstGeom>
          </p:spPr>
        </p:pic>
        <p:sp>
          <p:nvSpPr>
            <p:cNvPr id="110" name="object 110"/>
            <p:cNvSpPr/>
            <p:nvPr/>
          </p:nvSpPr>
          <p:spPr>
            <a:xfrm>
              <a:off x="8824683" y="2254923"/>
              <a:ext cx="423545" cy="422909"/>
            </a:xfrm>
            <a:custGeom>
              <a:avLst/>
              <a:gdLst/>
              <a:ahLst/>
              <a:cxnLst/>
              <a:rect l="l" t="t" r="r" b="b"/>
              <a:pathLst>
                <a:path w="423545" h="422910">
                  <a:moveTo>
                    <a:pt x="7992" y="0"/>
                  </a:moveTo>
                  <a:lnTo>
                    <a:pt x="0" y="7992"/>
                  </a:lnTo>
                  <a:lnTo>
                    <a:pt x="414462" y="422480"/>
                  </a:lnTo>
                  <a:lnTo>
                    <a:pt x="423530" y="415564"/>
                  </a:lnTo>
                  <a:lnTo>
                    <a:pt x="7992" y="0"/>
                  </a:lnTo>
                  <a:close/>
                </a:path>
              </a:pathLst>
            </a:custGeom>
            <a:solidFill>
              <a:srgbClr val="00FF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1" name="object 111"/>
            <p:cNvSpPr/>
            <p:nvPr/>
          </p:nvSpPr>
          <p:spPr>
            <a:xfrm>
              <a:off x="8161354" y="2992912"/>
              <a:ext cx="653415" cy="120014"/>
            </a:xfrm>
            <a:custGeom>
              <a:avLst/>
              <a:gdLst/>
              <a:ahLst/>
              <a:cxnLst/>
              <a:rect l="l" t="t" r="r" b="b"/>
              <a:pathLst>
                <a:path w="653415" h="120014">
                  <a:moveTo>
                    <a:pt x="54629" y="83"/>
                  </a:moveTo>
                  <a:lnTo>
                    <a:pt x="15278" y="15668"/>
                  </a:lnTo>
                  <a:lnTo>
                    <a:pt x="0" y="59043"/>
                  </a:lnTo>
                  <a:lnTo>
                    <a:pt x="383" y="67200"/>
                  </a:lnTo>
                  <a:lnTo>
                    <a:pt x="18452" y="107891"/>
                  </a:lnTo>
                  <a:lnTo>
                    <a:pt x="54379" y="119751"/>
                  </a:lnTo>
                  <a:lnTo>
                    <a:pt x="63073" y="119130"/>
                  </a:lnTo>
                  <a:lnTo>
                    <a:pt x="71071" y="117270"/>
                  </a:lnTo>
                  <a:lnTo>
                    <a:pt x="78370" y="114173"/>
                  </a:lnTo>
                  <a:lnTo>
                    <a:pt x="84966" y="109844"/>
                  </a:lnTo>
                  <a:lnTo>
                    <a:pt x="88313" y="106647"/>
                  </a:lnTo>
                  <a:lnTo>
                    <a:pt x="46071" y="106647"/>
                  </a:lnTo>
                  <a:lnTo>
                    <a:pt x="39527" y="104832"/>
                  </a:lnTo>
                  <a:lnTo>
                    <a:pt x="16860" y="72783"/>
                  </a:lnTo>
                  <a:lnTo>
                    <a:pt x="15784" y="51333"/>
                  </a:lnTo>
                  <a:lnTo>
                    <a:pt x="16999" y="43924"/>
                  </a:lnTo>
                  <a:lnTo>
                    <a:pt x="21845" y="29571"/>
                  </a:lnTo>
                  <a:lnTo>
                    <a:pt x="26040" y="23843"/>
                  </a:lnTo>
                  <a:lnTo>
                    <a:pt x="37979" y="15318"/>
                  </a:lnTo>
                  <a:lnTo>
                    <a:pt x="45421" y="13187"/>
                  </a:lnTo>
                  <a:lnTo>
                    <a:pt x="88621" y="13187"/>
                  </a:lnTo>
                  <a:lnTo>
                    <a:pt x="83833" y="8924"/>
                  </a:lnTo>
                  <a:lnTo>
                    <a:pt x="77568" y="5056"/>
                  </a:lnTo>
                  <a:lnTo>
                    <a:pt x="70611" y="2293"/>
                  </a:lnTo>
                  <a:lnTo>
                    <a:pt x="62964" y="635"/>
                  </a:lnTo>
                  <a:lnTo>
                    <a:pt x="54629" y="83"/>
                  </a:lnTo>
                  <a:close/>
                </a:path>
                <a:path w="653415" h="120014">
                  <a:moveTo>
                    <a:pt x="86980" y="77208"/>
                  </a:moveTo>
                  <a:lnTo>
                    <a:pt x="84882" y="86932"/>
                  </a:lnTo>
                  <a:lnTo>
                    <a:pt x="80853" y="94275"/>
                  </a:lnTo>
                  <a:lnTo>
                    <a:pt x="68965" y="104166"/>
                  </a:lnTo>
                  <a:lnTo>
                    <a:pt x="61705" y="106647"/>
                  </a:lnTo>
                  <a:lnTo>
                    <a:pt x="88313" y="106647"/>
                  </a:lnTo>
                  <a:lnTo>
                    <a:pt x="90741" y="104327"/>
                  </a:lnTo>
                  <a:lnTo>
                    <a:pt x="95555" y="97693"/>
                  </a:lnTo>
                  <a:lnTo>
                    <a:pt x="99408" y="89941"/>
                  </a:lnTo>
                  <a:lnTo>
                    <a:pt x="102299" y="81071"/>
                  </a:lnTo>
                  <a:lnTo>
                    <a:pt x="86980" y="77208"/>
                  </a:lnTo>
                  <a:close/>
                </a:path>
                <a:path w="653415" h="120014">
                  <a:moveTo>
                    <a:pt x="88621" y="13187"/>
                  </a:moveTo>
                  <a:lnTo>
                    <a:pt x="62038" y="13187"/>
                  </a:lnTo>
                  <a:lnTo>
                    <a:pt x="68465" y="15102"/>
                  </a:lnTo>
                  <a:lnTo>
                    <a:pt x="78672" y="22794"/>
                  </a:lnTo>
                  <a:lnTo>
                    <a:pt x="82568" y="28922"/>
                  </a:lnTo>
                  <a:lnTo>
                    <a:pt x="85249" y="37347"/>
                  </a:lnTo>
                  <a:lnTo>
                    <a:pt x="100317" y="33784"/>
                  </a:lnTo>
                  <a:lnTo>
                    <a:pt x="97545" y="26225"/>
                  </a:lnTo>
                  <a:lnTo>
                    <a:pt x="93874" y="19562"/>
                  </a:lnTo>
                  <a:lnTo>
                    <a:pt x="89303" y="13794"/>
                  </a:lnTo>
                  <a:lnTo>
                    <a:pt x="88621" y="13187"/>
                  </a:lnTo>
                  <a:close/>
                </a:path>
                <a:path w="653415" h="120014">
                  <a:moveTo>
                    <a:pt x="172862" y="2047"/>
                  </a:moveTo>
                  <a:lnTo>
                    <a:pt x="156362" y="2047"/>
                  </a:lnTo>
                  <a:lnTo>
                    <a:pt x="111922" y="117769"/>
                  </a:lnTo>
                  <a:lnTo>
                    <a:pt x="128190" y="117769"/>
                  </a:lnTo>
                  <a:lnTo>
                    <a:pt x="140894" y="82720"/>
                  </a:lnTo>
                  <a:lnTo>
                    <a:pt x="205873" y="82720"/>
                  </a:lnTo>
                  <a:lnTo>
                    <a:pt x="200770" y="70248"/>
                  </a:lnTo>
                  <a:lnTo>
                    <a:pt x="145323" y="70248"/>
                  </a:lnTo>
                  <a:lnTo>
                    <a:pt x="158027" y="36314"/>
                  </a:lnTo>
                  <a:lnTo>
                    <a:pt x="160708" y="29005"/>
                  </a:lnTo>
                  <a:lnTo>
                    <a:pt x="162789" y="21629"/>
                  </a:lnTo>
                  <a:lnTo>
                    <a:pt x="164254" y="14219"/>
                  </a:lnTo>
                  <a:lnTo>
                    <a:pt x="177843" y="14219"/>
                  </a:lnTo>
                  <a:lnTo>
                    <a:pt x="172862" y="2047"/>
                  </a:lnTo>
                  <a:close/>
                </a:path>
                <a:path w="653415" h="120014">
                  <a:moveTo>
                    <a:pt x="205873" y="82720"/>
                  </a:moveTo>
                  <a:lnTo>
                    <a:pt x="189279" y="82720"/>
                  </a:lnTo>
                  <a:lnTo>
                    <a:pt x="202783" y="117769"/>
                  </a:lnTo>
                  <a:lnTo>
                    <a:pt x="220216" y="117769"/>
                  </a:lnTo>
                  <a:lnTo>
                    <a:pt x="205873" y="82720"/>
                  </a:lnTo>
                  <a:close/>
                </a:path>
                <a:path w="653415" h="120014">
                  <a:moveTo>
                    <a:pt x="177843" y="14219"/>
                  </a:moveTo>
                  <a:lnTo>
                    <a:pt x="164254" y="14219"/>
                  </a:lnTo>
                  <a:lnTo>
                    <a:pt x="166052" y="20480"/>
                  </a:lnTo>
                  <a:lnTo>
                    <a:pt x="168783" y="28472"/>
                  </a:lnTo>
                  <a:lnTo>
                    <a:pt x="184551" y="70248"/>
                  </a:lnTo>
                  <a:lnTo>
                    <a:pt x="200770" y="70248"/>
                  </a:lnTo>
                  <a:lnTo>
                    <a:pt x="177843" y="14219"/>
                  </a:lnTo>
                  <a:close/>
                </a:path>
                <a:path w="653415" h="120014">
                  <a:moveTo>
                    <a:pt x="251235" y="2047"/>
                  </a:moveTo>
                  <a:lnTo>
                    <a:pt x="235933" y="2047"/>
                  </a:lnTo>
                  <a:lnTo>
                    <a:pt x="235933" y="68916"/>
                  </a:lnTo>
                  <a:lnTo>
                    <a:pt x="248221" y="110410"/>
                  </a:lnTo>
                  <a:lnTo>
                    <a:pt x="281705" y="119751"/>
                  </a:lnTo>
                  <a:lnTo>
                    <a:pt x="289671" y="119348"/>
                  </a:lnTo>
                  <a:lnTo>
                    <a:pt x="318257" y="105931"/>
                  </a:lnTo>
                  <a:lnTo>
                    <a:pt x="273796" y="105931"/>
                  </a:lnTo>
                  <a:lnTo>
                    <a:pt x="268218" y="104649"/>
                  </a:lnTo>
                  <a:lnTo>
                    <a:pt x="259127" y="99487"/>
                  </a:lnTo>
                  <a:lnTo>
                    <a:pt x="255914" y="95824"/>
                  </a:lnTo>
                  <a:lnTo>
                    <a:pt x="252184" y="86300"/>
                  </a:lnTo>
                  <a:lnTo>
                    <a:pt x="251235" y="78890"/>
                  </a:lnTo>
                  <a:lnTo>
                    <a:pt x="251235" y="2047"/>
                  </a:lnTo>
                  <a:close/>
                </a:path>
                <a:path w="653415" h="120014">
                  <a:moveTo>
                    <a:pt x="326944" y="2048"/>
                  </a:moveTo>
                  <a:lnTo>
                    <a:pt x="311625" y="2048"/>
                  </a:lnTo>
                  <a:lnTo>
                    <a:pt x="311622" y="68916"/>
                  </a:lnTo>
                  <a:lnTo>
                    <a:pt x="311168" y="78890"/>
                  </a:lnTo>
                  <a:lnTo>
                    <a:pt x="291628" y="105931"/>
                  </a:lnTo>
                  <a:lnTo>
                    <a:pt x="318257" y="105931"/>
                  </a:lnTo>
                  <a:lnTo>
                    <a:pt x="326944" y="68916"/>
                  </a:lnTo>
                  <a:lnTo>
                    <a:pt x="326944" y="2048"/>
                  </a:lnTo>
                  <a:close/>
                </a:path>
                <a:path w="653415" h="120014">
                  <a:moveTo>
                    <a:pt x="400654" y="15718"/>
                  </a:moveTo>
                  <a:lnTo>
                    <a:pt x="385353" y="15718"/>
                  </a:lnTo>
                  <a:lnTo>
                    <a:pt x="385353" y="117769"/>
                  </a:lnTo>
                  <a:lnTo>
                    <a:pt x="400654" y="117769"/>
                  </a:lnTo>
                  <a:lnTo>
                    <a:pt x="400654" y="15718"/>
                  </a:lnTo>
                  <a:close/>
                </a:path>
                <a:path w="653415" h="120014">
                  <a:moveTo>
                    <a:pt x="438950" y="2048"/>
                  </a:moveTo>
                  <a:lnTo>
                    <a:pt x="347223" y="2048"/>
                  </a:lnTo>
                  <a:lnTo>
                    <a:pt x="347223" y="15718"/>
                  </a:lnTo>
                  <a:lnTo>
                    <a:pt x="438950" y="15718"/>
                  </a:lnTo>
                  <a:lnTo>
                    <a:pt x="438950" y="2048"/>
                  </a:lnTo>
                  <a:close/>
                </a:path>
                <a:path w="653415" h="120014">
                  <a:moveTo>
                    <a:pt x="475564" y="2048"/>
                  </a:moveTo>
                  <a:lnTo>
                    <a:pt x="460262" y="2048"/>
                  </a:lnTo>
                  <a:lnTo>
                    <a:pt x="460262" y="117769"/>
                  </a:lnTo>
                  <a:lnTo>
                    <a:pt x="475564" y="117769"/>
                  </a:lnTo>
                  <a:lnTo>
                    <a:pt x="475564" y="2048"/>
                  </a:lnTo>
                  <a:close/>
                </a:path>
                <a:path w="653415" h="120014">
                  <a:moveTo>
                    <a:pt x="554652" y="0"/>
                  </a:moveTo>
                  <a:lnTo>
                    <a:pt x="514725" y="16300"/>
                  </a:lnTo>
                  <a:lnTo>
                    <a:pt x="499240" y="61407"/>
                  </a:lnTo>
                  <a:lnTo>
                    <a:pt x="499655" y="68927"/>
                  </a:lnTo>
                  <a:lnTo>
                    <a:pt x="519330" y="107550"/>
                  </a:lnTo>
                  <a:lnTo>
                    <a:pt x="521298" y="108951"/>
                  </a:lnTo>
                  <a:lnTo>
                    <a:pt x="532799" y="100179"/>
                  </a:lnTo>
                  <a:lnTo>
                    <a:pt x="532259" y="99875"/>
                  </a:lnTo>
                  <a:lnTo>
                    <a:pt x="526280" y="94608"/>
                  </a:lnTo>
                  <a:lnTo>
                    <a:pt x="521363" y="88034"/>
                  </a:lnTo>
                  <a:lnTo>
                    <a:pt x="517851" y="80349"/>
                  </a:lnTo>
                  <a:lnTo>
                    <a:pt x="515744" y="71556"/>
                  </a:lnTo>
                  <a:lnTo>
                    <a:pt x="515041" y="61657"/>
                  </a:lnTo>
                  <a:lnTo>
                    <a:pt x="515772" y="49528"/>
                  </a:lnTo>
                  <a:lnTo>
                    <a:pt x="539613" y="15982"/>
                  </a:lnTo>
                  <a:lnTo>
                    <a:pt x="554735" y="13187"/>
                  </a:lnTo>
                  <a:lnTo>
                    <a:pt x="591003" y="13187"/>
                  </a:lnTo>
                  <a:lnTo>
                    <a:pt x="589597" y="11867"/>
                  </a:lnTo>
                  <a:lnTo>
                    <a:pt x="583540" y="7659"/>
                  </a:lnTo>
                  <a:lnTo>
                    <a:pt x="576912" y="4313"/>
                  </a:lnTo>
                  <a:lnTo>
                    <a:pt x="569889" y="1918"/>
                  </a:lnTo>
                  <a:lnTo>
                    <a:pt x="562470" y="480"/>
                  </a:lnTo>
                  <a:lnTo>
                    <a:pt x="554652" y="0"/>
                  </a:lnTo>
                  <a:close/>
                </a:path>
                <a:path w="653415" h="120014">
                  <a:moveTo>
                    <a:pt x="591003" y="13187"/>
                  </a:moveTo>
                  <a:lnTo>
                    <a:pt x="562361" y="13187"/>
                  </a:lnTo>
                  <a:lnTo>
                    <a:pt x="569254" y="15118"/>
                  </a:lnTo>
                  <a:lnTo>
                    <a:pt x="581509" y="22861"/>
                  </a:lnTo>
                  <a:lnTo>
                    <a:pt x="586171" y="28306"/>
                  </a:lnTo>
                  <a:lnTo>
                    <a:pt x="592531" y="42359"/>
                  </a:lnTo>
                  <a:lnTo>
                    <a:pt x="594130" y="50567"/>
                  </a:lnTo>
                  <a:lnTo>
                    <a:pt x="594130" y="53399"/>
                  </a:lnTo>
                  <a:lnTo>
                    <a:pt x="608000" y="42820"/>
                  </a:lnTo>
                  <a:lnTo>
                    <a:pt x="606114" y="36089"/>
                  </a:lnTo>
                  <a:lnTo>
                    <a:pt x="603154" y="29005"/>
                  </a:lnTo>
                  <a:lnTo>
                    <a:pt x="599401" y="22539"/>
                  </a:lnTo>
                  <a:lnTo>
                    <a:pt x="594883" y="16827"/>
                  </a:lnTo>
                  <a:lnTo>
                    <a:pt x="591003" y="13187"/>
                  </a:lnTo>
                  <a:close/>
                </a:path>
                <a:path w="653415" h="120014">
                  <a:moveTo>
                    <a:pt x="648976" y="2048"/>
                  </a:moveTo>
                  <a:lnTo>
                    <a:pt x="633275" y="2048"/>
                  </a:lnTo>
                  <a:lnTo>
                    <a:pt x="633275" y="23542"/>
                  </a:lnTo>
                  <a:lnTo>
                    <a:pt x="653192" y="8350"/>
                  </a:lnTo>
                  <a:lnTo>
                    <a:pt x="648976" y="204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2" name="object 112"/>
            <p:cNvSpPr/>
            <p:nvPr/>
          </p:nvSpPr>
          <p:spPr>
            <a:xfrm>
              <a:off x="7692953" y="3816521"/>
              <a:ext cx="26670" cy="32384"/>
            </a:xfrm>
            <a:custGeom>
              <a:avLst/>
              <a:gdLst/>
              <a:ahLst/>
              <a:cxnLst/>
              <a:rect l="l" t="t" r="r" b="b"/>
              <a:pathLst>
                <a:path w="26670" h="32385">
                  <a:moveTo>
                    <a:pt x="0" y="0"/>
                  </a:moveTo>
                  <a:lnTo>
                    <a:pt x="4713" y="23323"/>
                  </a:lnTo>
                  <a:lnTo>
                    <a:pt x="10639" y="32110"/>
                  </a:lnTo>
                  <a:lnTo>
                    <a:pt x="26543" y="19979"/>
                  </a:lnTo>
                  <a:lnTo>
                    <a:pt x="19980" y="199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3" name="object 113"/>
            <p:cNvSpPr/>
            <p:nvPr/>
          </p:nvSpPr>
          <p:spPr>
            <a:xfrm>
              <a:off x="7652994" y="1113239"/>
              <a:ext cx="3599815" cy="2723515"/>
            </a:xfrm>
            <a:custGeom>
              <a:avLst/>
              <a:gdLst/>
              <a:ahLst/>
              <a:cxnLst/>
              <a:rect l="l" t="t" r="r" b="b"/>
              <a:pathLst>
                <a:path w="3599815" h="2723515">
                  <a:moveTo>
                    <a:pt x="0" y="2663320"/>
                  </a:moveTo>
                  <a:lnTo>
                    <a:pt x="0" y="2256542"/>
                  </a:lnTo>
                  <a:lnTo>
                    <a:pt x="0" y="1361631"/>
                  </a:lnTo>
                  <a:lnTo>
                    <a:pt x="0" y="466720"/>
                  </a:lnTo>
                  <a:lnTo>
                    <a:pt x="0" y="59942"/>
                  </a:lnTo>
                  <a:lnTo>
                    <a:pt x="4712" y="36667"/>
                  </a:lnTo>
                  <a:lnTo>
                    <a:pt x="17562" y="17608"/>
                  </a:lnTo>
                  <a:lnTo>
                    <a:pt x="36615" y="4729"/>
                  </a:lnTo>
                  <a:lnTo>
                    <a:pt x="59939" y="0"/>
                  </a:lnTo>
                  <a:lnTo>
                    <a:pt x="605236" y="0"/>
                  </a:lnTo>
                  <a:lnTo>
                    <a:pt x="1804890" y="0"/>
                  </a:lnTo>
                  <a:lnTo>
                    <a:pt x="3004544" y="0"/>
                  </a:lnTo>
                  <a:lnTo>
                    <a:pt x="3549841" y="0"/>
                  </a:lnTo>
                  <a:lnTo>
                    <a:pt x="3573185" y="4730"/>
                  </a:lnTo>
                  <a:lnTo>
                    <a:pt x="3592237" y="17608"/>
                  </a:lnTo>
                  <a:lnTo>
                    <a:pt x="3599549" y="28464"/>
                  </a:lnTo>
                </a:path>
                <a:path w="3599815" h="2723515">
                  <a:moveTo>
                    <a:pt x="66500" y="2723262"/>
                  </a:moveTo>
                  <a:lnTo>
                    <a:pt x="59939" y="2723262"/>
                  </a:lnTo>
                  <a:lnTo>
                    <a:pt x="36615" y="2718549"/>
                  </a:lnTo>
                  <a:lnTo>
                    <a:pt x="17562" y="2705699"/>
                  </a:lnTo>
                  <a:lnTo>
                    <a:pt x="4712" y="2686645"/>
                  </a:lnTo>
                  <a:lnTo>
                    <a:pt x="0" y="2663320"/>
                  </a:lnTo>
                </a:path>
              </a:pathLst>
            </a:custGeom>
            <a:ln w="99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4" name="object 1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50</a:t>
            </a:r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816602" y="219913"/>
            <a:ext cx="255968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" dirty="0"/>
              <a:t>E2</a:t>
            </a:r>
            <a:r>
              <a:rPr spc="-65" dirty="0"/>
              <a:t> </a:t>
            </a:r>
            <a:r>
              <a:rPr spc="-10" dirty="0"/>
              <a:t>reactivity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7085330" y="1491488"/>
            <a:ext cx="4506595" cy="307721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66700" marR="125730" indent="-228600">
              <a:lnSpc>
                <a:spcPts val="2590"/>
              </a:lnSpc>
              <a:spcBef>
                <a:spcPts val="42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TS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has </a:t>
            </a:r>
            <a:r>
              <a:rPr sz="2400" dirty="0">
                <a:latin typeface="Calibri" panose="020F0502020204030204"/>
                <a:cs typeface="Calibri" panose="020F0502020204030204"/>
              </a:rPr>
              <a:t>a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partial double bond,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so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pseudo-alkene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30480" indent="-228600">
              <a:lnSpc>
                <a:spcPts val="2590"/>
              </a:lnSpc>
              <a:spcBef>
                <a:spcPts val="101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dirty="0">
                <a:latin typeface="Calibri" panose="020F0502020204030204"/>
                <a:cs typeface="Calibri" panose="020F0502020204030204"/>
              </a:rPr>
              <a:t>ease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of reaching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TS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 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determined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by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stability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(lower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energy)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of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this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pseudo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alkene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294005" indent="-228600">
              <a:lnSpc>
                <a:spcPts val="2590"/>
              </a:lnSpc>
              <a:spcBef>
                <a:spcPts val="100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20" dirty="0">
                <a:latin typeface="Calibri" panose="020F0502020204030204"/>
                <a:cs typeface="Calibri" panose="020F0502020204030204"/>
              </a:rPr>
              <a:t>So,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E2 reactivity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parallels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alkene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stability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ct val="100000"/>
              </a:lnSpc>
              <a:spcBef>
                <a:spcPts val="670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Reactivity</a:t>
            </a:r>
            <a:r>
              <a:rPr sz="2400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order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3</a:t>
            </a:r>
            <a:r>
              <a:rPr sz="2400" spc="-7" baseline="24000" dirty="0">
                <a:latin typeface="Calibri" panose="020F0502020204030204"/>
                <a:cs typeface="Calibri" panose="020F0502020204030204"/>
              </a:rPr>
              <a:t>o</a:t>
            </a:r>
            <a:r>
              <a:rPr sz="2400" spc="270" baseline="24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&gt;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2</a:t>
            </a:r>
            <a:r>
              <a:rPr sz="2400" spc="-7" baseline="24000" dirty="0">
                <a:latin typeface="Calibri" panose="020F0502020204030204"/>
                <a:cs typeface="Calibri" panose="020F0502020204030204"/>
              </a:rPr>
              <a:t>o</a:t>
            </a:r>
            <a:r>
              <a:rPr sz="2400" spc="270" baseline="24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&gt;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1</a:t>
            </a:r>
            <a:r>
              <a:rPr sz="2400" spc="-7" baseline="24000" dirty="0">
                <a:latin typeface="Calibri" panose="020F0502020204030204"/>
                <a:cs typeface="Calibri" panose="020F0502020204030204"/>
              </a:rPr>
              <a:t>o</a:t>
            </a:r>
            <a:endParaRPr sz="2400" baseline="240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455075" y="1062449"/>
            <a:ext cx="1995170" cy="1151255"/>
            <a:chOff x="2455075" y="1062449"/>
            <a:chExt cx="1995170" cy="1151255"/>
          </a:xfrm>
        </p:grpSpPr>
        <p:sp>
          <p:nvSpPr>
            <p:cNvPr id="5" name="object 5"/>
            <p:cNvSpPr/>
            <p:nvPr/>
          </p:nvSpPr>
          <p:spPr>
            <a:xfrm>
              <a:off x="3551201" y="1752236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4" h="133350">
                  <a:moveTo>
                    <a:pt x="60721" y="0"/>
                  </a:moveTo>
                  <a:lnTo>
                    <a:pt x="22767" y="12117"/>
                  </a:lnTo>
                  <a:lnTo>
                    <a:pt x="1851" y="46654"/>
                  </a:lnTo>
                  <a:lnTo>
                    <a:pt x="0" y="65570"/>
                  </a:lnTo>
                  <a:lnTo>
                    <a:pt x="416" y="74600"/>
                  </a:lnTo>
                  <a:lnTo>
                    <a:pt x="15110" y="114215"/>
                  </a:lnTo>
                  <a:lnTo>
                    <a:pt x="50423" y="132472"/>
                  </a:lnTo>
                  <a:lnTo>
                    <a:pt x="60350" y="132993"/>
                  </a:lnTo>
                  <a:lnTo>
                    <a:pt x="70072" y="132327"/>
                  </a:lnTo>
                  <a:lnTo>
                    <a:pt x="106192" y="108543"/>
                  </a:lnTo>
                  <a:lnTo>
                    <a:pt x="113666" y="90020"/>
                  </a:lnTo>
                  <a:lnTo>
                    <a:pt x="96635" y="85760"/>
                  </a:lnTo>
                  <a:lnTo>
                    <a:pt x="94445" y="93331"/>
                  </a:lnTo>
                  <a:lnTo>
                    <a:pt x="91474" y="99930"/>
                  </a:lnTo>
                  <a:lnTo>
                    <a:pt x="59054" y="118545"/>
                  </a:lnTo>
                  <a:lnTo>
                    <a:pt x="51094" y="118545"/>
                  </a:lnTo>
                  <a:lnTo>
                    <a:pt x="20135" y="87708"/>
                  </a:lnTo>
                  <a:lnTo>
                    <a:pt x="17401" y="57050"/>
                  </a:lnTo>
                  <a:lnTo>
                    <a:pt x="18882" y="48714"/>
                  </a:lnTo>
                  <a:lnTo>
                    <a:pt x="46697" y="16253"/>
                  </a:lnTo>
                  <a:lnTo>
                    <a:pt x="60350" y="14447"/>
                  </a:lnTo>
                  <a:lnTo>
                    <a:pt x="68866" y="14447"/>
                  </a:lnTo>
                  <a:lnTo>
                    <a:pt x="76086" y="16670"/>
                  </a:lnTo>
                  <a:lnTo>
                    <a:pt x="87379" y="25190"/>
                  </a:lnTo>
                  <a:lnTo>
                    <a:pt x="91636" y="32044"/>
                  </a:lnTo>
                  <a:lnTo>
                    <a:pt x="94784" y="41305"/>
                  </a:lnTo>
                  <a:lnTo>
                    <a:pt x="111445" y="37415"/>
                  </a:lnTo>
                  <a:lnTo>
                    <a:pt x="86181" y="5470"/>
                  </a:lnTo>
                  <a:lnTo>
                    <a:pt x="69948" y="596"/>
                  </a:lnTo>
                  <a:lnTo>
                    <a:pt x="6072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3891832" y="1752236"/>
              <a:ext cx="113666" cy="132993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3696154" y="1751125"/>
              <a:ext cx="163830" cy="61594"/>
            </a:xfrm>
            <a:custGeom>
              <a:avLst/>
              <a:gdLst/>
              <a:ahLst/>
              <a:cxnLst/>
              <a:rect l="l" t="t" r="r" b="b"/>
              <a:pathLst>
                <a:path w="163829" h="61594">
                  <a:moveTo>
                    <a:pt x="0" y="61495"/>
                  </a:moveTo>
                  <a:lnTo>
                    <a:pt x="163650" y="61495"/>
                  </a:lnTo>
                </a:path>
                <a:path w="163829" h="61594">
                  <a:moveTo>
                    <a:pt x="109223" y="0"/>
                  </a:moveTo>
                  <a:lnTo>
                    <a:pt x="163650" y="0"/>
                  </a:lnTo>
                </a:path>
                <a:path w="163829" h="61594">
                  <a:moveTo>
                    <a:pt x="0" y="0"/>
                  </a:moveTo>
                  <a:lnTo>
                    <a:pt x="54611" y="0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201500" y="1436052"/>
              <a:ext cx="100893" cy="128733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39418" y="1571083"/>
              <a:ext cx="202565" cy="181610"/>
            </a:xfrm>
            <a:custGeom>
              <a:avLst/>
              <a:gdLst/>
              <a:ahLst/>
              <a:cxnLst/>
              <a:rect l="l" t="t" r="r" b="b"/>
              <a:pathLst>
                <a:path w="202564" h="181610">
                  <a:moveTo>
                    <a:pt x="40542" y="36304"/>
                  </a:moveTo>
                  <a:lnTo>
                    <a:pt x="0" y="0"/>
                  </a:lnTo>
                </a:path>
                <a:path w="202564" h="181610">
                  <a:moveTo>
                    <a:pt x="121442" y="108913"/>
                  </a:moveTo>
                  <a:lnTo>
                    <a:pt x="81084" y="72609"/>
                  </a:lnTo>
                </a:path>
                <a:path w="202564" h="181610">
                  <a:moveTo>
                    <a:pt x="202526" y="181523"/>
                  </a:moveTo>
                  <a:lnTo>
                    <a:pt x="161984" y="145218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225011" y="1823363"/>
              <a:ext cx="100893" cy="128733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3368298" y="1805952"/>
              <a:ext cx="151130" cy="62865"/>
            </a:xfrm>
            <a:custGeom>
              <a:avLst/>
              <a:gdLst/>
              <a:ahLst/>
              <a:cxnLst/>
              <a:rect l="l" t="t" r="r" b="b"/>
              <a:pathLst>
                <a:path w="151129" h="62864">
                  <a:moveTo>
                    <a:pt x="2591" y="62606"/>
                  </a:moveTo>
                  <a:lnTo>
                    <a:pt x="0" y="50196"/>
                  </a:lnTo>
                </a:path>
                <a:path w="151129" h="62864">
                  <a:moveTo>
                    <a:pt x="51835" y="59458"/>
                  </a:moveTo>
                  <a:lnTo>
                    <a:pt x="46466" y="33526"/>
                  </a:lnTo>
                </a:path>
                <a:path w="151129" h="62864">
                  <a:moveTo>
                    <a:pt x="101263" y="56123"/>
                  </a:moveTo>
                  <a:lnTo>
                    <a:pt x="92932" y="16855"/>
                  </a:lnTo>
                </a:path>
                <a:path w="151129" h="62864">
                  <a:moveTo>
                    <a:pt x="150506" y="52975"/>
                  </a:moveTo>
                  <a:lnTo>
                    <a:pt x="139584" y="0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3331088" y="2058788"/>
              <a:ext cx="100965" cy="128905"/>
            </a:xfrm>
            <a:custGeom>
              <a:avLst/>
              <a:gdLst/>
              <a:ahLst/>
              <a:cxnLst/>
              <a:rect l="l" t="t" r="r" b="b"/>
              <a:pathLst>
                <a:path w="100964" h="128905">
                  <a:moveTo>
                    <a:pt x="100893" y="0"/>
                  </a:moveTo>
                  <a:lnTo>
                    <a:pt x="83861" y="0"/>
                  </a:lnTo>
                  <a:lnTo>
                    <a:pt x="83861" y="52789"/>
                  </a:lnTo>
                  <a:lnTo>
                    <a:pt x="17031" y="52789"/>
                  </a:lnTo>
                  <a:lnTo>
                    <a:pt x="17031" y="0"/>
                  </a:lnTo>
                  <a:lnTo>
                    <a:pt x="0" y="0"/>
                  </a:lnTo>
                  <a:lnTo>
                    <a:pt x="0" y="128733"/>
                  </a:lnTo>
                  <a:lnTo>
                    <a:pt x="17031" y="128733"/>
                  </a:lnTo>
                  <a:lnTo>
                    <a:pt x="17031" y="67978"/>
                  </a:lnTo>
                  <a:lnTo>
                    <a:pt x="83861" y="67978"/>
                  </a:lnTo>
                  <a:lnTo>
                    <a:pt x="83861" y="128733"/>
                  </a:lnTo>
                  <a:lnTo>
                    <a:pt x="100893" y="128733"/>
                  </a:lnTo>
                  <a:lnTo>
                    <a:pt x="10089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3450123" y="1899307"/>
              <a:ext cx="93980" cy="128905"/>
            </a:xfrm>
            <a:custGeom>
              <a:avLst/>
              <a:gdLst/>
              <a:ahLst/>
              <a:cxnLst/>
              <a:rect l="l" t="t" r="r" b="b"/>
              <a:pathLst>
                <a:path w="93979" h="128905">
                  <a:moveTo>
                    <a:pt x="0" y="128733"/>
                  </a:moveTo>
                  <a:lnTo>
                    <a:pt x="93673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3424391" y="1892638"/>
              <a:ext cx="127635" cy="155575"/>
            </a:xfrm>
            <a:custGeom>
              <a:avLst/>
              <a:gdLst/>
              <a:ahLst/>
              <a:cxnLst/>
              <a:rect l="l" t="t" r="r" b="b"/>
              <a:pathLst>
                <a:path w="127635" h="155575">
                  <a:moveTo>
                    <a:pt x="118294" y="0"/>
                  </a:moveTo>
                  <a:lnTo>
                    <a:pt x="0" y="122064"/>
                  </a:lnTo>
                  <a:lnTo>
                    <a:pt x="44615" y="155220"/>
                  </a:lnTo>
                  <a:lnTo>
                    <a:pt x="127180" y="6668"/>
                  </a:lnTo>
                  <a:lnTo>
                    <a:pt x="11829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4040302" y="1728897"/>
              <a:ext cx="262890" cy="63500"/>
            </a:xfrm>
            <a:custGeom>
              <a:avLst/>
              <a:gdLst/>
              <a:ahLst/>
              <a:cxnLst/>
              <a:rect l="l" t="t" r="r" b="b"/>
              <a:pathLst>
                <a:path w="262889" h="63500">
                  <a:moveTo>
                    <a:pt x="262507" y="0"/>
                  </a:moveTo>
                  <a:lnTo>
                    <a:pt x="0" y="63162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49091" y="1648323"/>
              <a:ext cx="100893" cy="128733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4035674" y="1701669"/>
              <a:ext cx="277495" cy="95885"/>
            </a:xfrm>
            <a:custGeom>
              <a:avLst/>
              <a:gdLst/>
              <a:ahLst/>
              <a:cxnLst/>
              <a:rect l="l" t="t" r="r" b="b"/>
              <a:pathLst>
                <a:path w="277495" h="95885">
                  <a:moveTo>
                    <a:pt x="264173" y="0"/>
                  </a:moveTo>
                  <a:lnTo>
                    <a:pt x="0" y="85019"/>
                  </a:lnTo>
                  <a:lnTo>
                    <a:pt x="2591" y="95762"/>
                  </a:lnTo>
                  <a:lnTo>
                    <a:pt x="276947" y="54271"/>
                  </a:lnTo>
                  <a:lnTo>
                    <a:pt x="26417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92876" y="1479025"/>
              <a:ext cx="139401" cy="162258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3992910" y="1673699"/>
              <a:ext cx="78740" cy="81280"/>
            </a:xfrm>
            <a:custGeom>
              <a:avLst/>
              <a:gdLst/>
              <a:ahLst/>
              <a:cxnLst/>
              <a:rect l="l" t="t" r="r" b="b"/>
              <a:pathLst>
                <a:path w="78739" h="81280">
                  <a:moveTo>
                    <a:pt x="52760" y="0"/>
                  </a:moveTo>
                  <a:lnTo>
                    <a:pt x="78122" y="21486"/>
                  </a:lnTo>
                </a:path>
                <a:path w="78739" h="81280">
                  <a:moveTo>
                    <a:pt x="0" y="46121"/>
                  </a:moveTo>
                  <a:lnTo>
                    <a:pt x="41097" y="81129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4252270" y="2084905"/>
              <a:ext cx="120014" cy="128905"/>
            </a:xfrm>
            <a:custGeom>
              <a:avLst/>
              <a:gdLst/>
              <a:ahLst/>
              <a:cxnLst/>
              <a:rect l="l" t="t" r="r" b="b"/>
              <a:pathLst>
                <a:path w="120014" h="128905">
                  <a:moveTo>
                    <a:pt x="115703" y="0"/>
                  </a:moveTo>
                  <a:lnTo>
                    <a:pt x="85527" y="0"/>
                  </a:lnTo>
                  <a:lnTo>
                    <a:pt x="60350" y="41490"/>
                  </a:lnTo>
                  <a:lnTo>
                    <a:pt x="34433" y="0"/>
                  </a:lnTo>
                  <a:lnTo>
                    <a:pt x="4072" y="0"/>
                  </a:lnTo>
                  <a:lnTo>
                    <a:pt x="43874" y="61680"/>
                  </a:lnTo>
                  <a:lnTo>
                    <a:pt x="0" y="128733"/>
                  </a:lnTo>
                  <a:lnTo>
                    <a:pt x="31101" y="128733"/>
                  </a:lnTo>
                  <a:lnTo>
                    <a:pt x="59795" y="84278"/>
                  </a:lnTo>
                  <a:lnTo>
                    <a:pt x="88304" y="128733"/>
                  </a:lnTo>
                  <a:lnTo>
                    <a:pt x="119590" y="128733"/>
                  </a:lnTo>
                  <a:lnTo>
                    <a:pt x="75716" y="62606"/>
                  </a:lnTo>
                  <a:lnTo>
                    <a:pt x="11570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4025122" y="1882451"/>
              <a:ext cx="207010" cy="191135"/>
            </a:xfrm>
            <a:custGeom>
              <a:avLst/>
              <a:gdLst/>
              <a:ahLst/>
              <a:cxnLst/>
              <a:rect l="l" t="t" r="r" b="b"/>
              <a:pathLst>
                <a:path w="207010" h="191135">
                  <a:moveTo>
                    <a:pt x="176979" y="163555"/>
                  </a:moveTo>
                  <a:lnTo>
                    <a:pt x="206414" y="190784"/>
                  </a:lnTo>
                </a:path>
                <a:path w="207010" h="191135">
                  <a:moveTo>
                    <a:pt x="118109" y="109099"/>
                  </a:moveTo>
                  <a:lnTo>
                    <a:pt x="147544" y="136327"/>
                  </a:lnTo>
                </a:path>
                <a:path w="207010" h="191135">
                  <a:moveTo>
                    <a:pt x="59054" y="54642"/>
                  </a:moveTo>
                  <a:lnTo>
                    <a:pt x="88489" y="81870"/>
                  </a:lnTo>
                </a:path>
                <a:path w="207010" h="191135">
                  <a:moveTo>
                    <a:pt x="0" y="0"/>
                  </a:moveTo>
                  <a:lnTo>
                    <a:pt x="29620" y="27413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2" name="object 2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43468" y="1062449"/>
              <a:ext cx="338779" cy="362118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4032339" y="2058047"/>
              <a:ext cx="143510" cy="131445"/>
            </a:xfrm>
            <a:custGeom>
              <a:avLst/>
              <a:gdLst/>
              <a:ahLst/>
              <a:cxnLst/>
              <a:rect l="l" t="t" r="r" b="b"/>
              <a:pathLst>
                <a:path w="143510" h="131444">
                  <a:moveTo>
                    <a:pt x="80149" y="77431"/>
                  </a:moveTo>
                  <a:lnTo>
                    <a:pt x="61277" y="51231"/>
                  </a:lnTo>
                  <a:lnTo>
                    <a:pt x="61277" y="87617"/>
                  </a:lnTo>
                  <a:lnTo>
                    <a:pt x="61277" y="100952"/>
                  </a:lnTo>
                  <a:lnTo>
                    <a:pt x="59423" y="107988"/>
                  </a:lnTo>
                  <a:lnTo>
                    <a:pt x="55714" y="113550"/>
                  </a:lnTo>
                  <a:lnTo>
                    <a:pt x="51828" y="118922"/>
                  </a:lnTo>
                  <a:lnTo>
                    <a:pt x="46647" y="121704"/>
                  </a:lnTo>
                  <a:lnTo>
                    <a:pt x="34798" y="121704"/>
                  </a:lnTo>
                  <a:lnTo>
                    <a:pt x="29984" y="119113"/>
                  </a:lnTo>
                  <a:lnTo>
                    <a:pt x="21475" y="108737"/>
                  </a:lnTo>
                  <a:lnTo>
                    <a:pt x="19253" y="100952"/>
                  </a:lnTo>
                  <a:lnTo>
                    <a:pt x="19253" y="80213"/>
                  </a:lnTo>
                  <a:lnTo>
                    <a:pt x="44246" y="56870"/>
                  </a:lnTo>
                  <a:lnTo>
                    <a:pt x="49606" y="62979"/>
                  </a:lnTo>
                  <a:lnTo>
                    <a:pt x="61277" y="87617"/>
                  </a:lnTo>
                  <a:lnTo>
                    <a:pt x="61277" y="51231"/>
                  </a:lnTo>
                  <a:lnTo>
                    <a:pt x="52679" y="45389"/>
                  </a:lnTo>
                  <a:lnTo>
                    <a:pt x="42024" y="39268"/>
                  </a:lnTo>
                  <a:lnTo>
                    <a:pt x="33324" y="33159"/>
                  </a:lnTo>
                  <a:lnTo>
                    <a:pt x="27393" y="28536"/>
                  </a:lnTo>
                  <a:lnTo>
                    <a:pt x="24612" y="25565"/>
                  </a:lnTo>
                  <a:lnTo>
                    <a:pt x="21653" y="22606"/>
                  </a:lnTo>
                  <a:lnTo>
                    <a:pt x="20358" y="20193"/>
                  </a:lnTo>
                  <a:lnTo>
                    <a:pt x="20358" y="15748"/>
                  </a:lnTo>
                  <a:lnTo>
                    <a:pt x="21475" y="13716"/>
                  </a:lnTo>
                  <a:lnTo>
                    <a:pt x="23876" y="11861"/>
                  </a:lnTo>
                  <a:lnTo>
                    <a:pt x="26289" y="9817"/>
                  </a:lnTo>
                  <a:lnTo>
                    <a:pt x="29806" y="8902"/>
                  </a:lnTo>
                  <a:lnTo>
                    <a:pt x="37947" y="8902"/>
                  </a:lnTo>
                  <a:lnTo>
                    <a:pt x="51650" y="17970"/>
                  </a:lnTo>
                  <a:lnTo>
                    <a:pt x="55346" y="21856"/>
                  </a:lnTo>
                  <a:lnTo>
                    <a:pt x="58686" y="24460"/>
                  </a:lnTo>
                  <a:lnTo>
                    <a:pt x="61823" y="25565"/>
                  </a:lnTo>
                  <a:lnTo>
                    <a:pt x="61645" y="26123"/>
                  </a:lnTo>
                  <a:lnTo>
                    <a:pt x="62204" y="26492"/>
                  </a:lnTo>
                  <a:lnTo>
                    <a:pt x="66636" y="26492"/>
                  </a:lnTo>
                  <a:lnTo>
                    <a:pt x="68859" y="25565"/>
                  </a:lnTo>
                  <a:lnTo>
                    <a:pt x="72377" y="22047"/>
                  </a:lnTo>
                  <a:lnTo>
                    <a:pt x="73228" y="20193"/>
                  </a:lnTo>
                  <a:lnTo>
                    <a:pt x="73304" y="13347"/>
                  </a:lnTo>
                  <a:lnTo>
                    <a:pt x="71081" y="9639"/>
                  </a:lnTo>
                  <a:lnTo>
                    <a:pt x="39801" y="0"/>
                  </a:lnTo>
                  <a:lnTo>
                    <a:pt x="29806" y="0"/>
                  </a:lnTo>
                  <a:lnTo>
                    <a:pt x="22402" y="1854"/>
                  </a:lnTo>
                  <a:lnTo>
                    <a:pt x="17767" y="5753"/>
                  </a:lnTo>
                  <a:lnTo>
                    <a:pt x="12954" y="9448"/>
                  </a:lnTo>
                  <a:lnTo>
                    <a:pt x="10655" y="13716"/>
                  </a:lnTo>
                  <a:lnTo>
                    <a:pt x="10553" y="22606"/>
                  </a:lnTo>
                  <a:lnTo>
                    <a:pt x="11849" y="26123"/>
                  </a:lnTo>
                  <a:lnTo>
                    <a:pt x="14617" y="30010"/>
                  </a:lnTo>
                  <a:lnTo>
                    <a:pt x="17208" y="33909"/>
                  </a:lnTo>
                  <a:lnTo>
                    <a:pt x="22771" y="38354"/>
                  </a:lnTo>
                  <a:lnTo>
                    <a:pt x="30911" y="43713"/>
                  </a:lnTo>
                  <a:lnTo>
                    <a:pt x="34061" y="47053"/>
                  </a:lnTo>
                  <a:lnTo>
                    <a:pt x="36652" y="49276"/>
                  </a:lnTo>
                  <a:lnTo>
                    <a:pt x="38506" y="50012"/>
                  </a:lnTo>
                  <a:lnTo>
                    <a:pt x="29984" y="52057"/>
                  </a:lnTo>
                  <a:lnTo>
                    <a:pt x="4254" y="74091"/>
                  </a:lnTo>
                  <a:lnTo>
                    <a:pt x="1295" y="80213"/>
                  </a:lnTo>
                  <a:lnTo>
                    <a:pt x="114" y="85953"/>
                  </a:lnTo>
                  <a:lnTo>
                    <a:pt x="0" y="92798"/>
                  </a:lnTo>
                  <a:lnTo>
                    <a:pt x="660" y="100660"/>
                  </a:lnTo>
                  <a:lnTo>
                    <a:pt x="29603" y="130454"/>
                  </a:lnTo>
                  <a:lnTo>
                    <a:pt x="37211" y="131152"/>
                  </a:lnTo>
                  <a:lnTo>
                    <a:pt x="45669" y="130314"/>
                  </a:lnTo>
                  <a:lnTo>
                    <a:pt x="76962" y="103365"/>
                  </a:lnTo>
                  <a:lnTo>
                    <a:pt x="80111" y="86512"/>
                  </a:lnTo>
                  <a:lnTo>
                    <a:pt x="80149" y="77431"/>
                  </a:lnTo>
                  <a:close/>
                </a:path>
                <a:path w="143510" h="131444">
                  <a:moveTo>
                    <a:pt x="143040" y="64795"/>
                  </a:moveTo>
                  <a:lnTo>
                    <a:pt x="94589" y="64795"/>
                  </a:lnTo>
                  <a:lnTo>
                    <a:pt x="94589" y="89471"/>
                  </a:lnTo>
                  <a:lnTo>
                    <a:pt x="143040" y="89471"/>
                  </a:lnTo>
                  <a:lnTo>
                    <a:pt x="143040" y="6479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2455075" y="1823363"/>
              <a:ext cx="433070" cy="11430"/>
            </a:xfrm>
            <a:custGeom>
              <a:avLst/>
              <a:gdLst/>
              <a:ahLst/>
              <a:cxnLst/>
              <a:rect l="l" t="t" r="r" b="b"/>
              <a:pathLst>
                <a:path w="433069" h="11430">
                  <a:moveTo>
                    <a:pt x="432637" y="0"/>
                  </a:moveTo>
                  <a:lnTo>
                    <a:pt x="0" y="0"/>
                  </a:lnTo>
                  <a:lnTo>
                    <a:pt x="0" y="11113"/>
                  </a:lnTo>
                  <a:lnTo>
                    <a:pt x="432637" y="11113"/>
                  </a:lnTo>
                  <a:lnTo>
                    <a:pt x="43263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2871607" y="1798543"/>
              <a:ext cx="111125" cy="59055"/>
            </a:xfrm>
            <a:custGeom>
              <a:avLst/>
              <a:gdLst/>
              <a:ahLst/>
              <a:cxnLst/>
              <a:rect l="l" t="t" r="r" b="b"/>
              <a:pathLst>
                <a:path w="111125" h="59055">
                  <a:moveTo>
                    <a:pt x="111075" y="30377"/>
                  </a:moveTo>
                  <a:lnTo>
                    <a:pt x="93719" y="34776"/>
                  </a:lnTo>
                  <a:lnTo>
                    <a:pt x="55537" y="44454"/>
                  </a:lnTo>
                  <a:lnTo>
                    <a:pt x="17355" y="54132"/>
                  </a:lnTo>
                  <a:lnTo>
                    <a:pt x="0" y="58531"/>
                  </a:lnTo>
                  <a:lnTo>
                    <a:pt x="2169" y="55877"/>
                  </a:lnTo>
                  <a:lnTo>
                    <a:pt x="6942" y="49108"/>
                  </a:lnTo>
                  <a:lnTo>
                    <a:pt x="11714" y="40012"/>
                  </a:lnTo>
                  <a:lnTo>
                    <a:pt x="13884" y="30377"/>
                  </a:lnTo>
                  <a:lnTo>
                    <a:pt x="11714" y="20082"/>
                  </a:lnTo>
                  <a:lnTo>
                    <a:pt x="6942" y="10256"/>
                  </a:lnTo>
                  <a:lnTo>
                    <a:pt x="2169" y="2897"/>
                  </a:lnTo>
                  <a:lnTo>
                    <a:pt x="0" y="0"/>
                  </a:lnTo>
                  <a:lnTo>
                    <a:pt x="17355" y="4746"/>
                  </a:lnTo>
                  <a:lnTo>
                    <a:pt x="55537" y="15188"/>
                  </a:lnTo>
                  <a:lnTo>
                    <a:pt x="93719" y="25630"/>
                  </a:lnTo>
                  <a:lnTo>
                    <a:pt x="111075" y="30377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2871607" y="1798543"/>
              <a:ext cx="111125" cy="59055"/>
            </a:xfrm>
            <a:custGeom>
              <a:avLst/>
              <a:gdLst/>
              <a:ahLst/>
              <a:cxnLst/>
              <a:rect l="l" t="t" r="r" b="b"/>
              <a:pathLst>
                <a:path w="111125" h="59055">
                  <a:moveTo>
                    <a:pt x="0" y="0"/>
                  </a:moveTo>
                  <a:lnTo>
                    <a:pt x="2169" y="2897"/>
                  </a:lnTo>
                  <a:lnTo>
                    <a:pt x="6942" y="10256"/>
                  </a:lnTo>
                  <a:lnTo>
                    <a:pt x="11714" y="20082"/>
                  </a:lnTo>
                  <a:lnTo>
                    <a:pt x="13884" y="30377"/>
                  </a:lnTo>
                  <a:lnTo>
                    <a:pt x="11714" y="40012"/>
                  </a:lnTo>
                  <a:lnTo>
                    <a:pt x="6942" y="49108"/>
                  </a:lnTo>
                  <a:lnTo>
                    <a:pt x="2169" y="55877"/>
                  </a:lnTo>
                  <a:lnTo>
                    <a:pt x="0" y="58531"/>
                  </a:lnTo>
                  <a:lnTo>
                    <a:pt x="111075" y="303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27" name="object 2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174472" y="2393124"/>
            <a:ext cx="1073911" cy="130955"/>
          </a:xfrm>
          <a:prstGeom prst="rect">
            <a:avLst/>
          </a:prstGeom>
        </p:spPr>
      </p:pic>
      <p:pic>
        <p:nvPicPr>
          <p:cNvPr id="28" name="object 2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170954" y="2606135"/>
            <a:ext cx="1267737" cy="164482"/>
          </a:xfrm>
          <a:prstGeom prst="rect">
            <a:avLst/>
          </a:prstGeom>
        </p:spPr>
      </p:pic>
      <p:grpSp>
        <p:nvGrpSpPr>
          <p:cNvPr id="29" name="object 29"/>
          <p:cNvGrpSpPr/>
          <p:nvPr/>
        </p:nvGrpSpPr>
        <p:grpSpPr>
          <a:xfrm>
            <a:off x="1292878" y="1765758"/>
            <a:ext cx="989330" cy="173355"/>
            <a:chOff x="1292878" y="1765758"/>
            <a:chExt cx="989330" cy="173355"/>
          </a:xfrm>
        </p:grpSpPr>
        <p:pic>
          <p:nvPicPr>
            <p:cNvPr id="30" name="object 3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292878" y="1765758"/>
              <a:ext cx="240033" cy="133178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1556978" y="1839849"/>
              <a:ext cx="63500" cy="99060"/>
            </a:xfrm>
            <a:custGeom>
              <a:avLst/>
              <a:gdLst/>
              <a:ahLst/>
              <a:cxnLst/>
              <a:rect l="l" t="t" r="r" b="b"/>
              <a:pathLst>
                <a:path w="63500" h="99060">
                  <a:moveTo>
                    <a:pt x="35469" y="0"/>
                  </a:moveTo>
                  <a:lnTo>
                    <a:pt x="22585" y="0"/>
                  </a:lnTo>
                  <a:lnTo>
                    <a:pt x="16198" y="2222"/>
                  </a:lnTo>
                  <a:lnTo>
                    <a:pt x="5924" y="10928"/>
                  </a:lnTo>
                  <a:lnTo>
                    <a:pt x="2628" y="17040"/>
                  </a:lnTo>
                  <a:lnTo>
                    <a:pt x="1184" y="25005"/>
                  </a:lnTo>
                  <a:lnTo>
                    <a:pt x="13032" y="27228"/>
                  </a:lnTo>
                  <a:lnTo>
                    <a:pt x="13902" y="21301"/>
                  </a:lnTo>
                  <a:lnTo>
                    <a:pt x="15883" y="17040"/>
                  </a:lnTo>
                  <a:lnTo>
                    <a:pt x="22029" y="11298"/>
                  </a:lnTo>
                  <a:lnTo>
                    <a:pt x="25861" y="9817"/>
                  </a:lnTo>
                  <a:lnTo>
                    <a:pt x="35118" y="9817"/>
                  </a:lnTo>
                  <a:lnTo>
                    <a:pt x="38913" y="11113"/>
                  </a:lnTo>
                  <a:lnTo>
                    <a:pt x="44800" y="16855"/>
                  </a:lnTo>
                  <a:lnTo>
                    <a:pt x="46262" y="20560"/>
                  </a:lnTo>
                  <a:lnTo>
                    <a:pt x="46262" y="30377"/>
                  </a:lnTo>
                  <a:lnTo>
                    <a:pt x="44244" y="34452"/>
                  </a:lnTo>
                  <a:lnTo>
                    <a:pt x="36173" y="39638"/>
                  </a:lnTo>
                  <a:lnTo>
                    <a:pt x="31637" y="40935"/>
                  </a:lnTo>
                  <a:lnTo>
                    <a:pt x="24677" y="40935"/>
                  </a:lnTo>
                  <a:lnTo>
                    <a:pt x="23362" y="51308"/>
                  </a:lnTo>
                  <a:lnTo>
                    <a:pt x="26695" y="50381"/>
                  </a:lnTo>
                  <a:lnTo>
                    <a:pt x="29490" y="50011"/>
                  </a:lnTo>
                  <a:lnTo>
                    <a:pt x="37210" y="50011"/>
                  </a:lnTo>
                  <a:lnTo>
                    <a:pt x="41727" y="51678"/>
                  </a:lnTo>
                  <a:lnTo>
                    <a:pt x="48836" y="58717"/>
                  </a:lnTo>
                  <a:lnTo>
                    <a:pt x="50613" y="63347"/>
                  </a:lnTo>
                  <a:lnTo>
                    <a:pt x="50613" y="74461"/>
                  </a:lnTo>
                  <a:lnTo>
                    <a:pt x="48687" y="79277"/>
                  </a:lnTo>
                  <a:lnTo>
                    <a:pt x="41023" y="86871"/>
                  </a:lnTo>
                  <a:lnTo>
                    <a:pt x="36303" y="88909"/>
                  </a:lnTo>
                  <a:lnTo>
                    <a:pt x="26047" y="88909"/>
                  </a:lnTo>
                  <a:lnTo>
                    <a:pt x="22066" y="87427"/>
                  </a:lnTo>
                  <a:lnTo>
                    <a:pt x="15513" y="81500"/>
                  </a:lnTo>
                  <a:lnTo>
                    <a:pt x="13199" y="76684"/>
                  </a:lnTo>
                  <a:lnTo>
                    <a:pt x="11848" y="69830"/>
                  </a:lnTo>
                  <a:lnTo>
                    <a:pt x="0" y="71497"/>
                  </a:lnTo>
                  <a:lnTo>
                    <a:pt x="796" y="79462"/>
                  </a:lnTo>
                  <a:lnTo>
                    <a:pt x="3980" y="86130"/>
                  </a:lnTo>
                  <a:lnTo>
                    <a:pt x="15180" y="96133"/>
                  </a:lnTo>
                  <a:lnTo>
                    <a:pt x="22196" y="98726"/>
                  </a:lnTo>
                  <a:lnTo>
                    <a:pt x="40061" y="98726"/>
                  </a:lnTo>
                  <a:lnTo>
                    <a:pt x="47836" y="95762"/>
                  </a:lnTo>
                  <a:lnTo>
                    <a:pt x="60110" y="84093"/>
                  </a:lnTo>
                  <a:lnTo>
                    <a:pt x="63183" y="76869"/>
                  </a:lnTo>
                  <a:lnTo>
                    <a:pt x="63183" y="62236"/>
                  </a:lnTo>
                  <a:lnTo>
                    <a:pt x="61609" y="57050"/>
                  </a:lnTo>
                  <a:lnTo>
                    <a:pt x="55296" y="48714"/>
                  </a:lnTo>
                  <a:lnTo>
                    <a:pt x="50853" y="45936"/>
                  </a:lnTo>
                  <a:lnTo>
                    <a:pt x="45152" y="44639"/>
                  </a:lnTo>
                  <a:lnTo>
                    <a:pt x="49539" y="42602"/>
                  </a:lnTo>
                  <a:lnTo>
                    <a:pt x="52853" y="40009"/>
                  </a:lnTo>
                  <a:lnTo>
                    <a:pt x="57333" y="33155"/>
                  </a:lnTo>
                  <a:lnTo>
                    <a:pt x="58444" y="29265"/>
                  </a:lnTo>
                  <a:lnTo>
                    <a:pt x="58444" y="20745"/>
                  </a:lnTo>
                  <a:lnTo>
                    <a:pt x="57277" y="16485"/>
                  </a:lnTo>
                  <a:lnTo>
                    <a:pt x="52575" y="8705"/>
                  </a:lnTo>
                  <a:lnTo>
                    <a:pt x="49187" y="5742"/>
                  </a:lnTo>
                  <a:lnTo>
                    <a:pt x="40320" y="1111"/>
                  </a:lnTo>
                  <a:lnTo>
                    <a:pt x="3546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2" name="object 3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729884" y="1765758"/>
              <a:ext cx="240033" cy="133178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992318" y="1839849"/>
              <a:ext cx="63868" cy="96874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1649022" y="1826142"/>
              <a:ext cx="49530" cy="0"/>
            </a:xfrm>
            <a:custGeom>
              <a:avLst/>
              <a:gdLst/>
              <a:ahLst/>
              <a:cxnLst/>
              <a:rect l="l" t="t" r="r" b="b"/>
              <a:pathLst>
                <a:path w="49530">
                  <a:moveTo>
                    <a:pt x="0" y="0"/>
                  </a:moveTo>
                  <a:lnTo>
                    <a:pt x="48984" y="0"/>
                  </a:lnTo>
                </a:path>
              </a:pathLst>
            </a:custGeom>
            <a:ln w="111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5" name="object 3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2163836" y="1767980"/>
              <a:ext cx="117943" cy="128733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2086028" y="1826142"/>
              <a:ext cx="50165" cy="0"/>
            </a:xfrm>
            <a:custGeom>
              <a:avLst/>
              <a:gdLst/>
              <a:ahLst/>
              <a:cxnLst/>
              <a:rect l="l" t="t" r="r" b="b"/>
              <a:pathLst>
                <a:path w="50164">
                  <a:moveTo>
                    <a:pt x="0" y="0"/>
                  </a:moveTo>
                  <a:lnTo>
                    <a:pt x="49650" y="0"/>
                  </a:lnTo>
                </a:path>
              </a:pathLst>
            </a:custGeom>
            <a:ln w="111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7" name="object 37"/>
          <p:cNvGrpSpPr/>
          <p:nvPr/>
        </p:nvGrpSpPr>
        <p:grpSpPr>
          <a:xfrm>
            <a:off x="1891388" y="2127322"/>
            <a:ext cx="153670" cy="144780"/>
            <a:chOff x="1891388" y="2127322"/>
            <a:chExt cx="153670" cy="144780"/>
          </a:xfrm>
        </p:grpSpPr>
        <p:sp>
          <p:nvSpPr>
            <p:cNvPr id="38" name="object 38"/>
            <p:cNvSpPr/>
            <p:nvPr/>
          </p:nvSpPr>
          <p:spPr>
            <a:xfrm>
              <a:off x="1891388" y="2142511"/>
              <a:ext cx="47625" cy="129539"/>
            </a:xfrm>
            <a:custGeom>
              <a:avLst/>
              <a:gdLst/>
              <a:ahLst/>
              <a:cxnLst/>
              <a:rect l="l" t="t" r="r" b="b"/>
              <a:pathLst>
                <a:path w="47625" h="129539">
                  <a:moveTo>
                    <a:pt x="47392" y="0"/>
                  </a:moveTo>
                  <a:lnTo>
                    <a:pt x="37210" y="0"/>
                  </a:lnTo>
                  <a:lnTo>
                    <a:pt x="34451" y="5556"/>
                  </a:lnTo>
                  <a:lnTo>
                    <a:pt x="29786" y="11298"/>
                  </a:lnTo>
                  <a:lnTo>
                    <a:pt x="0" y="32414"/>
                  </a:lnTo>
                  <a:lnTo>
                    <a:pt x="0" y="47603"/>
                  </a:lnTo>
                  <a:lnTo>
                    <a:pt x="31600" y="28525"/>
                  </a:lnTo>
                  <a:lnTo>
                    <a:pt x="31600" y="129288"/>
                  </a:lnTo>
                  <a:lnTo>
                    <a:pt x="47392" y="129288"/>
                  </a:lnTo>
                  <a:lnTo>
                    <a:pt x="4739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9" name="object 3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979248" y="2127322"/>
              <a:ext cx="65497" cy="73164"/>
            </a:xfrm>
            <a:prstGeom prst="rect">
              <a:avLst/>
            </a:prstGeom>
          </p:spPr>
        </p:pic>
      </p:grpSp>
      <p:grpSp>
        <p:nvGrpSpPr>
          <p:cNvPr id="40" name="object 40"/>
          <p:cNvGrpSpPr/>
          <p:nvPr/>
        </p:nvGrpSpPr>
        <p:grpSpPr>
          <a:xfrm>
            <a:off x="4634924" y="1797246"/>
            <a:ext cx="445770" cy="61594"/>
            <a:chOff x="4634924" y="1797246"/>
            <a:chExt cx="445770" cy="61594"/>
          </a:xfrm>
        </p:grpSpPr>
        <p:sp>
          <p:nvSpPr>
            <p:cNvPr id="41" name="object 41"/>
            <p:cNvSpPr/>
            <p:nvPr/>
          </p:nvSpPr>
          <p:spPr>
            <a:xfrm>
              <a:off x="4634924" y="1823363"/>
              <a:ext cx="349885" cy="11430"/>
            </a:xfrm>
            <a:custGeom>
              <a:avLst/>
              <a:gdLst/>
              <a:ahLst/>
              <a:cxnLst/>
              <a:rect l="l" t="t" r="r" b="b"/>
              <a:pathLst>
                <a:path w="349885" h="11430">
                  <a:moveTo>
                    <a:pt x="349331" y="0"/>
                  </a:moveTo>
                  <a:lnTo>
                    <a:pt x="0" y="0"/>
                  </a:lnTo>
                  <a:lnTo>
                    <a:pt x="0" y="11113"/>
                  </a:lnTo>
                  <a:lnTo>
                    <a:pt x="349331" y="11113"/>
                  </a:lnTo>
                  <a:lnTo>
                    <a:pt x="3493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4968150" y="1798543"/>
              <a:ext cx="111125" cy="59055"/>
            </a:xfrm>
            <a:custGeom>
              <a:avLst/>
              <a:gdLst/>
              <a:ahLst/>
              <a:cxnLst/>
              <a:rect l="l" t="t" r="r" b="b"/>
              <a:pathLst>
                <a:path w="111125" h="59055">
                  <a:moveTo>
                    <a:pt x="111075" y="30377"/>
                  </a:moveTo>
                  <a:lnTo>
                    <a:pt x="93719" y="34776"/>
                  </a:lnTo>
                  <a:lnTo>
                    <a:pt x="55537" y="44454"/>
                  </a:lnTo>
                  <a:lnTo>
                    <a:pt x="17355" y="54132"/>
                  </a:lnTo>
                  <a:lnTo>
                    <a:pt x="0" y="58531"/>
                  </a:lnTo>
                  <a:lnTo>
                    <a:pt x="2169" y="55877"/>
                  </a:lnTo>
                  <a:lnTo>
                    <a:pt x="6942" y="49108"/>
                  </a:lnTo>
                  <a:lnTo>
                    <a:pt x="11714" y="40012"/>
                  </a:lnTo>
                  <a:lnTo>
                    <a:pt x="13884" y="30377"/>
                  </a:lnTo>
                  <a:lnTo>
                    <a:pt x="11714" y="20082"/>
                  </a:lnTo>
                  <a:lnTo>
                    <a:pt x="6942" y="10256"/>
                  </a:lnTo>
                  <a:lnTo>
                    <a:pt x="2169" y="2897"/>
                  </a:lnTo>
                  <a:lnTo>
                    <a:pt x="0" y="0"/>
                  </a:lnTo>
                  <a:lnTo>
                    <a:pt x="17355" y="4746"/>
                  </a:lnTo>
                  <a:lnTo>
                    <a:pt x="55537" y="15188"/>
                  </a:lnTo>
                  <a:lnTo>
                    <a:pt x="93719" y="25630"/>
                  </a:lnTo>
                  <a:lnTo>
                    <a:pt x="111075" y="30377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4968150" y="1798543"/>
              <a:ext cx="111125" cy="59055"/>
            </a:xfrm>
            <a:custGeom>
              <a:avLst/>
              <a:gdLst/>
              <a:ahLst/>
              <a:cxnLst/>
              <a:rect l="l" t="t" r="r" b="b"/>
              <a:pathLst>
                <a:path w="111125" h="59055">
                  <a:moveTo>
                    <a:pt x="0" y="0"/>
                  </a:moveTo>
                  <a:lnTo>
                    <a:pt x="2169" y="2897"/>
                  </a:lnTo>
                  <a:lnTo>
                    <a:pt x="6942" y="10256"/>
                  </a:lnTo>
                  <a:lnTo>
                    <a:pt x="11714" y="20082"/>
                  </a:lnTo>
                  <a:lnTo>
                    <a:pt x="13884" y="30377"/>
                  </a:lnTo>
                  <a:lnTo>
                    <a:pt x="11714" y="40012"/>
                  </a:lnTo>
                  <a:lnTo>
                    <a:pt x="6942" y="49108"/>
                  </a:lnTo>
                  <a:lnTo>
                    <a:pt x="2169" y="55877"/>
                  </a:lnTo>
                  <a:lnTo>
                    <a:pt x="0" y="58531"/>
                  </a:lnTo>
                  <a:lnTo>
                    <a:pt x="111075" y="303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4" name="object 44"/>
          <p:cNvGrpSpPr/>
          <p:nvPr/>
        </p:nvGrpSpPr>
        <p:grpSpPr>
          <a:xfrm>
            <a:off x="5229176" y="1765758"/>
            <a:ext cx="798830" cy="171450"/>
            <a:chOff x="5229176" y="1765758"/>
            <a:chExt cx="798830" cy="171450"/>
          </a:xfrm>
        </p:grpSpPr>
        <p:pic>
          <p:nvPicPr>
            <p:cNvPr id="45" name="object 4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29176" y="1767980"/>
              <a:ext cx="100893" cy="128733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352469" y="1765758"/>
              <a:ext cx="195862" cy="170965"/>
            </a:xfrm>
            <a:prstGeom prst="rect">
              <a:avLst/>
            </a:prstGeom>
          </p:spPr>
        </p:pic>
        <p:pic>
          <p:nvPicPr>
            <p:cNvPr id="47" name="object 4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701615" y="1765758"/>
              <a:ext cx="240107" cy="133178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964123" y="1839849"/>
              <a:ext cx="63868" cy="96874"/>
            </a:xfrm>
            <a:prstGeom prst="rect">
              <a:avLst/>
            </a:prstGeom>
          </p:spPr>
        </p:pic>
        <p:sp>
          <p:nvSpPr>
            <p:cNvPr id="49" name="object 49"/>
            <p:cNvSpPr/>
            <p:nvPr/>
          </p:nvSpPr>
          <p:spPr>
            <a:xfrm>
              <a:off x="5579803" y="1802247"/>
              <a:ext cx="90170" cy="48260"/>
            </a:xfrm>
            <a:custGeom>
              <a:avLst/>
              <a:gdLst/>
              <a:ahLst/>
              <a:cxnLst/>
              <a:rect l="l" t="t" r="r" b="b"/>
              <a:pathLst>
                <a:path w="90170" h="48260">
                  <a:moveTo>
                    <a:pt x="0" y="0"/>
                  </a:moveTo>
                  <a:lnTo>
                    <a:pt x="89970" y="0"/>
                  </a:lnTo>
                </a:path>
                <a:path w="90170" h="48260">
                  <a:moveTo>
                    <a:pt x="0" y="47973"/>
                  </a:moveTo>
                  <a:lnTo>
                    <a:pt x="89970" y="47973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0" name="object 50"/>
          <p:cNvGrpSpPr/>
          <p:nvPr/>
        </p:nvGrpSpPr>
        <p:grpSpPr>
          <a:xfrm>
            <a:off x="2413330" y="2868417"/>
            <a:ext cx="2216150" cy="1151255"/>
            <a:chOff x="2413330" y="2868417"/>
            <a:chExt cx="2216150" cy="1151255"/>
          </a:xfrm>
        </p:grpSpPr>
        <p:sp>
          <p:nvSpPr>
            <p:cNvPr id="51" name="object 51"/>
            <p:cNvSpPr/>
            <p:nvPr/>
          </p:nvSpPr>
          <p:spPr>
            <a:xfrm>
              <a:off x="3509548" y="3558205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4" h="133350">
                  <a:moveTo>
                    <a:pt x="60721" y="0"/>
                  </a:moveTo>
                  <a:lnTo>
                    <a:pt x="22767" y="12117"/>
                  </a:lnTo>
                  <a:lnTo>
                    <a:pt x="1851" y="46654"/>
                  </a:lnTo>
                  <a:lnTo>
                    <a:pt x="0" y="65570"/>
                  </a:lnTo>
                  <a:lnTo>
                    <a:pt x="416" y="74600"/>
                  </a:lnTo>
                  <a:lnTo>
                    <a:pt x="15110" y="114215"/>
                  </a:lnTo>
                  <a:lnTo>
                    <a:pt x="50423" y="132472"/>
                  </a:lnTo>
                  <a:lnTo>
                    <a:pt x="60350" y="132993"/>
                  </a:lnTo>
                  <a:lnTo>
                    <a:pt x="70072" y="132327"/>
                  </a:lnTo>
                  <a:lnTo>
                    <a:pt x="106192" y="108543"/>
                  </a:lnTo>
                  <a:lnTo>
                    <a:pt x="113666" y="90020"/>
                  </a:lnTo>
                  <a:lnTo>
                    <a:pt x="96635" y="85760"/>
                  </a:lnTo>
                  <a:lnTo>
                    <a:pt x="94445" y="93331"/>
                  </a:lnTo>
                  <a:lnTo>
                    <a:pt x="91474" y="99930"/>
                  </a:lnTo>
                  <a:lnTo>
                    <a:pt x="59054" y="118545"/>
                  </a:lnTo>
                  <a:lnTo>
                    <a:pt x="51094" y="118545"/>
                  </a:lnTo>
                  <a:lnTo>
                    <a:pt x="20135" y="87708"/>
                  </a:lnTo>
                  <a:lnTo>
                    <a:pt x="17401" y="57050"/>
                  </a:lnTo>
                  <a:lnTo>
                    <a:pt x="18882" y="48714"/>
                  </a:lnTo>
                  <a:lnTo>
                    <a:pt x="46697" y="16253"/>
                  </a:lnTo>
                  <a:lnTo>
                    <a:pt x="60350" y="14447"/>
                  </a:lnTo>
                  <a:lnTo>
                    <a:pt x="68866" y="14447"/>
                  </a:lnTo>
                  <a:lnTo>
                    <a:pt x="76086" y="16670"/>
                  </a:lnTo>
                  <a:lnTo>
                    <a:pt x="87379" y="25190"/>
                  </a:lnTo>
                  <a:lnTo>
                    <a:pt x="91636" y="32044"/>
                  </a:lnTo>
                  <a:lnTo>
                    <a:pt x="94784" y="41305"/>
                  </a:lnTo>
                  <a:lnTo>
                    <a:pt x="111445" y="37415"/>
                  </a:lnTo>
                  <a:lnTo>
                    <a:pt x="86181" y="5470"/>
                  </a:lnTo>
                  <a:lnTo>
                    <a:pt x="69948" y="596"/>
                  </a:lnTo>
                  <a:lnTo>
                    <a:pt x="6072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2" name="object 52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3850179" y="3558205"/>
              <a:ext cx="113666" cy="132993"/>
            </a:xfrm>
            <a:prstGeom prst="rect">
              <a:avLst/>
            </a:prstGeom>
          </p:spPr>
        </p:pic>
        <p:sp>
          <p:nvSpPr>
            <p:cNvPr id="53" name="object 53"/>
            <p:cNvSpPr/>
            <p:nvPr/>
          </p:nvSpPr>
          <p:spPr>
            <a:xfrm>
              <a:off x="3654501" y="3557094"/>
              <a:ext cx="163830" cy="61594"/>
            </a:xfrm>
            <a:custGeom>
              <a:avLst/>
              <a:gdLst/>
              <a:ahLst/>
              <a:cxnLst/>
              <a:rect l="l" t="t" r="r" b="b"/>
              <a:pathLst>
                <a:path w="163829" h="61595">
                  <a:moveTo>
                    <a:pt x="0" y="61495"/>
                  </a:moveTo>
                  <a:lnTo>
                    <a:pt x="163650" y="61495"/>
                  </a:lnTo>
                </a:path>
                <a:path w="163829" h="61595">
                  <a:moveTo>
                    <a:pt x="109223" y="0"/>
                  </a:moveTo>
                  <a:lnTo>
                    <a:pt x="163650" y="0"/>
                  </a:lnTo>
                </a:path>
                <a:path w="163829" h="61595">
                  <a:moveTo>
                    <a:pt x="0" y="0"/>
                  </a:moveTo>
                  <a:lnTo>
                    <a:pt x="54611" y="0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4" name="object 54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159847" y="3242021"/>
              <a:ext cx="100893" cy="128733"/>
            </a:xfrm>
            <a:prstGeom prst="rect">
              <a:avLst/>
            </a:prstGeom>
          </p:spPr>
        </p:pic>
        <p:sp>
          <p:nvSpPr>
            <p:cNvPr id="55" name="object 55"/>
            <p:cNvSpPr/>
            <p:nvPr/>
          </p:nvSpPr>
          <p:spPr>
            <a:xfrm>
              <a:off x="3297765" y="3377052"/>
              <a:ext cx="202565" cy="181610"/>
            </a:xfrm>
            <a:custGeom>
              <a:avLst/>
              <a:gdLst/>
              <a:ahLst/>
              <a:cxnLst/>
              <a:rect l="l" t="t" r="r" b="b"/>
              <a:pathLst>
                <a:path w="202564" h="181610">
                  <a:moveTo>
                    <a:pt x="40542" y="36304"/>
                  </a:moveTo>
                  <a:lnTo>
                    <a:pt x="0" y="0"/>
                  </a:lnTo>
                </a:path>
                <a:path w="202564" h="181610">
                  <a:moveTo>
                    <a:pt x="121442" y="108913"/>
                  </a:moveTo>
                  <a:lnTo>
                    <a:pt x="81084" y="72609"/>
                  </a:lnTo>
                </a:path>
                <a:path w="202564" h="181610">
                  <a:moveTo>
                    <a:pt x="202526" y="181523"/>
                  </a:moveTo>
                  <a:lnTo>
                    <a:pt x="161984" y="145218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6" name="object 5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55589" y="3638594"/>
              <a:ext cx="100893" cy="128733"/>
            </a:xfrm>
            <a:prstGeom prst="rect">
              <a:avLst/>
            </a:prstGeom>
          </p:spPr>
        </p:pic>
        <p:sp>
          <p:nvSpPr>
            <p:cNvPr id="57" name="object 57"/>
            <p:cNvSpPr/>
            <p:nvPr/>
          </p:nvSpPr>
          <p:spPr>
            <a:xfrm>
              <a:off x="3299431" y="3612847"/>
              <a:ext cx="178435" cy="69850"/>
            </a:xfrm>
            <a:custGeom>
              <a:avLst/>
              <a:gdLst/>
              <a:ahLst/>
              <a:cxnLst/>
              <a:rect l="l" t="t" r="r" b="b"/>
              <a:pathLst>
                <a:path w="178435" h="69850">
                  <a:moveTo>
                    <a:pt x="2591" y="69830"/>
                  </a:moveTo>
                  <a:lnTo>
                    <a:pt x="0" y="57605"/>
                  </a:lnTo>
                </a:path>
                <a:path w="178435" h="69850">
                  <a:moveTo>
                    <a:pt x="61091" y="64273"/>
                  </a:moveTo>
                  <a:lnTo>
                    <a:pt x="55537" y="38342"/>
                  </a:lnTo>
                </a:path>
                <a:path w="178435" h="69850">
                  <a:moveTo>
                    <a:pt x="119590" y="58531"/>
                  </a:moveTo>
                  <a:lnTo>
                    <a:pt x="111075" y="19263"/>
                  </a:lnTo>
                </a:path>
                <a:path w="178435" h="69850">
                  <a:moveTo>
                    <a:pt x="178090" y="52975"/>
                  </a:moveTo>
                  <a:lnTo>
                    <a:pt x="166612" y="0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3251114" y="3850865"/>
              <a:ext cx="121285" cy="154940"/>
            </a:xfrm>
            <a:custGeom>
              <a:avLst/>
              <a:gdLst/>
              <a:ahLst/>
              <a:cxnLst/>
              <a:rect l="l" t="t" r="r" b="b"/>
              <a:pathLst>
                <a:path w="121285" h="154939">
                  <a:moveTo>
                    <a:pt x="121071" y="0"/>
                  </a:moveTo>
                  <a:lnTo>
                    <a:pt x="100708" y="0"/>
                  </a:lnTo>
                  <a:lnTo>
                    <a:pt x="100708" y="63347"/>
                  </a:lnTo>
                  <a:lnTo>
                    <a:pt x="20363" y="63347"/>
                  </a:lnTo>
                  <a:lnTo>
                    <a:pt x="20363" y="0"/>
                  </a:lnTo>
                  <a:lnTo>
                    <a:pt x="0" y="0"/>
                  </a:lnTo>
                  <a:lnTo>
                    <a:pt x="0" y="154479"/>
                  </a:lnTo>
                  <a:lnTo>
                    <a:pt x="20363" y="154479"/>
                  </a:lnTo>
                  <a:lnTo>
                    <a:pt x="20363" y="81500"/>
                  </a:lnTo>
                  <a:lnTo>
                    <a:pt x="100708" y="81500"/>
                  </a:lnTo>
                  <a:lnTo>
                    <a:pt x="100708" y="154479"/>
                  </a:lnTo>
                  <a:lnTo>
                    <a:pt x="121071" y="154479"/>
                  </a:lnTo>
                  <a:lnTo>
                    <a:pt x="12107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3395881" y="3701201"/>
              <a:ext cx="102235" cy="123825"/>
            </a:xfrm>
            <a:custGeom>
              <a:avLst/>
              <a:gdLst/>
              <a:ahLst/>
              <a:cxnLst/>
              <a:rect l="l" t="t" r="r" b="b"/>
              <a:pathLst>
                <a:path w="102235" h="123825">
                  <a:moveTo>
                    <a:pt x="0" y="123732"/>
                  </a:moveTo>
                  <a:lnTo>
                    <a:pt x="102003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0" name="object 60"/>
            <p:cNvSpPr/>
            <p:nvPr/>
          </p:nvSpPr>
          <p:spPr>
            <a:xfrm>
              <a:off x="3371260" y="3694347"/>
              <a:ext cx="134620" cy="151765"/>
            </a:xfrm>
            <a:custGeom>
              <a:avLst/>
              <a:gdLst/>
              <a:ahLst/>
              <a:cxnLst/>
              <a:rect l="l" t="t" r="r" b="b"/>
              <a:pathLst>
                <a:path w="134620" h="151764">
                  <a:moveTo>
                    <a:pt x="125699" y="0"/>
                  </a:moveTo>
                  <a:lnTo>
                    <a:pt x="0" y="116137"/>
                  </a:lnTo>
                  <a:lnTo>
                    <a:pt x="42763" y="151701"/>
                  </a:lnTo>
                  <a:lnTo>
                    <a:pt x="134215" y="7038"/>
                  </a:lnTo>
                  <a:lnTo>
                    <a:pt x="1256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1" name="object 6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302069" y="3452070"/>
              <a:ext cx="239922" cy="133178"/>
            </a:xfrm>
            <a:prstGeom prst="rect">
              <a:avLst/>
            </a:prstGeom>
          </p:spPr>
        </p:pic>
        <p:sp>
          <p:nvSpPr>
            <p:cNvPr id="62" name="object 62"/>
            <p:cNvSpPr/>
            <p:nvPr/>
          </p:nvSpPr>
          <p:spPr>
            <a:xfrm>
              <a:off x="4566058" y="3526161"/>
              <a:ext cx="63500" cy="99060"/>
            </a:xfrm>
            <a:custGeom>
              <a:avLst/>
              <a:gdLst/>
              <a:ahLst/>
              <a:cxnLst/>
              <a:rect l="l" t="t" r="r" b="b"/>
              <a:pathLst>
                <a:path w="63500" h="99060">
                  <a:moveTo>
                    <a:pt x="35544" y="0"/>
                  </a:moveTo>
                  <a:lnTo>
                    <a:pt x="22585" y="0"/>
                  </a:lnTo>
                  <a:lnTo>
                    <a:pt x="16291" y="2222"/>
                  </a:lnTo>
                  <a:lnTo>
                    <a:pt x="5924" y="10928"/>
                  </a:lnTo>
                  <a:lnTo>
                    <a:pt x="2591" y="17040"/>
                  </a:lnTo>
                  <a:lnTo>
                    <a:pt x="1295" y="25005"/>
                  </a:lnTo>
                  <a:lnTo>
                    <a:pt x="13143" y="27043"/>
                  </a:lnTo>
                  <a:lnTo>
                    <a:pt x="13884" y="21301"/>
                  </a:lnTo>
                  <a:lnTo>
                    <a:pt x="15920" y="16855"/>
                  </a:lnTo>
                  <a:lnTo>
                    <a:pt x="19067" y="14077"/>
                  </a:lnTo>
                  <a:lnTo>
                    <a:pt x="22029" y="11113"/>
                  </a:lnTo>
                  <a:lnTo>
                    <a:pt x="25917" y="9631"/>
                  </a:lnTo>
                  <a:lnTo>
                    <a:pt x="35173" y="9631"/>
                  </a:lnTo>
                  <a:lnTo>
                    <a:pt x="38876" y="11113"/>
                  </a:lnTo>
                  <a:lnTo>
                    <a:pt x="44800" y="16855"/>
                  </a:lnTo>
                  <a:lnTo>
                    <a:pt x="46281" y="20375"/>
                  </a:lnTo>
                  <a:lnTo>
                    <a:pt x="46281" y="30192"/>
                  </a:lnTo>
                  <a:lnTo>
                    <a:pt x="44244" y="34267"/>
                  </a:lnTo>
                  <a:lnTo>
                    <a:pt x="36284" y="39638"/>
                  </a:lnTo>
                  <a:lnTo>
                    <a:pt x="31656" y="40935"/>
                  </a:lnTo>
                  <a:lnTo>
                    <a:pt x="26658" y="40935"/>
                  </a:lnTo>
                  <a:lnTo>
                    <a:pt x="24621" y="40750"/>
                  </a:lnTo>
                  <a:lnTo>
                    <a:pt x="23325" y="51122"/>
                  </a:lnTo>
                  <a:lnTo>
                    <a:pt x="29434" y="49826"/>
                  </a:lnTo>
                  <a:lnTo>
                    <a:pt x="37210" y="49826"/>
                  </a:lnTo>
                  <a:lnTo>
                    <a:pt x="41838" y="51678"/>
                  </a:lnTo>
                  <a:lnTo>
                    <a:pt x="48873" y="58717"/>
                  </a:lnTo>
                  <a:lnTo>
                    <a:pt x="50724" y="63162"/>
                  </a:lnTo>
                  <a:lnTo>
                    <a:pt x="50724" y="74276"/>
                  </a:lnTo>
                  <a:lnTo>
                    <a:pt x="48687" y="79092"/>
                  </a:lnTo>
                  <a:lnTo>
                    <a:pt x="41097" y="86871"/>
                  </a:lnTo>
                  <a:lnTo>
                    <a:pt x="36284" y="88724"/>
                  </a:lnTo>
                  <a:lnTo>
                    <a:pt x="26102" y="88724"/>
                  </a:lnTo>
                  <a:lnTo>
                    <a:pt x="22029" y="87242"/>
                  </a:lnTo>
                  <a:lnTo>
                    <a:pt x="15550" y="81314"/>
                  </a:lnTo>
                  <a:lnTo>
                    <a:pt x="13143" y="76498"/>
                  </a:lnTo>
                  <a:lnTo>
                    <a:pt x="11848" y="69830"/>
                  </a:lnTo>
                  <a:lnTo>
                    <a:pt x="0" y="71312"/>
                  </a:lnTo>
                  <a:lnTo>
                    <a:pt x="740" y="79462"/>
                  </a:lnTo>
                  <a:lnTo>
                    <a:pt x="4072" y="85945"/>
                  </a:lnTo>
                  <a:lnTo>
                    <a:pt x="15180" y="96133"/>
                  </a:lnTo>
                  <a:lnTo>
                    <a:pt x="22215" y="98541"/>
                  </a:lnTo>
                  <a:lnTo>
                    <a:pt x="40172" y="98541"/>
                  </a:lnTo>
                  <a:lnTo>
                    <a:pt x="47762" y="95762"/>
                  </a:lnTo>
                  <a:lnTo>
                    <a:pt x="60165" y="83908"/>
                  </a:lnTo>
                  <a:lnTo>
                    <a:pt x="63127" y="76869"/>
                  </a:lnTo>
                  <a:lnTo>
                    <a:pt x="63127" y="62051"/>
                  </a:lnTo>
                  <a:lnTo>
                    <a:pt x="61646" y="56864"/>
                  </a:lnTo>
                  <a:lnTo>
                    <a:pt x="55352" y="48714"/>
                  </a:lnTo>
                  <a:lnTo>
                    <a:pt x="50909" y="45936"/>
                  </a:lnTo>
                  <a:lnTo>
                    <a:pt x="45170" y="44639"/>
                  </a:lnTo>
                  <a:lnTo>
                    <a:pt x="49613" y="42602"/>
                  </a:lnTo>
                  <a:lnTo>
                    <a:pt x="52945" y="39823"/>
                  </a:lnTo>
                  <a:lnTo>
                    <a:pt x="57388" y="32970"/>
                  </a:lnTo>
                  <a:lnTo>
                    <a:pt x="58499" y="29265"/>
                  </a:lnTo>
                  <a:lnTo>
                    <a:pt x="58499" y="20560"/>
                  </a:lnTo>
                  <a:lnTo>
                    <a:pt x="57388" y="16485"/>
                  </a:lnTo>
                  <a:lnTo>
                    <a:pt x="52575" y="8705"/>
                  </a:lnTo>
                  <a:lnTo>
                    <a:pt x="49243" y="5556"/>
                  </a:lnTo>
                  <a:lnTo>
                    <a:pt x="40357" y="1111"/>
                  </a:lnTo>
                  <a:lnTo>
                    <a:pt x="3554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3" name="object 63"/>
            <p:cNvSpPr/>
            <p:nvPr/>
          </p:nvSpPr>
          <p:spPr>
            <a:xfrm>
              <a:off x="3998649" y="3533570"/>
              <a:ext cx="267970" cy="64769"/>
            </a:xfrm>
            <a:custGeom>
              <a:avLst/>
              <a:gdLst/>
              <a:ahLst/>
              <a:cxnLst/>
              <a:rect l="l" t="t" r="r" b="b"/>
              <a:pathLst>
                <a:path w="267970" h="64770">
                  <a:moveTo>
                    <a:pt x="267876" y="0"/>
                  </a:moveTo>
                  <a:lnTo>
                    <a:pt x="0" y="64459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4" name="object 64"/>
            <p:cNvSpPr/>
            <p:nvPr/>
          </p:nvSpPr>
          <p:spPr>
            <a:xfrm>
              <a:off x="3994021" y="3506526"/>
              <a:ext cx="282575" cy="97155"/>
            </a:xfrm>
            <a:custGeom>
              <a:avLst/>
              <a:gdLst/>
              <a:ahLst/>
              <a:cxnLst/>
              <a:rect l="l" t="t" r="r" b="b"/>
              <a:pathLst>
                <a:path w="282575" h="97154">
                  <a:moveTo>
                    <a:pt x="269542" y="0"/>
                  </a:moveTo>
                  <a:lnTo>
                    <a:pt x="0" y="86130"/>
                  </a:lnTo>
                  <a:lnTo>
                    <a:pt x="2591" y="96874"/>
                  </a:lnTo>
                  <a:lnTo>
                    <a:pt x="282315" y="54086"/>
                  </a:lnTo>
                  <a:lnTo>
                    <a:pt x="26954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5" name="object 65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3944220" y="3275733"/>
              <a:ext cx="246403" cy="289139"/>
            </a:xfrm>
            <a:prstGeom prst="rect">
              <a:avLst/>
            </a:prstGeom>
          </p:spPr>
        </p:pic>
        <p:sp>
          <p:nvSpPr>
            <p:cNvPr id="66" name="object 66"/>
            <p:cNvSpPr/>
            <p:nvPr/>
          </p:nvSpPr>
          <p:spPr>
            <a:xfrm>
              <a:off x="4210617" y="3890874"/>
              <a:ext cx="120014" cy="128905"/>
            </a:xfrm>
            <a:custGeom>
              <a:avLst/>
              <a:gdLst/>
              <a:ahLst/>
              <a:cxnLst/>
              <a:rect l="l" t="t" r="r" b="b"/>
              <a:pathLst>
                <a:path w="120014" h="128904">
                  <a:moveTo>
                    <a:pt x="115703" y="0"/>
                  </a:moveTo>
                  <a:lnTo>
                    <a:pt x="85527" y="0"/>
                  </a:lnTo>
                  <a:lnTo>
                    <a:pt x="60350" y="41490"/>
                  </a:lnTo>
                  <a:lnTo>
                    <a:pt x="34433" y="0"/>
                  </a:lnTo>
                  <a:lnTo>
                    <a:pt x="4072" y="0"/>
                  </a:lnTo>
                  <a:lnTo>
                    <a:pt x="43874" y="61680"/>
                  </a:lnTo>
                  <a:lnTo>
                    <a:pt x="0" y="128733"/>
                  </a:lnTo>
                  <a:lnTo>
                    <a:pt x="31101" y="128733"/>
                  </a:lnTo>
                  <a:lnTo>
                    <a:pt x="59795" y="84278"/>
                  </a:lnTo>
                  <a:lnTo>
                    <a:pt x="88304" y="128733"/>
                  </a:lnTo>
                  <a:lnTo>
                    <a:pt x="119590" y="128733"/>
                  </a:lnTo>
                  <a:lnTo>
                    <a:pt x="75716" y="62606"/>
                  </a:lnTo>
                  <a:lnTo>
                    <a:pt x="115703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7" name="object 67"/>
            <p:cNvSpPr/>
            <p:nvPr/>
          </p:nvSpPr>
          <p:spPr>
            <a:xfrm>
              <a:off x="3983469" y="3688420"/>
              <a:ext cx="207010" cy="191135"/>
            </a:xfrm>
            <a:custGeom>
              <a:avLst/>
              <a:gdLst/>
              <a:ahLst/>
              <a:cxnLst/>
              <a:rect l="l" t="t" r="r" b="b"/>
              <a:pathLst>
                <a:path w="207010" h="191135">
                  <a:moveTo>
                    <a:pt x="176979" y="163555"/>
                  </a:moveTo>
                  <a:lnTo>
                    <a:pt x="206414" y="190784"/>
                  </a:lnTo>
                </a:path>
                <a:path w="207010" h="191135">
                  <a:moveTo>
                    <a:pt x="118109" y="109099"/>
                  </a:moveTo>
                  <a:lnTo>
                    <a:pt x="147544" y="136327"/>
                  </a:lnTo>
                </a:path>
                <a:path w="207010" h="191135">
                  <a:moveTo>
                    <a:pt x="59054" y="54642"/>
                  </a:moveTo>
                  <a:lnTo>
                    <a:pt x="88489" y="81870"/>
                  </a:lnTo>
                </a:path>
                <a:path w="207010" h="191135">
                  <a:moveTo>
                    <a:pt x="0" y="0"/>
                  </a:moveTo>
                  <a:lnTo>
                    <a:pt x="29620" y="27413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8" name="object 6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01815" y="2868417"/>
              <a:ext cx="338779" cy="362118"/>
            </a:xfrm>
            <a:prstGeom prst="rect">
              <a:avLst/>
            </a:prstGeom>
          </p:spPr>
        </p:pic>
        <p:sp>
          <p:nvSpPr>
            <p:cNvPr id="69" name="object 69"/>
            <p:cNvSpPr/>
            <p:nvPr/>
          </p:nvSpPr>
          <p:spPr>
            <a:xfrm>
              <a:off x="3990683" y="3864025"/>
              <a:ext cx="143510" cy="131445"/>
            </a:xfrm>
            <a:custGeom>
              <a:avLst/>
              <a:gdLst/>
              <a:ahLst/>
              <a:cxnLst/>
              <a:rect l="l" t="t" r="r" b="b"/>
              <a:pathLst>
                <a:path w="143510" h="131445">
                  <a:moveTo>
                    <a:pt x="80162" y="77419"/>
                  </a:moveTo>
                  <a:lnTo>
                    <a:pt x="77749" y="69646"/>
                  </a:lnTo>
                  <a:lnTo>
                    <a:pt x="72758" y="62420"/>
                  </a:lnTo>
                  <a:lnTo>
                    <a:pt x="68033" y="56921"/>
                  </a:lnTo>
                  <a:lnTo>
                    <a:pt x="61341" y="51257"/>
                  </a:lnTo>
                  <a:lnTo>
                    <a:pt x="61277" y="87604"/>
                  </a:lnTo>
                  <a:lnTo>
                    <a:pt x="61277" y="100939"/>
                  </a:lnTo>
                  <a:lnTo>
                    <a:pt x="59423" y="107988"/>
                  </a:lnTo>
                  <a:lnTo>
                    <a:pt x="55727" y="113538"/>
                  </a:lnTo>
                  <a:lnTo>
                    <a:pt x="51828" y="118910"/>
                  </a:lnTo>
                  <a:lnTo>
                    <a:pt x="46647" y="121691"/>
                  </a:lnTo>
                  <a:lnTo>
                    <a:pt x="34798" y="121691"/>
                  </a:lnTo>
                  <a:lnTo>
                    <a:pt x="29984" y="119100"/>
                  </a:lnTo>
                  <a:lnTo>
                    <a:pt x="21475" y="108724"/>
                  </a:lnTo>
                  <a:lnTo>
                    <a:pt x="19253" y="100939"/>
                  </a:lnTo>
                  <a:lnTo>
                    <a:pt x="19253" y="80200"/>
                  </a:lnTo>
                  <a:lnTo>
                    <a:pt x="44246" y="56857"/>
                  </a:lnTo>
                  <a:lnTo>
                    <a:pt x="49618" y="62979"/>
                  </a:lnTo>
                  <a:lnTo>
                    <a:pt x="61277" y="87604"/>
                  </a:lnTo>
                  <a:lnTo>
                    <a:pt x="61277" y="51219"/>
                  </a:lnTo>
                  <a:lnTo>
                    <a:pt x="52679" y="45377"/>
                  </a:lnTo>
                  <a:lnTo>
                    <a:pt x="42024" y="39268"/>
                  </a:lnTo>
                  <a:lnTo>
                    <a:pt x="33324" y="33147"/>
                  </a:lnTo>
                  <a:lnTo>
                    <a:pt x="27393" y="28524"/>
                  </a:lnTo>
                  <a:lnTo>
                    <a:pt x="24625" y="25552"/>
                  </a:lnTo>
                  <a:lnTo>
                    <a:pt x="21653" y="22593"/>
                  </a:lnTo>
                  <a:lnTo>
                    <a:pt x="20358" y="20193"/>
                  </a:lnTo>
                  <a:lnTo>
                    <a:pt x="20358" y="15735"/>
                  </a:lnTo>
                  <a:lnTo>
                    <a:pt x="21475" y="13703"/>
                  </a:lnTo>
                  <a:lnTo>
                    <a:pt x="23876" y="11849"/>
                  </a:lnTo>
                  <a:lnTo>
                    <a:pt x="26289" y="9817"/>
                  </a:lnTo>
                  <a:lnTo>
                    <a:pt x="29806" y="8890"/>
                  </a:lnTo>
                  <a:lnTo>
                    <a:pt x="37947" y="8890"/>
                  </a:lnTo>
                  <a:lnTo>
                    <a:pt x="51650" y="17957"/>
                  </a:lnTo>
                  <a:lnTo>
                    <a:pt x="55346" y="21856"/>
                  </a:lnTo>
                  <a:lnTo>
                    <a:pt x="58686" y="24447"/>
                  </a:lnTo>
                  <a:lnTo>
                    <a:pt x="61836" y="25552"/>
                  </a:lnTo>
                  <a:lnTo>
                    <a:pt x="61645" y="26111"/>
                  </a:lnTo>
                  <a:lnTo>
                    <a:pt x="62204" y="26479"/>
                  </a:lnTo>
                  <a:lnTo>
                    <a:pt x="66649" y="26479"/>
                  </a:lnTo>
                  <a:lnTo>
                    <a:pt x="68872" y="25552"/>
                  </a:lnTo>
                  <a:lnTo>
                    <a:pt x="72377" y="22034"/>
                  </a:lnTo>
                  <a:lnTo>
                    <a:pt x="73228" y="20193"/>
                  </a:lnTo>
                  <a:lnTo>
                    <a:pt x="73304" y="13335"/>
                  </a:lnTo>
                  <a:lnTo>
                    <a:pt x="71081" y="9626"/>
                  </a:lnTo>
                  <a:lnTo>
                    <a:pt x="69977" y="8890"/>
                  </a:lnTo>
                  <a:lnTo>
                    <a:pt x="66649" y="6667"/>
                  </a:lnTo>
                  <a:lnTo>
                    <a:pt x="61302" y="3746"/>
                  </a:lnTo>
                  <a:lnTo>
                    <a:pt x="55029" y="1663"/>
                  </a:lnTo>
                  <a:lnTo>
                    <a:pt x="47853" y="419"/>
                  </a:lnTo>
                  <a:lnTo>
                    <a:pt x="39801" y="0"/>
                  </a:lnTo>
                  <a:lnTo>
                    <a:pt x="29806" y="0"/>
                  </a:lnTo>
                  <a:lnTo>
                    <a:pt x="22402" y="1854"/>
                  </a:lnTo>
                  <a:lnTo>
                    <a:pt x="17767" y="5740"/>
                  </a:lnTo>
                  <a:lnTo>
                    <a:pt x="12954" y="9448"/>
                  </a:lnTo>
                  <a:lnTo>
                    <a:pt x="10655" y="13703"/>
                  </a:lnTo>
                  <a:lnTo>
                    <a:pt x="10553" y="22593"/>
                  </a:lnTo>
                  <a:lnTo>
                    <a:pt x="11849" y="26111"/>
                  </a:lnTo>
                  <a:lnTo>
                    <a:pt x="14630" y="30010"/>
                  </a:lnTo>
                  <a:lnTo>
                    <a:pt x="17221" y="33896"/>
                  </a:lnTo>
                  <a:lnTo>
                    <a:pt x="22771" y="38341"/>
                  </a:lnTo>
                  <a:lnTo>
                    <a:pt x="30911" y="43713"/>
                  </a:lnTo>
                  <a:lnTo>
                    <a:pt x="34061" y="47040"/>
                  </a:lnTo>
                  <a:lnTo>
                    <a:pt x="36652" y="49263"/>
                  </a:lnTo>
                  <a:lnTo>
                    <a:pt x="38506" y="50012"/>
                  </a:lnTo>
                  <a:lnTo>
                    <a:pt x="29984" y="52044"/>
                  </a:lnTo>
                  <a:lnTo>
                    <a:pt x="4254" y="74091"/>
                  </a:lnTo>
                  <a:lnTo>
                    <a:pt x="1295" y="80200"/>
                  </a:lnTo>
                  <a:lnTo>
                    <a:pt x="114" y="85940"/>
                  </a:lnTo>
                  <a:lnTo>
                    <a:pt x="0" y="92798"/>
                  </a:lnTo>
                  <a:lnTo>
                    <a:pt x="660" y="100647"/>
                  </a:lnTo>
                  <a:lnTo>
                    <a:pt x="29616" y="130441"/>
                  </a:lnTo>
                  <a:lnTo>
                    <a:pt x="37211" y="131140"/>
                  </a:lnTo>
                  <a:lnTo>
                    <a:pt x="45669" y="130302"/>
                  </a:lnTo>
                  <a:lnTo>
                    <a:pt x="76962" y="103352"/>
                  </a:lnTo>
                  <a:lnTo>
                    <a:pt x="80111" y="86499"/>
                  </a:lnTo>
                  <a:lnTo>
                    <a:pt x="80162" y="77419"/>
                  </a:lnTo>
                  <a:close/>
                </a:path>
                <a:path w="143510" h="131445">
                  <a:moveTo>
                    <a:pt x="143040" y="64782"/>
                  </a:moveTo>
                  <a:lnTo>
                    <a:pt x="94602" y="64782"/>
                  </a:lnTo>
                  <a:lnTo>
                    <a:pt x="94602" y="89458"/>
                  </a:lnTo>
                  <a:lnTo>
                    <a:pt x="143040" y="89458"/>
                  </a:lnTo>
                  <a:lnTo>
                    <a:pt x="143040" y="64782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0" name="object 70"/>
            <p:cNvSpPr/>
            <p:nvPr/>
          </p:nvSpPr>
          <p:spPr>
            <a:xfrm>
              <a:off x="2413330" y="3629333"/>
              <a:ext cx="433070" cy="11430"/>
            </a:xfrm>
            <a:custGeom>
              <a:avLst/>
              <a:gdLst/>
              <a:ahLst/>
              <a:cxnLst/>
              <a:rect l="l" t="t" r="r" b="b"/>
              <a:pathLst>
                <a:path w="433069" h="11429">
                  <a:moveTo>
                    <a:pt x="432637" y="0"/>
                  </a:moveTo>
                  <a:lnTo>
                    <a:pt x="0" y="0"/>
                  </a:lnTo>
                  <a:lnTo>
                    <a:pt x="0" y="11113"/>
                  </a:lnTo>
                  <a:lnTo>
                    <a:pt x="432637" y="11113"/>
                  </a:lnTo>
                  <a:lnTo>
                    <a:pt x="43263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1" name="object 71"/>
            <p:cNvSpPr/>
            <p:nvPr/>
          </p:nvSpPr>
          <p:spPr>
            <a:xfrm>
              <a:off x="2829954" y="3604512"/>
              <a:ext cx="111125" cy="59055"/>
            </a:xfrm>
            <a:custGeom>
              <a:avLst/>
              <a:gdLst/>
              <a:ahLst/>
              <a:cxnLst/>
              <a:rect l="l" t="t" r="r" b="b"/>
              <a:pathLst>
                <a:path w="111125" h="59054">
                  <a:moveTo>
                    <a:pt x="111075" y="30377"/>
                  </a:moveTo>
                  <a:lnTo>
                    <a:pt x="93719" y="34776"/>
                  </a:lnTo>
                  <a:lnTo>
                    <a:pt x="55537" y="44454"/>
                  </a:lnTo>
                  <a:lnTo>
                    <a:pt x="17355" y="54132"/>
                  </a:lnTo>
                  <a:lnTo>
                    <a:pt x="0" y="58531"/>
                  </a:lnTo>
                  <a:lnTo>
                    <a:pt x="2169" y="55877"/>
                  </a:lnTo>
                  <a:lnTo>
                    <a:pt x="6942" y="49108"/>
                  </a:lnTo>
                  <a:lnTo>
                    <a:pt x="11714" y="40012"/>
                  </a:lnTo>
                  <a:lnTo>
                    <a:pt x="13884" y="30377"/>
                  </a:lnTo>
                  <a:lnTo>
                    <a:pt x="11714" y="20082"/>
                  </a:lnTo>
                  <a:lnTo>
                    <a:pt x="6942" y="10256"/>
                  </a:lnTo>
                  <a:lnTo>
                    <a:pt x="2169" y="2897"/>
                  </a:lnTo>
                  <a:lnTo>
                    <a:pt x="0" y="0"/>
                  </a:lnTo>
                  <a:lnTo>
                    <a:pt x="17355" y="4746"/>
                  </a:lnTo>
                  <a:lnTo>
                    <a:pt x="55537" y="15188"/>
                  </a:lnTo>
                  <a:lnTo>
                    <a:pt x="93719" y="25630"/>
                  </a:lnTo>
                  <a:lnTo>
                    <a:pt x="111075" y="30377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2" name="object 72"/>
            <p:cNvSpPr/>
            <p:nvPr/>
          </p:nvSpPr>
          <p:spPr>
            <a:xfrm>
              <a:off x="2829954" y="3604512"/>
              <a:ext cx="111125" cy="59055"/>
            </a:xfrm>
            <a:custGeom>
              <a:avLst/>
              <a:gdLst/>
              <a:ahLst/>
              <a:cxnLst/>
              <a:rect l="l" t="t" r="r" b="b"/>
              <a:pathLst>
                <a:path w="111125" h="59054">
                  <a:moveTo>
                    <a:pt x="0" y="0"/>
                  </a:moveTo>
                  <a:lnTo>
                    <a:pt x="2169" y="2897"/>
                  </a:lnTo>
                  <a:lnTo>
                    <a:pt x="6942" y="10256"/>
                  </a:lnTo>
                  <a:lnTo>
                    <a:pt x="11714" y="20082"/>
                  </a:lnTo>
                  <a:lnTo>
                    <a:pt x="13884" y="30377"/>
                  </a:lnTo>
                  <a:lnTo>
                    <a:pt x="11714" y="40012"/>
                  </a:lnTo>
                  <a:lnTo>
                    <a:pt x="6942" y="49108"/>
                  </a:lnTo>
                  <a:lnTo>
                    <a:pt x="2169" y="55877"/>
                  </a:lnTo>
                  <a:lnTo>
                    <a:pt x="0" y="58531"/>
                  </a:lnTo>
                  <a:lnTo>
                    <a:pt x="111075" y="303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73" name="object 73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3133189" y="4199092"/>
            <a:ext cx="1392141" cy="130955"/>
          </a:xfrm>
          <a:prstGeom prst="rect">
            <a:avLst/>
          </a:prstGeom>
        </p:spPr>
      </p:pic>
      <p:pic>
        <p:nvPicPr>
          <p:cNvPr id="74" name="object 7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129301" y="4412104"/>
            <a:ext cx="1267737" cy="164482"/>
          </a:xfrm>
          <a:prstGeom prst="rect">
            <a:avLst/>
          </a:prstGeom>
        </p:spPr>
      </p:pic>
      <p:grpSp>
        <p:nvGrpSpPr>
          <p:cNvPr id="75" name="object 75"/>
          <p:cNvGrpSpPr/>
          <p:nvPr/>
        </p:nvGrpSpPr>
        <p:grpSpPr>
          <a:xfrm>
            <a:off x="1260481" y="3304999"/>
            <a:ext cx="979805" cy="440055"/>
            <a:chOff x="1260481" y="3304999"/>
            <a:chExt cx="979805" cy="440055"/>
          </a:xfrm>
        </p:grpSpPr>
        <p:pic>
          <p:nvPicPr>
            <p:cNvPr id="76" name="object 76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1260481" y="3571727"/>
              <a:ext cx="240033" cy="133178"/>
            </a:xfrm>
            <a:prstGeom prst="rect">
              <a:avLst/>
            </a:prstGeom>
          </p:spPr>
        </p:pic>
        <p:sp>
          <p:nvSpPr>
            <p:cNvPr id="77" name="object 77"/>
            <p:cNvSpPr/>
            <p:nvPr/>
          </p:nvSpPr>
          <p:spPr>
            <a:xfrm>
              <a:off x="1524581" y="3645818"/>
              <a:ext cx="63500" cy="99060"/>
            </a:xfrm>
            <a:custGeom>
              <a:avLst/>
              <a:gdLst/>
              <a:ahLst/>
              <a:cxnLst/>
              <a:rect l="l" t="t" r="r" b="b"/>
              <a:pathLst>
                <a:path w="63500" h="99060">
                  <a:moveTo>
                    <a:pt x="35469" y="0"/>
                  </a:moveTo>
                  <a:lnTo>
                    <a:pt x="22585" y="0"/>
                  </a:lnTo>
                  <a:lnTo>
                    <a:pt x="16198" y="2222"/>
                  </a:lnTo>
                  <a:lnTo>
                    <a:pt x="5924" y="10928"/>
                  </a:lnTo>
                  <a:lnTo>
                    <a:pt x="2628" y="17040"/>
                  </a:lnTo>
                  <a:lnTo>
                    <a:pt x="1184" y="25005"/>
                  </a:lnTo>
                  <a:lnTo>
                    <a:pt x="13032" y="27228"/>
                  </a:lnTo>
                  <a:lnTo>
                    <a:pt x="13902" y="21301"/>
                  </a:lnTo>
                  <a:lnTo>
                    <a:pt x="15883" y="17040"/>
                  </a:lnTo>
                  <a:lnTo>
                    <a:pt x="22029" y="11298"/>
                  </a:lnTo>
                  <a:lnTo>
                    <a:pt x="25861" y="9817"/>
                  </a:lnTo>
                  <a:lnTo>
                    <a:pt x="35118" y="9817"/>
                  </a:lnTo>
                  <a:lnTo>
                    <a:pt x="38913" y="11113"/>
                  </a:lnTo>
                  <a:lnTo>
                    <a:pt x="44800" y="16855"/>
                  </a:lnTo>
                  <a:lnTo>
                    <a:pt x="46262" y="20560"/>
                  </a:lnTo>
                  <a:lnTo>
                    <a:pt x="46262" y="30377"/>
                  </a:lnTo>
                  <a:lnTo>
                    <a:pt x="44244" y="34452"/>
                  </a:lnTo>
                  <a:lnTo>
                    <a:pt x="36173" y="39638"/>
                  </a:lnTo>
                  <a:lnTo>
                    <a:pt x="31637" y="40935"/>
                  </a:lnTo>
                  <a:lnTo>
                    <a:pt x="24677" y="40935"/>
                  </a:lnTo>
                  <a:lnTo>
                    <a:pt x="23362" y="51308"/>
                  </a:lnTo>
                  <a:lnTo>
                    <a:pt x="26695" y="50381"/>
                  </a:lnTo>
                  <a:lnTo>
                    <a:pt x="29490" y="50011"/>
                  </a:lnTo>
                  <a:lnTo>
                    <a:pt x="37210" y="50011"/>
                  </a:lnTo>
                  <a:lnTo>
                    <a:pt x="41727" y="51678"/>
                  </a:lnTo>
                  <a:lnTo>
                    <a:pt x="48836" y="58717"/>
                  </a:lnTo>
                  <a:lnTo>
                    <a:pt x="50613" y="63347"/>
                  </a:lnTo>
                  <a:lnTo>
                    <a:pt x="50613" y="74461"/>
                  </a:lnTo>
                  <a:lnTo>
                    <a:pt x="48687" y="79277"/>
                  </a:lnTo>
                  <a:lnTo>
                    <a:pt x="41023" y="86871"/>
                  </a:lnTo>
                  <a:lnTo>
                    <a:pt x="36303" y="88909"/>
                  </a:lnTo>
                  <a:lnTo>
                    <a:pt x="26047" y="88909"/>
                  </a:lnTo>
                  <a:lnTo>
                    <a:pt x="22066" y="87427"/>
                  </a:lnTo>
                  <a:lnTo>
                    <a:pt x="15532" y="81500"/>
                  </a:lnTo>
                  <a:lnTo>
                    <a:pt x="13199" y="76684"/>
                  </a:lnTo>
                  <a:lnTo>
                    <a:pt x="11848" y="69830"/>
                  </a:lnTo>
                  <a:lnTo>
                    <a:pt x="0" y="71497"/>
                  </a:lnTo>
                  <a:lnTo>
                    <a:pt x="796" y="79462"/>
                  </a:lnTo>
                  <a:lnTo>
                    <a:pt x="3980" y="86130"/>
                  </a:lnTo>
                  <a:lnTo>
                    <a:pt x="15180" y="96133"/>
                  </a:lnTo>
                  <a:lnTo>
                    <a:pt x="22196" y="98726"/>
                  </a:lnTo>
                  <a:lnTo>
                    <a:pt x="40061" y="98726"/>
                  </a:lnTo>
                  <a:lnTo>
                    <a:pt x="47836" y="95762"/>
                  </a:lnTo>
                  <a:lnTo>
                    <a:pt x="60110" y="84093"/>
                  </a:lnTo>
                  <a:lnTo>
                    <a:pt x="63183" y="76869"/>
                  </a:lnTo>
                  <a:lnTo>
                    <a:pt x="63183" y="62236"/>
                  </a:lnTo>
                  <a:lnTo>
                    <a:pt x="61609" y="57050"/>
                  </a:lnTo>
                  <a:lnTo>
                    <a:pt x="55296" y="48714"/>
                  </a:lnTo>
                  <a:lnTo>
                    <a:pt x="50853" y="45936"/>
                  </a:lnTo>
                  <a:lnTo>
                    <a:pt x="45152" y="44639"/>
                  </a:lnTo>
                  <a:lnTo>
                    <a:pt x="49539" y="42602"/>
                  </a:lnTo>
                  <a:lnTo>
                    <a:pt x="52853" y="40009"/>
                  </a:lnTo>
                  <a:lnTo>
                    <a:pt x="57333" y="33155"/>
                  </a:lnTo>
                  <a:lnTo>
                    <a:pt x="58444" y="29265"/>
                  </a:lnTo>
                  <a:lnTo>
                    <a:pt x="58444" y="20745"/>
                  </a:lnTo>
                  <a:lnTo>
                    <a:pt x="57277" y="16485"/>
                  </a:lnTo>
                  <a:lnTo>
                    <a:pt x="52575" y="8705"/>
                  </a:lnTo>
                  <a:lnTo>
                    <a:pt x="49187" y="5742"/>
                  </a:lnTo>
                  <a:lnTo>
                    <a:pt x="40320" y="1111"/>
                  </a:lnTo>
                  <a:lnTo>
                    <a:pt x="3546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8" name="object 7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725256" y="3571727"/>
              <a:ext cx="240033" cy="133178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1616625" y="3632111"/>
              <a:ext cx="76835" cy="0"/>
            </a:xfrm>
            <a:custGeom>
              <a:avLst/>
              <a:gdLst/>
              <a:ahLst/>
              <a:cxnLst/>
              <a:rect l="l" t="t" r="r" b="b"/>
              <a:pathLst>
                <a:path w="76835">
                  <a:moveTo>
                    <a:pt x="0" y="0"/>
                  </a:moveTo>
                  <a:lnTo>
                    <a:pt x="76752" y="0"/>
                  </a:lnTo>
                </a:path>
              </a:pathLst>
            </a:custGeom>
            <a:ln w="111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0" name="object 80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2122183" y="3573949"/>
              <a:ext cx="117943" cy="128733"/>
            </a:xfrm>
            <a:prstGeom prst="rect">
              <a:avLst/>
            </a:prstGeom>
          </p:spPr>
        </p:pic>
        <p:sp>
          <p:nvSpPr>
            <p:cNvPr id="81" name="object 81"/>
            <p:cNvSpPr/>
            <p:nvPr/>
          </p:nvSpPr>
          <p:spPr>
            <a:xfrm>
              <a:off x="1996983" y="3632111"/>
              <a:ext cx="97155" cy="0"/>
            </a:xfrm>
            <a:custGeom>
              <a:avLst/>
              <a:gdLst/>
              <a:ahLst/>
              <a:cxnLst/>
              <a:rect l="l" t="t" r="r" b="b"/>
              <a:pathLst>
                <a:path w="97155">
                  <a:moveTo>
                    <a:pt x="0" y="0"/>
                  </a:moveTo>
                  <a:lnTo>
                    <a:pt x="97042" y="0"/>
                  </a:lnTo>
                </a:path>
              </a:pathLst>
            </a:custGeom>
            <a:ln w="111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2" name="object 8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725256" y="3304999"/>
              <a:ext cx="240033" cy="133178"/>
            </a:xfrm>
            <a:prstGeom prst="rect">
              <a:avLst/>
            </a:prstGeom>
          </p:spPr>
        </p:pic>
        <p:sp>
          <p:nvSpPr>
            <p:cNvPr id="83" name="object 83"/>
            <p:cNvSpPr/>
            <p:nvPr/>
          </p:nvSpPr>
          <p:spPr>
            <a:xfrm>
              <a:off x="1989356" y="3379090"/>
              <a:ext cx="63500" cy="99060"/>
            </a:xfrm>
            <a:custGeom>
              <a:avLst/>
              <a:gdLst/>
              <a:ahLst/>
              <a:cxnLst/>
              <a:rect l="l" t="t" r="r" b="b"/>
              <a:pathLst>
                <a:path w="63500" h="99060">
                  <a:moveTo>
                    <a:pt x="35488" y="0"/>
                  </a:moveTo>
                  <a:lnTo>
                    <a:pt x="22585" y="0"/>
                  </a:lnTo>
                  <a:lnTo>
                    <a:pt x="16198" y="2222"/>
                  </a:lnTo>
                  <a:lnTo>
                    <a:pt x="5924" y="10928"/>
                  </a:lnTo>
                  <a:lnTo>
                    <a:pt x="2628" y="17040"/>
                  </a:lnTo>
                  <a:lnTo>
                    <a:pt x="1184" y="25005"/>
                  </a:lnTo>
                  <a:lnTo>
                    <a:pt x="13032" y="27228"/>
                  </a:lnTo>
                  <a:lnTo>
                    <a:pt x="13921" y="21301"/>
                  </a:lnTo>
                  <a:lnTo>
                    <a:pt x="15883" y="17040"/>
                  </a:lnTo>
                  <a:lnTo>
                    <a:pt x="22029" y="11298"/>
                  </a:lnTo>
                  <a:lnTo>
                    <a:pt x="25880" y="9817"/>
                  </a:lnTo>
                  <a:lnTo>
                    <a:pt x="35136" y="9817"/>
                  </a:lnTo>
                  <a:lnTo>
                    <a:pt x="38931" y="11113"/>
                  </a:lnTo>
                  <a:lnTo>
                    <a:pt x="44800" y="16855"/>
                  </a:lnTo>
                  <a:lnTo>
                    <a:pt x="46281" y="20560"/>
                  </a:lnTo>
                  <a:lnTo>
                    <a:pt x="46281" y="30377"/>
                  </a:lnTo>
                  <a:lnTo>
                    <a:pt x="44263" y="34452"/>
                  </a:lnTo>
                  <a:lnTo>
                    <a:pt x="36191" y="39638"/>
                  </a:lnTo>
                  <a:lnTo>
                    <a:pt x="31637" y="40935"/>
                  </a:lnTo>
                  <a:lnTo>
                    <a:pt x="24695" y="40935"/>
                  </a:lnTo>
                  <a:lnTo>
                    <a:pt x="23362" y="51308"/>
                  </a:lnTo>
                  <a:lnTo>
                    <a:pt x="26713" y="50381"/>
                  </a:lnTo>
                  <a:lnTo>
                    <a:pt x="29490" y="50011"/>
                  </a:lnTo>
                  <a:lnTo>
                    <a:pt x="37210" y="50011"/>
                  </a:lnTo>
                  <a:lnTo>
                    <a:pt x="41727" y="51678"/>
                  </a:lnTo>
                  <a:lnTo>
                    <a:pt x="48836" y="58717"/>
                  </a:lnTo>
                  <a:lnTo>
                    <a:pt x="50613" y="63347"/>
                  </a:lnTo>
                  <a:lnTo>
                    <a:pt x="50613" y="74461"/>
                  </a:lnTo>
                  <a:lnTo>
                    <a:pt x="48706" y="79277"/>
                  </a:lnTo>
                  <a:lnTo>
                    <a:pt x="41023" y="86871"/>
                  </a:lnTo>
                  <a:lnTo>
                    <a:pt x="36321" y="88909"/>
                  </a:lnTo>
                  <a:lnTo>
                    <a:pt x="26047" y="88909"/>
                  </a:lnTo>
                  <a:lnTo>
                    <a:pt x="22066" y="87427"/>
                  </a:lnTo>
                  <a:lnTo>
                    <a:pt x="15532" y="81500"/>
                  </a:lnTo>
                  <a:lnTo>
                    <a:pt x="13217" y="76684"/>
                  </a:lnTo>
                  <a:lnTo>
                    <a:pt x="11848" y="69830"/>
                  </a:lnTo>
                  <a:lnTo>
                    <a:pt x="0" y="71497"/>
                  </a:lnTo>
                  <a:lnTo>
                    <a:pt x="796" y="79462"/>
                  </a:lnTo>
                  <a:lnTo>
                    <a:pt x="3980" y="86130"/>
                  </a:lnTo>
                  <a:lnTo>
                    <a:pt x="15180" y="96133"/>
                  </a:lnTo>
                  <a:lnTo>
                    <a:pt x="22215" y="98726"/>
                  </a:lnTo>
                  <a:lnTo>
                    <a:pt x="40061" y="98726"/>
                  </a:lnTo>
                  <a:lnTo>
                    <a:pt x="47836" y="95762"/>
                  </a:lnTo>
                  <a:lnTo>
                    <a:pt x="60128" y="84093"/>
                  </a:lnTo>
                  <a:lnTo>
                    <a:pt x="63183" y="76869"/>
                  </a:lnTo>
                  <a:lnTo>
                    <a:pt x="63183" y="62236"/>
                  </a:lnTo>
                  <a:lnTo>
                    <a:pt x="61609" y="57050"/>
                  </a:lnTo>
                  <a:lnTo>
                    <a:pt x="55296" y="48714"/>
                  </a:lnTo>
                  <a:lnTo>
                    <a:pt x="50853" y="45936"/>
                  </a:lnTo>
                  <a:lnTo>
                    <a:pt x="45152" y="44639"/>
                  </a:lnTo>
                  <a:lnTo>
                    <a:pt x="49539" y="42602"/>
                  </a:lnTo>
                  <a:lnTo>
                    <a:pt x="52853" y="40009"/>
                  </a:lnTo>
                  <a:lnTo>
                    <a:pt x="57333" y="33155"/>
                  </a:lnTo>
                  <a:lnTo>
                    <a:pt x="58444" y="29265"/>
                  </a:lnTo>
                  <a:lnTo>
                    <a:pt x="58444" y="20745"/>
                  </a:lnTo>
                  <a:lnTo>
                    <a:pt x="57277" y="16485"/>
                  </a:lnTo>
                  <a:lnTo>
                    <a:pt x="52575" y="8705"/>
                  </a:lnTo>
                  <a:lnTo>
                    <a:pt x="49187" y="5742"/>
                  </a:lnTo>
                  <a:lnTo>
                    <a:pt x="40338" y="1111"/>
                  </a:lnTo>
                  <a:lnTo>
                    <a:pt x="3548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4" name="object 84"/>
            <p:cNvSpPr/>
            <p:nvPr/>
          </p:nvSpPr>
          <p:spPr>
            <a:xfrm>
              <a:off x="1782978" y="3469666"/>
              <a:ext cx="0" cy="72390"/>
            </a:xfrm>
            <a:custGeom>
              <a:avLst/>
              <a:gdLst/>
              <a:ahLst/>
              <a:cxnLst/>
              <a:rect l="l" t="t" r="r" b="b"/>
              <a:pathLst>
                <a:path h="72389">
                  <a:moveTo>
                    <a:pt x="0" y="71868"/>
                  </a:moveTo>
                  <a:lnTo>
                    <a:pt x="0" y="0"/>
                  </a:lnTo>
                </a:path>
              </a:pathLst>
            </a:custGeom>
            <a:ln w="1110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85" name="object 85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1835480" y="3933291"/>
            <a:ext cx="167612" cy="144477"/>
          </a:xfrm>
          <a:prstGeom prst="rect">
            <a:avLst/>
          </a:prstGeom>
        </p:spPr>
      </p:pic>
      <p:grpSp>
        <p:nvGrpSpPr>
          <p:cNvPr id="86" name="object 86"/>
          <p:cNvGrpSpPr/>
          <p:nvPr/>
        </p:nvGrpSpPr>
        <p:grpSpPr>
          <a:xfrm>
            <a:off x="4778396" y="3603216"/>
            <a:ext cx="445770" cy="61594"/>
            <a:chOff x="4778396" y="3603216"/>
            <a:chExt cx="445770" cy="61594"/>
          </a:xfrm>
        </p:grpSpPr>
        <p:sp>
          <p:nvSpPr>
            <p:cNvPr id="87" name="object 87"/>
            <p:cNvSpPr/>
            <p:nvPr/>
          </p:nvSpPr>
          <p:spPr>
            <a:xfrm>
              <a:off x="4778396" y="3629333"/>
              <a:ext cx="349885" cy="11430"/>
            </a:xfrm>
            <a:custGeom>
              <a:avLst/>
              <a:gdLst/>
              <a:ahLst/>
              <a:cxnLst/>
              <a:rect l="l" t="t" r="r" b="b"/>
              <a:pathLst>
                <a:path w="349885" h="11429">
                  <a:moveTo>
                    <a:pt x="349331" y="0"/>
                  </a:moveTo>
                  <a:lnTo>
                    <a:pt x="0" y="0"/>
                  </a:lnTo>
                  <a:lnTo>
                    <a:pt x="0" y="11113"/>
                  </a:lnTo>
                  <a:lnTo>
                    <a:pt x="349331" y="11113"/>
                  </a:lnTo>
                  <a:lnTo>
                    <a:pt x="3493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8" name="object 88"/>
            <p:cNvSpPr/>
            <p:nvPr/>
          </p:nvSpPr>
          <p:spPr>
            <a:xfrm>
              <a:off x="5111622" y="3604512"/>
              <a:ext cx="111125" cy="59055"/>
            </a:xfrm>
            <a:custGeom>
              <a:avLst/>
              <a:gdLst/>
              <a:ahLst/>
              <a:cxnLst/>
              <a:rect l="l" t="t" r="r" b="b"/>
              <a:pathLst>
                <a:path w="111125" h="59054">
                  <a:moveTo>
                    <a:pt x="111075" y="30377"/>
                  </a:moveTo>
                  <a:lnTo>
                    <a:pt x="93719" y="34776"/>
                  </a:lnTo>
                  <a:lnTo>
                    <a:pt x="55537" y="44454"/>
                  </a:lnTo>
                  <a:lnTo>
                    <a:pt x="17355" y="54132"/>
                  </a:lnTo>
                  <a:lnTo>
                    <a:pt x="0" y="58531"/>
                  </a:lnTo>
                  <a:lnTo>
                    <a:pt x="2169" y="55877"/>
                  </a:lnTo>
                  <a:lnTo>
                    <a:pt x="6942" y="49108"/>
                  </a:lnTo>
                  <a:lnTo>
                    <a:pt x="11714" y="40012"/>
                  </a:lnTo>
                  <a:lnTo>
                    <a:pt x="13884" y="30377"/>
                  </a:lnTo>
                  <a:lnTo>
                    <a:pt x="11714" y="20082"/>
                  </a:lnTo>
                  <a:lnTo>
                    <a:pt x="6942" y="10256"/>
                  </a:lnTo>
                  <a:lnTo>
                    <a:pt x="2169" y="2897"/>
                  </a:lnTo>
                  <a:lnTo>
                    <a:pt x="0" y="0"/>
                  </a:lnTo>
                  <a:lnTo>
                    <a:pt x="17355" y="4746"/>
                  </a:lnTo>
                  <a:lnTo>
                    <a:pt x="55537" y="15188"/>
                  </a:lnTo>
                  <a:lnTo>
                    <a:pt x="93719" y="25630"/>
                  </a:lnTo>
                  <a:lnTo>
                    <a:pt x="111075" y="30377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9" name="object 89"/>
            <p:cNvSpPr/>
            <p:nvPr/>
          </p:nvSpPr>
          <p:spPr>
            <a:xfrm>
              <a:off x="5111621" y="3604512"/>
              <a:ext cx="111125" cy="59055"/>
            </a:xfrm>
            <a:custGeom>
              <a:avLst/>
              <a:gdLst/>
              <a:ahLst/>
              <a:cxnLst/>
              <a:rect l="l" t="t" r="r" b="b"/>
              <a:pathLst>
                <a:path w="111125" h="59054">
                  <a:moveTo>
                    <a:pt x="0" y="0"/>
                  </a:moveTo>
                  <a:lnTo>
                    <a:pt x="2169" y="2897"/>
                  </a:lnTo>
                  <a:lnTo>
                    <a:pt x="6942" y="10256"/>
                  </a:lnTo>
                  <a:lnTo>
                    <a:pt x="11714" y="20082"/>
                  </a:lnTo>
                  <a:lnTo>
                    <a:pt x="13884" y="30377"/>
                  </a:lnTo>
                  <a:lnTo>
                    <a:pt x="11714" y="40012"/>
                  </a:lnTo>
                  <a:lnTo>
                    <a:pt x="6942" y="49108"/>
                  </a:lnTo>
                  <a:lnTo>
                    <a:pt x="2169" y="55877"/>
                  </a:lnTo>
                  <a:lnTo>
                    <a:pt x="0" y="58531"/>
                  </a:lnTo>
                  <a:lnTo>
                    <a:pt x="111075" y="303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0" name="object 90"/>
          <p:cNvGrpSpPr/>
          <p:nvPr/>
        </p:nvGrpSpPr>
        <p:grpSpPr>
          <a:xfrm>
            <a:off x="5354135" y="3571726"/>
            <a:ext cx="1200150" cy="173355"/>
            <a:chOff x="5354135" y="3571726"/>
            <a:chExt cx="1200150" cy="173355"/>
          </a:xfrm>
        </p:grpSpPr>
        <p:pic>
          <p:nvPicPr>
            <p:cNvPr id="91" name="object 9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54135" y="3573949"/>
              <a:ext cx="100893" cy="128733"/>
            </a:xfrm>
            <a:prstGeom prst="rect">
              <a:avLst/>
            </a:prstGeom>
          </p:spPr>
        </p:pic>
        <p:pic>
          <p:nvPicPr>
            <p:cNvPr id="92" name="object 9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477429" y="3571726"/>
              <a:ext cx="195862" cy="170965"/>
            </a:xfrm>
            <a:prstGeom prst="rect">
              <a:avLst/>
            </a:prstGeom>
          </p:spPr>
        </p:pic>
        <p:pic>
          <p:nvPicPr>
            <p:cNvPr id="93" name="object 93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826575" y="3571727"/>
              <a:ext cx="240107" cy="133178"/>
            </a:xfrm>
            <a:prstGeom prst="rect">
              <a:avLst/>
            </a:prstGeom>
          </p:spPr>
        </p:pic>
        <p:sp>
          <p:nvSpPr>
            <p:cNvPr id="94" name="object 94"/>
            <p:cNvSpPr/>
            <p:nvPr/>
          </p:nvSpPr>
          <p:spPr>
            <a:xfrm>
              <a:off x="5704763" y="3608216"/>
              <a:ext cx="90170" cy="48260"/>
            </a:xfrm>
            <a:custGeom>
              <a:avLst/>
              <a:gdLst/>
              <a:ahLst/>
              <a:cxnLst/>
              <a:rect l="l" t="t" r="r" b="b"/>
              <a:pathLst>
                <a:path w="90170" h="48260">
                  <a:moveTo>
                    <a:pt x="0" y="0"/>
                  </a:moveTo>
                  <a:lnTo>
                    <a:pt x="89970" y="0"/>
                  </a:lnTo>
                </a:path>
                <a:path w="90170" h="48260">
                  <a:moveTo>
                    <a:pt x="0" y="47973"/>
                  </a:moveTo>
                  <a:lnTo>
                    <a:pt x="89970" y="47973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95" name="object 95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6226630" y="3571727"/>
              <a:ext cx="239922" cy="133178"/>
            </a:xfrm>
            <a:prstGeom prst="rect">
              <a:avLst/>
            </a:prstGeom>
          </p:spPr>
        </p:pic>
        <p:sp>
          <p:nvSpPr>
            <p:cNvPr id="96" name="object 96"/>
            <p:cNvSpPr/>
            <p:nvPr/>
          </p:nvSpPr>
          <p:spPr>
            <a:xfrm>
              <a:off x="6490619" y="3645817"/>
              <a:ext cx="63500" cy="99060"/>
            </a:xfrm>
            <a:custGeom>
              <a:avLst/>
              <a:gdLst/>
              <a:ahLst/>
              <a:cxnLst/>
              <a:rect l="l" t="t" r="r" b="b"/>
              <a:pathLst>
                <a:path w="63500" h="99060">
                  <a:moveTo>
                    <a:pt x="35544" y="0"/>
                  </a:moveTo>
                  <a:lnTo>
                    <a:pt x="22585" y="0"/>
                  </a:lnTo>
                  <a:lnTo>
                    <a:pt x="16291" y="2222"/>
                  </a:lnTo>
                  <a:lnTo>
                    <a:pt x="5924" y="10928"/>
                  </a:lnTo>
                  <a:lnTo>
                    <a:pt x="2776" y="17040"/>
                  </a:lnTo>
                  <a:lnTo>
                    <a:pt x="1295" y="25005"/>
                  </a:lnTo>
                  <a:lnTo>
                    <a:pt x="13143" y="27228"/>
                  </a:lnTo>
                  <a:lnTo>
                    <a:pt x="13884" y="21301"/>
                  </a:lnTo>
                  <a:lnTo>
                    <a:pt x="15920" y="17040"/>
                  </a:lnTo>
                  <a:lnTo>
                    <a:pt x="22029" y="11298"/>
                  </a:lnTo>
                  <a:lnTo>
                    <a:pt x="25917" y="9817"/>
                  </a:lnTo>
                  <a:lnTo>
                    <a:pt x="35173" y="9817"/>
                  </a:lnTo>
                  <a:lnTo>
                    <a:pt x="39061" y="11113"/>
                  </a:lnTo>
                  <a:lnTo>
                    <a:pt x="41838" y="14077"/>
                  </a:lnTo>
                  <a:lnTo>
                    <a:pt x="44800" y="16855"/>
                  </a:lnTo>
                  <a:lnTo>
                    <a:pt x="46281" y="20560"/>
                  </a:lnTo>
                  <a:lnTo>
                    <a:pt x="46281" y="30377"/>
                  </a:lnTo>
                  <a:lnTo>
                    <a:pt x="44244" y="34452"/>
                  </a:lnTo>
                  <a:lnTo>
                    <a:pt x="36284" y="39638"/>
                  </a:lnTo>
                  <a:lnTo>
                    <a:pt x="31656" y="40935"/>
                  </a:lnTo>
                  <a:lnTo>
                    <a:pt x="24806" y="40935"/>
                  </a:lnTo>
                  <a:lnTo>
                    <a:pt x="23510" y="51308"/>
                  </a:lnTo>
                  <a:lnTo>
                    <a:pt x="26843" y="50381"/>
                  </a:lnTo>
                  <a:lnTo>
                    <a:pt x="29620" y="50011"/>
                  </a:lnTo>
                  <a:lnTo>
                    <a:pt x="37210" y="50011"/>
                  </a:lnTo>
                  <a:lnTo>
                    <a:pt x="41838" y="51678"/>
                  </a:lnTo>
                  <a:lnTo>
                    <a:pt x="48873" y="58717"/>
                  </a:lnTo>
                  <a:lnTo>
                    <a:pt x="50724" y="63347"/>
                  </a:lnTo>
                  <a:lnTo>
                    <a:pt x="50724" y="74461"/>
                  </a:lnTo>
                  <a:lnTo>
                    <a:pt x="48687" y="79277"/>
                  </a:lnTo>
                  <a:lnTo>
                    <a:pt x="41097" y="86871"/>
                  </a:lnTo>
                  <a:lnTo>
                    <a:pt x="36284" y="88909"/>
                  </a:lnTo>
                  <a:lnTo>
                    <a:pt x="26102" y="88909"/>
                  </a:lnTo>
                  <a:lnTo>
                    <a:pt x="22029" y="87427"/>
                  </a:lnTo>
                  <a:lnTo>
                    <a:pt x="15550" y="81500"/>
                  </a:lnTo>
                  <a:lnTo>
                    <a:pt x="13329" y="76684"/>
                  </a:lnTo>
                  <a:lnTo>
                    <a:pt x="11848" y="69830"/>
                  </a:lnTo>
                  <a:lnTo>
                    <a:pt x="0" y="71497"/>
                  </a:lnTo>
                  <a:lnTo>
                    <a:pt x="925" y="79462"/>
                  </a:lnTo>
                  <a:lnTo>
                    <a:pt x="4072" y="86130"/>
                  </a:lnTo>
                  <a:lnTo>
                    <a:pt x="15180" y="96133"/>
                  </a:lnTo>
                  <a:lnTo>
                    <a:pt x="22215" y="98726"/>
                  </a:lnTo>
                  <a:lnTo>
                    <a:pt x="40172" y="98726"/>
                  </a:lnTo>
                  <a:lnTo>
                    <a:pt x="47947" y="95762"/>
                  </a:lnTo>
                  <a:lnTo>
                    <a:pt x="60165" y="84093"/>
                  </a:lnTo>
                  <a:lnTo>
                    <a:pt x="63312" y="76869"/>
                  </a:lnTo>
                  <a:lnTo>
                    <a:pt x="63312" y="62236"/>
                  </a:lnTo>
                  <a:lnTo>
                    <a:pt x="61646" y="57050"/>
                  </a:lnTo>
                  <a:lnTo>
                    <a:pt x="55352" y="48714"/>
                  </a:lnTo>
                  <a:lnTo>
                    <a:pt x="50909" y="45936"/>
                  </a:lnTo>
                  <a:lnTo>
                    <a:pt x="45170" y="44639"/>
                  </a:lnTo>
                  <a:lnTo>
                    <a:pt x="49613" y="42602"/>
                  </a:lnTo>
                  <a:lnTo>
                    <a:pt x="52945" y="40009"/>
                  </a:lnTo>
                  <a:lnTo>
                    <a:pt x="57388" y="33155"/>
                  </a:lnTo>
                  <a:lnTo>
                    <a:pt x="58499" y="29265"/>
                  </a:lnTo>
                  <a:lnTo>
                    <a:pt x="58499" y="20745"/>
                  </a:lnTo>
                  <a:lnTo>
                    <a:pt x="57388" y="16485"/>
                  </a:lnTo>
                  <a:lnTo>
                    <a:pt x="52575" y="8705"/>
                  </a:lnTo>
                  <a:lnTo>
                    <a:pt x="49243" y="5742"/>
                  </a:lnTo>
                  <a:lnTo>
                    <a:pt x="40357" y="1111"/>
                  </a:lnTo>
                  <a:lnTo>
                    <a:pt x="3554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7" name="object 97"/>
            <p:cNvSpPr/>
            <p:nvPr/>
          </p:nvSpPr>
          <p:spPr>
            <a:xfrm>
              <a:off x="6098339" y="3632111"/>
              <a:ext cx="96520" cy="0"/>
            </a:xfrm>
            <a:custGeom>
              <a:avLst/>
              <a:gdLst/>
              <a:ahLst/>
              <a:cxnLst/>
              <a:rect l="l" t="t" r="r" b="b"/>
              <a:pathLst>
                <a:path w="96520">
                  <a:moveTo>
                    <a:pt x="0" y="0"/>
                  </a:moveTo>
                  <a:lnTo>
                    <a:pt x="96450" y="0"/>
                  </a:lnTo>
                </a:path>
              </a:pathLst>
            </a:custGeom>
            <a:ln w="111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8" name="object 98"/>
          <p:cNvGrpSpPr/>
          <p:nvPr/>
        </p:nvGrpSpPr>
        <p:grpSpPr>
          <a:xfrm>
            <a:off x="2399445" y="4813363"/>
            <a:ext cx="2216150" cy="1151255"/>
            <a:chOff x="2399445" y="4813363"/>
            <a:chExt cx="2216150" cy="1151255"/>
          </a:xfrm>
        </p:grpSpPr>
        <p:sp>
          <p:nvSpPr>
            <p:cNvPr id="99" name="object 99"/>
            <p:cNvSpPr/>
            <p:nvPr/>
          </p:nvSpPr>
          <p:spPr>
            <a:xfrm>
              <a:off x="3495664" y="550303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4" h="133350">
                  <a:moveTo>
                    <a:pt x="60721" y="0"/>
                  </a:moveTo>
                  <a:lnTo>
                    <a:pt x="22767" y="12099"/>
                  </a:lnTo>
                  <a:lnTo>
                    <a:pt x="1851" y="46763"/>
                  </a:lnTo>
                  <a:lnTo>
                    <a:pt x="0" y="65589"/>
                  </a:lnTo>
                  <a:lnTo>
                    <a:pt x="416" y="74664"/>
                  </a:lnTo>
                  <a:lnTo>
                    <a:pt x="15110" y="114264"/>
                  </a:lnTo>
                  <a:lnTo>
                    <a:pt x="50423" y="132591"/>
                  </a:lnTo>
                  <a:lnTo>
                    <a:pt x="60350" y="133123"/>
                  </a:lnTo>
                  <a:lnTo>
                    <a:pt x="70072" y="132432"/>
                  </a:lnTo>
                  <a:lnTo>
                    <a:pt x="106192" y="108585"/>
                  </a:lnTo>
                  <a:lnTo>
                    <a:pt x="113666" y="90094"/>
                  </a:lnTo>
                  <a:lnTo>
                    <a:pt x="96635" y="85778"/>
                  </a:lnTo>
                  <a:lnTo>
                    <a:pt x="94445" y="93405"/>
                  </a:lnTo>
                  <a:lnTo>
                    <a:pt x="91474" y="100032"/>
                  </a:lnTo>
                  <a:lnTo>
                    <a:pt x="59054" y="118545"/>
                  </a:lnTo>
                  <a:lnTo>
                    <a:pt x="51094" y="118545"/>
                  </a:lnTo>
                  <a:lnTo>
                    <a:pt x="20135" y="87782"/>
                  </a:lnTo>
                  <a:lnTo>
                    <a:pt x="17401" y="57013"/>
                  </a:lnTo>
                  <a:lnTo>
                    <a:pt x="18882" y="48770"/>
                  </a:lnTo>
                  <a:lnTo>
                    <a:pt x="46697" y="16355"/>
                  </a:lnTo>
                  <a:lnTo>
                    <a:pt x="60350" y="14577"/>
                  </a:lnTo>
                  <a:lnTo>
                    <a:pt x="68866" y="14577"/>
                  </a:lnTo>
                  <a:lnTo>
                    <a:pt x="76086" y="16707"/>
                  </a:lnTo>
                  <a:lnTo>
                    <a:pt x="87379" y="25265"/>
                  </a:lnTo>
                  <a:lnTo>
                    <a:pt x="91636" y="32081"/>
                  </a:lnTo>
                  <a:lnTo>
                    <a:pt x="94784" y="41435"/>
                  </a:lnTo>
                  <a:lnTo>
                    <a:pt x="111445" y="37490"/>
                  </a:lnTo>
                  <a:lnTo>
                    <a:pt x="86181" y="5532"/>
                  </a:lnTo>
                  <a:lnTo>
                    <a:pt x="69948" y="614"/>
                  </a:lnTo>
                  <a:lnTo>
                    <a:pt x="6072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0" name="object 100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3836294" y="5503039"/>
              <a:ext cx="113666" cy="133123"/>
            </a:xfrm>
            <a:prstGeom prst="rect">
              <a:avLst/>
            </a:prstGeom>
          </p:spPr>
        </p:pic>
        <p:sp>
          <p:nvSpPr>
            <p:cNvPr id="101" name="object 101"/>
            <p:cNvSpPr/>
            <p:nvPr/>
          </p:nvSpPr>
          <p:spPr>
            <a:xfrm>
              <a:off x="3640617" y="5502057"/>
              <a:ext cx="163830" cy="61594"/>
            </a:xfrm>
            <a:custGeom>
              <a:avLst/>
              <a:gdLst/>
              <a:ahLst/>
              <a:cxnLst/>
              <a:rect l="l" t="t" r="r" b="b"/>
              <a:pathLst>
                <a:path w="163829" h="61595">
                  <a:moveTo>
                    <a:pt x="0" y="61347"/>
                  </a:moveTo>
                  <a:lnTo>
                    <a:pt x="163650" y="61347"/>
                  </a:lnTo>
                </a:path>
                <a:path w="163829" h="61595">
                  <a:moveTo>
                    <a:pt x="109223" y="0"/>
                  </a:moveTo>
                  <a:lnTo>
                    <a:pt x="163650" y="0"/>
                  </a:lnTo>
                </a:path>
                <a:path w="163829" h="61595">
                  <a:moveTo>
                    <a:pt x="0" y="0"/>
                  </a:moveTo>
                  <a:lnTo>
                    <a:pt x="54611" y="0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02" name="object 102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3145962" y="5186967"/>
              <a:ext cx="100893" cy="128733"/>
            </a:xfrm>
            <a:prstGeom prst="rect">
              <a:avLst/>
            </a:prstGeom>
          </p:spPr>
        </p:pic>
        <p:sp>
          <p:nvSpPr>
            <p:cNvPr id="103" name="object 103"/>
            <p:cNvSpPr/>
            <p:nvPr/>
          </p:nvSpPr>
          <p:spPr>
            <a:xfrm>
              <a:off x="3283881" y="5321979"/>
              <a:ext cx="202565" cy="181610"/>
            </a:xfrm>
            <a:custGeom>
              <a:avLst/>
              <a:gdLst/>
              <a:ahLst/>
              <a:cxnLst/>
              <a:rect l="l" t="t" r="r" b="b"/>
              <a:pathLst>
                <a:path w="202564" h="181610">
                  <a:moveTo>
                    <a:pt x="40542" y="36286"/>
                  </a:moveTo>
                  <a:lnTo>
                    <a:pt x="0" y="0"/>
                  </a:lnTo>
                </a:path>
                <a:path w="202564" h="181610">
                  <a:moveTo>
                    <a:pt x="121442" y="108858"/>
                  </a:moveTo>
                  <a:lnTo>
                    <a:pt x="81084" y="72572"/>
                  </a:lnTo>
                </a:path>
                <a:path w="202564" h="181610">
                  <a:moveTo>
                    <a:pt x="202526" y="181430"/>
                  </a:moveTo>
                  <a:lnTo>
                    <a:pt x="161984" y="145144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4" name="object 104"/>
            <p:cNvSpPr/>
            <p:nvPr/>
          </p:nvSpPr>
          <p:spPr>
            <a:xfrm>
              <a:off x="3123192" y="5657612"/>
              <a:ext cx="100965" cy="128905"/>
            </a:xfrm>
            <a:custGeom>
              <a:avLst/>
              <a:gdLst/>
              <a:ahLst/>
              <a:cxnLst/>
              <a:rect l="l" t="t" r="r" b="b"/>
              <a:pathLst>
                <a:path w="100964" h="128904">
                  <a:moveTo>
                    <a:pt x="100893" y="0"/>
                  </a:moveTo>
                  <a:lnTo>
                    <a:pt x="83861" y="0"/>
                  </a:lnTo>
                  <a:lnTo>
                    <a:pt x="83861" y="52863"/>
                  </a:lnTo>
                  <a:lnTo>
                    <a:pt x="17031" y="52863"/>
                  </a:lnTo>
                  <a:lnTo>
                    <a:pt x="17031" y="0"/>
                  </a:lnTo>
                  <a:lnTo>
                    <a:pt x="0" y="0"/>
                  </a:lnTo>
                  <a:lnTo>
                    <a:pt x="0" y="128733"/>
                  </a:lnTo>
                  <a:lnTo>
                    <a:pt x="17031" y="128733"/>
                  </a:lnTo>
                  <a:lnTo>
                    <a:pt x="17031" y="68052"/>
                  </a:lnTo>
                  <a:lnTo>
                    <a:pt x="83861" y="68052"/>
                  </a:lnTo>
                  <a:lnTo>
                    <a:pt x="83861" y="128733"/>
                  </a:lnTo>
                  <a:lnTo>
                    <a:pt x="100893" y="128733"/>
                  </a:lnTo>
                  <a:lnTo>
                    <a:pt x="10089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5" name="object 105"/>
            <p:cNvSpPr/>
            <p:nvPr/>
          </p:nvSpPr>
          <p:spPr>
            <a:xfrm>
              <a:off x="3269811" y="5575704"/>
              <a:ext cx="201295" cy="107314"/>
            </a:xfrm>
            <a:custGeom>
              <a:avLst/>
              <a:gdLst/>
              <a:ahLst/>
              <a:cxnLst/>
              <a:rect l="l" t="t" r="r" b="b"/>
              <a:pathLst>
                <a:path w="201295" h="107314">
                  <a:moveTo>
                    <a:pt x="4628" y="106802"/>
                  </a:moveTo>
                  <a:lnTo>
                    <a:pt x="0" y="95429"/>
                  </a:lnTo>
                </a:path>
                <a:path w="201295" h="107314">
                  <a:moveTo>
                    <a:pt x="53501" y="92724"/>
                  </a:moveTo>
                  <a:lnTo>
                    <a:pt x="44985" y="71571"/>
                  </a:lnTo>
                </a:path>
                <a:path w="201295" h="107314">
                  <a:moveTo>
                    <a:pt x="102559" y="78647"/>
                  </a:moveTo>
                  <a:lnTo>
                    <a:pt x="90155" y="47714"/>
                  </a:lnTo>
                </a:path>
                <a:path w="201295" h="107314">
                  <a:moveTo>
                    <a:pt x="151617" y="64551"/>
                  </a:moveTo>
                  <a:lnTo>
                    <a:pt x="135141" y="23857"/>
                  </a:lnTo>
                </a:path>
                <a:path w="201295" h="107314">
                  <a:moveTo>
                    <a:pt x="200675" y="50474"/>
                  </a:moveTo>
                  <a:lnTo>
                    <a:pt x="180311" y="0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6" name="object 106"/>
            <p:cNvSpPr/>
            <p:nvPr/>
          </p:nvSpPr>
          <p:spPr>
            <a:xfrm>
              <a:off x="3237229" y="5804941"/>
              <a:ext cx="121285" cy="154940"/>
            </a:xfrm>
            <a:custGeom>
              <a:avLst/>
              <a:gdLst/>
              <a:ahLst/>
              <a:cxnLst/>
              <a:rect l="l" t="t" r="r" b="b"/>
              <a:pathLst>
                <a:path w="121285" h="154939">
                  <a:moveTo>
                    <a:pt x="121071" y="0"/>
                  </a:moveTo>
                  <a:lnTo>
                    <a:pt x="100708" y="0"/>
                  </a:lnTo>
                  <a:lnTo>
                    <a:pt x="100708" y="63421"/>
                  </a:lnTo>
                  <a:lnTo>
                    <a:pt x="20363" y="63421"/>
                  </a:lnTo>
                  <a:lnTo>
                    <a:pt x="20363" y="0"/>
                  </a:lnTo>
                  <a:lnTo>
                    <a:pt x="0" y="0"/>
                  </a:lnTo>
                  <a:lnTo>
                    <a:pt x="0" y="154461"/>
                  </a:lnTo>
                  <a:lnTo>
                    <a:pt x="20363" y="154461"/>
                  </a:lnTo>
                  <a:lnTo>
                    <a:pt x="20363" y="81648"/>
                  </a:lnTo>
                  <a:lnTo>
                    <a:pt x="100708" y="81648"/>
                  </a:lnTo>
                  <a:lnTo>
                    <a:pt x="100708" y="154461"/>
                  </a:lnTo>
                  <a:lnTo>
                    <a:pt x="121071" y="154461"/>
                  </a:lnTo>
                  <a:lnTo>
                    <a:pt x="12107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7" name="object 107"/>
            <p:cNvSpPr/>
            <p:nvPr/>
          </p:nvSpPr>
          <p:spPr>
            <a:xfrm>
              <a:off x="3380701" y="5647146"/>
              <a:ext cx="104775" cy="131445"/>
            </a:xfrm>
            <a:custGeom>
              <a:avLst/>
              <a:gdLst/>
              <a:ahLst/>
              <a:cxnLst/>
              <a:rect l="l" t="t" r="r" b="b"/>
              <a:pathLst>
                <a:path w="104775" h="131445">
                  <a:moveTo>
                    <a:pt x="0" y="130844"/>
                  </a:moveTo>
                  <a:lnTo>
                    <a:pt x="104410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8" name="object 108"/>
            <p:cNvSpPr/>
            <p:nvPr/>
          </p:nvSpPr>
          <p:spPr>
            <a:xfrm>
              <a:off x="3355709" y="5640311"/>
              <a:ext cx="137160" cy="158750"/>
            </a:xfrm>
            <a:custGeom>
              <a:avLst/>
              <a:gdLst/>
              <a:ahLst/>
              <a:cxnLst/>
              <a:rect l="l" t="t" r="r" b="b"/>
              <a:pathLst>
                <a:path w="137160" h="158750">
                  <a:moveTo>
                    <a:pt x="128291" y="0"/>
                  </a:moveTo>
                  <a:lnTo>
                    <a:pt x="0" y="123546"/>
                  </a:lnTo>
                  <a:lnTo>
                    <a:pt x="43134" y="158480"/>
                  </a:lnTo>
                  <a:lnTo>
                    <a:pt x="136992" y="7001"/>
                  </a:lnTo>
                  <a:lnTo>
                    <a:pt x="12829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9" name="object 109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4288185" y="5396959"/>
              <a:ext cx="239922" cy="133123"/>
            </a:xfrm>
            <a:prstGeom prst="rect">
              <a:avLst/>
            </a:prstGeom>
          </p:spPr>
        </p:pic>
        <p:sp>
          <p:nvSpPr>
            <p:cNvPr id="110" name="object 110"/>
            <p:cNvSpPr/>
            <p:nvPr/>
          </p:nvSpPr>
          <p:spPr>
            <a:xfrm>
              <a:off x="4552173" y="5470995"/>
              <a:ext cx="63500" cy="99060"/>
            </a:xfrm>
            <a:custGeom>
              <a:avLst/>
              <a:gdLst/>
              <a:ahLst/>
              <a:cxnLst/>
              <a:rect l="l" t="t" r="r" b="b"/>
              <a:pathLst>
                <a:path w="63500" h="99060">
                  <a:moveTo>
                    <a:pt x="35544" y="0"/>
                  </a:moveTo>
                  <a:lnTo>
                    <a:pt x="22585" y="0"/>
                  </a:lnTo>
                  <a:lnTo>
                    <a:pt x="16291" y="2185"/>
                  </a:lnTo>
                  <a:lnTo>
                    <a:pt x="5924" y="10928"/>
                  </a:lnTo>
                  <a:lnTo>
                    <a:pt x="2591" y="17077"/>
                  </a:lnTo>
                  <a:lnTo>
                    <a:pt x="1295" y="25024"/>
                  </a:lnTo>
                  <a:lnTo>
                    <a:pt x="13143" y="27135"/>
                  </a:lnTo>
                  <a:lnTo>
                    <a:pt x="13884" y="21338"/>
                  </a:lnTo>
                  <a:lnTo>
                    <a:pt x="15920" y="16985"/>
                  </a:lnTo>
                  <a:lnTo>
                    <a:pt x="22029" y="11206"/>
                  </a:lnTo>
                  <a:lnTo>
                    <a:pt x="25917" y="9742"/>
                  </a:lnTo>
                  <a:lnTo>
                    <a:pt x="35173" y="9742"/>
                  </a:lnTo>
                  <a:lnTo>
                    <a:pt x="38876" y="11169"/>
                  </a:lnTo>
                  <a:lnTo>
                    <a:pt x="44800" y="16892"/>
                  </a:lnTo>
                  <a:lnTo>
                    <a:pt x="46281" y="20486"/>
                  </a:lnTo>
                  <a:lnTo>
                    <a:pt x="46281" y="30321"/>
                  </a:lnTo>
                  <a:lnTo>
                    <a:pt x="44244" y="34378"/>
                  </a:lnTo>
                  <a:lnTo>
                    <a:pt x="36284" y="39657"/>
                  </a:lnTo>
                  <a:lnTo>
                    <a:pt x="31656" y="40972"/>
                  </a:lnTo>
                  <a:lnTo>
                    <a:pt x="24621" y="40842"/>
                  </a:lnTo>
                  <a:lnTo>
                    <a:pt x="23325" y="51233"/>
                  </a:lnTo>
                  <a:lnTo>
                    <a:pt x="26658" y="50363"/>
                  </a:lnTo>
                  <a:lnTo>
                    <a:pt x="29434" y="49918"/>
                  </a:lnTo>
                  <a:lnTo>
                    <a:pt x="37210" y="49918"/>
                  </a:lnTo>
                  <a:lnTo>
                    <a:pt x="41838" y="51697"/>
                  </a:lnTo>
                  <a:lnTo>
                    <a:pt x="48873" y="58754"/>
                  </a:lnTo>
                  <a:lnTo>
                    <a:pt x="50724" y="63255"/>
                  </a:lnTo>
                  <a:lnTo>
                    <a:pt x="50724" y="74405"/>
                  </a:lnTo>
                  <a:lnTo>
                    <a:pt x="48687" y="79184"/>
                  </a:lnTo>
                  <a:lnTo>
                    <a:pt x="41097" y="86908"/>
                  </a:lnTo>
                  <a:lnTo>
                    <a:pt x="36284" y="88853"/>
                  </a:lnTo>
                  <a:lnTo>
                    <a:pt x="26102" y="88853"/>
                  </a:lnTo>
                  <a:lnTo>
                    <a:pt x="22029" y="87371"/>
                  </a:lnTo>
                  <a:lnTo>
                    <a:pt x="15550" y="81444"/>
                  </a:lnTo>
                  <a:lnTo>
                    <a:pt x="13143" y="76591"/>
                  </a:lnTo>
                  <a:lnTo>
                    <a:pt x="11848" y="69886"/>
                  </a:lnTo>
                  <a:lnTo>
                    <a:pt x="0" y="71460"/>
                  </a:lnTo>
                  <a:lnTo>
                    <a:pt x="740" y="79499"/>
                  </a:lnTo>
                  <a:lnTo>
                    <a:pt x="4072" y="86038"/>
                  </a:lnTo>
                  <a:lnTo>
                    <a:pt x="15180" y="96133"/>
                  </a:lnTo>
                  <a:lnTo>
                    <a:pt x="22215" y="98652"/>
                  </a:lnTo>
                  <a:lnTo>
                    <a:pt x="40172" y="98652"/>
                  </a:lnTo>
                  <a:lnTo>
                    <a:pt x="47762" y="95725"/>
                  </a:lnTo>
                  <a:lnTo>
                    <a:pt x="60165" y="84000"/>
                  </a:lnTo>
                  <a:lnTo>
                    <a:pt x="63127" y="76850"/>
                  </a:lnTo>
                  <a:lnTo>
                    <a:pt x="63127" y="62199"/>
                  </a:lnTo>
                  <a:lnTo>
                    <a:pt x="61646" y="56994"/>
                  </a:lnTo>
                  <a:lnTo>
                    <a:pt x="55352" y="48696"/>
                  </a:lnTo>
                  <a:lnTo>
                    <a:pt x="50909" y="45973"/>
                  </a:lnTo>
                  <a:lnTo>
                    <a:pt x="45170" y="44658"/>
                  </a:lnTo>
                  <a:lnTo>
                    <a:pt x="49613" y="42639"/>
                  </a:lnTo>
                  <a:lnTo>
                    <a:pt x="52945" y="39916"/>
                  </a:lnTo>
                  <a:lnTo>
                    <a:pt x="57388" y="33063"/>
                  </a:lnTo>
                  <a:lnTo>
                    <a:pt x="58499" y="29265"/>
                  </a:lnTo>
                  <a:lnTo>
                    <a:pt x="58499" y="20708"/>
                  </a:lnTo>
                  <a:lnTo>
                    <a:pt x="57388" y="16559"/>
                  </a:lnTo>
                  <a:lnTo>
                    <a:pt x="52575" y="8742"/>
                  </a:lnTo>
                  <a:lnTo>
                    <a:pt x="49243" y="5649"/>
                  </a:lnTo>
                  <a:lnTo>
                    <a:pt x="40357" y="1129"/>
                  </a:lnTo>
                  <a:lnTo>
                    <a:pt x="3554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1" name="object 111"/>
            <p:cNvSpPr/>
            <p:nvPr/>
          </p:nvSpPr>
          <p:spPr>
            <a:xfrm>
              <a:off x="3984765" y="5478404"/>
              <a:ext cx="267970" cy="64769"/>
            </a:xfrm>
            <a:custGeom>
              <a:avLst/>
              <a:gdLst/>
              <a:ahLst/>
              <a:cxnLst/>
              <a:rect l="l" t="t" r="r" b="b"/>
              <a:pathLst>
                <a:path w="267970" h="64770">
                  <a:moveTo>
                    <a:pt x="267876" y="0"/>
                  </a:moveTo>
                  <a:lnTo>
                    <a:pt x="0" y="64477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2" name="object 112"/>
            <p:cNvSpPr/>
            <p:nvPr/>
          </p:nvSpPr>
          <p:spPr>
            <a:xfrm>
              <a:off x="3980129" y="5116601"/>
              <a:ext cx="399415" cy="431800"/>
            </a:xfrm>
            <a:custGeom>
              <a:avLst/>
              <a:gdLst/>
              <a:ahLst/>
              <a:cxnLst/>
              <a:rect l="l" t="t" r="r" b="b"/>
              <a:pathLst>
                <a:path w="399414" h="431800">
                  <a:moveTo>
                    <a:pt x="185496" y="90093"/>
                  </a:moveTo>
                  <a:lnTo>
                    <a:pt x="168465" y="85801"/>
                  </a:lnTo>
                  <a:lnTo>
                    <a:pt x="166281" y="93421"/>
                  </a:lnTo>
                  <a:lnTo>
                    <a:pt x="163258" y="100101"/>
                  </a:lnTo>
                  <a:lnTo>
                    <a:pt x="130695" y="118554"/>
                  </a:lnTo>
                  <a:lnTo>
                    <a:pt x="122923" y="118554"/>
                  </a:lnTo>
                  <a:lnTo>
                    <a:pt x="91960" y="87795"/>
                  </a:lnTo>
                  <a:lnTo>
                    <a:pt x="89230" y="65595"/>
                  </a:lnTo>
                  <a:lnTo>
                    <a:pt x="89230" y="57023"/>
                  </a:lnTo>
                  <a:lnTo>
                    <a:pt x="90525" y="48780"/>
                  </a:lnTo>
                  <a:lnTo>
                    <a:pt x="93306" y="40792"/>
                  </a:lnTo>
                  <a:lnTo>
                    <a:pt x="95897" y="32804"/>
                  </a:lnTo>
                  <a:lnTo>
                    <a:pt x="131991" y="14579"/>
                  </a:lnTo>
                  <a:lnTo>
                    <a:pt x="140690" y="14579"/>
                  </a:lnTo>
                  <a:lnTo>
                    <a:pt x="147726" y="16713"/>
                  </a:lnTo>
                  <a:lnTo>
                    <a:pt x="159207" y="25273"/>
                  </a:lnTo>
                  <a:lnTo>
                    <a:pt x="163461" y="32080"/>
                  </a:lnTo>
                  <a:lnTo>
                    <a:pt x="166433" y="41452"/>
                  </a:lnTo>
                  <a:lnTo>
                    <a:pt x="183273" y="37490"/>
                  </a:lnTo>
                  <a:lnTo>
                    <a:pt x="180149" y="29083"/>
                  </a:lnTo>
                  <a:lnTo>
                    <a:pt x="176060" y="21678"/>
                  </a:lnTo>
                  <a:lnTo>
                    <a:pt x="170992" y="15252"/>
                  </a:lnTo>
                  <a:lnTo>
                    <a:pt x="170230" y="14579"/>
                  </a:lnTo>
                  <a:lnTo>
                    <a:pt x="164947" y="9842"/>
                  </a:lnTo>
                  <a:lnTo>
                    <a:pt x="157924" y="5537"/>
                  </a:lnTo>
                  <a:lnTo>
                    <a:pt x="150190" y="2463"/>
                  </a:lnTo>
                  <a:lnTo>
                    <a:pt x="141668" y="622"/>
                  </a:lnTo>
                  <a:lnTo>
                    <a:pt x="132359" y="0"/>
                  </a:lnTo>
                  <a:lnTo>
                    <a:pt x="124066" y="495"/>
                  </a:lnTo>
                  <a:lnTo>
                    <a:pt x="88671" y="17348"/>
                  </a:lnTo>
                  <a:lnTo>
                    <a:pt x="72136" y="55867"/>
                  </a:lnTo>
                  <a:lnTo>
                    <a:pt x="71640" y="65595"/>
                  </a:lnTo>
                  <a:lnTo>
                    <a:pt x="72059" y="74663"/>
                  </a:lnTo>
                  <a:lnTo>
                    <a:pt x="86804" y="114274"/>
                  </a:lnTo>
                  <a:lnTo>
                    <a:pt x="122250" y="132600"/>
                  </a:lnTo>
                  <a:lnTo>
                    <a:pt x="132181" y="133121"/>
                  </a:lnTo>
                  <a:lnTo>
                    <a:pt x="141795" y="132435"/>
                  </a:lnTo>
                  <a:lnTo>
                    <a:pt x="177952" y="108585"/>
                  </a:lnTo>
                  <a:lnTo>
                    <a:pt x="182232" y="99961"/>
                  </a:lnTo>
                  <a:lnTo>
                    <a:pt x="185496" y="90093"/>
                  </a:lnTo>
                  <a:close/>
                </a:path>
                <a:path w="399414" h="431800">
                  <a:moveTo>
                    <a:pt x="282321" y="388848"/>
                  </a:moveTo>
                  <a:lnTo>
                    <a:pt x="269544" y="334746"/>
                  </a:lnTo>
                  <a:lnTo>
                    <a:pt x="0" y="420878"/>
                  </a:lnTo>
                  <a:lnTo>
                    <a:pt x="2590" y="431698"/>
                  </a:lnTo>
                  <a:lnTo>
                    <a:pt x="282321" y="388848"/>
                  </a:lnTo>
                  <a:close/>
                </a:path>
                <a:path w="399414" h="431800">
                  <a:moveTo>
                    <a:pt x="311746" y="2209"/>
                  </a:moveTo>
                  <a:lnTo>
                    <a:pt x="294716" y="2209"/>
                  </a:lnTo>
                  <a:lnTo>
                    <a:pt x="294716" y="55054"/>
                  </a:lnTo>
                  <a:lnTo>
                    <a:pt x="227888" y="55054"/>
                  </a:lnTo>
                  <a:lnTo>
                    <a:pt x="227888" y="2209"/>
                  </a:lnTo>
                  <a:lnTo>
                    <a:pt x="210858" y="2209"/>
                  </a:lnTo>
                  <a:lnTo>
                    <a:pt x="210858" y="130924"/>
                  </a:lnTo>
                  <a:lnTo>
                    <a:pt x="227888" y="130924"/>
                  </a:lnTo>
                  <a:lnTo>
                    <a:pt x="227888" y="70243"/>
                  </a:lnTo>
                  <a:lnTo>
                    <a:pt x="294716" y="70243"/>
                  </a:lnTo>
                  <a:lnTo>
                    <a:pt x="294716" y="130924"/>
                  </a:lnTo>
                  <a:lnTo>
                    <a:pt x="311746" y="130924"/>
                  </a:lnTo>
                  <a:lnTo>
                    <a:pt x="311746" y="70243"/>
                  </a:lnTo>
                  <a:lnTo>
                    <a:pt x="311746" y="55054"/>
                  </a:lnTo>
                  <a:lnTo>
                    <a:pt x="311746" y="2209"/>
                  </a:lnTo>
                  <a:close/>
                </a:path>
                <a:path w="399414" h="431800">
                  <a:moveTo>
                    <a:pt x="398945" y="136232"/>
                  </a:moveTo>
                  <a:lnTo>
                    <a:pt x="397459" y="131051"/>
                  </a:lnTo>
                  <a:lnTo>
                    <a:pt x="390982" y="122758"/>
                  </a:lnTo>
                  <a:lnTo>
                    <a:pt x="386727" y="120015"/>
                  </a:lnTo>
                  <a:lnTo>
                    <a:pt x="380987" y="118694"/>
                  </a:lnTo>
                  <a:lnTo>
                    <a:pt x="385241" y="116674"/>
                  </a:lnTo>
                  <a:lnTo>
                    <a:pt x="388581" y="113957"/>
                  </a:lnTo>
                  <a:lnTo>
                    <a:pt x="393204" y="107099"/>
                  </a:lnTo>
                  <a:lnTo>
                    <a:pt x="394322" y="103301"/>
                  </a:lnTo>
                  <a:lnTo>
                    <a:pt x="394322" y="94742"/>
                  </a:lnTo>
                  <a:lnTo>
                    <a:pt x="371182" y="74041"/>
                  </a:lnTo>
                  <a:lnTo>
                    <a:pt x="358406" y="74041"/>
                  </a:lnTo>
                  <a:lnTo>
                    <a:pt x="351929" y="76225"/>
                  </a:lnTo>
                  <a:lnTo>
                    <a:pt x="341744" y="84963"/>
                  </a:lnTo>
                  <a:lnTo>
                    <a:pt x="338404" y="91122"/>
                  </a:lnTo>
                  <a:lnTo>
                    <a:pt x="336931" y="99060"/>
                  </a:lnTo>
                  <a:lnTo>
                    <a:pt x="348780" y="101180"/>
                  </a:lnTo>
                  <a:lnTo>
                    <a:pt x="349707" y="95377"/>
                  </a:lnTo>
                  <a:lnTo>
                    <a:pt x="351739" y="91046"/>
                  </a:lnTo>
                  <a:lnTo>
                    <a:pt x="357847" y="85242"/>
                  </a:lnTo>
                  <a:lnTo>
                    <a:pt x="361734" y="83807"/>
                  </a:lnTo>
                  <a:lnTo>
                    <a:pt x="370992" y="83807"/>
                  </a:lnTo>
                  <a:lnTo>
                    <a:pt x="374700" y="85229"/>
                  </a:lnTo>
                  <a:lnTo>
                    <a:pt x="380619" y="90932"/>
                  </a:lnTo>
                  <a:lnTo>
                    <a:pt x="382104" y="94526"/>
                  </a:lnTo>
                  <a:lnTo>
                    <a:pt x="382104" y="104355"/>
                  </a:lnTo>
                  <a:lnTo>
                    <a:pt x="380060" y="108419"/>
                  </a:lnTo>
                  <a:lnTo>
                    <a:pt x="371919" y="113703"/>
                  </a:lnTo>
                  <a:lnTo>
                    <a:pt x="367474" y="115011"/>
                  </a:lnTo>
                  <a:lnTo>
                    <a:pt x="360438" y="114884"/>
                  </a:lnTo>
                  <a:lnTo>
                    <a:pt x="359143" y="125298"/>
                  </a:lnTo>
                  <a:lnTo>
                    <a:pt x="362470" y="124409"/>
                  </a:lnTo>
                  <a:lnTo>
                    <a:pt x="365252" y="123964"/>
                  </a:lnTo>
                  <a:lnTo>
                    <a:pt x="373024" y="123964"/>
                  </a:lnTo>
                  <a:lnTo>
                    <a:pt x="377469" y="125742"/>
                  </a:lnTo>
                  <a:lnTo>
                    <a:pt x="384695" y="132791"/>
                  </a:lnTo>
                  <a:lnTo>
                    <a:pt x="386359" y="137299"/>
                  </a:lnTo>
                  <a:lnTo>
                    <a:pt x="386359" y="148450"/>
                  </a:lnTo>
                  <a:lnTo>
                    <a:pt x="384505" y="153225"/>
                  </a:lnTo>
                  <a:lnTo>
                    <a:pt x="376732" y="160947"/>
                  </a:lnTo>
                  <a:lnTo>
                    <a:pt x="372097" y="162890"/>
                  </a:lnTo>
                  <a:lnTo>
                    <a:pt x="361924" y="162890"/>
                  </a:lnTo>
                  <a:lnTo>
                    <a:pt x="357847" y="161417"/>
                  </a:lnTo>
                  <a:lnTo>
                    <a:pt x="351370" y="155486"/>
                  </a:lnTo>
                  <a:lnTo>
                    <a:pt x="348957" y="150634"/>
                  </a:lnTo>
                  <a:lnTo>
                    <a:pt x="347662" y="143929"/>
                  </a:lnTo>
                  <a:lnTo>
                    <a:pt x="335813" y="145503"/>
                  </a:lnTo>
                  <a:lnTo>
                    <a:pt x="336562" y="153543"/>
                  </a:lnTo>
                  <a:lnTo>
                    <a:pt x="339699" y="160083"/>
                  </a:lnTo>
                  <a:lnTo>
                    <a:pt x="351002" y="170167"/>
                  </a:lnTo>
                  <a:lnTo>
                    <a:pt x="358038" y="172694"/>
                  </a:lnTo>
                  <a:lnTo>
                    <a:pt x="375805" y="172694"/>
                  </a:lnTo>
                  <a:lnTo>
                    <a:pt x="383578" y="169760"/>
                  </a:lnTo>
                  <a:lnTo>
                    <a:pt x="395986" y="158038"/>
                  </a:lnTo>
                  <a:lnTo>
                    <a:pt x="398945" y="150914"/>
                  </a:lnTo>
                  <a:lnTo>
                    <a:pt x="398945" y="1362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3" name="object 113"/>
            <p:cNvSpPr/>
            <p:nvPr/>
          </p:nvSpPr>
          <p:spPr>
            <a:xfrm>
              <a:off x="3918119" y="5269726"/>
              <a:ext cx="143510" cy="221615"/>
            </a:xfrm>
            <a:custGeom>
              <a:avLst/>
              <a:gdLst/>
              <a:ahLst/>
              <a:cxnLst/>
              <a:rect l="l" t="t" r="r" b="b"/>
              <a:pathLst>
                <a:path w="143510" h="221614">
                  <a:moveTo>
                    <a:pt x="132734" y="0"/>
                  </a:moveTo>
                  <a:lnTo>
                    <a:pt x="143286" y="5908"/>
                  </a:lnTo>
                </a:path>
                <a:path w="143510" h="221614">
                  <a:moveTo>
                    <a:pt x="106261" y="38879"/>
                  </a:moveTo>
                  <a:lnTo>
                    <a:pt x="124218" y="48937"/>
                  </a:lnTo>
                </a:path>
                <a:path w="143510" h="221614">
                  <a:moveTo>
                    <a:pt x="79603" y="77777"/>
                  </a:moveTo>
                  <a:lnTo>
                    <a:pt x="104965" y="91965"/>
                  </a:lnTo>
                </a:path>
                <a:path w="143510" h="221614">
                  <a:moveTo>
                    <a:pt x="53130" y="116674"/>
                  </a:moveTo>
                  <a:lnTo>
                    <a:pt x="85898" y="134993"/>
                  </a:lnTo>
                </a:path>
                <a:path w="143510" h="221614">
                  <a:moveTo>
                    <a:pt x="26472" y="155554"/>
                  </a:moveTo>
                  <a:lnTo>
                    <a:pt x="66645" y="178022"/>
                  </a:lnTo>
                </a:path>
                <a:path w="143510" h="221614">
                  <a:moveTo>
                    <a:pt x="0" y="194451"/>
                  </a:moveTo>
                  <a:lnTo>
                    <a:pt x="47577" y="221050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4" name="object 114"/>
            <p:cNvSpPr/>
            <p:nvPr/>
          </p:nvSpPr>
          <p:spPr>
            <a:xfrm>
              <a:off x="4196733" y="5835819"/>
              <a:ext cx="120014" cy="128905"/>
            </a:xfrm>
            <a:custGeom>
              <a:avLst/>
              <a:gdLst/>
              <a:ahLst/>
              <a:cxnLst/>
              <a:rect l="l" t="t" r="r" b="b"/>
              <a:pathLst>
                <a:path w="120014" h="128904">
                  <a:moveTo>
                    <a:pt x="115703" y="0"/>
                  </a:moveTo>
                  <a:lnTo>
                    <a:pt x="85527" y="0"/>
                  </a:lnTo>
                  <a:lnTo>
                    <a:pt x="60350" y="41361"/>
                  </a:lnTo>
                  <a:lnTo>
                    <a:pt x="34433" y="0"/>
                  </a:lnTo>
                  <a:lnTo>
                    <a:pt x="4072" y="0"/>
                  </a:lnTo>
                  <a:lnTo>
                    <a:pt x="43874" y="61551"/>
                  </a:lnTo>
                  <a:lnTo>
                    <a:pt x="0" y="128714"/>
                  </a:lnTo>
                  <a:lnTo>
                    <a:pt x="31101" y="128714"/>
                  </a:lnTo>
                  <a:lnTo>
                    <a:pt x="59795" y="84204"/>
                  </a:lnTo>
                  <a:lnTo>
                    <a:pt x="88304" y="128714"/>
                  </a:lnTo>
                  <a:lnTo>
                    <a:pt x="119590" y="128714"/>
                  </a:lnTo>
                  <a:lnTo>
                    <a:pt x="75716" y="62514"/>
                  </a:lnTo>
                  <a:lnTo>
                    <a:pt x="11570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5" name="object 115"/>
            <p:cNvSpPr/>
            <p:nvPr/>
          </p:nvSpPr>
          <p:spPr>
            <a:xfrm>
              <a:off x="3969584" y="5633384"/>
              <a:ext cx="207010" cy="191135"/>
            </a:xfrm>
            <a:custGeom>
              <a:avLst/>
              <a:gdLst/>
              <a:ahLst/>
              <a:cxnLst/>
              <a:rect l="l" t="t" r="r" b="b"/>
              <a:pathLst>
                <a:path w="207010" h="191135">
                  <a:moveTo>
                    <a:pt x="176979" y="163537"/>
                  </a:moveTo>
                  <a:lnTo>
                    <a:pt x="206414" y="190784"/>
                  </a:lnTo>
                </a:path>
                <a:path w="207010" h="191135">
                  <a:moveTo>
                    <a:pt x="118109" y="109024"/>
                  </a:moveTo>
                  <a:lnTo>
                    <a:pt x="147544" y="136271"/>
                  </a:lnTo>
                </a:path>
                <a:path w="207010" h="191135">
                  <a:moveTo>
                    <a:pt x="59054" y="54512"/>
                  </a:moveTo>
                  <a:lnTo>
                    <a:pt x="88489" y="81759"/>
                  </a:lnTo>
                </a:path>
                <a:path w="207010" h="191135">
                  <a:moveTo>
                    <a:pt x="0" y="0"/>
                  </a:moveTo>
                  <a:lnTo>
                    <a:pt x="29620" y="27265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16" name="object 116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2787930" y="4813363"/>
              <a:ext cx="338779" cy="362044"/>
            </a:xfrm>
            <a:prstGeom prst="rect">
              <a:avLst/>
            </a:prstGeom>
          </p:spPr>
        </p:pic>
        <p:sp>
          <p:nvSpPr>
            <p:cNvPr id="117" name="object 117"/>
            <p:cNvSpPr/>
            <p:nvPr/>
          </p:nvSpPr>
          <p:spPr>
            <a:xfrm>
              <a:off x="3976801" y="5808967"/>
              <a:ext cx="143510" cy="131445"/>
            </a:xfrm>
            <a:custGeom>
              <a:avLst/>
              <a:gdLst/>
              <a:ahLst/>
              <a:cxnLst/>
              <a:rect l="l" t="t" r="r" b="b"/>
              <a:pathLst>
                <a:path w="143510" h="131445">
                  <a:moveTo>
                    <a:pt x="80149" y="77444"/>
                  </a:moveTo>
                  <a:lnTo>
                    <a:pt x="61277" y="51168"/>
                  </a:lnTo>
                  <a:lnTo>
                    <a:pt x="61277" y="87630"/>
                  </a:lnTo>
                  <a:lnTo>
                    <a:pt x="61277" y="100926"/>
                  </a:lnTo>
                  <a:lnTo>
                    <a:pt x="59423" y="107988"/>
                  </a:lnTo>
                  <a:lnTo>
                    <a:pt x="55714" y="113436"/>
                  </a:lnTo>
                  <a:lnTo>
                    <a:pt x="51828" y="118897"/>
                  </a:lnTo>
                  <a:lnTo>
                    <a:pt x="46647" y="121615"/>
                  </a:lnTo>
                  <a:lnTo>
                    <a:pt x="34798" y="121615"/>
                  </a:lnTo>
                  <a:lnTo>
                    <a:pt x="29984" y="119024"/>
                  </a:lnTo>
                  <a:lnTo>
                    <a:pt x="21475" y="108635"/>
                  </a:lnTo>
                  <a:lnTo>
                    <a:pt x="19265" y="100926"/>
                  </a:lnTo>
                  <a:lnTo>
                    <a:pt x="19265" y="80149"/>
                  </a:lnTo>
                  <a:lnTo>
                    <a:pt x="44246" y="56807"/>
                  </a:lnTo>
                  <a:lnTo>
                    <a:pt x="49606" y="62890"/>
                  </a:lnTo>
                  <a:lnTo>
                    <a:pt x="61277" y="87630"/>
                  </a:lnTo>
                  <a:lnTo>
                    <a:pt x="61277" y="51168"/>
                  </a:lnTo>
                  <a:lnTo>
                    <a:pt x="52679" y="45300"/>
                  </a:lnTo>
                  <a:lnTo>
                    <a:pt x="42024" y="39179"/>
                  </a:lnTo>
                  <a:lnTo>
                    <a:pt x="33324" y="33083"/>
                  </a:lnTo>
                  <a:lnTo>
                    <a:pt x="27393" y="28549"/>
                  </a:lnTo>
                  <a:lnTo>
                    <a:pt x="24599" y="25565"/>
                  </a:lnTo>
                  <a:lnTo>
                    <a:pt x="21653" y="22618"/>
                  </a:lnTo>
                  <a:lnTo>
                    <a:pt x="20358" y="20066"/>
                  </a:lnTo>
                  <a:lnTo>
                    <a:pt x="20358" y="15760"/>
                  </a:lnTo>
                  <a:lnTo>
                    <a:pt x="21475" y="13728"/>
                  </a:lnTo>
                  <a:lnTo>
                    <a:pt x="26289" y="9842"/>
                  </a:lnTo>
                  <a:lnTo>
                    <a:pt x="29806" y="8877"/>
                  </a:lnTo>
                  <a:lnTo>
                    <a:pt x="37947" y="8877"/>
                  </a:lnTo>
                  <a:lnTo>
                    <a:pt x="41097" y="9486"/>
                  </a:lnTo>
                  <a:lnTo>
                    <a:pt x="45351" y="11684"/>
                  </a:lnTo>
                  <a:lnTo>
                    <a:pt x="48133" y="14097"/>
                  </a:lnTo>
                  <a:lnTo>
                    <a:pt x="51650" y="17983"/>
                  </a:lnTo>
                  <a:lnTo>
                    <a:pt x="55346" y="21882"/>
                  </a:lnTo>
                  <a:lnTo>
                    <a:pt x="58686" y="24396"/>
                  </a:lnTo>
                  <a:lnTo>
                    <a:pt x="61823" y="25565"/>
                  </a:lnTo>
                  <a:lnTo>
                    <a:pt x="61645" y="26136"/>
                  </a:lnTo>
                  <a:lnTo>
                    <a:pt x="62204" y="26428"/>
                  </a:lnTo>
                  <a:lnTo>
                    <a:pt x="66636" y="26428"/>
                  </a:lnTo>
                  <a:lnTo>
                    <a:pt x="68859" y="25565"/>
                  </a:lnTo>
                  <a:lnTo>
                    <a:pt x="70523" y="23799"/>
                  </a:lnTo>
                  <a:lnTo>
                    <a:pt x="72377" y="22047"/>
                  </a:lnTo>
                  <a:lnTo>
                    <a:pt x="73253" y="20066"/>
                  </a:lnTo>
                  <a:lnTo>
                    <a:pt x="73304" y="13258"/>
                  </a:lnTo>
                  <a:lnTo>
                    <a:pt x="71081" y="9652"/>
                  </a:lnTo>
                  <a:lnTo>
                    <a:pt x="69926" y="8877"/>
                  </a:lnTo>
                  <a:lnTo>
                    <a:pt x="66636" y="6654"/>
                  </a:lnTo>
                  <a:lnTo>
                    <a:pt x="61302" y="3746"/>
                  </a:lnTo>
                  <a:lnTo>
                    <a:pt x="55029" y="1663"/>
                  </a:lnTo>
                  <a:lnTo>
                    <a:pt x="47840" y="419"/>
                  </a:lnTo>
                  <a:lnTo>
                    <a:pt x="39801" y="0"/>
                  </a:lnTo>
                  <a:lnTo>
                    <a:pt x="29806" y="0"/>
                  </a:lnTo>
                  <a:lnTo>
                    <a:pt x="22390" y="1892"/>
                  </a:lnTo>
                  <a:lnTo>
                    <a:pt x="17767" y="5626"/>
                  </a:lnTo>
                  <a:lnTo>
                    <a:pt x="12954" y="9398"/>
                  </a:lnTo>
                  <a:lnTo>
                    <a:pt x="10604" y="13728"/>
                  </a:lnTo>
                  <a:lnTo>
                    <a:pt x="10604" y="22618"/>
                  </a:lnTo>
                  <a:lnTo>
                    <a:pt x="11861" y="26136"/>
                  </a:lnTo>
                  <a:lnTo>
                    <a:pt x="14617" y="29946"/>
                  </a:lnTo>
                  <a:lnTo>
                    <a:pt x="17208" y="33769"/>
                  </a:lnTo>
                  <a:lnTo>
                    <a:pt x="22771" y="38366"/>
                  </a:lnTo>
                  <a:lnTo>
                    <a:pt x="30911" y="43738"/>
                  </a:lnTo>
                  <a:lnTo>
                    <a:pt x="34061" y="47066"/>
                  </a:lnTo>
                  <a:lnTo>
                    <a:pt x="36652" y="49136"/>
                  </a:lnTo>
                  <a:lnTo>
                    <a:pt x="38506" y="49961"/>
                  </a:lnTo>
                  <a:lnTo>
                    <a:pt x="29984" y="51955"/>
                  </a:lnTo>
                  <a:lnTo>
                    <a:pt x="4254" y="74002"/>
                  </a:lnTo>
                  <a:lnTo>
                    <a:pt x="1295" y="80149"/>
                  </a:lnTo>
                  <a:lnTo>
                    <a:pt x="88" y="85966"/>
                  </a:lnTo>
                  <a:lnTo>
                    <a:pt x="0" y="92824"/>
                  </a:lnTo>
                  <a:lnTo>
                    <a:pt x="660" y="100584"/>
                  </a:lnTo>
                  <a:lnTo>
                    <a:pt x="29603" y="130416"/>
                  </a:lnTo>
                  <a:lnTo>
                    <a:pt x="37211" y="131102"/>
                  </a:lnTo>
                  <a:lnTo>
                    <a:pt x="45669" y="130276"/>
                  </a:lnTo>
                  <a:lnTo>
                    <a:pt x="53543" y="127800"/>
                  </a:lnTo>
                  <a:lnTo>
                    <a:pt x="60794" y="123659"/>
                  </a:lnTo>
                  <a:lnTo>
                    <a:pt x="63119" y="121615"/>
                  </a:lnTo>
                  <a:lnTo>
                    <a:pt x="67386" y="117881"/>
                  </a:lnTo>
                  <a:lnTo>
                    <a:pt x="72974" y="110934"/>
                  </a:lnTo>
                  <a:lnTo>
                    <a:pt x="76962" y="103301"/>
                  </a:lnTo>
                  <a:lnTo>
                    <a:pt x="79362" y="94970"/>
                  </a:lnTo>
                  <a:lnTo>
                    <a:pt x="80111" y="86410"/>
                  </a:lnTo>
                  <a:lnTo>
                    <a:pt x="80149" y="77444"/>
                  </a:lnTo>
                  <a:close/>
                </a:path>
                <a:path w="143510" h="131445">
                  <a:moveTo>
                    <a:pt x="143040" y="64719"/>
                  </a:moveTo>
                  <a:lnTo>
                    <a:pt x="94589" y="64719"/>
                  </a:lnTo>
                  <a:lnTo>
                    <a:pt x="94589" y="89395"/>
                  </a:lnTo>
                  <a:lnTo>
                    <a:pt x="143040" y="89395"/>
                  </a:lnTo>
                  <a:lnTo>
                    <a:pt x="143040" y="64719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8" name="object 118"/>
            <p:cNvSpPr/>
            <p:nvPr/>
          </p:nvSpPr>
          <p:spPr>
            <a:xfrm>
              <a:off x="2399445" y="5574277"/>
              <a:ext cx="433070" cy="11430"/>
            </a:xfrm>
            <a:custGeom>
              <a:avLst/>
              <a:gdLst/>
              <a:ahLst/>
              <a:cxnLst/>
              <a:rect l="l" t="t" r="r" b="b"/>
              <a:pathLst>
                <a:path w="433069" h="11429">
                  <a:moveTo>
                    <a:pt x="432637" y="0"/>
                  </a:moveTo>
                  <a:lnTo>
                    <a:pt x="0" y="0"/>
                  </a:lnTo>
                  <a:lnTo>
                    <a:pt x="0" y="11114"/>
                  </a:lnTo>
                  <a:lnTo>
                    <a:pt x="432637" y="11114"/>
                  </a:lnTo>
                  <a:lnTo>
                    <a:pt x="43263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9" name="object 119"/>
            <p:cNvSpPr/>
            <p:nvPr/>
          </p:nvSpPr>
          <p:spPr>
            <a:xfrm>
              <a:off x="2816069" y="5549439"/>
              <a:ext cx="111125" cy="59055"/>
            </a:xfrm>
            <a:custGeom>
              <a:avLst/>
              <a:gdLst/>
              <a:ahLst/>
              <a:cxnLst/>
              <a:rect l="l" t="t" r="r" b="b"/>
              <a:pathLst>
                <a:path w="111125" h="59054">
                  <a:moveTo>
                    <a:pt x="111075" y="30395"/>
                  </a:moveTo>
                  <a:lnTo>
                    <a:pt x="93719" y="34797"/>
                  </a:lnTo>
                  <a:lnTo>
                    <a:pt x="55537" y="44482"/>
                  </a:lnTo>
                  <a:lnTo>
                    <a:pt x="17355" y="54166"/>
                  </a:lnTo>
                  <a:lnTo>
                    <a:pt x="0" y="58568"/>
                  </a:lnTo>
                  <a:lnTo>
                    <a:pt x="2169" y="55901"/>
                  </a:lnTo>
                  <a:lnTo>
                    <a:pt x="6942" y="49108"/>
                  </a:lnTo>
                  <a:lnTo>
                    <a:pt x="11714" y="40002"/>
                  </a:lnTo>
                  <a:lnTo>
                    <a:pt x="13884" y="30395"/>
                  </a:lnTo>
                  <a:lnTo>
                    <a:pt x="11714" y="20035"/>
                  </a:lnTo>
                  <a:lnTo>
                    <a:pt x="6942" y="10210"/>
                  </a:lnTo>
                  <a:lnTo>
                    <a:pt x="2169" y="2879"/>
                  </a:lnTo>
                  <a:lnTo>
                    <a:pt x="0" y="0"/>
                  </a:lnTo>
                  <a:lnTo>
                    <a:pt x="17355" y="4749"/>
                  </a:lnTo>
                  <a:lnTo>
                    <a:pt x="55537" y="15197"/>
                  </a:lnTo>
                  <a:lnTo>
                    <a:pt x="93719" y="25646"/>
                  </a:lnTo>
                  <a:lnTo>
                    <a:pt x="111075" y="30395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0" name="object 120"/>
            <p:cNvSpPr/>
            <p:nvPr/>
          </p:nvSpPr>
          <p:spPr>
            <a:xfrm>
              <a:off x="2816069" y="5549439"/>
              <a:ext cx="111125" cy="59055"/>
            </a:xfrm>
            <a:custGeom>
              <a:avLst/>
              <a:gdLst/>
              <a:ahLst/>
              <a:cxnLst/>
              <a:rect l="l" t="t" r="r" b="b"/>
              <a:pathLst>
                <a:path w="111125" h="59054">
                  <a:moveTo>
                    <a:pt x="0" y="0"/>
                  </a:moveTo>
                  <a:lnTo>
                    <a:pt x="2169" y="2879"/>
                  </a:lnTo>
                  <a:lnTo>
                    <a:pt x="6942" y="10210"/>
                  </a:lnTo>
                  <a:lnTo>
                    <a:pt x="11714" y="20035"/>
                  </a:lnTo>
                  <a:lnTo>
                    <a:pt x="13884" y="30395"/>
                  </a:lnTo>
                  <a:lnTo>
                    <a:pt x="11714" y="40002"/>
                  </a:lnTo>
                  <a:lnTo>
                    <a:pt x="6942" y="49108"/>
                  </a:lnTo>
                  <a:lnTo>
                    <a:pt x="2169" y="55901"/>
                  </a:lnTo>
                  <a:lnTo>
                    <a:pt x="0" y="58568"/>
                  </a:lnTo>
                  <a:lnTo>
                    <a:pt x="111075" y="303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21" name="object 121"/>
          <p:cNvPicPr/>
          <p:nvPr/>
        </p:nvPicPr>
        <p:blipFill>
          <a:blip r:embed="rId28" cstate="print"/>
          <a:stretch>
            <a:fillRect/>
          </a:stretch>
        </p:blipFill>
        <p:spPr>
          <a:xfrm>
            <a:off x="3113751" y="6144038"/>
            <a:ext cx="1078909" cy="130826"/>
          </a:xfrm>
          <a:prstGeom prst="rect">
            <a:avLst/>
          </a:prstGeom>
        </p:spPr>
      </p:pic>
      <p:pic>
        <p:nvPicPr>
          <p:cNvPr id="122" name="object 122"/>
          <p:cNvPicPr/>
          <p:nvPr/>
        </p:nvPicPr>
        <p:blipFill>
          <a:blip r:embed="rId29" cstate="print"/>
          <a:stretch>
            <a:fillRect/>
          </a:stretch>
        </p:blipFill>
        <p:spPr>
          <a:xfrm>
            <a:off x="3115417" y="6357049"/>
            <a:ext cx="1267737" cy="164458"/>
          </a:xfrm>
          <a:prstGeom prst="rect">
            <a:avLst/>
          </a:prstGeom>
        </p:spPr>
      </p:pic>
      <p:grpSp>
        <p:nvGrpSpPr>
          <p:cNvPr id="123" name="object 123"/>
          <p:cNvGrpSpPr/>
          <p:nvPr/>
        </p:nvGrpSpPr>
        <p:grpSpPr>
          <a:xfrm>
            <a:off x="1353044" y="5277747"/>
            <a:ext cx="887094" cy="706755"/>
            <a:chOff x="1353044" y="5277747"/>
            <a:chExt cx="887094" cy="706755"/>
          </a:xfrm>
        </p:grpSpPr>
        <p:pic>
          <p:nvPicPr>
            <p:cNvPr id="124" name="object 124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1353044" y="5544474"/>
              <a:ext cx="240033" cy="133123"/>
            </a:xfrm>
            <a:prstGeom prst="rect">
              <a:avLst/>
            </a:prstGeom>
          </p:spPr>
        </p:pic>
        <p:sp>
          <p:nvSpPr>
            <p:cNvPr id="125" name="object 125"/>
            <p:cNvSpPr/>
            <p:nvPr/>
          </p:nvSpPr>
          <p:spPr>
            <a:xfrm>
              <a:off x="1617143" y="5618510"/>
              <a:ext cx="63500" cy="99060"/>
            </a:xfrm>
            <a:custGeom>
              <a:avLst/>
              <a:gdLst/>
              <a:ahLst/>
              <a:cxnLst/>
              <a:rect l="l" t="t" r="r" b="b"/>
              <a:pathLst>
                <a:path w="63500" h="99060">
                  <a:moveTo>
                    <a:pt x="35469" y="0"/>
                  </a:moveTo>
                  <a:lnTo>
                    <a:pt x="22585" y="0"/>
                  </a:lnTo>
                  <a:lnTo>
                    <a:pt x="16198" y="2185"/>
                  </a:lnTo>
                  <a:lnTo>
                    <a:pt x="5924" y="10928"/>
                  </a:lnTo>
                  <a:lnTo>
                    <a:pt x="2628" y="17077"/>
                  </a:lnTo>
                  <a:lnTo>
                    <a:pt x="1184" y="25024"/>
                  </a:lnTo>
                  <a:lnTo>
                    <a:pt x="13032" y="27135"/>
                  </a:lnTo>
                  <a:lnTo>
                    <a:pt x="13902" y="21338"/>
                  </a:lnTo>
                  <a:lnTo>
                    <a:pt x="15883" y="17003"/>
                  </a:lnTo>
                  <a:lnTo>
                    <a:pt x="22029" y="11206"/>
                  </a:lnTo>
                  <a:lnTo>
                    <a:pt x="25861" y="9761"/>
                  </a:lnTo>
                  <a:lnTo>
                    <a:pt x="35118" y="9761"/>
                  </a:lnTo>
                  <a:lnTo>
                    <a:pt x="38913" y="11187"/>
                  </a:lnTo>
                  <a:lnTo>
                    <a:pt x="44800" y="16892"/>
                  </a:lnTo>
                  <a:lnTo>
                    <a:pt x="46262" y="20486"/>
                  </a:lnTo>
                  <a:lnTo>
                    <a:pt x="46262" y="30321"/>
                  </a:lnTo>
                  <a:lnTo>
                    <a:pt x="44244" y="34378"/>
                  </a:lnTo>
                  <a:lnTo>
                    <a:pt x="36173" y="39657"/>
                  </a:lnTo>
                  <a:lnTo>
                    <a:pt x="31637" y="40972"/>
                  </a:lnTo>
                  <a:lnTo>
                    <a:pt x="24677" y="40842"/>
                  </a:lnTo>
                  <a:lnTo>
                    <a:pt x="23362" y="51252"/>
                  </a:lnTo>
                  <a:lnTo>
                    <a:pt x="26695" y="50363"/>
                  </a:lnTo>
                  <a:lnTo>
                    <a:pt x="29490" y="49918"/>
                  </a:lnTo>
                  <a:lnTo>
                    <a:pt x="37210" y="49918"/>
                  </a:lnTo>
                  <a:lnTo>
                    <a:pt x="41727" y="51697"/>
                  </a:lnTo>
                  <a:lnTo>
                    <a:pt x="48836" y="58754"/>
                  </a:lnTo>
                  <a:lnTo>
                    <a:pt x="50613" y="63255"/>
                  </a:lnTo>
                  <a:lnTo>
                    <a:pt x="50613" y="74405"/>
                  </a:lnTo>
                  <a:lnTo>
                    <a:pt x="48687" y="79184"/>
                  </a:lnTo>
                  <a:lnTo>
                    <a:pt x="41023" y="86908"/>
                  </a:lnTo>
                  <a:lnTo>
                    <a:pt x="36303" y="88853"/>
                  </a:lnTo>
                  <a:lnTo>
                    <a:pt x="26047" y="88853"/>
                  </a:lnTo>
                  <a:lnTo>
                    <a:pt x="22066" y="87371"/>
                  </a:lnTo>
                  <a:lnTo>
                    <a:pt x="15532" y="81444"/>
                  </a:lnTo>
                  <a:lnTo>
                    <a:pt x="13199" y="76591"/>
                  </a:lnTo>
                  <a:lnTo>
                    <a:pt x="11848" y="69886"/>
                  </a:lnTo>
                  <a:lnTo>
                    <a:pt x="0" y="71460"/>
                  </a:lnTo>
                  <a:lnTo>
                    <a:pt x="796" y="79499"/>
                  </a:lnTo>
                  <a:lnTo>
                    <a:pt x="3980" y="86038"/>
                  </a:lnTo>
                  <a:lnTo>
                    <a:pt x="15180" y="96133"/>
                  </a:lnTo>
                  <a:lnTo>
                    <a:pt x="22196" y="98652"/>
                  </a:lnTo>
                  <a:lnTo>
                    <a:pt x="40061" y="98652"/>
                  </a:lnTo>
                  <a:lnTo>
                    <a:pt x="47836" y="95725"/>
                  </a:lnTo>
                  <a:lnTo>
                    <a:pt x="60110" y="84000"/>
                  </a:lnTo>
                  <a:lnTo>
                    <a:pt x="63183" y="76869"/>
                  </a:lnTo>
                  <a:lnTo>
                    <a:pt x="63183" y="62199"/>
                  </a:lnTo>
                  <a:lnTo>
                    <a:pt x="61609" y="57013"/>
                  </a:lnTo>
                  <a:lnTo>
                    <a:pt x="55296" y="48714"/>
                  </a:lnTo>
                  <a:lnTo>
                    <a:pt x="50853" y="45973"/>
                  </a:lnTo>
                  <a:lnTo>
                    <a:pt x="45152" y="44658"/>
                  </a:lnTo>
                  <a:lnTo>
                    <a:pt x="49539" y="42639"/>
                  </a:lnTo>
                  <a:lnTo>
                    <a:pt x="52853" y="39916"/>
                  </a:lnTo>
                  <a:lnTo>
                    <a:pt x="57333" y="33063"/>
                  </a:lnTo>
                  <a:lnTo>
                    <a:pt x="58444" y="29265"/>
                  </a:lnTo>
                  <a:lnTo>
                    <a:pt x="58444" y="20708"/>
                  </a:lnTo>
                  <a:lnTo>
                    <a:pt x="57277" y="16559"/>
                  </a:lnTo>
                  <a:lnTo>
                    <a:pt x="52575" y="8742"/>
                  </a:lnTo>
                  <a:lnTo>
                    <a:pt x="49187" y="5667"/>
                  </a:lnTo>
                  <a:lnTo>
                    <a:pt x="40320" y="1129"/>
                  </a:lnTo>
                  <a:lnTo>
                    <a:pt x="3546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6" name="object 126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1836331" y="5544474"/>
              <a:ext cx="113740" cy="133123"/>
            </a:xfrm>
            <a:prstGeom prst="rect">
              <a:avLst/>
            </a:prstGeom>
          </p:spPr>
        </p:pic>
        <p:sp>
          <p:nvSpPr>
            <p:cNvPr id="127" name="object 127"/>
            <p:cNvSpPr/>
            <p:nvPr/>
          </p:nvSpPr>
          <p:spPr>
            <a:xfrm>
              <a:off x="1709187" y="5604840"/>
              <a:ext cx="95885" cy="0"/>
            </a:xfrm>
            <a:custGeom>
              <a:avLst/>
              <a:gdLst/>
              <a:ahLst/>
              <a:cxnLst/>
              <a:rect l="l" t="t" r="r" b="b"/>
              <a:pathLst>
                <a:path w="95885">
                  <a:moveTo>
                    <a:pt x="0" y="0"/>
                  </a:moveTo>
                  <a:lnTo>
                    <a:pt x="95265" y="0"/>
                  </a:lnTo>
                </a:path>
              </a:pathLst>
            </a:custGeom>
            <a:ln w="111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28" name="object 128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2122183" y="5546679"/>
              <a:ext cx="117943" cy="128714"/>
            </a:xfrm>
            <a:prstGeom prst="rect">
              <a:avLst/>
            </a:prstGeom>
          </p:spPr>
        </p:pic>
        <p:sp>
          <p:nvSpPr>
            <p:cNvPr id="129" name="object 129"/>
            <p:cNvSpPr/>
            <p:nvPr/>
          </p:nvSpPr>
          <p:spPr>
            <a:xfrm>
              <a:off x="1981433" y="5604840"/>
              <a:ext cx="113030" cy="0"/>
            </a:xfrm>
            <a:custGeom>
              <a:avLst/>
              <a:gdLst/>
              <a:ahLst/>
              <a:cxnLst/>
              <a:rect l="l" t="t" r="r" b="b"/>
              <a:pathLst>
                <a:path w="113030">
                  <a:moveTo>
                    <a:pt x="0" y="0"/>
                  </a:moveTo>
                  <a:lnTo>
                    <a:pt x="112593" y="0"/>
                  </a:lnTo>
                </a:path>
              </a:pathLst>
            </a:custGeom>
            <a:ln w="111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30" name="object 130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1836331" y="5277747"/>
              <a:ext cx="240033" cy="133123"/>
            </a:xfrm>
            <a:prstGeom prst="rect">
              <a:avLst/>
            </a:prstGeom>
          </p:spPr>
        </p:pic>
        <p:sp>
          <p:nvSpPr>
            <p:cNvPr id="131" name="object 131"/>
            <p:cNvSpPr/>
            <p:nvPr/>
          </p:nvSpPr>
          <p:spPr>
            <a:xfrm>
              <a:off x="2100431" y="5351782"/>
              <a:ext cx="63500" cy="99060"/>
            </a:xfrm>
            <a:custGeom>
              <a:avLst/>
              <a:gdLst/>
              <a:ahLst/>
              <a:cxnLst/>
              <a:rect l="l" t="t" r="r" b="b"/>
              <a:pathLst>
                <a:path w="63500" h="99060">
                  <a:moveTo>
                    <a:pt x="35488" y="0"/>
                  </a:moveTo>
                  <a:lnTo>
                    <a:pt x="22585" y="0"/>
                  </a:lnTo>
                  <a:lnTo>
                    <a:pt x="16198" y="2185"/>
                  </a:lnTo>
                  <a:lnTo>
                    <a:pt x="5924" y="10928"/>
                  </a:lnTo>
                  <a:lnTo>
                    <a:pt x="2628" y="17077"/>
                  </a:lnTo>
                  <a:lnTo>
                    <a:pt x="1184" y="25024"/>
                  </a:lnTo>
                  <a:lnTo>
                    <a:pt x="13032" y="27135"/>
                  </a:lnTo>
                  <a:lnTo>
                    <a:pt x="13921" y="21338"/>
                  </a:lnTo>
                  <a:lnTo>
                    <a:pt x="15883" y="17003"/>
                  </a:lnTo>
                  <a:lnTo>
                    <a:pt x="22029" y="11206"/>
                  </a:lnTo>
                  <a:lnTo>
                    <a:pt x="25880" y="9761"/>
                  </a:lnTo>
                  <a:lnTo>
                    <a:pt x="35136" y="9761"/>
                  </a:lnTo>
                  <a:lnTo>
                    <a:pt x="38931" y="11187"/>
                  </a:lnTo>
                  <a:lnTo>
                    <a:pt x="44800" y="16892"/>
                  </a:lnTo>
                  <a:lnTo>
                    <a:pt x="46281" y="20486"/>
                  </a:lnTo>
                  <a:lnTo>
                    <a:pt x="46281" y="30321"/>
                  </a:lnTo>
                  <a:lnTo>
                    <a:pt x="44263" y="34378"/>
                  </a:lnTo>
                  <a:lnTo>
                    <a:pt x="36191" y="39657"/>
                  </a:lnTo>
                  <a:lnTo>
                    <a:pt x="31637" y="40972"/>
                  </a:lnTo>
                  <a:lnTo>
                    <a:pt x="24695" y="40842"/>
                  </a:lnTo>
                  <a:lnTo>
                    <a:pt x="23362" y="51252"/>
                  </a:lnTo>
                  <a:lnTo>
                    <a:pt x="26713" y="50363"/>
                  </a:lnTo>
                  <a:lnTo>
                    <a:pt x="29490" y="49918"/>
                  </a:lnTo>
                  <a:lnTo>
                    <a:pt x="37210" y="49918"/>
                  </a:lnTo>
                  <a:lnTo>
                    <a:pt x="41727" y="51697"/>
                  </a:lnTo>
                  <a:lnTo>
                    <a:pt x="48836" y="58754"/>
                  </a:lnTo>
                  <a:lnTo>
                    <a:pt x="50613" y="63255"/>
                  </a:lnTo>
                  <a:lnTo>
                    <a:pt x="50613" y="74405"/>
                  </a:lnTo>
                  <a:lnTo>
                    <a:pt x="48706" y="79184"/>
                  </a:lnTo>
                  <a:lnTo>
                    <a:pt x="41023" y="86908"/>
                  </a:lnTo>
                  <a:lnTo>
                    <a:pt x="36321" y="88853"/>
                  </a:lnTo>
                  <a:lnTo>
                    <a:pt x="26047" y="88853"/>
                  </a:lnTo>
                  <a:lnTo>
                    <a:pt x="22066" y="87371"/>
                  </a:lnTo>
                  <a:lnTo>
                    <a:pt x="15532" y="81444"/>
                  </a:lnTo>
                  <a:lnTo>
                    <a:pt x="13217" y="76591"/>
                  </a:lnTo>
                  <a:lnTo>
                    <a:pt x="11848" y="69886"/>
                  </a:lnTo>
                  <a:lnTo>
                    <a:pt x="0" y="71460"/>
                  </a:lnTo>
                  <a:lnTo>
                    <a:pt x="796" y="79499"/>
                  </a:lnTo>
                  <a:lnTo>
                    <a:pt x="3980" y="86038"/>
                  </a:lnTo>
                  <a:lnTo>
                    <a:pt x="15180" y="96133"/>
                  </a:lnTo>
                  <a:lnTo>
                    <a:pt x="22215" y="98652"/>
                  </a:lnTo>
                  <a:lnTo>
                    <a:pt x="40061" y="98652"/>
                  </a:lnTo>
                  <a:lnTo>
                    <a:pt x="47836" y="95725"/>
                  </a:lnTo>
                  <a:lnTo>
                    <a:pt x="60128" y="84000"/>
                  </a:lnTo>
                  <a:lnTo>
                    <a:pt x="63183" y="76869"/>
                  </a:lnTo>
                  <a:lnTo>
                    <a:pt x="63183" y="62199"/>
                  </a:lnTo>
                  <a:lnTo>
                    <a:pt x="61609" y="57013"/>
                  </a:lnTo>
                  <a:lnTo>
                    <a:pt x="55296" y="48714"/>
                  </a:lnTo>
                  <a:lnTo>
                    <a:pt x="50853" y="45973"/>
                  </a:lnTo>
                  <a:lnTo>
                    <a:pt x="45152" y="44658"/>
                  </a:lnTo>
                  <a:lnTo>
                    <a:pt x="49539" y="42639"/>
                  </a:lnTo>
                  <a:lnTo>
                    <a:pt x="52853" y="39916"/>
                  </a:lnTo>
                  <a:lnTo>
                    <a:pt x="57333" y="33063"/>
                  </a:lnTo>
                  <a:lnTo>
                    <a:pt x="58444" y="29265"/>
                  </a:lnTo>
                  <a:lnTo>
                    <a:pt x="58444" y="20708"/>
                  </a:lnTo>
                  <a:lnTo>
                    <a:pt x="57277" y="16559"/>
                  </a:lnTo>
                  <a:lnTo>
                    <a:pt x="52575" y="8742"/>
                  </a:lnTo>
                  <a:lnTo>
                    <a:pt x="49187" y="5667"/>
                  </a:lnTo>
                  <a:lnTo>
                    <a:pt x="40338" y="1129"/>
                  </a:lnTo>
                  <a:lnTo>
                    <a:pt x="3548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2" name="object 132"/>
            <p:cNvSpPr/>
            <p:nvPr/>
          </p:nvSpPr>
          <p:spPr>
            <a:xfrm>
              <a:off x="1894146" y="5442284"/>
              <a:ext cx="635" cy="73025"/>
            </a:xfrm>
            <a:custGeom>
              <a:avLst/>
              <a:gdLst/>
              <a:ahLst/>
              <a:cxnLst/>
              <a:rect l="l" t="t" r="r" b="b"/>
              <a:pathLst>
                <a:path w="635" h="73025">
                  <a:moveTo>
                    <a:pt x="55" y="72720"/>
                  </a:moveTo>
                  <a:lnTo>
                    <a:pt x="0" y="0"/>
                  </a:lnTo>
                </a:path>
              </a:pathLst>
            </a:custGeom>
            <a:ln w="1110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33" name="object 133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1836331" y="5811202"/>
              <a:ext cx="240033" cy="133123"/>
            </a:xfrm>
            <a:prstGeom prst="rect">
              <a:avLst/>
            </a:prstGeom>
          </p:spPr>
        </p:pic>
        <p:sp>
          <p:nvSpPr>
            <p:cNvPr id="134" name="object 134"/>
            <p:cNvSpPr/>
            <p:nvPr/>
          </p:nvSpPr>
          <p:spPr>
            <a:xfrm>
              <a:off x="2100431" y="5885238"/>
              <a:ext cx="63500" cy="99060"/>
            </a:xfrm>
            <a:custGeom>
              <a:avLst/>
              <a:gdLst/>
              <a:ahLst/>
              <a:cxnLst/>
              <a:rect l="l" t="t" r="r" b="b"/>
              <a:pathLst>
                <a:path w="63500" h="99060">
                  <a:moveTo>
                    <a:pt x="35488" y="0"/>
                  </a:moveTo>
                  <a:lnTo>
                    <a:pt x="22585" y="0"/>
                  </a:lnTo>
                  <a:lnTo>
                    <a:pt x="16198" y="2185"/>
                  </a:lnTo>
                  <a:lnTo>
                    <a:pt x="5924" y="10928"/>
                  </a:lnTo>
                  <a:lnTo>
                    <a:pt x="2628" y="17077"/>
                  </a:lnTo>
                  <a:lnTo>
                    <a:pt x="1184" y="25024"/>
                  </a:lnTo>
                  <a:lnTo>
                    <a:pt x="13032" y="27135"/>
                  </a:lnTo>
                  <a:lnTo>
                    <a:pt x="13921" y="21338"/>
                  </a:lnTo>
                  <a:lnTo>
                    <a:pt x="15883" y="17003"/>
                  </a:lnTo>
                  <a:lnTo>
                    <a:pt x="22029" y="11206"/>
                  </a:lnTo>
                  <a:lnTo>
                    <a:pt x="25880" y="9761"/>
                  </a:lnTo>
                  <a:lnTo>
                    <a:pt x="35136" y="9761"/>
                  </a:lnTo>
                  <a:lnTo>
                    <a:pt x="38931" y="11187"/>
                  </a:lnTo>
                  <a:lnTo>
                    <a:pt x="44800" y="16892"/>
                  </a:lnTo>
                  <a:lnTo>
                    <a:pt x="46281" y="20486"/>
                  </a:lnTo>
                  <a:lnTo>
                    <a:pt x="46281" y="30321"/>
                  </a:lnTo>
                  <a:lnTo>
                    <a:pt x="44263" y="34378"/>
                  </a:lnTo>
                  <a:lnTo>
                    <a:pt x="36191" y="39657"/>
                  </a:lnTo>
                  <a:lnTo>
                    <a:pt x="31637" y="40972"/>
                  </a:lnTo>
                  <a:lnTo>
                    <a:pt x="24695" y="40842"/>
                  </a:lnTo>
                  <a:lnTo>
                    <a:pt x="23362" y="51233"/>
                  </a:lnTo>
                  <a:lnTo>
                    <a:pt x="26713" y="50363"/>
                  </a:lnTo>
                  <a:lnTo>
                    <a:pt x="29490" y="49918"/>
                  </a:lnTo>
                  <a:lnTo>
                    <a:pt x="37210" y="49918"/>
                  </a:lnTo>
                  <a:lnTo>
                    <a:pt x="41727" y="51697"/>
                  </a:lnTo>
                  <a:lnTo>
                    <a:pt x="48836" y="58754"/>
                  </a:lnTo>
                  <a:lnTo>
                    <a:pt x="50613" y="63255"/>
                  </a:lnTo>
                  <a:lnTo>
                    <a:pt x="50613" y="74405"/>
                  </a:lnTo>
                  <a:lnTo>
                    <a:pt x="48706" y="79184"/>
                  </a:lnTo>
                  <a:lnTo>
                    <a:pt x="41023" y="86908"/>
                  </a:lnTo>
                  <a:lnTo>
                    <a:pt x="36321" y="88853"/>
                  </a:lnTo>
                  <a:lnTo>
                    <a:pt x="26047" y="88853"/>
                  </a:lnTo>
                  <a:lnTo>
                    <a:pt x="22066" y="87371"/>
                  </a:lnTo>
                  <a:lnTo>
                    <a:pt x="15532" y="81444"/>
                  </a:lnTo>
                  <a:lnTo>
                    <a:pt x="13217" y="76591"/>
                  </a:lnTo>
                  <a:lnTo>
                    <a:pt x="11848" y="69886"/>
                  </a:lnTo>
                  <a:lnTo>
                    <a:pt x="0" y="71460"/>
                  </a:lnTo>
                  <a:lnTo>
                    <a:pt x="796" y="79499"/>
                  </a:lnTo>
                  <a:lnTo>
                    <a:pt x="3980" y="86038"/>
                  </a:lnTo>
                  <a:lnTo>
                    <a:pt x="15180" y="96133"/>
                  </a:lnTo>
                  <a:lnTo>
                    <a:pt x="22215" y="98652"/>
                  </a:lnTo>
                  <a:lnTo>
                    <a:pt x="40061" y="98652"/>
                  </a:lnTo>
                  <a:lnTo>
                    <a:pt x="47836" y="95725"/>
                  </a:lnTo>
                  <a:lnTo>
                    <a:pt x="60128" y="84000"/>
                  </a:lnTo>
                  <a:lnTo>
                    <a:pt x="63183" y="76869"/>
                  </a:lnTo>
                  <a:lnTo>
                    <a:pt x="63183" y="62199"/>
                  </a:lnTo>
                  <a:lnTo>
                    <a:pt x="61609" y="57013"/>
                  </a:lnTo>
                  <a:lnTo>
                    <a:pt x="55296" y="48714"/>
                  </a:lnTo>
                  <a:lnTo>
                    <a:pt x="50853" y="45973"/>
                  </a:lnTo>
                  <a:lnTo>
                    <a:pt x="45152" y="44658"/>
                  </a:lnTo>
                  <a:lnTo>
                    <a:pt x="49539" y="42639"/>
                  </a:lnTo>
                  <a:lnTo>
                    <a:pt x="52853" y="39916"/>
                  </a:lnTo>
                  <a:lnTo>
                    <a:pt x="57333" y="33063"/>
                  </a:lnTo>
                  <a:lnTo>
                    <a:pt x="58444" y="29265"/>
                  </a:lnTo>
                  <a:lnTo>
                    <a:pt x="58444" y="20708"/>
                  </a:lnTo>
                  <a:lnTo>
                    <a:pt x="57277" y="16559"/>
                  </a:lnTo>
                  <a:lnTo>
                    <a:pt x="52575" y="8742"/>
                  </a:lnTo>
                  <a:lnTo>
                    <a:pt x="49187" y="5649"/>
                  </a:lnTo>
                  <a:lnTo>
                    <a:pt x="40338" y="1129"/>
                  </a:lnTo>
                  <a:lnTo>
                    <a:pt x="3548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5" name="object 135"/>
            <p:cNvSpPr/>
            <p:nvPr/>
          </p:nvSpPr>
          <p:spPr>
            <a:xfrm>
              <a:off x="1894128" y="5709864"/>
              <a:ext cx="635" cy="71120"/>
            </a:xfrm>
            <a:custGeom>
              <a:avLst/>
              <a:gdLst/>
              <a:ahLst/>
              <a:cxnLst/>
              <a:rect l="l" t="t" r="r" b="b"/>
              <a:pathLst>
                <a:path w="635" h="71120">
                  <a:moveTo>
                    <a:pt x="55" y="0"/>
                  </a:moveTo>
                  <a:lnTo>
                    <a:pt x="0" y="71016"/>
                  </a:lnTo>
                </a:path>
              </a:pathLst>
            </a:custGeom>
            <a:ln w="1110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36" name="object 136"/>
          <p:cNvPicPr/>
          <p:nvPr/>
        </p:nvPicPr>
        <p:blipFill>
          <a:blip r:embed="rId35" cstate="print"/>
          <a:stretch>
            <a:fillRect/>
          </a:stretch>
        </p:blipFill>
        <p:spPr>
          <a:xfrm>
            <a:off x="1435054" y="5864362"/>
            <a:ext cx="165390" cy="146718"/>
          </a:xfrm>
          <a:prstGeom prst="rect">
            <a:avLst/>
          </a:prstGeom>
        </p:spPr>
      </p:pic>
      <p:grpSp>
        <p:nvGrpSpPr>
          <p:cNvPr id="137" name="object 137"/>
          <p:cNvGrpSpPr/>
          <p:nvPr/>
        </p:nvGrpSpPr>
        <p:grpSpPr>
          <a:xfrm>
            <a:off x="4810793" y="5548142"/>
            <a:ext cx="445770" cy="61594"/>
            <a:chOff x="4810793" y="5548142"/>
            <a:chExt cx="445770" cy="61594"/>
          </a:xfrm>
        </p:grpSpPr>
        <p:sp>
          <p:nvSpPr>
            <p:cNvPr id="138" name="object 138"/>
            <p:cNvSpPr/>
            <p:nvPr/>
          </p:nvSpPr>
          <p:spPr>
            <a:xfrm>
              <a:off x="4810793" y="5574277"/>
              <a:ext cx="349885" cy="11430"/>
            </a:xfrm>
            <a:custGeom>
              <a:avLst/>
              <a:gdLst/>
              <a:ahLst/>
              <a:cxnLst/>
              <a:rect l="l" t="t" r="r" b="b"/>
              <a:pathLst>
                <a:path w="349885" h="11429">
                  <a:moveTo>
                    <a:pt x="349331" y="0"/>
                  </a:moveTo>
                  <a:lnTo>
                    <a:pt x="0" y="0"/>
                  </a:lnTo>
                  <a:lnTo>
                    <a:pt x="0" y="11114"/>
                  </a:lnTo>
                  <a:lnTo>
                    <a:pt x="349331" y="11114"/>
                  </a:lnTo>
                  <a:lnTo>
                    <a:pt x="3493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9" name="object 139"/>
            <p:cNvSpPr/>
            <p:nvPr/>
          </p:nvSpPr>
          <p:spPr>
            <a:xfrm>
              <a:off x="5144018" y="5549439"/>
              <a:ext cx="111125" cy="59055"/>
            </a:xfrm>
            <a:custGeom>
              <a:avLst/>
              <a:gdLst/>
              <a:ahLst/>
              <a:cxnLst/>
              <a:rect l="l" t="t" r="r" b="b"/>
              <a:pathLst>
                <a:path w="111125" h="59054">
                  <a:moveTo>
                    <a:pt x="111075" y="30395"/>
                  </a:moveTo>
                  <a:lnTo>
                    <a:pt x="93719" y="34797"/>
                  </a:lnTo>
                  <a:lnTo>
                    <a:pt x="55537" y="44482"/>
                  </a:lnTo>
                  <a:lnTo>
                    <a:pt x="17355" y="54166"/>
                  </a:lnTo>
                  <a:lnTo>
                    <a:pt x="0" y="58568"/>
                  </a:lnTo>
                  <a:lnTo>
                    <a:pt x="2169" y="55901"/>
                  </a:lnTo>
                  <a:lnTo>
                    <a:pt x="6942" y="49108"/>
                  </a:lnTo>
                  <a:lnTo>
                    <a:pt x="11714" y="40002"/>
                  </a:lnTo>
                  <a:lnTo>
                    <a:pt x="13884" y="30395"/>
                  </a:lnTo>
                  <a:lnTo>
                    <a:pt x="11714" y="20035"/>
                  </a:lnTo>
                  <a:lnTo>
                    <a:pt x="6942" y="10210"/>
                  </a:lnTo>
                  <a:lnTo>
                    <a:pt x="2169" y="2879"/>
                  </a:lnTo>
                  <a:lnTo>
                    <a:pt x="0" y="0"/>
                  </a:lnTo>
                  <a:lnTo>
                    <a:pt x="17355" y="4749"/>
                  </a:lnTo>
                  <a:lnTo>
                    <a:pt x="55537" y="15197"/>
                  </a:lnTo>
                  <a:lnTo>
                    <a:pt x="93719" y="25646"/>
                  </a:lnTo>
                  <a:lnTo>
                    <a:pt x="111075" y="30395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0" name="object 140"/>
            <p:cNvSpPr/>
            <p:nvPr/>
          </p:nvSpPr>
          <p:spPr>
            <a:xfrm>
              <a:off x="5144018" y="5549439"/>
              <a:ext cx="111125" cy="59055"/>
            </a:xfrm>
            <a:custGeom>
              <a:avLst/>
              <a:gdLst/>
              <a:ahLst/>
              <a:cxnLst/>
              <a:rect l="l" t="t" r="r" b="b"/>
              <a:pathLst>
                <a:path w="111125" h="59054">
                  <a:moveTo>
                    <a:pt x="0" y="0"/>
                  </a:moveTo>
                  <a:lnTo>
                    <a:pt x="2169" y="2879"/>
                  </a:lnTo>
                  <a:lnTo>
                    <a:pt x="6942" y="10210"/>
                  </a:lnTo>
                  <a:lnTo>
                    <a:pt x="11714" y="20035"/>
                  </a:lnTo>
                  <a:lnTo>
                    <a:pt x="13884" y="30395"/>
                  </a:lnTo>
                  <a:lnTo>
                    <a:pt x="11714" y="40002"/>
                  </a:lnTo>
                  <a:lnTo>
                    <a:pt x="6942" y="49108"/>
                  </a:lnTo>
                  <a:lnTo>
                    <a:pt x="2169" y="55901"/>
                  </a:lnTo>
                  <a:lnTo>
                    <a:pt x="0" y="58568"/>
                  </a:lnTo>
                  <a:lnTo>
                    <a:pt x="111075" y="303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41" name="object 141"/>
          <p:cNvGrpSpPr/>
          <p:nvPr/>
        </p:nvGrpSpPr>
        <p:grpSpPr>
          <a:xfrm>
            <a:off x="5377276" y="5328092"/>
            <a:ext cx="988694" cy="549910"/>
            <a:chOff x="5377276" y="5328092"/>
            <a:chExt cx="988694" cy="549910"/>
          </a:xfrm>
        </p:grpSpPr>
        <p:pic>
          <p:nvPicPr>
            <p:cNvPr id="142" name="object 142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5377276" y="5518895"/>
              <a:ext cx="100893" cy="128714"/>
            </a:xfrm>
            <a:prstGeom prst="rect">
              <a:avLst/>
            </a:prstGeom>
          </p:spPr>
        </p:pic>
        <p:pic>
          <p:nvPicPr>
            <p:cNvPr id="143" name="object 143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5500570" y="5516690"/>
              <a:ext cx="195862" cy="170983"/>
            </a:xfrm>
            <a:prstGeom prst="rect">
              <a:avLst/>
            </a:prstGeom>
          </p:spPr>
        </p:pic>
        <p:sp>
          <p:nvSpPr>
            <p:cNvPr id="144" name="object 144"/>
            <p:cNvSpPr/>
            <p:nvPr/>
          </p:nvSpPr>
          <p:spPr>
            <a:xfrm>
              <a:off x="5849716" y="5516690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4" h="133350">
                  <a:moveTo>
                    <a:pt x="60721" y="0"/>
                  </a:moveTo>
                  <a:lnTo>
                    <a:pt x="22926" y="12109"/>
                  </a:lnTo>
                  <a:lnTo>
                    <a:pt x="1943" y="46769"/>
                  </a:lnTo>
                  <a:lnTo>
                    <a:pt x="0" y="65589"/>
                  </a:lnTo>
                  <a:lnTo>
                    <a:pt x="419" y="74664"/>
                  </a:lnTo>
                  <a:lnTo>
                    <a:pt x="15157" y="114271"/>
                  </a:lnTo>
                  <a:lnTo>
                    <a:pt x="50608" y="132591"/>
                  </a:lnTo>
                  <a:lnTo>
                    <a:pt x="60535" y="133123"/>
                  </a:lnTo>
                  <a:lnTo>
                    <a:pt x="70150" y="132432"/>
                  </a:lnTo>
                  <a:lnTo>
                    <a:pt x="106261" y="108585"/>
                  </a:lnTo>
                  <a:lnTo>
                    <a:pt x="113666" y="90094"/>
                  </a:lnTo>
                  <a:lnTo>
                    <a:pt x="96820" y="85797"/>
                  </a:lnTo>
                  <a:lnTo>
                    <a:pt x="94630" y="93413"/>
                  </a:lnTo>
                  <a:lnTo>
                    <a:pt x="91660" y="100034"/>
                  </a:lnTo>
                  <a:lnTo>
                    <a:pt x="59054" y="118545"/>
                  </a:lnTo>
                  <a:lnTo>
                    <a:pt x="51279" y="118545"/>
                  </a:lnTo>
                  <a:lnTo>
                    <a:pt x="20320" y="87785"/>
                  </a:lnTo>
                  <a:lnTo>
                    <a:pt x="17586" y="57013"/>
                  </a:lnTo>
                  <a:lnTo>
                    <a:pt x="18882" y="48770"/>
                  </a:lnTo>
                  <a:lnTo>
                    <a:pt x="46767" y="16355"/>
                  </a:lnTo>
                  <a:lnTo>
                    <a:pt x="60350" y="14577"/>
                  </a:lnTo>
                  <a:lnTo>
                    <a:pt x="69051" y="14577"/>
                  </a:lnTo>
                  <a:lnTo>
                    <a:pt x="76086" y="16707"/>
                  </a:lnTo>
                  <a:lnTo>
                    <a:pt x="87564" y="25265"/>
                  </a:lnTo>
                  <a:lnTo>
                    <a:pt x="91822" y="32081"/>
                  </a:lnTo>
                  <a:lnTo>
                    <a:pt x="94784" y="41453"/>
                  </a:lnTo>
                  <a:lnTo>
                    <a:pt x="111630" y="37490"/>
                  </a:lnTo>
                  <a:lnTo>
                    <a:pt x="86285" y="5532"/>
                  </a:lnTo>
                  <a:lnTo>
                    <a:pt x="70029" y="614"/>
                  </a:lnTo>
                  <a:lnTo>
                    <a:pt x="6072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5" name="object 145"/>
            <p:cNvSpPr/>
            <p:nvPr/>
          </p:nvSpPr>
          <p:spPr>
            <a:xfrm>
              <a:off x="5727903" y="5553051"/>
              <a:ext cx="90170" cy="48260"/>
            </a:xfrm>
            <a:custGeom>
              <a:avLst/>
              <a:gdLst/>
              <a:ahLst/>
              <a:cxnLst/>
              <a:rect l="l" t="t" r="r" b="b"/>
              <a:pathLst>
                <a:path w="90170" h="48260">
                  <a:moveTo>
                    <a:pt x="0" y="0"/>
                  </a:moveTo>
                  <a:lnTo>
                    <a:pt x="89970" y="0"/>
                  </a:lnTo>
                </a:path>
                <a:path w="90170" h="48260">
                  <a:moveTo>
                    <a:pt x="0" y="48010"/>
                  </a:moveTo>
                  <a:lnTo>
                    <a:pt x="89970" y="48010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6" name="object 146"/>
            <p:cNvSpPr/>
            <p:nvPr/>
          </p:nvSpPr>
          <p:spPr>
            <a:xfrm>
              <a:off x="6038164" y="5328094"/>
              <a:ext cx="327660" cy="172720"/>
            </a:xfrm>
            <a:custGeom>
              <a:avLst/>
              <a:gdLst/>
              <a:ahLst/>
              <a:cxnLst/>
              <a:rect l="l" t="t" r="r" b="b"/>
              <a:pathLst>
                <a:path w="327660" h="172720">
                  <a:moveTo>
                    <a:pt x="113855" y="90093"/>
                  </a:moveTo>
                  <a:lnTo>
                    <a:pt x="96824" y="85788"/>
                  </a:lnTo>
                  <a:lnTo>
                    <a:pt x="94627" y="93408"/>
                  </a:lnTo>
                  <a:lnTo>
                    <a:pt x="91694" y="99961"/>
                  </a:lnTo>
                  <a:lnTo>
                    <a:pt x="59055" y="118529"/>
                  </a:lnTo>
                  <a:lnTo>
                    <a:pt x="51282" y="118529"/>
                  </a:lnTo>
                  <a:lnTo>
                    <a:pt x="20320" y="87782"/>
                  </a:lnTo>
                  <a:lnTo>
                    <a:pt x="17589" y="65595"/>
                  </a:lnTo>
                  <a:lnTo>
                    <a:pt x="17589" y="57023"/>
                  </a:lnTo>
                  <a:lnTo>
                    <a:pt x="18884" y="48780"/>
                  </a:lnTo>
                  <a:lnTo>
                    <a:pt x="21666" y="40792"/>
                  </a:lnTo>
                  <a:lnTo>
                    <a:pt x="24257" y="32791"/>
                  </a:lnTo>
                  <a:lnTo>
                    <a:pt x="60350" y="14579"/>
                  </a:lnTo>
                  <a:lnTo>
                    <a:pt x="69049" y="14579"/>
                  </a:lnTo>
                  <a:lnTo>
                    <a:pt x="76276" y="16713"/>
                  </a:lnTo>
                  <a:lnTo>
                    <a:pt x="81826" y="20993"/>
                  </a:lnTo>
                  <a:lnTo>
                    <a:pt x="87566" y="25247"/>
                  </a:lnTo>
                  <a:lnTo>
                    <a:pt x="91821" y="32080"/>
                  </a:lnTo>
                  <a:lnTo>
                    <a:pt x="94792" y="41440"/>
                  </a:lnTo>
                  <a:lnTo>
                    <a:pt x="111633" y="37490"/>
                  </a:lnTo>
                  <a:lnTo>
                    <a:pt x="86283" y="5537"/>
                  </a:lnTo>
                  <a:lnTo>
                    <a:pt x="60718" y="0"/>
                  </a:lnTo>
                  <a:lnTo>
                    <a:pt x="52425" y="495"/>
                  </a:lnTo>
                  <a:lnTo>
                    <a:pt x="17030" y="17335"/>
                  </a:lnTo>
                  <a:lnTo>
                    <a:pt x="482" y="55854"/>
                  </a:lnTo>
                  <a:lnTo>
                    <a:pt x="0" y="65595"/>
                  </a:lnTo>
                  <a:lnTo>
                    <a:pt x="444" y="74663"/>
                  </a:lnTo>
                  <a:lnTo>
                    <a:pt x="15227" y="114274"/>
                  </a:lnTo>
                  <a:lnTo>
                    <a:pt x="50609" y="132575"/>
                  </a:lnTo>
                  <a:lnTo>
                    <a:pt x="60540" y="133108"/>
                  </a:lnTo>
                  <a:lnTo>
                    <a:pt x="70180" y="132422"/>
                  </a:lnTo>
                  <a:lnTo>
                    <a:pt x="79095" y="130352"/>
                  </a:lnTo>
                  <a:lnTo>
                    <a:pt x="87249" y="126911"/>
                  </a:lnTo>
                  <a:lnTo>
                    <a:pt x="94602" y="122085"/>
                  </a:lnTo>
                  <a:lnTo>
                    <a:pt x="98310" y="118529"/>
                  </a:lnTo>
                  <a:lnTo>
                    <a:pt x="100990" y="115963"/>
                  </a:lnTo>
                  <a:lnTo>
                    <a:pt x="106311" y="108585"/>
                  </a:lnTo>
                  <a:lnTo>
                    <a:pt x="110591" y="99961"/>
                  </a:lnTo>
                  <a:lnTo>
                    <a:pt x="113855" y="90093"/>
                  </a:lnTo>
                  <a:close/>
                </a:path>
                <a:path w="327660" h="172720">
                  <a:moveTo>
                    <a:pt x="240106" y="2184"/>
                  </a:moveTo>
                  <a:lnTo>
                    <a:pt x="223075" y="2184"/>
                  </a:lnTo>
                  <a:lnTo>
                    <a:pt x="223075" y="55054"/>
                  </a:lnTo>
                  <a:lnTo>
                    <a:pt x="156248" y="55054"/>
                  </a:lnTo>
                  <a:lnTo>
                    <a:pt x="156248" y="2184"/>
                  </a:lnTo>
                  <a:lnTo>
                    <a:pt x="139217" y="2184"/>
                  </a:lnTo>
                  <a:lnTo>
                    <a:pt x="139217" y="130924"/>
                  </a:lnTo>
                  <a:lnTo>
                    <a:pt x="156248" y="130924"/>
                  </a:lnTo>
                  <a:lnTo>
                    <a:pt x="156248" y="70243"/>
                  </a:lnTo>
                  <a:lnTo>
                    <a:pt x="223075" y="70243"/>
                  </a:lnTo>
                  <a:lnTo>
                    <a:pt x="223075" y="130924"/>
                  </a:lnTo>
                  <a:lnTo>
                    <a:pt x="240106" y="130924"/>
                  </a:lnTo>
                  <a:lnTo>
                    <a:pt x="240106" y="70243"/>
                  </a:lnTo>
                  <a:lnTo>
                    <a:pt x="240106" y="55054"/>
                  </a:lnTo>
                  <a:lnTo>
                    <a:pt x="240106" y="2184"/>
                  </a:lnTo>
                  <a:close/>
                </a:path>
                <a:path w="327660" h="172720">
                  <a:moveTo>
                    <a:pt x="327304" y="136232"/>
                  </a:moveTo>
                  <a:lnTo>
                    <a:pt x="325818" y="131038"/>
                  </a:lnTo>
                  <a:lnTo>
                    <a:pt x="319532" y="122732"/>
                  </a:lnTo>
                  <a:lnTo>
                    <a:pt x="315087" y="120015"/>
                  </a:lnTo>
                  <a:lnTo>
                    <a:pt x="309346" y="118694"/>
                  </a:lnTo>
                  <a:lnTo>
                    <a:pt x="313791" y="116674"/>
                  </a:lnTo>
                  <a:lnTo>
                    <a:pt x="316941" y="113957"/>
                  </a:lnTo>
                  <a:lnTo>
                    <a:pt x="321564" y="107099"/>
                  </a:lnTo>
                  <a:lnTo>
                    <a:pt x="322681" y="103301"/>
                  </a:lnTo>
                  <a:lnTo>
                    <a:pt x="322681" y="94742"/>
                  </a:lnTo>
                  <a:lnTo>
                    <a:pt x="299720" y="74041"/>
                  </a:lnTo>
                  <a:lnTo>
                    <a:pt x="286766" y="74041"/>
                  </a:lnTo>
                  <a:lnTo>
                    <a:pt x="280276" y="76225"/>
                  </a:lnTo>
                  <a:lnTo>
                    <a:pt x="270103" y="84963"/>
                  </a:lnTo>
                  <a:lnTo>
                    <a:pt x="266763" y="91122"/>
                  </a:lnTo>
                  <a:lnTo>
                    <a:pt x="265290" y="99060"/>
                  </a:lnTo>
                  <a:lnTo>
                    <a:pt x="277139" y="101180"/>
                  </a:lnTo>
                  <a:lnTo>
                    <a:pt x="278066" y="95377"/>
                  </a:lnTo>
                  <a:lnTo>
                    <a:pt x="280098" y="91020"/>
                  </a:lnTo>
                  <a:lnTo>
                    <a:pt x="286207" y="85229"/>
                  </a:lnTo>
                  <a:lnTo>
                    <a:pt x="290093" y="83781"/>
                  </a:lnTo>
                  <a:lnTo>
                    <a:pt x="299351" y="83781"/>
                  </a:lnTo>
                  <a:lnTo>
                    <a:pt x="303047" y="85204"/>
                  </a:lnTo>
                  <a:lnTo>
                    <a:pt x="308978" y="90919"/>
                  </a:lnTo>
                  <a:lnTo>
                    <a:pt x="310451" y="94526"/>
                  </a:lnTo>
                  <a:lnTo>
                    <a:pt x="310451" y="104355"/>
                  </a:lnTo>
                  <a:lnTo>
                    <a:pt x="308419" y="108419"/>
                  </a:lnTo>
                  <a:lnTo>
                    <a:pt x="300278" y="113677"/>
                  </a:lnTo>
                  <a:lnTo>
                    <a:pt x="295833" y="115011"/>
                  </a:lnTo>
                  <a:lnTo>
                    <a:pt x="290830" y="115011"/>
                  </a:lnTo>
                  <a:lnTo>
                    <a:pt x="288798" y="114858"/>
                  </a:lnTo>
                  <a:lnTo>
                    <a:pt x="287502" y="125272"/>
                  </a:lnTo>
                  <a:lnTo>
                    <a:pt x="290830" y="124409"/>
                  </a:lnTo>
                  <a:lnTo>
                    <a:pt x="293611" y="123964"/>
                  </a:lnTo>
                  <a:lnTo>
                    <a:pt x="301383" y="123964"/>
                  </a:lnTo>
                  <a:lnTo>
                    <a:pt x="305828" y="125717"/>
                  </a:lnTo>
                  <a:lnTo>
                    <a:pt x="313055" y="132791"/>
                  </a:lnTo>
                  <a:lnTo>
                    <a:pt x="314718" y="137274"/>
                  </a:lnTo>
                  <a:lnTo>
                    <a:pt x="314718" y="148424"/>
                  </a:lnTo>
                  <a:lnTo>
                    <a:pt x="312864" y="153225"/>
                  </a:lnTo>
                  <a:lnTo>
                    <a:pt x="305092" y="160947"/>
                  </a:lnTo>
                  <a:lnTo>
                    <a:pt x="300456" y="162877"/>
                  </a:lnTo>
                  <a:lnTo>
                    <a:pt x="290283" y="162877"/>
                  </a:lnTo>
                  <a:lnTo>
                    <a:pt x="286207" y="161391"/>
                  </a:lnTo>
                  <a:lnTo>
                    <a:pt x="279730" y="155460"/>
                  </a:lnTo>
                  <a:lnTo>
                    <a:pt x="277317" y="150634"/>
                  </a:lnTo>
                  <a:lnTo>
                    <a:pt x="276021" y="143903"/>
                  </a:lnTo>
                  <a:lnTo>
                    <a:pt x="264172" y="145503"/>
                  </a:lnTo>
                  <a:lnTo>
                    <a:pt x="264922" y="153517"/>
                  </a:lnTo>
                  <a:lnTo>
                    <a:pt x="268058" y="160083"/>
                  </a:lnTo>
                  <a:lnTo>
                    <a:pt x="279361" y="170167"/>
                  </a:lnTo>
                  <a:lnTo>
                    <a:pt x="286385" y="172694"/>
                  </a:lnTo>
                  <a:lnTo>
                    <a:pt x="304165" y="172694"/>
                  </a:lnTo>
                  <a:lnTo>
                    <a:pt x="311937" y="169760"/>
                  </a:lnTo>
                  <a:lnTo>
                    <a:pt x="324345" y="158038"/>
                  </a:lnTo>
                  <a:lnTo>
                    <a:pt x="327304" y="150888"/>
                  </a:lnTo>
                  <a:lnTo>
                    <a:pt x="327304" y="1362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7" name="object 147"/>
            <p:cNvSpPr/>
            <p:nvPr/>
          </p:nvSpPr>
          <p:spPr>
            <a:xfrm>
              <a:off x="5973009" y="5460011"/>
              <a:ext cx="52069" cy="52069"/>
            </a:xfrm>
            <a:custGeom>
              <a:avLst/>
              <a:gdLst/>
              <a:ahLst/>
              <a:cxnLst/>
              <a:rect l="l" t="t" r="r" b="b"/>
              <a:pathLst>
                <a:path w="52070" h="52070">
                  <a:moveTo>
                    <a:pt x="0" y="51548"/>
                  </a:moveTo>
                  <a:lnTo>
                    <a:pt x="51464" y="0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8" name="object 148"/>
            <p:cNvSpPr/>
            <p:nvPr/>
          </p:nvSpPr>
          <p:spPr>
            <a:xfrm>
              <a:off x="6038164" y="5705297"/>
              <a:ext cx="327660" cy="172720"/>
            </a:xfrm>
            <a:custGeom>
              <a:avLst/>
              <a:gdLst/>
              <a:ahLst/>
              <a:cxnLst/>
              <a:rect l="l" t="t" r="r" b="b"/>
              <a:pathLst>
                <a:path w="327660" h="172720">
                  <a:moveTo>
                    <a:pt x="113855" y="90093"/>
                  </a:moveTo>
                  <a:lnTo>
                    <a:pt x="96824" y="85801"/>
                  </a:lnTo>
                  <a:lnTo>
                    <a:pt x="94627" y="93421"/>
                  </a:lnTo>
                  <a:lnTo>
                    <a:pt x="91694" y="99974"/>
                  </a:lnTo>
                  <a:lnTo>
                    <a:pt x="59055" y="118541"/>
                  </a:lnTo>
                  <a:lnTo>
                    <a:pt x="51282" y="118541"/>
                  </a:lnTo>
                  <a:lnTo>
                    <a:pt x="20320" y="87795"/>
                  </a:lnTo>
                  <a:lnTo>
                    <a:pt x="17589" y="65608"/>
                  </a:lnTo>
                  <a:lnTo>
                    <a:pt x="17589" y="57035"/>
                  </a:lnTo>
                  <a:lnTo>
                    <a:pt x="18884" y="48793"/>
                  </a:lnTo>
                  <a:lnTo>
                    <a:pt x="21666" y="40779"/>
                  </a:lnTo>
                  <a:lnTo>
                    <a:pt x="24257" y="32804"/>
                  </a:lnTo>
                  <a:lnTo>
                    <a:pt x="60350" y="14579"/>
                  </a:lnTo>
                  <a:lnTo>
                    <a:pt x="69049" y="14579"/>
                  </a:lnTo>
                  <a:lnTo>
                    <a:pt x="76276" y="16725"/>
                  </a:lnTo>
                  <a:lnTo>
                    <a:pt x="81826" y="20980"/>
                  </a:lnTo>
                  <a:lnTo>
                    <a:pt x="87566" y="25260"/>
                  </a:lnTo>
                  <a:lnTo>
                    <a:pt x="91821" y="32080"/>
                  </a:lnTo>
                  <a:lnTo>
                    <a:pt x="94792" y="41452"/>
                  </a:lnTo>
                  <a:lnTo>
                    <a:pt x="111633" y="37503"/>
                  </a:lnTo>
                  <a:lnTo>
                    <a:pt x="108508" y="29083"/>
                  </a:lnTo>
                  <a:lnTo>
                    <a:pt x="104419" y="21666"/>
                  </a:lnTo>
                  <a:lnTo>
                    <a:pt x="99339" y="15252"/>
                  </a:lnTo>
                  <a:lnTo>
                    <a:pt x="98590" y="14579"/>
                  </a:lnTo>
                  <a:lnTo>
                    <a:pt x="93306" y="9829"/>
                  </a:lnTo>
                  <a:lnTo>
                    <a:pt x="86283" y="5537"/>
                  </a:lnTo>
                  <a:lnTo>
                    <a:pt x="78536" y="2463"/>
                  </a:lnTo>
                  <a:lnTo>
                    <a:pt x="70027" y="609"/>
                  </a:lnTo>
                  <a:lnTo>
                    <a:pt x="60718" y="0"/>
                  </a:lnTo>
                  <a:lnTo>
                    <a:pt x="52425" y="482"/>
                  </a:lnTo>
                  <a:lnTo>
                    <a:pt x="17030" y="17348"/>
                  </a:lnTo>
                  <a:lnTo>
                    <a:pt x="482" y="55867"/>
                  </a:lnTo>
                  <a:lnTo>
                    <a:pt x="0" y="65608"/>
                  </a:lnTo>
                  <a:lnTo>
                    <a:pt x="444" y="74676"/>
                  </a:lnTo>
                  <a:lnTo>
                    <a:pt x="15227" y="114287"/>
                  </a:lnTo>
                  <a:lnTo>
                    <a:pt x="50609" y="132588"/>
                  </a:lnTo>
                  <a:lnTo>
                    <a:pt x="60540" y="133121"/>
                  </a:lnTo>
                  <a:lnTo>
                    <a:pt x="70180" y="132435"/>
                  </a:lnTo>
                  <a:lnTo>
                    <a:pt x="106311" y="108585"/>
                  </a:lnTo>
                  <a:lnTo>
                    <a:pt x="110591" y="99974"/>
                  </a:lnTo>
                  <a:lnTo>
                    <a:pt x="113855" y="90093"/>
                  </a:lnTo>
                  <a:close/>
                </a:path>
                <a:path w="327660" h="172720">
                  <a:moveTo>
                    <a:pt x="240106" y="2197"/>
                  </a:moveTo>
                  <a:lnTo>
                    <a:pt x="223075" y="2197"/>
                  </a:lnTo>
                  <a:lnTo>
                    <a:pt x="223075" y="55067"/>
                  </a:lnTo>
                  <a:lnTo>
                    <a:pt x="156248" y="55067"/>
                  </a:lnTo>
                  <a:lnTo>
                    <a:pt x="156248" y="2197"/>
                  </a:lnTo>
                  <a:lnTo>
                    <a:pt x="139217" y="2197"/>
                  </a:lnTo>
                  <a:lnTo>
                    <a:pt x="139217" y="130937"/>
                  </a:lnTo>
                  <a:lnTo>
                    <a:pt x="156248" y="130937"/>
                  </a:lnTo>
                  <a:lnTo>
                    <a:pt x="156248" y="70256"/>
                  </a:lnTo>
                  <a:lnTo>
                    <a:pt x="223075" y="70256"/>
                  </a:lnTo>
                  <a:lnTo>
                    <a:pt x="223075" y="130937"/>
                  </a:lnTo>
                  <a:lnTo>
                    <a:pt x="240106" y="130937"/>
                  </a:lnTo>
                  <a:lnTo>
                    <a:pt x="240106" y="70256"/>
                  </a:lnTo>
                  <a:lnTo>
                    <a:pt x="240106" y="55067"/>
                  </a:lnTo>
                  <a:lnTo>
                    <a:pt x="240106" y="2197"/>
                  </a:lnTo>
                  <a:close/>
                </a:path>
                <a:path w="327660" h="172720">
                  <a:moveTo>
                    <a:pt x="327304" y="136232"/>
                  </a:moveTo>
                  <a:lnTo>
                    <a:pt x="325818" y="131051"/>
                  </a:lnTo>
                  <a:lnTo>
                    <a:pt x="319532" y="122745"/>
                  </a:lnTo>
                  <a:lnTo>
                    <a:pt x="315087" y="120002"/>
                  </a:lnTo>
                  <a:lnTo>
                    <a:pt x="309346" y="118694"/>
                  </a:lnTo>
                  <a:lnTo>
                    <a:pt x="313791" y="116674"/>
                  </a:lnTo>
                  <a:lnTo>
                    <a:pt x="316941" y="113957"/>
                  </a:lnTo>
                  <a:lnTo>
                    <a:pt x="321564" y="107099"/>
                  </a:lnTo>
                  <a:lnTo>
                    <a:pt x="322681" y="103301"/>
                  </a:lnTo>
                  <a:lnTo>
                    <a:pt x="322681" y="94742"/>
                  </a:lnTo>
                  <a:lnTo>
                    <a:pt x="299720" y="74053"/>
                  </a:lnTo>
                  <a:lnTo>
                    <a:pt x="286766" y="74053"/>
                  </a:lnTo>
                  <a:lnTo>
                    <a:pt x="280276" y="76238"/>
                  </a:lnTo>
                  <a:lnTo>
                    <a:pt x="270103" y="84963"/>
                  </a:lnTo>
                  <a:lnTo>
                    <a:pt x="266763" y="91135"/>
                  </a:lnTo>
                  <a:lnTo>
                    <a:pt x="265290" y="99072"/>
                  </a:lnTo>
                  <a:lnTo>
                    <a:pt x="277139" y="101193"/>
                  </a:lnTo>
                  <a:lnTo>
                    <a:pt x="278066" y="95389"/>
                  </a:lnTo>
                  <a:lnTo>
                    <a:pt x="280098" y="91033"/>
                  </a:lnTo>
                  <a:lnTo>
                    <a:pt x="286207" y="85242"/>
                  </a:lnTo>
                  <a:lnTo>
                    <a:pt x="290093" y="83794"/>
                  </a:lnTo>
                  <a:lnTo>
                    <a:pt x="299351" y="83794"/>
                  </a:lnTo>
                  <a:lnTo>
                    <a:pt x="303047" y="85217"/>
                  </a:lnTo>
                  <a:lnTo>
                    <a:pt x="308978" y="90932"/>
                  </a:lnTo>
                  <a:lnTo>
                    <a:pt x="310451" y="94526"/>
                  </a:lnTo>
                  <a:lnTo>
                    <a:pt x="310451" y="104355"/>
                  </a:lnTo>
                  <a:lnTo>
                    <a:pt x="308419" y="108432"/>
                  </a:lnTo>
                  <a:lnTo>
                    <a:pt x="300278" y="113690"/>
                  </a:lnTo>
                  <a:lnTo>
                    <a:pt x="295833" y="115011"/>
                  </a:lnTo>
                  <a:lnTo>
                    <a:pt x="288798" y="114871"/>
                  </a:lnTo>
                  <a:lnTo>
                    <a:pt x="287502" y="125285"/>
                  </a:lnTo>
                  <a:lnTo>
                    <a:pt x="290830" y="124396"/>
                  </a:lnTo>
                  <a:lnTo>
                    <a:pt x="293611" y="123977"/>
                  </a:lnTo>
                  <a:lnTo>
                    <a:pt x="301383" y="123977"/>
                  </a:lnTo>
                  <a:lnTo>
                    <a:pt x="305828" y="125730"/>
                  </a:lnTo>
                  <a:lnTo>
                    <a:pt x="313055" y="132803"/>
                  </a:lnTo>
                  <a:lnTo>
                    <a:pt x="314718" y="137287"/>
                  </a:lnTo>
                  <a:lnTo>
                    <a:pt x="314718" y="148437"/>
                  </a:lnTo>
                  <a:lnTo>
                    <a:pt x="312864" y="153238"/>
                  </a:lnTo>
                  <a:lnTo>
                    <a:pt x="305092" y="160959"/>
                  </a:lnTo>
                  <a:lnTo>
                    <a:pt x="300456" y="162890"/>
                  </a:lnTo>
                  <a:lnTo>
                    <a:pt x="290283" y="162890"/>
                  </a:lnTo>
                  <a:lnTo>
                    <a:pt x="286207" y="161404"/>
                  </a:lnTo>
                  <a:lnTo>
                    <a:pt x="279730" y="155473"/>
                  </a:lnTo>
                  <a:lnTo>
                    <a:pt x="277317" y="150647"/>
                  </a:lnTo>
                  <a:lnTo>
                    <a:pt x="276021" y="143916"/>
                  </a:lnTo>
                  <a:lnTo>
                    <a:pt x="264172" y="145491"/>
                  </a:lnTo>
                  <a:lnTo>
                    <a:pt x="264922" y="153530"/>
                  </a:lnTo>
                  <a:lnTo>
                    <a:pt x="268058" y="160070"/>
                  </a:lnTo>
                  <a:lnTo>
                    <a:pt x="279361" y="170167"/>
                  </a:lnTo>
                  <a:lnTo>
                    <a:pt x="286385" y="172707"/>
                  </a:lnTo>
                  <a:lnTo>
                    <a:pt x="304165" y="172707"/>
                  </a:lnTo>
                  <a:lnTo>
                    <a:pt x="311937" y="169773"/>
                  </a:lnTo>
                  <a:lnTo>
                    <a:pt x="324345" y="158051"/>
                  </a:lnTo>
                  <a:lnTo>
                    <a:pt x="327304" y="150901"/>
                  </a:lnTo>
                  <a:lnTo>
                    <a:pt x="327304" y="1362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9" name="object 149"/>
            <p:cNvSpPr/>
            <p:nvPr/>
          </p:nvSpPr>
          <p:spPr>
            <a:xfrm>
              <a:off x="5980599" y="5650165"/>
              <a:ext cx="52069" cy="52069"/>
            </a:xfrm>
            <a:custGeom>
              <a:avLst/>
              <a:gdLst/>
              <a:ahLst/>
              <a:cxnLst/>
              <a:rect l="l" t="t" r="r" b="b"/>
              <a:pathLst>
                <a:path w="52070" h="52070">
                  <a:moveTo>
                    <a:pt x="0" y="0"/>
                  </a:moveTo>
                  <a:lnTo>
                    <a:pt x="51649" y="51789"/>
                  </a:lnTo>
                </a:path>
              </a:pathLst>
            </a:custGeom>
            <a:ln w="111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50" name="object 150"/>
          <p:cNvGrpSpPr/>
          <p:nvPr/>
        </p:nvGrpSpPr>
        <p:grpSpPr>
          <a:xfrm>
            <a:off x="636692" y="1884618"/>
            <a:ext cx="265430" cy="3874770"/>
            <a:chOff x="636692" y="1884618"/>
            <a:chExt cx="265430" cy="3874770"/>
          </a:xfrm>
        </p:grpSpPr>
        <p:sp>
          <p:nvSpPr>
            <p:cNvPr id="151" name="object 151"/>
            <p:cNvSpPr/>
            <p:nvPr/>
          </p:nvSpPr>
          <p:spPr>
            <a:xfrm>
              <a:off x="866609" y="1884618"/>
              <a:ext cx="11430" cy="3778250"/>
            </a:xfrm>
            <a:custGeom>
              <a:avLst/>
              <a:gdLst/>
              <a:ahLst/>
              <a:cxnLst/>
              <a:rect l="l" t="t" r="r" b="b"/>
              <a:pathLst>
                <a:path w="11430" h="3778250">
                  <a:moveTo>
                    <a:pt x="11107" y="0"/>
                  </a:moveTo>
                  <a:lnTo>
                    <a:pt x="0" y="0"/>
                  </a:lnTo>
                  <a:lnTo>
                    <a:pt x="0" y="3777902"/>
                  </a:lnTo>
                  <a:lnTo>
                    <a:pt x="11107" y="3777902"/>
                  </a:lnTo>
                  <a:lnTo>
                    <a:pt x="1110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2" name="object 152"/>
            <p:cNvSpPr/>
            <p:nvPr/>
          </p:nvSpPr>
          <p:spPr>
            <a:xfrm>
              <a:off x="841802" y="5646405"/>
              <a:ext cx="59055" cy="111760"/>
            </a:xfrm>
            <a:custGeom>
              <a:avLst/>
              <a:gdLst/>
              <a:ahLst/>
              <a:cxnLst/>
              <a:rect l="l" t="t" r="r" b="b"/>
              <a:pathLst>
                <a:path w="59055" h="111760">
                  <a:moveTo>
                    <a:pt x="30360" y="111136"/>
                  </a:moveTo>
                  <a:lnTo>
                    <a:pt x="25616" y="93771"/>
                  </a:lnTo>
                  <a:lnTo>
                    <a:pt x="15180" y="55568"/>
                  </a:lnTo>
                  <a:lnTo>
                    <a:pt x="4743" y="17365"/>
                  </a:lnTo>
                  <a:lnTo>
                    <a:pt x="0" y="0"/>
                  </a:lnTo>
                  <a:lnTo>
                    <a:pt x="2874" y="2170"/>
                  </a:lnTo>
                  <a:lnTo>
                    <a:pt x="10195" y="6946"/>
                  </a:lnTo>
                  <a:lnTo>
                    <a:pt x="20009" y="11721"/>
                  </a:lnTo>
                  <a:lnTo>
                    <a:pt x="30360" y="13892"/>
                  </a:lnTo>
                  <a:lnTo>
                    <a:pt x="39961" y="11721"/>
                  </a:lnTo>
                  <a:lnTo>
                    <a:pt x="49062" y="6946"/>
                  </a:lnTo>
                  <a:lnTo>
                    <a:pt x="55852" y="2170"/>
                  </a:lnTo>
                  <a:lnTo>
                    <a:pt x="58518" y="0"/>
                  </a:lnTo>
                  <a:lnTo>
                    <a:pt x="54118" y="17365"/>
                  </a:lnTo>
                  <a:lnTo>
                    <a:pt x="44439" y="55568"/>
                  </a:lnTo>
                  <a:lnTo>
                    <a:pt x="34760" y="93771"/>
                  </a:lnTo>
                  <a:lnTo>
                    <a:pt x="30360" y="111136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3" name="object 153"/>
            <p:cNvSpPr/>
            <p:nvPr/>
          </p:nvSpPr>
          <p:spPr>
            <a:xfrm>
              <a:off x="636689" y="3562286"/>
              <a:ext cx="264160" cy="2195830"/>
            </a:xfrm>
            <a:custGeom>
              <a:avLst/>
              <a:gdLst/>
              <a:ahLst/>
              <a:cxnLst/>
              <a:rect l="l" t="t" r="r" b="b"/>
              <a:pathLst>
                <a:path w="264159" h="2195829">
                  <a:moveTo>
                    <a:pt x="18161" y="287108"/>
                  </a:moveTo>
                  <a:lnTo>
                    <a:pt x="0" y="287108"/>
                  </a:lnTo>
                  <a:lnTo>
                    <a:pt x="0" y="302844"/>
                  </a:lnTo>
                  <a:lnTo>
                    <a:pt x="18161" y="302844"/>
                  </a:lnTo>
                  <a:lnTo>
                    <a:pt x="18161" y="287108"/>
                  </a:lnTo>
                  <a:close/>
                </a:path>
                <a:path w="264159" h="2195829">
                  <a:moveTo>
                    <a:pt x="18161" y="153187"/>
                  </a:moveTo>
                  <a:lnTo>
                    <a:pt x="0" y="153187"/>
                  </a:lnTo>
                  <a:lnTo>
                    <a:pt x="0" y="168922"/>
                  </a:lnTo>
                  <a:lnTo>
                    <a:pt x="18161" y="168922"/>
                  </a:lnTo>
                  <a:lnTo>
                    <a:pt x="18161" y="153187"/>
                  </a:lnTo>
                  <a:close/>
                </a:path>
                <a:path w="264159" h="2195829">
                  <a:moveTo>
                    <a:pt x="128651" y="699046"/>
                  </a:moveTo>
                  <a:lnTo>
                    <a:pt x="73190" y="699046"/>
                  </a:lnTo>
                  <a:lnTo>
                    <a:pt x="67043" y="698119"/>
                  </a:lnTo>
                  <a:lnTo>
                    <a:pt x="49669" y="684606"/>
                  </a:lnTo>
                  <a:lnTo>
                    <a:pt x="49669" y="677379"/>
                  </a:lnTo>
                  <a:lnTo>
                    <a:pt x="50812" y="673493"/>
                  </a:lnTo>
                  <a:lnTo>
                    <a:pt x="53086" y="669594"/>
                  </a:lnTo>
                  <a:lnTo>
                    <a:pt x="38442" y="664222"/>
                  </a:lnTo>
                  <a:lnTo>
                    <a:pt x="35039" y="669594"/>
                  </a:lnTo>
                  <a:lnTo>
                    <a:pt x="33350" y="675157"/>
                  </a:lnTo>
                  <a:lnTo>
                    <a:pt x="33350" y="684047"/>
                  </a:lnTo>
                  <a:lnTo>
                    <a:pt x="34404" y="687565"/>
                  </a:lnTo>
                  <a:lnTo>
                    <a:pt x="36499" y="690524"/>
                  </a:lnTo>
                  <a:lnTo>
                    <a:pt x="38608" y="693674"/>
                  </a:lnTo>
                  <a:lnTo>
                    <a:pt x="42976" y="697014"/>
                  </a:lnTo>
                  <a:lnTo>
                    <a:pt x="49580" y="700532"/>
                  </a:lnTo>
                  <a:lnTo>
                    <a:pt x="35458" y="700532"/>
                  </a:lnTo>
                  <a:lnTo>
                    <a:pt x="35458" y="714794"/>
                  </a:lnTo>
                  <a:lnTo>
                    <a:pt x="128651" y="714794"/>
                  </a:lnTo>
                  <a:lnTo>
                    <a:pt x="128651" y="699046"/>
                  </a:lnTo>
                  <a:close/>
                </a:path>
                <a:path w="264159" h="2195829">
                  <a:moveTo>
                    <a:pt x="128651" y="287108"/>
                  </a:moveTo>
                  <a:lnTo>
                    <a:pt x="35458" y="287108"/>
                  </a:lnTo>
                  <a:lnTo>
                    <a:pt x="35458" y="302844"/>
                  </a:lnTo>
                  <a:lnTo>
                    <a:pt x="128651" y="302844"/>
                  </a:lnTo>
                  <a:lnTo>
                    <a:pt x="128651" y="287108"/>
                  </a:lnTo>
                  <a:close/>
                </a:path>
                <a:path w="264159" h="2195829">
                  <a:moveTo>
                    <a:pt x="128651" y="221157"/>
                  </a:moveTo>
                  <a:lnTo>
                    <a:pt x="35458" y="185788"/>
                  </a:lnTo>
                  <a:lnTo>
                    <a:pt x="35458" y="202082"/>
                  </a:lnTo>
                  <a:lnTo>
                    <a:pt x="92316" y="222834"/>
                  </a:lnTo>
                  <a:lnTo>
                    <a:pt x="105130" y="227279"/>
                  </a:lnTo>
                  <a:lnTo>
                    <a:pt x="110045" y="228574"/>
                  </a:lnTo>
                  <a:lnTo>
                    <a:pt x="103555" y="230428"/>
                  </a:lnTo>
                  <a:lnTo>
                    <a:pt x="97294" y="232460"/>
                  </a:lnTo>
                  <a:lnTo>
                    <a:pt x="91262" y="234683"/>
                  </a:lnTo>
                  <a:lnTo>
                    <a:pt x="35458" y="254685"/>
                  </a:lnTo>
                  <a:lnTo>
                    <a:pt x="35458" y="271360"/>
                  </a:lnTo>
                  <a:lnTo>
                    <a:pt x="128651" y="235800"/>
                  </a:lnTo>
                  <a:lnTo>
                    <a:pt x="128651" y="221157"/>
                  </a:lnTo>
                  <a:close/>
                </a:path>
                <a:path w="264159" h="2195829">
                  <a:moveTo>
                    <a:pt x="128651" y="153187"/>
                  </a:moveTo>
                  <a:lnTo>
                    <a:pt x="35458" y="153187"/>
                  </a:lnTo>
                  <a:lnTo>
                    <a:pt x="35458" y="168922"/>
                  </a:lnTo>
                  <a:lnTo>
                    <a:pt x="128651" y="168922"/>
                  </a:lnTo>
                  <a:lnTo>
                    <a:pt x="128651" y="153187"/>
                  </a:lnTo>
                  <a:close/>
                </a:path>
                <a:path w="264159" h="2195829">
                  <a:moveTo>
                    <a:pt x="129781" y="325069"/>
                  </a:moveTo>
                  <a:lnTo>
                    <a:pt x="129413" y="322110"/>
                  </a:lnTo>
                  <a:lnTo>
                    <a:pt x="128485" y="317665"/>
                  </a:lnTo>
                  <a:lnTo>
                    <a:pt x="114528" y="319887"/>
                  </a:lnTo>
                  <a:lnTo>
                    <a:pt x="114935" y="322668"/>
                  </a:lnTo>
                  <a:lnTo>
                    <a:pt x="115138" y="325069"/>
                  </a:lnTo>
                  <a:lnTo>
                    <a:pt x="115138" y="329145"/>
                  </a:lnTo>
                  <a:lnTo>
                    <a:pt x="114769" y="331000"/>
                  </a:lnTo>
                  <a:lnTo>
                    <a:pt x="113982" y="332117"/>
                  </a:lnTo>
                  <a:lnTo>
                    <a:pt x="113233" y="333413"/>
                  </a:lnTo>
                  <a:lnTo>
                    <a:pt x="112217" y="334340"/>
                  </a:lnTo>
                  <a:lnTo>
                    <a:pt x="109639" y="335445"/>
                  </a:lnTo>
                  <a:lnTo>
                    <a:pt x="106743" y="335813"/>
                  </a:lnTo>
                  <a:lnTo>
                    <a:pt x="47739" y="335813"/>
                  </a:lnTo>
                  <a:lnTo>
                    <a:pt x="47739" y="319887"/>
                  </a:lnTo>
                  <a:lnTo>
                    <a:pt x="35458" y="319887"/>
                  </a:lnTo>
                  <a:lnTo>
                    <a:pt x="35458" y="335813"/>
                  </a:lnTo>
                  <a:lnTo>
                    <a:pt x="2895" y="335813"/>
                  </a:lnTo>
                  <a:lnTo>
                    <a:pt x="12369" y="351561"/>
                  </a:lnTo>
                  <a:lnTo>
                    <a:pt x="35458" y="351561"/>
                  </a:lnTo>
                  <a:lnTo>
                    <a:pt x="35458" y="363042"/>
                  </a:lnTo>
                  <a:lnTo>
                    <a:pt x="47739" y="363042"/>
                  </a:lnTo>
                  <a:lnTo>
                    <a:pt x="47739" y="351561"/>
                  </a:lnTo>
                  <a:lnTo>
                    <a:pt x="110845" y="351561"/>
                  </a:lnTo>
                  <a:lnTo>
                    <a:pt x="117055" y="350824"/>
                  </a:lnTo>
                  <a:lnTo>
                    <a:pt x="122961" y="348234"/>
                  </a:lnTo>
                  <a:lnTo>
                    <a:pt x="125349" y="346011"/>
                  </a:lnTo>
                  <a:lnTo>
                    <a:pt x="128981" y="339712"/>
                  </a:lnTo>
                  <a:lnTo>
                    <a:pt x="129781" y="335813"/>
                  </a:lnTo>
                  <a:lnTo>
                    <a:pt x="129781" y="325069"/>
                  </a:lnTo>
                  <a:close/>
                </a:path>
                <a:path w="264159" h="2195829">
                  <a:moveTo>
                    <a:pt x="129781" y="98539"/>
                  </a:moveTo>
                  <a:lnTo>
                    <a:pt x="129413" y="95580"/>
                  </a:lnTo>
                  <a:lnTo>
                    <a:pt x="128485" y="91135"/>
                  </a:lnTo>
                  <a:lnTo>
                    <a:pt x="114528" y="93357"/>
                  </a:lnTo>
                  <a:lnTo>
                    <a:pt x="114935" y="96316"/>
                  </a:lnTo>
                  <a:lnTo>
                    <a:pt x="115138" y="98539"/>
                  </a:lnTo>
                  <a:lnTo>
                    <a:pt x="115138" y="102616"/>
                  </a:lnTo>
                  <a:lnTo>
                    <a:pt x="114769" y="104470"/>
                  </a:lnTo>
                  <a:lnTo>
                    <a:pt x="113233" y="107061"/>
                  </a:lnTo>
                  <a:lnTo>
                    <a:pt x="112217" y="107988"/>
                  </a:lnTo>
                  <a:lnTo>
                    <a:pt x="109639" y="109105"/>
                  </a:lnTo>
                  <a:lnTo>
                    <a:pt x="106743" y="109283"/>
                  </a:lnTo>
                  <a:lnTo>
                    <a:pt x="47739" y="109283"/>
                  </a:lnTo>
                  <a:lnTo>
                    <a:pt x="47739" y="93357"/>
                  </a:lnTo>
                  <a:lnTo>
                    <a:pt x="35458" y="93357"/>
                  </a:lnTo>
                  <a:lnTo>
                    <a:pt x="35458" y="109283"/>
                  </a:lnTo>
                  <a:lnTo>
                    <a:pt x="2895" y="109283"/>
                  </a:lnTo>
                  <a:lnTo>
                    <a:pt x="12369" y="125031"/>
                  </a:lnTo>
                  <a:lnTo>
                    <a:pt x="35458" y="125031"/>
                  </a:lnTo>
                  <a:lnTo>
                    <a:pt x="35458" y="136702"/>
                  </a:lnTo>
                  <a:lnTo>
                    <a:pt x="47739" y="136702"/>
                  </a:lnTo>
                  <a:lnTo>
                    <a:pt x="47739" y="125031"/>
                  </a:lnTo>
                  <a:lnTo>
                    <a:pt x="110845" y="125031"/>
                  </a:lnTo>
                  <a:lnTo>
                    <a:pt x="117055" y="124282"/>
                  </a:lnTo>
                  <a:lnTo>
                    <a:pt x="120002" y="123177"/>
                  </a:lnTo>
                  <a:lnTo>
                    <a:pt x="122961" y="121881"/>
                  </a:lnTo>
                  <a:lnTo>
                    <a:pt x="125349" y="119659"/>
                  </a:lnTo>
                  <a:lnTo>
                    <a:pt x="127165" y="116319"/>
                  </a:lnTo>
                  <a:lnTo>
                    <a:pt x="128981" y="113169"/>
                  </a:lnTo>
                  <a:lnTo>
                    <a:pt x="129781" y="109283"/>
                  </a:lnTo>
                  <a:lnTo>
                    <a:pt x="129781" y="98539"/>
                  </a:lnTo>
                  <a:close/>
                </a:path>
                <a:path w="264159" h="2195829">
                  <a:moveTo>
                    <a:pt x="130759" y="613841"/>
                  </a:moveTo>
                  <a:lnTo>
                    <a:pt x="113360" y="578370"/>
                  </a:lnTo>
                  <a:lnTo>
                    <a:pt x="100660" y="572909"/>
                  </a:lnTo>
                  <a:lnTo>
                    <a:pt x="98640" y="589203"/>
                  </a:lnTo>
                  <a:lnTo>
                    <a:pt x="105308" y="591616"/>
                  </a:lnTo>
                  <a:lnTo>
                    <a:pt x="110159" y="594766"/>
                  </a:lnTo>
                  <a:lnTo>
                    <a:pt x="113207" y="598843"/>
                  </a:lnTo>
                  <a:lnTo>
                    <a:pt x="116243" y="603097"/>
                  </a:lnTo>
                  <a:lnTo>
                    <a:pt x="117767" y="607923"/>
                  </a:lnTo>
                  <a:lnTo>
                    <a:pt x="117690" y="621804"/>
                  </a:lnTo>
                  <a:lnTo>
                    <a:pt x="115049" y="628103"/>
                  </a:lnTo>
                  <a:lnTo>
                    <a:pt x="104165" y="638479"/>
                  </a:lnTo>
                  <a:lnTo>
                    <a:pt x="96329" y="641438"/>
                  </a:lnTo>
                  <a:lnTo>
                    <a:pt x="86093" y="641997"/>
                  </a:lnTo>
                  <a:lnTo>
                    <a:pt x="86093" y="641070"/>
                  </a:lnTo>
                  <a:lnTo>
                    <a:pt x="86093" y="589026"/>
                  </a:lnTo>
                  <a:lnTo>
                    <a:pt x="86093" y="572350"/>
                  </a:lnTo>
                  <a:lnTo>
                    <a:pt x="81876" y="572350"/>
                  </a:lnTo>
                  <a:lnTo>
                    <a:pt x="73101" y="572947"/>
                  </a:lnTo>
                  <a:lnTo>
                    <a:pt x="73101" y="589026"/>
                  </a:lnTo>
                  <a:lnTo>
                    <a:pt x="73101" y="641070"/>
                  </a:lnTo>
                  <a:lnTo>
                    <a:pt x="46329" y="621804"/>
                  </a:lnTo>
                  <a:lnTo>
                    <a:pt x="46329" y="606615"/>
                  </a:lnTo>
                  <a:lnTo>
                    <a:pt x="49377" y="599948"/>
                  </a:lnTo>
                  <a:lnTo>
                    <a:pt x="55460" y="594956"/>
                  </a:lnTo>
                  <a:lnTo>
                    <a:pt x="59385" y="591616"/>
                  </a:lnTo>
                  <a:lnTo>
                    <a:pt x="65265" y="589762"/>
                  </a:lnTo>
                  <a:lnTo>
                    <a:pt x="73101" y="589026"/>
                  </a:lnTo>
                  <a:lnTo>
                    <a:pt x="73101" y="572947"/>
                  </a:lnTo>
                  <a:lnTo>
                    <a:pt x="36525" y="597687"/>
                  </a:lnTo>
                  <a:lnTo>
                    <a:pt x="33350" y="614768"/>
                  </a:lnTo>
                  <a:lnTo>
                    <a:pt x="34163" y="623938"/>
                  </a:lnTo>
                  <a:lnTo>
                    <a:pt x="61950" y="655243"/>
                  </a:lnTo>
                  <a:lnTo>
                    <a:pt x="82842" y="658304"/>
                  </a:lnTo>
                  <a:lnTo>
                    <a:pt x="93586" y="657529"/>
                  </a:lnTo>
                  <a:lnTo>
                    <a:pt x="103085" y="655243"/>
                  </a:lnTo>
                  <a:lnTo>
                    <a:pt x="111239" y="651497"/>
                  </a:lnTo>
                  <a:lnTo>
                    <a:pt x="118173" y="646264"/>
                  </a:lnTo>
                  <a:lnTo>
                    <a:pt x="121780" y="641997"/>
                  </a:lnTo>
                  <a:lnTo>
                    <a:pt x="123672" y="639762"/>
                  </a:lnTo>
                  <a:lnTo>
                    <a:pt x="127609" y="632206"/>
                  </a:lnTo>
                  <a:lnTo>
                    <a:pt x="129971" y="623570"/>
                  </a:lnTo>
                  <a:lnTo>
                    <a:pt x="130759" y="613841"/>
                  </a:lnTo>
                  <a:close/>
                </a:path>
                <a:path w="264159" h="2195829">
                  <a:moveTo>
                    <a:pt x="130759" y="517347"/>
                  </a:moveTo>
                  <a:lnTo>
                    <a:pt x="129743" y="511416"/>
                  </a:lnTo>
                  <a:lnTo>
                    <a:pt x="125628" y="500672"/>
                  </a:lnTo>
                  <a:lnTo>
                    <a:pt x="122135" y="494931"/>
                  </a:lnTo>
                  <a:lnTo>
                    <a:pt x="118389" y="490626"/>
                  </a:lnTo>
                  <a:lnTo>
                    <a:pt x="118389" y="513638"/>
                  </a:lnTo>
                  <a:lnTo>
                    <a:pt x="118389" y="525856"/>
                  </a:lnTo>
                  <a:lnTo>
                    <a:pt x="116992" y="530491"/>
                  </a:lnTo>
                  <a:lnTo>
                    <a:pt x="114173" y="533641"/>
                  </a:lnTo>
                  <a:lnTo>
                    <a:pt x="111353" y="536981"/>
                  </a:lnTo>
                  <a:lnTo>
                    <a:pt x="107861" y="538454"/>
                  </a:lnTo>
                  <a:lnTo>
                    <a:pt x="100888" y="538454"/>
                  </a:lnTo>
                  <a:lnTo>
                    <a:pt x="98386" y="537718"/>
                  </a:lnTo>
                  <a:lnTo>
                    <a:pt x="96139" y="536232"/>
                  </a:lnTo>
                  <a:lnTo>
                    <a:pt x="93891" y="534936"/>
                  </a:lnTo>
                  <a:lnTo>
                    <a:pt x="87845" y="516229"/>
                  </a:lnTo>
                  <a:lnTo>
                    <a:pt x="86550" y="508165"/>
                  </a:lnTo>
                  <a:lnTo>
                    <a:pt x="85128" y="501205"/>
                  </a:lnTo>
                  <a:lnTo>
                    <a:pt x="83566" y="495300"/>
                  </a:lnTo>
                  <a:lnTo>
                    <a:pt x="81876" y="490486"/>
                  </a:lnTo>
                  <a:lnTo>
                    <a:pt x="94627" y="490486"/>
                  </a:lnTo>
                  <a:lnTo>
                    <a:pt x="118389" y="513638"/>
                  </a:lnTo>
                  <a:lnTo>
                    <a:pt x="118389" y="490626"/>
                  </a:lnTo>
                  <a:lnTo>
                    <a:pt x="118275" y="490486"/>
                  </a:lnTo>
                  <a:lnTo>
                    <a:pt x="117157" y="489191"/>
                  </a:lnTo>
                  <a:lnTo>
                    <a:pt x="121539" y="488632"/>
                  </a:lnTo>
                  <a:lnTo>
                    <a:pt x="125374" y="487705"/>
                  </a:lnTo>
                  <a:lnTo>
                    <a:pt x="128651" y="486041"/>
                  </a:lnTo>
                  <a:lnTo>
                    <a:pt x="128651" y="469557"/>
                  </a:lnTo>
                  <a:lnTo>
                    <a:pt x="125082" y="471398"/>
                  </a:lnTo>
                  <a:lnTo>
                    <a:pt x="121361" y="472884"/>
                  </a:lnTo>
                  <a:lnTo>
                    <a:pt x="89598" y="474548"/>
                  </a:lnTo>
                  <a:lnTo>
                    <a:pt x="61518" y="474548"/>
                  </a:lnTo>
                  <a:lnTo>
                    <a:pt x="56654" y="474738"/>
                  </a:lnTo>
                  <a:lnTo>
                    <a:pt x="49644" y="476224"/>
                  </a:lnTo>
                  <a:lnTo>
                    <a:pt x="46062" y="477888"/>
                  </a:lnTo>
                  <a:lnTo>
                    <a:pt x="43218" y="480301"/>
                  </a:lnTo>
                  <a:lnTo>
                    <a:pt x="40386" y="482523"/>
                  </a:lnTo>
                  <a:lnTo>
                    <a:pt x="38023" y="486219"/>
                  </a:lnTo>
                  <a:lnTo>
                    <a:pt x="34277" y="496227"/>
                  </a:lnTo>
                  <a:lnTo>
                    <a:pt x="33439" y="502056"/>
                  </a:lnTo>
                  <a:lnTo>
                    <a:pt x="33350" y="518642"/>
                  </a:lnTo>
                  <a:lnTo>
                    <a:pt x="34442" y="525678"/>
                  </a:lnTo>
                  <a:lnTo>
                    <a:pt x="38836" y="537895"/>
                  </a:lnTo>
                  <a:lnTo>
                    <a:pt x="41960" y="542531"/>
                  </a:lnTo>
                  <a:lnTo>
                    <a:pt x="46024" y="545680"/>
                  </a:lnTo>
                  <a:lnTo>
                    <a:pt x="50088" y="549021"/>
                  </a:lnTo>
                  <a:lnTo>
                    <a:pt x="55435" y="551243"/>
                  </a:lnTo>
                  <a:lnTo>
                    <a:pt x="62039" y="552716"/>
                  </a:lnTo>
                  <a:lnTo>
                    <a:pt x="64147" y="537159"/>
                  </a:lnTo>
                  <a:lnTo>
                    <a:pt x="57543" y="535495"/>
                  </a:lnTo>
                  <a:lnTo>
                    <a:pt x="52933" y="532904"/>
                  </a:lnTo>
                  <a:lnTo>
                    <a:pt x="47726" y="525856"/>
                  </a:lnTo>
                  <a:lnTo>
                    <a:pt x="46418" y="520306"/>
                  </a:lnTo>
                  <a:lnTo>
                    <a:pt x="46418" y="504926"/>
                  </a:lnTo>
                  <a:lnTo>
                    <a:pt x="48209" y="498817"/>
                  </a:lnTo>
                  <a:lnTo>
                    <a:pt x="51777" y="494931"/>
                  </a:lnTo>
                  <a:lnTo>
                    <a:pt x="54406" y="491959"/>
                  </a:lnTo>
                  <a:lnTo>
                    <a:pt x="58940" y="490486"/>
                  </a:lnTo>
                  <a:lnTo>
                    <a:pt x="69507" y="490486"/>
                  </a:lnTo>
                  <a:lnTo>
                    <a:pt x="75704" y="524929"/>
                  </a:lnTo>
                  <a:lnTo>
                    <a:pt x="76492" y="529564"/>
                  </a:lnTo>
                  <a:lnTo>
                    <a:pt x="77622" y="533831"/>
                  </a:lnTo>
                  <a:lnTo>
                    <a:pt x="78486" y="536981"/>
                  </a:lnTo>
                  <a:lnTo>
                    <a:pt x="80213" y="540677"/>
                  </a:lnTo>
                  <a:lnTo>
                    <a:pt x="82486" y="544017"/>
                  </a:lnTo>
                  <a:lnTo>
                    <a:pt x="84772" y="547535"/>
                  </a:lnTo>
                  <a:lnTo>
                    <a:pt x="87807" y="550125"/>
                  </a:lnTo>
                  <a:lnTo>
                    <a:pt x="91579" y="552157"/>
                  </a:lnTo>
                  <a:lnTo>
                    <a:pt x="95351" y="554380"/>
                  </a:lnTo>
                  <a:lnTo>
                    <a:pt x="99517" y="555307"/>
                  </a:lnTo>
                  <a:lnTo>
                    <a:pt x="111861" y="555307"/>
                  </a:lnTo>
                  <a:lnTo>
                    <a:pt x="130759" y="533831"/>
                  </a:lnTo>
                  <a:lnTo>
                    <a:pt x="130759" y="517347"/>
                  </a:lnTo>
                  <a:close/>
                </a:path>
                <a:path w="264159" h="2195829">
                  <a:moveTo>
                    <a:pt x="130759" y="409359"/>
                  </a:moveTo>
                  <a:lnTo>
                    <a:pt x="110845" y="375183"/>
                  </a:lnTo>
                  <a:lnTo>
                    <a:pt x="96532" y="370636"/>
                  </a:lnTo>
                  <a:lnTo>
                    <a:pt x="94513" y="386194"/>
                  </a:lnTo>
                  <a:lnTo>
                    <a:pt x="102412" y="387311"/>
                  </a:lnTo>
                  <a:lnTo>
                    <a:pt x="108267" y="389902"/>
                  </a:lnTo>
                  <a:lnTo>
                    <a:pt x="112064" y="393979"/>
                  </a:lnTo>
                  <a:lnTo>
                    <a:pt x="115874" y="398233"/>
                  </a:lnTo>
                  <a:lnTo>
                    <a:pt x="117767" y="403428"/>
                  </a:lnTo>
                  <a:lnTo>
                    <a:pt x="117767" y="417322"/>
                  </a:lnTo>
                  <a:lnTo>
                    <a:pt x="81965" y="435660"/>
                  </a:lnTo>
                  <a:lnTo>
                    <a:pt x="73329" y="435178"/>
                  </a:lnTo>
                  <a:lnTo>
                    <a:pt x="46329" y="416763"/>
                  </a:lnTo>
                  <a:lnTo>
                    <a:pt x="46329" y="403428"/>
                  </a:lnTo>
                  <a:lnTo>
                    <a:pt x="47917" y="398983"/>
                  </a:lnTo>
                  <a:lnTo>
                    <a:pt x="54229" y="391566"/>
                  </a:lnTo>
                  <a:lnTo>
                    <a:pt x="58940" y="388975"/>
                  </a:lnTo>
                  <a:lnTo>
                    <a:pt x="65201" y="387502"/>
                  </a:lnTo>
                  <a:lnTo>
                    <a:pt x="62826" y="372122"/>
                  </a:lnTo>
                  <a:lnTo>
                    <a:pt x="33845" y="402018"/>
                  </a:lnTo>
                  <a:lnTo>
                    <a:pt x="33350" y="409359"/>
                  </a:lnTo>
                  <a:lnTo>
                    <a:pt x="33350" y="417322"/>
                  </a:lnTo>
                  <a:lnTo>
                    <a:pt x="61887" y="448957"/>
                  </a:lnTo>
                  <a:lnTo>
                    <a:pt x="82410" y="451764"/>
                  </a:lnTo>
                  <a:lnTo>
                    <a:pt x="93395" y="451040"/>
                  </a:lnTo>
                  <a:lnTo>
                    <a:pt x="127635" y="426694"/>
                  </a:lnTo>
                  <a:lnTo>
                    <a:pt x="129984" y="418490"/>
                  </a:lnTo>
                  <a:lnTo>
                    <a:pt x="130759" y="409359"/>
                  </a:lnTo>
                  <a:close/>
                </a:path>
                <a:path w="264159" h="2195829">
                  <a:moveTo>
                    <a:pt x="166471" y="70015"/>
                  </a:moveTo>
                  <a:lnTo>
                    <a:pt x="159969" y="50012"/>
                  </a:lnTo>
                  <a:lnTo>
                    <a:pt x="156591" y="47053"/>
                  </a:lnTo>
                  <a:lnTo>
                    <a:pt x="147510" y="42227"/>
                  </a:lnTo>
                  <a:lnTo>
                    <a:pt x="140474" y="39268"/>
                  </a:lnTo>
                  <a:lnTo>
                    <a:pt x="35458" y="0"/>
                  </a:lnTo>
                  <a:lnTo>
                    <a:pt x="35458" y="15748"/>
                  </a:lnTo>
                  <a:lnTo>
                    <a:pt x="89776" y="35750"/>
                  </a:lnTo>
                  <a:lnTo>
                    <a:pt x="96685" y="38163"/>
                  </a:lnTo>
                  <a:lnTo>
                    <a:pt x="103759" y="40386"/>
                  </a:lnTo>
                  <a:lnTo>
                    <a:pt x="111010" y="42227"/>
                  </a:lnTo>
                  <a:lnTo>
                    <a:pt x="103466" y="44272"/>
                  </a:lnTo>
                  <a:lnTo>
                    <a:pt x="96266" y="46494"/>
                  </a:lnTo>
                  <a:lnTo>
                    <a:pt x="35458" y="68351"/>
                  </a:lnTo>
                  <a:lnTo>
                    <a:pt x="35458" y="85394"/>
                  </a:lnTo>
                  <a:lnTo>
                    <a:pt x="128841" y="50012"/>
                  </a:lnTo>
                  <a:lnTo>
                    <a:pt x="130517" y="50749"/>
                  </a:lnTo>
                  <a:lnTo>
                    <a:pt x="131813" y="51117"/>
                  </a:lnTo>
                  <a:lnTo>
                    <a:pt x="132689" y="51498"/>
                  </a:lnTo>
                  <a:lnTo>
                    <a:pt x="138938" y="53721"/>
                  </a:lnTo>
                  <a:lnTo>
                    <a:pt x="142862" y="55194"/>
                  </a:lnTo>
                  <a:lnTo>
                    <a:pt x="144437" y="56311"/>
                  </a:lnTo>
                  <a:lnTo>
                    <a:pt x="146558" y="57607"/>
                  </a:lnTo>
                  <a:lnTo>
                    <a:pt x="148196" y="59270"/>
                  </a:lnTo>
                  <a:lnTo>
                    <a:pt x="149364" y="61493"/>
                  </a:lnTo>
                  <a:lnTo>
                    <a:pt x="150533" y="63538"/>
                  </a:lnTo>
                  <a:lnTo>
                    <a:pt x="151130" y="66306"/>
                  </a:lnTo>
                  <a:lnTo>
                    <a:pt x="151130" y="72428"/>
                  </a:lnTo>
                  <a:lnTo>
                    <a:pt x="150647" y="75387"/>
                  </a:lnTo>
                  <a:lnTo>
                    <a:pt x="149720" y="78905"/>
                  </a:lnTo>
                  <a:lnTo>
                    <a:pt x="164541" y="77241"/>
                  </a:lnTo>
                  <a:lnTo>
                    <a:pt x="165836" y="73355"/>
                  </a:lnTo>
                  <a:lnTo>
                    <a:pt x="166471" y="70015"/>
                  </a:lnTo>
                  <a:close/>
                </a:path>
                <a:path w="264159" h="2195829">
                  <a:moveTo>
                    <a:pt x="263626" y="2084120"/>
                  </a:moveTo>
                  <a:lnTo>
                    <a:pt x="260959" y="2086292"/>
                  </a:lnTo>
                  <a:lnTo>
                    <a:pt x="254165" y="2091067"/>
                  </a:lnTo>
                  <a:lnTo>
                    <a:pt x="245071" y="2095842"/>
                  </a:lnTo>
                  <a:lnTo>
                    <a:pt x="235470" y="2098014"/>
                  </a:lnTo>
                  <a:lnTo>
                    <a:pt x="225120" y="2095842"/>
                  </a:lnTo>
                  <a:lnTo>
                    <a:pt x="215303" y="2091067"/>
                  </a:lnTo>
                  <a:lnTo>
                    <a:pt x="207987" y="2086292"/>
                  </a:lnTo>
                  <a:lnTo>
                    <a:pt x="205105" y="2084120"/>
                  </a:lnTo>
                  <a:lnTo>
                    <a:pt x="235470" y="2195258"/>
                  </a:lnTo>
                  <a:lnTo>
                    <a:pt x="260108" y="2098014"/>
                  </a:lnTo>
                  <a:lnTo>
                    <a:pt x="263626" y="20841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54" name="object 154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636692" y="2721902"/>
              <a:ext cx="130763" cy="771102"/>
            </a:xfrm>
            <a:prstGeom prst="rect">
              <a:avLst/>
            </a:prstGeom>
          </p:spPr>
        </p:pic>
      </p:grpSp>
      <p:pic>
        <p:nvPicPr>
          <p:cNvPr id="155" name="object 155"/>
          <p:cNvPicPr/>
          <p:nvPr/>
        </p:nvPicPr>
        <p:blipFill>
          <a:blip r:embed="rId39" cstate="print"/>
          <a:stretch>
            <a:fillRect/>
          </a:stretch>
        </p:blipFill>
        <p:spPr>
          <a:xfrm>
            <a:off x="636167" y="4353202"/>
            <a:ext cx="129178" cy="199860"/>
          </a:xfrm>
          <a:prstGeom prst="rect">
            <a:avLst/>
          </a:prstGeom>
        </p:spPr>
      </p:pic>
      <p:sp>
        <p:nvSpPr>
          <p:cNvPr id="156" name="object 1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51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051285" y="6414922"/>
            <a:ext cx="224154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Arial MT"/>
                <a:cs typeface="Arial MT"/>
              </a:rPr>
              <a:t>52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785235" y="34290"/>
            <a:ext cx="8632825" cy="660400"/>
          </a:xfrm>
          <a:prstGeom prst="rect">
            <a:avLst/>
          </a:prstGeom>
        </p:spPr>
        <p:txBody>
          <a:bodyPr vert="horz" wrap="square" lIns="0" tIns="12065" rIns="0" bIns="0" rtlCol="0">
            <a:no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" dirty="0"/>
              <a:t>E2</a:t>
            </a:r>
            <a:r>
              <a:rPr spc="-35" dirty="0"/>
              <a:t> </a:t>
            </a:r>
            <a:r>
              <a:rPr spc="-10" dirty="0"/>
              <a:t>regioselectivity</a:t>
            </a:r>
            <a:r>
              <a:rPr lang="zh-CN" spc="-10" dirty="0"/>
              <a:t>（区域</a:t>
            </a:r>
            <a:r>
              <a:rPr lang="zh-CN" spc="-10" dirty="0"/>
              <a:t>选择性）</a:t>
            </a:r>
            <a:endParaRPr lang="zh-CN" spc="-10" dirty="0"/>
          </a:p>
        </p:txBody>
      </p:sp>
      <p:grpSp>
        <p:nvGrpSpPr>
          <p:cNvPr id="4" name="object 4"/>
          <p:cNvGrpSpPr/>
          <p:nvPr/>
        </p:nvGrpSpPr>
        <p:grpSpPr>
          <a:xfrm>
            <a:off x="601451" y="2661191"/>
            <a:ext cx="1586230" cy="654685"/>
            <a:chOff x="601451" y="2661191"/>
            <a:chExt cx="1586230" cy="654685"/>
          </a:xfrm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069769" y="2928849"/>
              <a:ext cx="237937" cy="13161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65952" y="3188594"/>
              <a:ext cx="118565" cy="127267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126987" y="3092381"/>
              <a:ext cx="0" cy="71755"/>
            </a:xfrm>
            <a:custGeom>
              <a:avLst/>
              <a:gdLst/>
              <a:ahLst/>
              <a:cxnLst/>
              <a:rect l="l" t="t" r="r" b="b"/>
              <a:pathLst>
                <a:path h="71755">
                  <a:moveTo>
                    <a:pt x="0" y="0"/>
                  </a:moveTo>
                  <a:lnTo>
                    <a:pt x="0" y="71657"/>
                  </a:lnTo>
                </a:path>
              </a:pathLst>
            </a:custGeom>
            <a:ln w="110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66277" y="2928849"/>
              <a:ext cx="237919" cy="131613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339123" y="2988530"/>
              <a:ext cx="95885" cy="0"/>
            </a:xfrm>
            <a:custGeom>
              <a:avLst/>
              <a:gdLst/>
              <a:ahLst/>
              <a:cxnLst/>
              <a:rect l="l" t="t" r="r" b="b"/>
              <a:pathLst>
                <a:path w="95884">
                  <a:moveTo>
                    <a:pt x="0" y="0"/>
                  </a:moveTo>
                  <a:lnTo>
                    <a:pt x="95553" y="0"/>
                  </a:lnTo>
                </a:path>
              </a:pathLst>
            </a:custGeom>
            <a:ln w="1098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1451" y="2931028"/>
              <a:ext cx="100043" cy="127273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23675" y="2928849"/>
              <a:ext cx="194203" cy="16904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949093" y="2988530"/>
              <a:ext cx="89535" cy="0"/>
            </a:xfrm>
            <a:custGeom>
              <a:avLst/>
              <a:gdLst/>
              <a:ahLst/>
              <a:cxnLst/>
              <a:rect l="l" t="t" r="r" b="b"/>
              <a:pathLst>
                <a:path w="89534">
                  <a:moveTo>
                    <a:pt x="89075" y="0"/>
                  </a:moveTo>
                  <a:lnTo>
                    <a:pt x="0" y="0"/>
                  </a:lnTo>
                </a:path>
              </a:pathLst>
            </a:custGeom>
            <a:ln w="1098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09700" y="2661191"/>
              <a:ext cx="101957" cy="127273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862734" y="2824888"/>
              <a:ext cx="0" cy="74295"/>
            </a:xfrm>
            <a:custGeom>
              <a:avLst/>
              <a:gdLst/>
              <a:ahLst/>
              <a:cxnLst/>
              <a:rect l="l" t="t" r="r" b="b"/>
              <a:pathLst>
                <a:path h="74294">
                  <a:moveTo>
                    <a:pt x="0" y="73983"/>
                  </a:moveTo>
                  <a:lnTo>
                    <a:pt x="0" y="0"/>
                  </a:lnTo>
                </a:path>
              </a:pathLst>
            </a:custGeom>
            <a:ln w="110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62766" y="2928849"/>
              <a:ext cx="237919" cy="131613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2124560" y="3002063"/>
              <a:ext cx="62865" cy="97790"/>
            </a:xfrm>
            <a:custGeom>
              <a:avLst/>
              <a:gdLst/>
              <a:ahLst/>
              <a:cxnLst/>
              <a:rect l="l" t="t" r="r" b="b"/>
              <a:pathLst>
                <a:path w="62864" h="97789">
                  <a:moveTo>
                    <a:pt x="35160" y="0"/>
                  </a:moveTo>
                  <a:lnTo>
                    <a:pt x="1174" y="24740"/>
                  </a:lnTo>
                  <a:lnTo>
                    <a:pt x="12919" y="26828"/>
                  </a:lnTo>
                  <a:lnTo>
                    <a:pt x="13781" y="21096"/>
                  </a:lnTo>
                  <a:lnTo>
                    <a:pt x="15745" y="16792"/>
                  </a:lnTo>
                  <a:lnTo>
                    <a:pt x="21837" y="11060"/>
                  </a:lnTo>
                  <a:lnTo>
                    <a:pt x="25636" y="9632"/>
                  </a:lnTo>
                  <a:lnTo>
                    <a:pt x="34811" y="9632"/>
                  </a:lnTo>
                  <a:lnTo>
                    <a:pt x="38573" y="11042"/>
                  </a:lnTo>
                  <a:lnTo>
                    <a:pt x="44409" y="16682"/>
                  </a:lnTo>
                  <a:lnTo>
                    <a:pt x="45858" y="20235"/>
                  </a:lnTo>
                  <a:lnTo>
                    <a:pt x="45858" y="29959"/>
                  </a:lnTo>
                  <a:lnTo>
                    <a:pt x="43858" y="33988"/>
                  </a:lnTo>
                  <a:lnTo>
                    <a:pt x="35857" y="39189"/>
                  </a:lnTo>
                  <a:lnTo>
                    <a:pt x="31361" y="40489"/>
                  </a:lnTo>
                  <a:lnTo>
                    <a:pt x="24461" y="40361"/>
                  </a:lnTo>
                  <a:lnTo>
                    <a:pt x="23158" y="50652"/>
                  </a:lnTo>
                  <a:lnTo>
                    <a:pt x="26461" y="49773"/>
                  </a:lnTo>
                  <a:lnTo>
                    <a:pt x="29232" y="49352"/>
                  </a:lnTo>
                  <a:lnTo>
                    <a:pt x="36885" y="49352"/>
                  </a:lnTo>
                  <a:lnTo>
                    <a:pt x="41362" y="51092"/>
                  </a:lnTo>
                  <a:lnTo>
                    <a:pt x="48409" y="58087"/>
                  </a:lnTo>
                  <a:lnTo>
                    <a:pt x="50171" y="62519"/>
                  </a:lnTo>
                  <a:lnTo>
                    <a:pt x="50171" y="73543"/>
                  </a:lnTo>
                  <a:lnTo>
                    <a:pt x="48262" y="78286"/>
                  </a:lnTo>
                  <a:lnTo>
                    <a:pt x="40665" y="85923"/>
                  </a:lnTo>
                  <a:lnTo>
                    <a:pt x="35986" y="87827"/>
                  </a:lnTo>
                  <a:lnTo>
                    <a:pt x="25819" y="87827"/>
                  </a:lnTo>
                  <a:lnTo>
                    <a:pt x="21874" y="86362"/>
                  </a:lnTo>
                  <a:lnTo>
                    <a:pt x="15378" y="80502"/>
                  </a:lnTo>
                  <a:lnTo>
                    <a:pt x="13084" y="75722"/>
                  </a:lnTo>
                  <a:lnTo>
                    <a:pt x="11744" y="69075"/>
                  </a:lnTo>
                  <a:lnTo>
                    <a:pt x="0" y="70631"/>
                  </a:lnTo>
                  <a:lnTo>
                    <a:pt x="39711" y="97533"/>
                  </a:lnTo>
                  <a:lnTo>
                    <a:pt x="47400" y="94639"/>
                  </a:lnTo>
                  <a:lnTo>
                    <a:pt x="59585" y="83047"/>
                  </a:lnTo>
                  <a:lnTo>
                    <a:pt x="62631" y="75979"/>
                  </a:lnTo>
                  <a:lnTo>
                    <a:pt x="62631" y="61475"/>
                  </a:lnTo>
                  <a:lnTo>
                    <a:pt x="61071" y="56348"/>
                  </a:lnTo>
                  <a:lnTo>
                    <a:pt x="54795" y="48144"/>
                  </a:lnTo>
                  <a:lnTo>
                    <a:pt x="50409" y="45433"/>
                  </a:lnTo>
                  <a:lnTo>
                    <a:pt x="44757" y="44133"/>
                  </a:lnTo>
                  <a:lnTo>
                    <a:pt x="49106" y="42137"/>
                  </a:lnTo>
                  <a:lnTo>
                    <a:pt x="52391" y="39445"/>
                  </a:lnTo>
                  <a:lnTo>
                    <a:pt x="56832" y="32688"/>
                  </a:lnTo>
                  <a:lnTo>
                    <a:pt x="57933" y="28915"/>
                  </a:lnTo>
                  <a:lnTo>
                    <a:pt x="57933" y="20455"/>
                  </a:lnTo>
                  <a:lnTo>
                    <a:pt x="56777" y="16353"/>
                  </a:lnTo>
                  <a:lnTo>
                    <a:pt x="52116" y="8625"/>
                  </a:lnTo>
                  <a:lnTo>
                    <a:pt x="48758" y="5585"/>
                  </a:lnTo>
                  <a:lnTo>
                    <a:pt x="39968" y="1117"/>
                  </a:lnTo>
                  <a:lnTo>
                    <a:pt x="3516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1735631" y="2988530"/>
              <a:ext cx="95885" cy="0"/>
            </a:xfrm>
            <a:custGeom>
              <a:avLst/>
              <a:gdLst/>
              <a:ahLst/>
              <a:cxnLst/>
              <a:rect l="l" t="t" r="r" b="b"/>
              <a:pathLst>
                <a:path w="95885">
                  <a:moveTo>
                    <a:pt x="0" y="0"/>
                  </a:moveTo>
                  <a:lnTo>
                    <a:pt x="95534" y="0"/>
                  </a:lnTo>
                </a:path>
              </a:pathLst>
            </a:custGeom>
            <a:ln w="1098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470442" y="2661191"/>
              <a:ext cx="101957" cy="127273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1523495" y="2824888"/>
              <a:ext cx="0" cy="74295"/>
            </a:xfrm>
            <a:custGeom>
              <a:avLst/>
              <a:gdLst/>
              <a:ahLst/>
              <a:cxnLst/>
              <a:rect l="l" t="t" r="r" b="b"/>
              <a:pathLst>
                <a:path h="74294">
                  <a:moveTo>
                    <a:pt x="0" y="73983"/>
                  </a:moveTo>
                  <a:lnTo>
                    <a:pt x="0" y="0"/>
                  </a:lnTo>
                </a:path>
              </a:pathLst>
            </a:custGeom>
            <a:ln w="110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156463" y="4899786"/>
            <a:ext cx="11929745" cy="1409065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241300" marR="104775" indent="-228600">
              <a:lnSpc>
                <a:spcPts val="2160"/>
              </a:lnSpc>
              <a:spcBef>
                <a:spcPts val="375"/>
              </a:spcBef>
              <a:buFont typeface="Arial MT"/>
              <a:buChar char="•"/>
              <a:tabLst>
                <a:tab pos="240665" algn="l"/>
                <a:tab pos="241300" algn="l"/>
              </a:tabLst>
            </a:pPr>
            <a:r>
              <a:rPr sz="2000" spc="-10" dirty="0">
                <a:latin typeface="Calibri" panose="020F0502020204030204"/>
                <a:cs typeface="Calibri" panose="020F0502020204030204"/>
              </a:rPr>
              <a:t>For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the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same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reason, where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there</a:t>
            </a:r>
            <a:r>
              <a:rPr sz="2000" dirty="0">
                <a:latin typeface="Calibri" panose="020F0502020204030204"/>
                <a:cs typeface="Calibri" panose="020F0502020204030204"/>
              </a:rPr>
              <a:t> is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choice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within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the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same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molecule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E2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TS,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the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more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stable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(lower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energy)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E2 </a:t>
            </a:r>
            <a:r>
              <a:rPr sz="2000" spc="-434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TS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preferred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41300" indent="-228600">
              <a:lnSpc>
                <a:spcPct val="100000"/>
              </a:lnSpc>
              <a:spcBef>
                <a:spcPts val="725"/>
              </a:spcBef>
              <a:buFont typeface="Arial MT"/>
              <a:buChar char="•"/>
              <a:tabLst>
                <a:tab pos="240665" algn="l"/>
                <a:tab pos="241300" algn="l"/>
              </a:tabLst>
            </a:pPr>
            <a:r>
              <a:rPr sz="2000" spc="-15" dirty="0">
                <a:latin typeface="Calibri" panose="020F0502020204030204"/>
                <a:cs typeface="Calibri" panose="020F0502020204030204"/>
              </a:rPr>
              <a:t>Therefore,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the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more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stable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alkene</a:t>
            </a:r>
            <a:r>
              <a:rPr sz="200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product is</a:t>
            </a:r>
            <a:r>
              <a:rPr sz="200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formed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41300" indent="-228600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240665" algn="l"/>
                <a:tab pos="241300" algn="l"/>
              </a:tabLst>
            </a:pPr>
            <a:r>
              <a:rPr sz="2000" dirty="0">
                <a:latin typeface="Calibri" panose="020F0502020204030204"/>
                <a:cs typeface="Calibri" panose="020F0502020204030204"/>
              </a:rPr>
              <a:t>Such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constitutional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isomers</a:t>
            </a:r>
            <a:r>
              <a:rPr sz="2000" spc="3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(</a:t>
            </a:r>
            <a:r>
              <a:rPr sz="2000" i="1" dirty="0">
                <a:latin typeface="Calibri" panose="020F0502020204030204"/>
                <a:cs typeface="Calibri" panose="020F0502020204030204"/>
              </a:rPr>
              <a:t>e.g.</a:t>
            </a:r>
            <a:r>
              <a:rPr sz="2000" i="1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but-2-ene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i="1" spc="-10" dirty="0">
                <a:latin typeface="Calibri" panose="020F0502020204030204"/>
                <a:cs typeface="Calibri" panose="020F0502020204030204"/>
              </a:rPr>
              <a:t>vs.</a:t>
            </a:r>
            <a:r>
              <a:rPr sz="2000" i="1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but-1-ene)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are</a:t>
            </a:r>
            <a:r>
              <a:rPr sz="2000" spc="2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often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called</a:t>
            </a:r>
            <a:r>
              <a:rPr sz="200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b="1" spc="-5" dirty="0">
                <a:latin typeface="Calibri" panose="020F0502020204030204"/>
                <a:cs typeface="Calibri" panose="020F0502020204030204"/>
              </a:rPr>
              <a:t>regioisomers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;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the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preference</a:t>
            </a:r>
            <a:r>
              <a:rPr sz="200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for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one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</a:t>
            </a:r>
            <a:endParaRPr sz="20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818691" y="2171053"/>
            <a:ext cx="716915" cy="395605"/>
            <a:chOff x="818691" y="2171053"/>
            <a:chExt cx="716915" cy="395605"/>
          </a:xfrm>
        </p:grpSpPr>
        <p:pic>
          <p:nvPicPr>
            <p:cNvPr id="22" name="object 2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137208" y="2171053"/>
              <a:ext cx="398018" cy="395441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18691" y="2324495"/>
              <a:ext cx="331069" cy="22266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385063" y="6251854"/>
            <a:ext cx="229108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" dirty="0">
                <a:latin typeface="Calibri" panose="020F0502020204030204"/>
                <a:cs typeface="Calibri" panose="020F0502020204030204"/>
              </a:rPr>
              <a:t>called</a:t>
            </a:r>
            <a:r>
              <a:rPr sz="2000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b="1" spc="-5" dirty="0">
                <a:latin typeface="Calibri" panose="020F0502020204030204"/>
                <a:cs typeface="Calibri" panose="020F0502020204030204"/>
              </a:rPr>
              <a:t>regioselectivity</a:t>
            </a:r>
            <a:endParaRPr sz="20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2404348" y="3052873"/>
            <a:ext cx="2964180" cy="1176655"/>
            <a:chOff x="2404348" y="3052873"/>
            <a:chExt cx="2964180" cy="1176655"/>
          </a:xfrm>
        </p:grpSpPr>
        <p:sp>
          <p:nvSpPr>
            <p:cNvPr id="26" name="object 26"/>
            <p:cNvSpPr/>
            <p:nvPr/>
          </p:nvSpPr>
          <p:spPr>
            <a:xfrm>
              <a:off x="3866275" y="3757542"/>
              <a:ext cx="116839" cy="136525"/>
            </a:xfrm>
            <a:custGeom>
              <a:avLst/>
              <a:gdLst/>
              <a:ahLst/>
              <a:cxnLst/>
              <a:rect l="l" t="t" r="r" b="b"/>
              <a:pathLst>
                <a:path w="116839" h="136525">
                  <a:moveTo>
                    <a:pt x="62248" y="0"/>
                  </a:moveTo>
                  <a:lnTo>
                    <a:pt x="23420" y="12372"/>
                  </a:lnTo>
                  <a:lnTo>
                    <a:pt x="1966" y="47779"/>
                  </a:lnTo>
                  <a:lnTo>
                    <a:pt x="0" y="67014"/>
                  </a:lnTo>
                  <a:lnTo>
                    <a:pt x="437" y="76287"/>
                  </a:lnTo>
                  <a:lnTo>
                    <a:pt x="15547" y="116755"/>
                  </a:lnTo>
                  <a:lnTo>
                    <a:pt x="51804" y="135474"/>
                  </a:lnTo>
                  <a:lnTo>
                    <a:pt x="61964" y="136016"/>
                  </a:lnTo>
                  <a:lnTo>
                    <a:pt x="71870" y="135311"/>
                  </a:lnTo>
                  <a:lnTo>
                    <a:pt x="108883" y="110945"/>
                  </a:lnTo>
                  <a:lnTo>
                    <a:pt x="116566" y="92053"/>
                  </a:lnTo>
                  <a:lnTo>
                    <a:pt x="99112" y="87662"/>
                  </a:lnTo>
                  <a:lnTo>
                    <a:pt x="96907" y="95444"/>
                  </a:lnTo>
                  <a:lnTo>
                    <a:pt x="93878" y="102209"/>
                  </a:lnTo>
                  <a:lnTo>
                    <a:pt x="60541" y="121122"/>
                  </a:lnTo>
                  <a:lnTo>
                    <a:pt x="52496" y="121122"/>
                  </a:lnTo>
                  <a:lnTo>
                    <a:pt x="22899" y="96216"/>
                  </a:lnTo>
                  <a:lnTo>
                    <a:pt x="17985" y="66920"/>
                  </a:lnTo>
                  <a:lnTo>
                    <a:pt x="18245" y="60465"/>
                  </a:lnTo>
                  <a:lnTo>
                    <a:pt x="36465" y="22161"/>
                  </a:lnTo>
                  <a:lnTo>
                    <a:pt x="61888" y="14894"/>
                  </a:lnTo>
                  <a:lnTo>
                    <a:pt x="70691" y="14894"/>
                  </a:lnTo>
                  <a:lnTo>
                    <a:pt x="78014" y="17070"/>
                  </a:lnTo>
                  <a:lnTo>
                    <a:pt x="89645" y="25814"/>
                  </a:lnTo>
                  <a:lnTo>
                    <a:pt x="94084" y="32778"/>
                  </a:lnTo>
                  <a:lnTo>
                    <a:pt x="97139" y="42355"/>
                  </a:lnTo>
                  <a:lnTo>
                    <a:pt x="114309" y="38305"/>
                  </a:lnTo>
                  <a:lnTo>
                    <a:pt x="88387" y="5652"/>
                  </a:lnTo>
                  <a:lnTo>
                    <a:pt x="71746" y="628"/>
                  </a:lnTo>
                  <a:lnTo>
                    <a:pt x="6224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7" name="object 2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517181" y="3757542"/>
              <a:ext cx="116566" cy="136016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665888" y="3756539"/>
              <a:ext cx="168275" cy="62865"/>
            </a:xfrm>
            <a:custGeom>
              <a:avLst/>
              <a:gdLst/>
              <a:ahLst/>
              <a:cxnLst/>
              <a:rect l="l" t="t" r="r" b="b"/>
              <a:pathLst>
                <a:path w="168275" h="62864">
                  <a:moveTo>
                    <a:pt x="167716" y="62680"/>
                  </a:moveTo>
                  <a:lnTo>
                    <a:pt x="0" y="62680"/>
                  </a:lnTo>
                </a:path>
                <a:path w="168275" h="62864">
                  <a:moveTo>
                    <a:pt x="55911" y="0"/>
                  </a:moveTo>
                  <a:lnTo>
                    <a:pt x="0" y="0"/>
                  </a:lnTo>
                </a:path>
                <a:path w="168275" h="62864">
                  <a:moveTo>
                    <a:pt x="167716" y="0"/>
                  </a:moveTo>
                  <a:lnTo>
                    <a:pt x="111823" y="0"/>
                  </a:lnTo>
                </a:path>
              </a:pathLst>
            </a:custGeom>
            <a:ln w="1136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9" name="object 2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234531" y="3428259"/>
              <a:ext cx="105373" cy="131531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3996294" y="3575007"/>
              <a:ext cx="202565" cy="180975"/>
            </a:xfrm>
            <a:custGeom>
              <a:avLst/>
              <a:gdLst/>
              <a:ahLst/>
              <a:cxnLst/>
              <a:rect l="l" t="t" r="r" b="b"/>
              <a:pathLst>
                <a:path w="202564" h="180975">
                  <a:moveTo>
                    <a:pt x="161968" y="36185"/>
                  </a:moveTo>
                  <a:lnTo>
                    <a:pt x="202455" y="0"/>
                  </a:lnTo>
                </a:path>
                <a:path w="202564" h="180975">
                  <a:moveTo>
                    <a:pt x="80993" y="108537"/>
                  </a:moveTo>
                  <a:lnTo>
                    <a:pt x="121480" y="72370"/>
                  </a:lnTo>
                </a:path>
                <a:path w="202564" h="180975">
                  <a:moveTo>
                    <a:pt x="0" y="180908"/>
                  </a:moveTo>
                  <a:lnTo>
                    <a:pt x="40487" y="144722"/>
                  </a:lnTo>
                </a:path>
              </a:pathLst>
            </a:custGeom>
            <a:ln w="1136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1" name="object 31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590531" y="3875334"/>
              <a:ext cx="64696" cy="100796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319983" y="3799689"/>
              <a:ext cx="245883" cy="136016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4279572" y="3824576"/>
              <a:ext cx="5715" cy="55880"/>
            </a:xfrm>
            <a:custGeom>
              <a:avLst/>
              <a:gdLst/>
              <a:ahLst/>
              <a:cxnLst/>
              <a:rect l="l" t="t" r="r" b="b"/>
              <a:pathLst>
                <a:path w="5714" h="55879">
                  <a:moveTo>
                    <a:pt x="2656" y="-5691"/>
                  </a:moveTo>
                  <a:lnTo>
                    <a:pt x="2656" y="61294"/>
                  </a:lnTo>
                </a:path>
              </a:pathLst>
            </a:custGeom>
            <a:ln w="16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4227587" y="3824046"/>
              <a:ext cx="4445" cy="46990"/>
            </a:xfrm>
            <a:custGeom>
              <a:avLst/>
              <a:gdLst/>
              <a:ahLst/>
              <a:cxnLst/>
              <a:rect l="l" t="t" r="r" b="b"/>
              <a:pathLst>
                <a:path w="4445" h="46989">
                  <a:moveTo>
                    <a:pt x="2191" y="-5691"/>
                  </a:moveTo>
                  <a:lnTo>
                    <a:pt x="2191" y="52607"/>
                  </a:lnTo>
                </a:path>
              </a:pathLst>
            </a:custGeom>
            <a:ln w="1576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4175546" y="3823497"/>
              <a:ext cx="3810" cy="38735"/>
            </a:xfrm>
            <a:custGeom>
              <a:avLst/>
              <a:gdLst/>
              <a:ahLst/>
              <a:cxnLst/>
              <a:rect l="l" t="t" r="r" b="b"/>
              <a:pathLst>
                <a:path w="3810" h="38735">
                  <a:moveTo>
                    <a:pt x="1792" y="-5691"/>
                  </a:moveTo>
                  <a:lnTo>
                    <a:pt x="1792" y="43958"/>
                  </a:lnTo>
                </a:path>
              </a:pathLst>
            </a:custGeom>
            <a:ln w="1496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4123523" y="3822967"/>
              <a:ext cx="3175" cy="29845"/>
            </a:xfrm>
            <a:custGeom>
              <a:avLst/>
              <a:gdLst/>
              <a:ahLst/>
              <a:cxnLst/>
              <a:rect l="l" t="t" r="r" b="b"/>
              <a:pathLst>
                <a:path w="3175" h="29845">
                  <a:moveTo>
                    <a:pt x="1375" y="-5691"/>
                  </a:moveTo>
                  <a:lnTo>
                    <a:pt x="1375" y="35272"/>
                  </a:lnTo>
                </a:path>
              </a:pathLst>
            </a:custGeom>
            <a:ln w="1413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4071482" y="3822419"/>
              <a:ext cx="2540" cy="20955"/>
            </a:xfrm>
            <a:custGeom>
              <a:avLst/>
              <a:gdLst/>
              <a:ahLst/>
              <a:cxnLst/>
              <a:rect l="l" t="t" r="r" b="b"/>
              <a:pathLst>
                <a:path w="2539" h="20954">
                  <a:moveTo>
                    <a:pt x="977" y="-5691"/>
                  </a:moveTo>
                  <a:lnTo>
                    <a:pt x="977" y="26604"/>
                  </a:lnTo>
                </a:path>
              </a:pathLst>
            </a:custGeom>
            <a:ln w="133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4019440" y="3821889"/>
              <a:ext cx="1270" cy="12700"/>
            </a:xfrm>
            <a:custGeom>
              <a:avLst/>
              <a:gdLst/>
              <a:ahLst/>
              <a:cxnLst/>
              <a:rect l="l" t="t" r="r" b="b"/>
              <a:pathLst>
                <a:path w="1270" h="12700">
                  <a:moveTo>
                    <a:pt x="1138" y="0"/>
                  </a:moveTo>
                  <a:lnTo>
                    <a:pt x="0" y="12244"/>
                  </a:lnTo>
                </a:path>
              </a:pathLst>
            </a:custGeom>
            <a:ln w="113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4168071" y="4056545"/>
              <a:ext cx="124460" cy="158115"/>
            </a:xfrm>
            <a:custGeom>
              <a:avLst/>
              <a:gdLst/>
              <a:ahLst/>
              <a:cxnLst/>
              <a:rect l="l" t="t" r="r" b="b"/>
              <a:pathLst>
                <a:path w="124460" h="158114">
                  <a:moveTo>
                    <a:pt x="124023" y="0"/>
                  </a:moveTo>
                  <a:lnTo>
                    <a:pt x="103153" y="0"/>
                  </a:lnTo>
                  <a:lnTo>
                    <a:pt x="103153" y="64800"/>
                  </a:lnTo>
                  <a:lnTo>
                    <a:pt x="20926" y="64800"/>
                  </a:lnTo>
                  <a:lnTo>
                    <a:pt x="20926" y="0"/>
                  </a:lnTo>
                  <a:lnTo>
                    <a:pt x="0" y="0"/>
                  </a:lnTo>
                  <a:lnTo>
                    <a:pt x="0" y="157819"/>
                  </a:lnTo>
                  <a:lnTo>
                    <a:pt x="20926" y="157819"/>
                  </a:lnTo>
                  <a:lnTo>
                    <a:pt x="20926" y="83423"/>
                  </a:lnTo>
                  <a:lnTo>
                    <a:pt x="103153" y="83423"/>
                  </a:lnTo>
                  <a:lnTo>
                    <a:pt x="103153" y="157819"/>
                  </a:lnTo>
                  <a:lnTo>
                    <a:pt x="124023" y="157819"/>
                  </a:lnTo>
                  <a:lnTo>
                    <a:pt x="12402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4003257" y="3898007"/>
              <a:ext cx="138430" cy="140335"/>
            </a:xfrm>
            <a:custGeom>
              <a:avLst/>
              <a:gdLst/>
              <a:ahLst/>
              <a:cxnLst/>
              <a:rect l="l" t="t" r="r" b="b"/>
              <a:pathLst>
                <a:path w="138429" h="140335">
                  <a:moveTo>
                    <a:pt x="138385" y="140275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3995781" y="3890607"/>
              <a:ext cx="170180" cy="171450"/>
            </a:xfrm>
            <a:custGeom>
              <a:avLst/>
              <a:gdLst/>
              <a:ahLst/>
              <a:cxnLst/>
              <a:rect l="l" t="t" r="r" b="b"/>
              <a:pathLst>
                <a:path w="170179" h="171450">
                  <a:moveTo>
                    <a:pt x="8120" y="0"/>
                  </a:moveTo>
                  <a:lnTo>
                    <a:pt x="0" y="7967"/>
                  </a:lnTo>
                  <a:lnTo>
                    <a:pt x="128993" y="170991"/>
                  </a:lnTo>
                  <a:lnTo>
                    <a:pt x="169557" y="131153"/>
                  </a:lnTo>
                  <a:lnTo>
                    <a:pt x="812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2" name="object 42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2915583" y="3651409"/>
              <a:ext cx="239167" cy="133670"/>
            </a:xfrm>
            <a:prstGeom prst="rect">
              <a:avLst/>
            </a:prstGeom>
          </p:spPr>
        </p:pic>
        <p:sp>
          <p:nvSpPr>
            <p:cNvPr id="43" name="object 43"/>
            <p:cNvSpPr/>
            <p:nvPr/>
          </p:nvSpPr>
          <p:spPr>
            <a:xfrm>
              <a:off x="3197115" y="3729665"/>
              <a:ext cx="287020" cy="69215"/>
            </a:xfrm>
            <a:custGeom>
              <a:avLst/>
              <a:gdLst/>
              <a:ahLst/>
              <a:cxnLst/>
              <a:rect l="l" t="t" r="r" b="b"/>
              <a:pathLst>
                <a:path w="287020" h="69214">
                  <a:moveTo>
                    <a:pt x="0" y="0"/>
                  </a:moveTo>
                  <a:lnTo>
                    <a:pt x="286560" y="6868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3187193" y="3702034"/>
              <a:ext cx="301625" cy="102235"/>
            </a:xfrm>
            <a:custGeom>
              <a:avLst/>
              <a:gdLst/>
              <a:ahLst/>
              <a:cxnLst/>
              <a:rect l="l" t="t" r="r" b="b"/>
              <a:pathLst>
                <a:path w="301625" h="102235">
                  <a:moveTo>
                    <a:pt x="12996" y="0"/>
                  </a:moveTo>
                  <a:lnTo>
                    <a:pt x="0" y="55262"/>
                  </a:lnTo>
                  <a:lnTo>
                    <a:pt x="298608" y="101837"/>
                  </a:lnTo>
                  <a:lnTo>
                    <a:pt x="301207" y="90766"/>
                  </a:lnTo>
                  <a:lnTo>
                    <a:pt x="1299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5" name="object 45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254374" y="3412267"/>
              <a:ext cx="243882" cy="299310"/>
            </a:xfrm>
            <a:prstGeom prst="rect">
              <a:avLst/>
            </a:prstGeom>
          </p:spPr>
        </p:pic>
        <p:sp>
          <p:nvSpPr>
            <p:cNvPr id="46" name="object 46"/>
            <p:cNvSpPr/>
            <p:nvPr/>
          </p:nvSpPr>
          <p:spPr>
            <a:xfrm>
              <a:off x="3511262" y="3737557"/>
              <a:ext cx="10160" cy="8255"/>
            </a:xfrm>
            <a:custGeom>
              <a:avLst/>
              <a:gdLst/>
              <a:ahLst/>
              <a:cxnLst/>
              <a:rect l="l" t="t" r="r" b="b"/>
              <a:pathLst>
                <a:path w="10160" h="8254">
                  <a:moveTo>
                    <a:pt x="0" y="7626"/>
                  </a:moveTo>
                  <a:lnTo>
                    <a:pt x="9922" y="0"/>
                  </a:lnTo>
                </a:path>
              </a:pathLst>
            </a:custGeom>
            <a:ln w="1136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3139800" y="4097556"/>
              <a:ext cx="123189" cy="132080"/>
            </a:xfrm>
            <a:custGeom>
              <a:avLst/>
              <a:gdLst/>
              <a:ahLst/>
              <a:cxnLst/>
              <a:rect l="l" t="t" r="r" b="b"/>
              <a:pathLst>
                <a:path w="123189" h="132079">
                  <a:moveTo>
                    <a:pt x="118540" y="0"/>
                  </a:moveTo>
                  <a:lnTo>
                    <a:pt x="87690" y="0"/>
                  </a:lnTo>
                  <a:lnTo>
                    <a:pt x="61793" y="42260"/>
                  </a:lnTo>
                  <a:lnTo>
                    <a:pt x="35345" y="0"/>
                  </a:lnTo>
                  <a:lnTo>
                    <a:pt x="4230" y="0"/>
                  </a:lnTo>
                  <a:lnTo>
                    <a:pt x="45059" y="62889"/>
                  </a:lnTo>
                  <a:lnTo>
                    <a:pt x="0" y="131531"/>
                  </a:lnTo>
                  <a:lnTo>
                    <a:pt x="31930" y="131531"/>
                  </a:lnTo>
                  <a:lnTo>
                    <a:pt x="61262" y="86034"/>
                  </a:lnTo>
                  <a:lnTo>
                    <a:pt x="90479" y="131531"/>
                  </a:lnTo>
                  <a:lnTo>
                    <a:pt x="122600" y="131531"/>
                  </a:lnTo>
                  <a:lnTo>
                    <a:pt x="77540" y="63873"/>
                  </a:lnTo>
                  <a:lnTo>
                    <a:pt x="118540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3286704" y="3889509"/>
              <a:ext cx="213360" cy="196850"/>
            </a:xfrm>
            <a:custGeom>
              <a:avLst/>
              <a:gdLst/>
              <a:ahLst/>
              <a:cxnLst/>
              <a:rect l="l" t="t" r="r" b="b"/>
              <a:pathLst>
                <a:path w="213360" h="196850">
                  <a:moveTo>
                    <a:pt x="30488" y="168530"/>
                  </a:moveTo>
                  <a:lnTo>
                    <a:pt x="0" y="196616"/>
                  </a:lnTo>
                </a:path>
                <a:path w="213360" h="196850">
                  <a:moveTo>
                    <a:pt x="91447" y="112360"/>
                  </a:moveTo>
                  <a:lnTo>
                    <a:pt x="60958" y="140445"/>
                  </a:lnTo>
                </a:path>
                <a:path w="213360" h="196850">
                  <a:moveTo>
                    <a:pt x="152406" y="56170"/>
                  </a:moveTo>
                  <a:lnTo>
                    <a:pt x="121917" y="84255"/>
                  </a:lnTo>
                </a:path>
                <a:path w="213360" h="196850">
                  <a:moveTo>
                    <a:pt x="213364" y="0"/>
                  </a:moveTo>
                  <a:lnTo>
                    <a:pt x="182875" y="28085"/>
                  </a:lnTo>
                </a:path>
              </a:pathLst>
            </a:custGeom>
            <a:ln w="1136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9" name="object 49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600207" y="3074732"/>
              <a:ext cx="110419" cy="131512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4368743" y="3225378"/>
              <a:ext cx="198755" cy="192405"/>
            </a:xfrm>
            <a:custGeom>
              <a:avLst/>
              <a:gdLst/>
              <a:ahLst/>
              <a:cxnLst/>
              <a:rect l="l" t="t" r="r" b="b"/>
              <a:pathLst>
                <a:path w="198754" h="192404">
                  <a:moveTo>
                    <a:pt x="158799" y="38399"/>
                  </a:moveTo>
                  <a:lnTo>
                    <a:pt x="198452" y="0"/>
                  </a:lnTo>
                </a:path>
                <a:path w="198754" h="192404">
                  <a:moveTo>
                    <a:pt x="79305" y="115199"/>
                  </a:moveTo>
                  <a:lnTo>
                    <a:pt x="119147" y="76799"/>
                  </a:lnTo>
                </a:path>
                <a:path w="198754" h="192404">
                  <a:moveTo>
                    <a:pt x="0" y="191998"/>
                  </a:moveTo>
                  <a:lnTo>
                    <a:pt x="39652" y="153598"/>
                  </a:lnTo>
                </a:path>
              </a:pathLst>
            </a:custGeom>
            <a:ln w="1136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1" name="object 51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334023" y="3052873"/>
              <a:ext cx="186499" cy="133954"/>
            </a:xfrm>
            <a:prstGeom prst="rect">
              <a:avLst/>
            </a:prstGeom>
          </p:spPr>
        </p:pic>
        <p:sp>
          <p:nvSpPr>
            <p:cNvPr id="52" name="object 52"/>
            <p:cNvSpPr/>
            <p:nvPr/>
          </p:nvSpPr>
          <p:spPr>
            <a:xfrm>
              <a:off x="3323691" y="4070121"/>
              <a:ext cx="147320" cy="133985"/>
            </a:xfrm>
            <a:custGeom>
              <a:avLst/>
              <a:gdLst/>
              <a:ahLst/>
              <a:cxnLst/>
              <a:rect l="l" t="t" r="r" b="b"/>
              <a:pathLst>
                <a:path w="147320" h="133985">
                  <a:moveTo>
                    <a:pt x="82308" y="79121"/>
                  </a:moveTo>
                  <a:lnTo>
                    <a:pt x="79730" y="71081"/>
                  </a:lnTo>
                  <a:lnTo>
                    <a:pt x="74561" y="63677"/>
                  </a:lnTo>
                  <a:lnTo>
                    <a:pt x="69761" y="58115"/>
                  </a:lnTo>
                  <a:lnTo>
                    <a:pt x="62966" y="52374"/>
                  </a:lnTo>
                  <a:lnTo>
                    <a:pt x="62966" y="89535"/>
                  </a:lnTo>
                  <a:lnTo>
                    <a:pt x="62966" y="103149"/>
                  </a:lnTo>
                  <a:lnTo>
                    <a:pt x="61023" y="110337"/>
                  </a:lnTo>
                  <a:lnTo>
                    <a:pt x="57150" y="115912"/>
                  </a:lnTo>
                  <a:lnTo>
                    <a:pt x="53263" y="121488"/>
                  </a:lnTo>
                  <a:lnTo>
                    <a:pt x="47942" y="124269"/>
                  </a:lnTo>
                  <a:lnTo>
                    <a:pt x="35674" y="124269"/>
                  </a:lnTo>
                  <a:lnTo>
                    <a:pt x="30734" y="121615"/>
                  </a:lnTo>
                  <a:lnTo>
                    <a:pt x="22047" y="110998"/>
                  </a:lnTo>
                  <a:lnTo>
                    <a:pt x="19900" y="103149"/>
                  </a:lnTo>
                  <a:lnTo>
                    <a:pt x="19900" y="81889"/>
                  </a:lnTo>
                  <a:lnTo>
                    <a:pt x="22085" y="73964"/>
                  </a:lnTo>
                  <a:lnTo>
                    <a:pt x="30924" y="63004"/>
                  </a:lnTo>
                  <a:lnTo>
                    <a:pt x="37249" y="59537"/>
                  </a:lnTo>
                  <a:lnTo>
                    <a:pt x="45478" y="58064"/>
                  </a:lnTo>
                  <a:lnTo>
                    <a:pt x="50977" y="64249"/>
                  </a:lnTo>
                  <a:lnTo>
                    <a:pt x="62966" y="89535"/>
                  </a:lnTo>
                  <a:lnTo>
                    <a:pt x="62966" y="52374"/>
                  </a:lnTo>
                  <a:lnTo>
                    <a:pt x="54013" y="46291"/>
                  </a:lnTo>
                  <a:lnTo>
                    <a:pt x="43091" y="40030"/>
                  </a:lnTo>
                  <a:lnTo>
                    <a:pt x="34175" y="33794"/>
                  </a:lnTo>
                  <a:lnTo>
                    <a:pt x="28257" y="29159"/>
                  </a:lnTo>
                  <a:lnTo>
                    <a:pt x="22352" y="23114"/>
                  </a:lnTo>
                  <a:lnTo>
                    <a:pt x="20866" y="20497"/>
                  </a:lnTo>
                  <a:lnTo>
                    <a:pt x="20866" y="16103"/>
                  </a:lnTo>
                  <a:lnTo>
                    <a:pt x="22110" y="14020"/>
                  </a:lnTo>
                  <a:lnTo>
                    <a:pt x="27000" y="10071"/>
                  </a:lnTo>
                  <a:lnTo>
                    <a:pt x="30657" y="9067"/>
                  </a:lnTo>
                  <a:lnTo>
                    <a:pt x="39052" y="9067"/>
                  </a:lnTo>
                  <a:lnTo>
                    <a:pt x="56743" y="22352"/>
                  </a:lnTo>
                  <a:lnTo>
                    <a:pt x="60223" y="24930"/>
                  </a:lnTo>
                  <a:lnTo>
                    <a:pt x="63500" y="26111"/>
                  </a:lnTo>
                  <a:lnTo>
                    <a:pt x="63195" y="26720"/>
                  </a:lnTo>
                  <a:lnTo>
                    <a:pt x="63881" y="27000"/>
                  </a:lnTo>
                  <a:lnTo>
                    <a:pt x="68300" y="27000"/>
                  </a:lnTo>
                  <a:lnTo>
                    <a:pt x="70599" y="26111"/>
                  </a:lnTo>
                  <a:lnTo>
                    <a:pt x="74282" y="22517"/>
                  </a:lnTo>
                  <a:lnTo>
                    <a:pt x="75133" y="20497"/>
                  </a:lnTo>
                  <a:lnTo>
                    <a:pt x="75196" y="13550"/>
                  </a:lnTo>
                  <a:lnTo>
                    <a:pt x="72936" y="9880"/>
                  </a:lnTo>
                  <a:lnTo>
                    <a:pt x="71729" y="9067"/>
                  </a:lnTo>
                  <a:lnTo>
                    <a:pt x="68414" y="6807"/>
                  </a:lnTo>
                  <a:lnTo>
                    <a:pt x="62928" y="3835"/>
                  </a:lnTo>
                  <a:lnTo>
                    <a:pt x="56502" y="1701"/>
                  </a:lnTo>
                  <a:lnTo>
                    <a:pt x="49136" y="431"/>
                  </a:lnTo>
                  <a:lnTo>
                    <a:pt x="40830" y="0"/>
                  </a:lnTo>
                  <a:lnTo>
                    <a:pt x="30645" y="0"/>
                  </a:lnTo>
                  <a:lnTo>
                    <a:pt x="23114" y="1930"/>
                  </a:lnTo>
                  <a:lnTo>
                    <a:pt x="13335" y="9601"/>
                  </a:lnTo>
                  <a:lnTo>
                    <a:pt x="10960" y="14020"/>
                  </a:lnTo>
                  <a:lnTo>
                    <a:pt x="10947" y="23114"/>
                  </a:lnTo>
                  <a:lnTo>
                    <a:pt x="12280" y="26720"/>
                  </a:lnTo>
                  <a:lnTo>
                    <a:pt x="14986" y="30607"/>
                  </a:lnTo>
                  <a:lnTo>
                    <a:pt x="17741" y="34505"/>
                  </a:lnTo>
                  <a:lnTo>
                    <a:pt x="23355" y="39192"/>
                  </a:lnTo>
                  <a:lnTo>
                    <a:pt x="31838" y="44678"/>
                  </a:lnTo>
                  <a:lnTo>
                    <a:pt x="34988" y="48094"/>
                  </a:lnTo>
                  <a:lnTo>
                    <a:pt x="37566" y="50228"/>
                  </a:lnTo>
                  <a:lnTo>
                    <a:pt x="39573" y="51066"/>
                  </a:lnTo>
                  <a:lnTo>
                    <a:pt x="30772" y="53086"/>
                  </a:lnTo>
                  <a:lnTo>
                    <a:pt x="1485" y="81889"/>
                  </a:lnTo>
                  <a:lnTo>
                    <a:pt x="0" y="94830"/>
                  </a:lnTo>
                  <a:lnTo>
                    <a:pt x="685" y="102781"/>
                  </a:lnTo>
                  <a:lnTo>
                    <a:pt x="30441" y="133248"/>
                  </a:lnTo>
                  <a:lnTo>
                    <a:pt x="38227" y="133959"/>
                  </a:lnTo>
                  <a:lnTo>
                    <a:pt x="46888" y="133108"/>
                  </a:lnTo>
                  <a:lnTo>
                    <a:pt x="79032" y="105549"/>
                  </a:lnTo>
                  <a:lnTo>
                    <a:pt x="82270" y="88290"/>
                  </a:lnTo>
                  <a:lnTo>
                    <a:pt x="82308" y="79121"/>
                  </a:lnTo>
                  <a:close/>
                </a:path>
                <a:path w="147320" h="133985">
                  <a:moveTo>
                    <a:pt x="146748" y="66128"/>
                  </a:moveTo>
                  <a:lnTo>
                    <a:pt x="97104" y="66128"/>
                  </a:lnTo>
                  <a:lnTo>
                    <a:pt x="97104" y="91338"/>
                  </a:lnTo>
                  <a:lnTo>
                    <a:pt x="146748" y="91338"/>
                  </a:lnTo>
                  <a:lnTo>
                    <a:pt x="146748" y="6612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2404348" y="3863449"/>
              <a:ext cx="377190" cy="11430"/>
            </a:xfrm>
            <a:custGeom>
              <a:avLst/>
              <a:gdLst/>
              <a:ahLst/>
              <a:cxnLst/>
              <a:rect l="l" t="t" r="r" b="b"/>
              <a:pathLst>
                <a:path w="377189" h="11429">
                  <a:moveTo>
                    <a:pt x="376983" y="0"/>
                  </a:moveTo>
                  <a:lnTo>
                    <a:pt x="0" y="0"/>
                  </a:lnTo>
                  <a:lnTo>
                    <a:pt x="0" y="11355"/>
                  </a:lnTo>
                  <a:lnTo>
                    <a:pt x="376983" y="11355"/>
                  </a:lnTo>
                  <a:lnTo>
                    <a:pt x="37698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2764827" y="3838089"/>
              <a:ext cx="114300" cy="60325"/>
            </a:xfrm>
            <a:custGeom>
              <a:avLst/>
              <a:gdLst/>
              <a:ahLst/>
              <a:cxnLst/>
              <a:rect l="l" t="t" r="r" b="b"/>
              <a:pathLst>
                <a:path w="114300" h="60325">
                  <a:moveTo>
                    <a:pt x="113834" y="31037"/>
                  </a:moveTo>
                  <a:lnTo>
                    <a:pt x="96048" y="35535"/>
                  </a:lnTo>
                  <a:lnTo>
                    <a:pt x="56917" y="45430"/>
                  </a:lnTo>
                  <a:lnTo>
                    <a:pt x="17786" y="55325"/>
                  </a:lnTo>
                  <a:lnTo>
                    <a:pt x="0" y="59823"/>
                  </a:lnTo>
                  <a:lnTo>
                    <a:pt x="2223" y="57097"/>
                  </a:lnTo>
                  <a:lnTo>
                    <a:pt x="7114" y="50157"/>
                  </a:lnTo>
                  <a:lnTo>
                    <a:pt x="12006" y="40852"/>
                  </a:lnTo>
                  <a:lnTo>
                    <a:pt x="14229" y="31037"/>
                  </a:lnTo>
                  <a:lnTo>
                    <a:pt x="12006" y="20463"/>
                  </a:lnTo>
                  <a:lnTo>
                    <a:pt x="7114" y="10430"/>
                  </a:lnTo>
                  <a:lnTo>
                    <a:pt x="2223" y="2941"/>
                  </a:lnTo>
                  <a:lnTo>
                    <a:pt x="0" y="0"/>
                  </a:lnTo>
                  <a:lnTo>
                    <a:pt x="17786" y="4849"/>
                  </a:lnTo>
                  <a:lnTo>
                    <a:pt x="56917" y="15518"/>
                  </a:lnTo>
                  <a:lnTo>
                    <a:pt x="96048" y="26188"/>
                  </a:lnTo>
                  <a:lnTo>
                    <a:pt x="113834" y="31037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/>
            <p:cNvSpPr/>
            <p:nvPr/>
          </p:nvSpPr>
          <p:spPr>
            <a:xfrm>
              <a:off x="2764827" y="3838089"/>
              <a:ext cx="114300" cy="60325"/>
            </a:xfrm>
            <a:custGeom>
              <a:avLst/>
              <a:gdLst/>
              <a:ahLst/>
              <a:cxnLst/>
              <a:rect l="l" t="t" r="r" b="b"/>
              <a:pathLst>
                <a:path w="114300" h="60325">
                  <a:moveTo>
                    <a:pt x="0" y="0"/>
                  </a:moveTo>
                  <a:lnTo>
                    <a:pt x="2223" y="2941"/>
                  </a:lnTo>
                  <a:lnTo>
                    <a:pt x="7114" y="10430"/>
                  </a:lnTo>
                  <a:lnTo>
                    <a:pt x="12006" y="20463"/>
                  </a:lnTo>
                  <a:lnTo>
                    <a:pt x="14229" y="31037"/>
                  </a:lnTo>
                  <a:lnTo>
                    <a:pt x="12006" y="40852"/>
                  </a:lnTo>
                  <a:lnTo>
                    <a:pt x="7114" y="50157"/>
                  </a:lnTo>
                  <a:lnTo>
                    <a:pt x="2223" y="57097"/>
                  </a:lnTo>
                  <a:lnTo>
                    <a:pt x="0" y="59823"/>
                  </a:lnTo>
                  <a:lnTo>
                    <a:pt x="113834" y="31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/>
            <p:cNvSpPr/>
            <p:nvPr/>
          </p:nvSpPr>
          <p:spPr>
            <a:xfrm>
              <a:off x="4727729" y="3826565"/>
              <a:ext cx="542290" cy="11430"/>
            </a:xfrm>
            <a:custGeom>
              <a:avLst/>
              <a:gdLst/>
              <a:ahLst/>
              <a:cxnLst/>
              <a:rect l="l" t="t" r="r" b="b"/>
              <a:pathLst>
                <a:path w="542289" h="11429">
                  <a:moveTo>
                    <a:pt x="542022" y="0"/>
                  </a:moveTo>
                  <a:lnTo>
                    <a:pt x="0" y="0"/>
                  </a:lnTo>
                  <a:lnTo>
                    <a:pt x="0" y="11311"/>
                  </a:lnTo>
                  <a:lnTo>
                    <a:pt x="542022" y="11311"/>
                  </a:lnTo>
                  <a:lnTo>
                    <a:pt x="54202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5253253" y="3801284"/>
              <a:ext cx="114300" cy="59690"/>
            </a:xfrm>
            <a:custGeom>
              <a:avLst/>
              <a:gdLst/>
              <a:ahLst/>
              <a:cxnLst/>
              <a:rect l="l" t="t" r="r" b="b"/>
              <a:pathLst>
                <a:path w="114300" h="59689">
                  <a:moveTo>
                    <a:pt x="113883" y="30937"/>
                  </a:moveTo>
                  <a:lnTo>
                    <a:pt x="96088" y="35417"/>
                  </a:lnTo>
                  <a:lnTo>
                    <a:pt x="56941" y="45274"/>
                  </a:lnTo>
                  <a:lnTo>
                    <a:pt x="17794" y="55131"/>
                  </a:lnTo>
                  <a:lnTo>
                    <a:pt x="0" y="59611"/>
                  </a:lnTo>
                  <a:lnTo>
                    <a:pt x="2224" y="56894"/>
                  </a:lnTo>
                  <a:lnTo>
                    <a:pt x="7118" y="49975"/>
                  </a:lnTo>
                  <a:lnTo>
                    <a:pt x="12013" y="40706"/>
                  </a:lnTo>
                  <a:lnTo>
                    <a:pt x="14237" y="30937"/>
                  </a:lnTo>
                  <a:lnTo>
                    <a:pt x="12013" y="20392"/>
                  </a:lnTo>
                  <a:lnTo>
                    <a:pt x="7118" y="10392"/>
                  </a:lnTo>
                  <a:lnTo>
                    <a:pt x="2224" y="2930"/>
                  </a:lnTo>
                  <a:lnTo>
                    <a:pt x="0" y="0"/>
                  </a:lnTo>
                  <a:lnTo>
                    <a:pt x="17794" y="4833"/>
                  </a:lnTo>
                  <a:lnTo>
                    <a:pt x="56941" y="15468"/>
                  </a:lnTo>
                  <a:lnTo>
                    <a:pt x="96088" y="26103"/>
                  </a:lnTo>
                  <a:lnTo>
                    <a:pt x="113883" y="30937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5253253" y="3801284"/>
              <a:ext cx="114300" cy="59690"/>
            </a:xfrm>
            <a:custGeom>
              <a:avLst/>
              <a:gdLst/>
              <a:ahLst/>
              <a:cxnLst/>
              <a:rect l="l" t="t" r="r" b="b"/>
              <a:pathLst>
                <a:path w="114300" h="59689">
                  <a:moveTo>
                    <a:pt x="0" y="0"/>
                  </a:moveTo>
                  <a:lnTo>
                    <a:pt x="2224" y="2930"/>
                  </a:lnTo>
                  <a:lnTo>
                    <a:pt x="7118" y="10392"/>
                  </a:lnTo>
                  <a:lnTo>
                    <a:pt x="12013" y="20392"/>
                  </a:lnTo>
                  <a:lnTo>
                    <a:pt x="14237" y="30937"/>
                  </a:lnTo>
                  <a:lnTo>
                    <a:pt x="12013" y="40706"/>
                  </a:lnTo>
                  <a:lnTo>
                    <a:pt x="7118" y="49975"/>
                  </a:lnTo>
                  <a:lnTo>
                    <a:pt x="2224" y="56894"/>
                  </a:lnTo>
                  <a:lnTo>
                    <a:pt x="0" y="59611"/>
                  </a:lnTo>
                  <a:lnTo>
                    <a:pt x="113883" y="30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59" name="object 59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3155281" y="4374624"/>
            <a:ext cx="1105735" cy="133674"/>
          </a:xfrm>
          <a:prstGeom prst="rect">
            <a:avLst/>
          </a:prstGeom>
        </p:spPr>
      </p:pic>
      <p:pic>
        <p:nvPicPr>
          <p:cNvPr id="60" name="object 60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4336489" y="4372372"/>
            <a:ext cx="224824" cy="136015"/>
          </a:xfrm>
          <a:prstGeom prst="rect">
            <a:avLst/>
          </a:prstGeom>
        </p:spPr>
      </p:pic>
      <p:grpSp>
        <p:nvGrpSpPr>
          <p:cNvPr id="61" name="object 61"/>
          <p:cNvGrpSpPr/>
          <p:nvPr/>
        </p:nvGrpSpPr>
        <p:grpSpPr>
          <a:xfrm>
            <a:off x="5614360" y="3513593"/>
            <a:ext cx="1003935" cy="450215"/>
            <a:chOff x="5614360" y="3513593"/>
            <a:chExt cx="1003935" cy="450215"/>
          </a:xfrm>
        </p:grpSpPr>
        <p:pic>
          <p:nvPicPr>
            <p:cNvPr id="62" name="object 62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6098843" y="3789162"/>
              <a:ext cx="114376" cy="124534"/>
            </a:xfrm>
            <a:prstGeom prst="rect">
              <a:avLst/>
            </a:prstGeom>
          </p:spPr>
        </p:pic>
        <p:sp>
          <p:nvSpPr>
            <p:cNvPr id="63" name="object 63"/>
            <p:cNvSpPr/>
            <p:nvPr/>
          </p:nvSpPr>
          <p:spPr>
            <a:xfrm>
              <a:off x="6247625" y="3771290"/>
              <a:ext cx="229235" cy="85090"/>
            </a:xfrm>
            <a:custGeom>
              <a:avLst/>
              <a:gdLst/>
              <a:ahLst/>
              <a:cxnLst/>
              <a:rect l="l" t="t" r="r" b="b"/>
              <a:pathLst>
                <a:path w="229235" h="85089">
                  <a:moveTo>
                    <a:pt x="52895" y="73660"/>
                  </a:moveTo>
                  <a:lnTo>
                    <a:pt x="0" y="73660"/>
                  </a:lnTo>
                  <a:lnTo>
                    <a:pt x="0" y="84975"/>
                  </a:lnTo>
                  <a:lnTo>
                    <a:pt x="23698" y="84975"/>
                  </a:lnTo>
                  <a:lnTo>
                    <a:pt x="52895" y="73660"/>
                  </a:lnTo>
                  <a:close/>
                </a:path>
                <a:path w="229235" h="85089">
                  <a:moveTo>
                    <a:pt x="228688" y="0"/>
                  </a:moveTo>
                  <a:lnTo>
                    <a:pt x="0" y="0"/>
                  </a:lnTo>
                  <a:lnTo>
                    <a:pt x="0" y="5054"/>
                  </a:lnTo>
                  <a:lnTo>
                    <a:pt x="0" y="11391"/>
                  </a:lnTo>
                  <a:lnTo>
                    <a:pt x="221767" y="11391"/>
                  </a:lnTo>
                  <a:lnTo>
                    <a:pt x="221767" y="5054"/>
                  </a:lnTo>
                  <a:lnTo>
                    <a:pt x="228688" y="5054"/>
                  </a:lnTo>
                  <a:lnTo>
                    <a:pt x="22868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4" name="object 64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5614360" y="3791386"/>
              <a:ext cx="103499" cy="131025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5740811" y="3789162"/>
              <a:ext cx="200885" cy="174028"/>
            </a:xfrm>
            <a:prstGeom prst="rect">
              <a:avLst/>
            </a:prstGeom>
          </p:spPr>
        </p:pic>
        <p:sp>
          <p:nvSpPr>
            <p:cNvPr id="66" name="object 66"/>
            <p:cNvSpPr/>
            <p:nvPr/>
          </p:nvSpPr>
          <p:spPr>
            <a:xfrm>
              <a:off x="5973987" y="3844947"/>
              <a:ext cx="92710" cy="11430"/>
            </a:xfrm>
            <a:custGeom>
              <a:avLst/>
              <a:gdLst/>
              <a:ahLst/>
              <a:cxnLst/>
              <a:rect l="l" t="t" r="r" b="b"/>
              <a:pathLst>
                <a:path w="92710" h="11429">
                  <a:moveTo>
                    <a:pt x="92165" y="0"/>
                  </a:moveTo>
                  <a:lnTo>
                    <a:pt x="0" y="0"/>
                  </a:lnTo>
                  <a:lnTo>
                    <a:pt x="0" y="11311"/>
                  </a:lnTo>
                  <a:lnTo>
                    <a:pt x="92165" y="11311"/>
                  </a:lnTo>
                  <a:lnTo>
                    <a:pt x="9216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7" name="object 67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5829787" y="3513593"/>
              <a:ext cx="105473" cy="131025"/>
            </a:xfrm>
            <a:prstGeom prst="rect">
              <a:avLst/>
            </a:prstGeom>
          </p:spPr>
        </p:pic>
        <p:sp>
          <p:nvSpPr>
            <p:cNvPr id="68" name="object 68"/>
            <p:cNvSpPr/>
            <p:nvPr/>
          </p:nvSpPr>
          <p:spPr>
            <a:xfrm>
              <a:off x="5878974" y="3682117"/>
              <a:ext cx="11430" cy="76200"/>
            </a:xfrm>
            <a:custGeom>
              <a:avLst/>
              <a:gdLst/>
              <a:ahLst/>
              <a:cxnLst/>
              <a:rect l="l" t="t" r="r" b="b"/>
              <a:pathLst>
                <a:path w="11429" h="76200">
                  <a:moveTo>
                    <a:pt x="11390" y="0"/>
                  </a:moveTo>
                  <a:lnTo>
                    <a:pt x="0" y="0"/>
                  </a:lnTo>
                  <a:lnTo>
                    <a:pt x="0" y="76164"/>
                  </a:lnTo>
                  <a:lnTo>
                    <a:pt x="11390" y="76164"/>
                  </a:lnTo>
                  <a:lnTo>
                    <a:pt x="1139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9" name="object 69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6514586" y="3519909"/>
              <a:ext cx="103499" cy="131025"/>
            </a:xfrm>
            <a:prstGeom prst="rect">
              <a:avLst/>
            </a:prstGeom>
          </p:spPr>
        </p:pic>
        <p:sp>
          <p:nvSpPr>
            <p:cNvPr id="70" name="object 70"/>
            <p:cNvSpPr/>
            <p:nvPr/>
          </p:nvSpPr>
          <p:spPr>
            <a:xfrm>
              <a:off x="6562501" y="3681645"/>
              <a:ext cx="11430" cy="62230"/>
            </a:xfrm>
            <a:custGeom>
              <a:avLst/>
              <a:gdLst/>
              <a:ahLst/>
              <a:cxnLst/>
              <a:rect l="l" t="t" r="r" b="b"/>
              <a:pathLst>
                <a:path w="11429" h="62229">
                  <a:moveTo>
                    <a:pt x="11390" y="0"/>
                  </a:moveTo>
                  <a:lnTo>
                    <a:pt x="0" y="0"/>
                  </a:lnTo>
                  <a:lnTo>
                    <a:pt x="0" y="61781"/>
                  </a:lnTo>
                  <a:lnTo>
                    <a:pt x="11390" y="57367"/>
                  </a:lnTo>
                  <a:lnTo>
                    <a:pt x="1139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71" name="object 71"/>
          <p:cNvGrpSpPr/>
          <p:nvPr/>
        </p:nvGrpSpPr>
        <p:grpSpPr>
          <a:xfrm>
            <a:off x="2395108" y="997395"/>
            <a:ext cx="2026285" cy="1176020"/>
            <a:chOff x="2395108" y="997395"/>
            <a:chExt cx="2026285" cy="1176020"/>
          </a:xfrm>
        </p:grpSpPr>
        <p:sp>
          <p:nvSpPr>
            <p:cNvPr id="72" name="object 72"/>
            <p:cNvSpPr/>
            <p:nvPr/>
          </p:nvSpPr>
          <p:spPr>
            <a:xfrm>
              <a:off x="3435907" y="1701699"/>
              <a:ext cx="116839" cy="136525"/>
            </a:xfrm>
            <a:custGeom>
              <a:avLst/>
              <a:gdLst/>
              <a:ahLst/>
              <a:cxnLst/>
              <a:rect l="l" t="t" r="r" b="b"/>
              <a:pathLst>
                <a:path w="116839" h="136525">
                  <a:moveTo>
                    <a:pt x="62255" y="0"/>
                  </a:moveTo>
                  <a:lnTo>
                    <a:pt x="23418" y="12374"/>
                  </a:lnTo>
                  <a:lnTo>
                    <a:pt x="1964" y="47775"/>
                  </a:lnTo>
                  <a:lnTo>
                    <a:pt x="0" y="67000"/>
                  </a:lnTo>
                  <a:lnTo>
                    <a:pt x="434" y="76258"/>
                  </a:lnTo>
                  <a:lnTo>
                    <a:pt x="15535" y="116710"/>
                  </a:lnTo>
                  <a:lnTo>
                    <a:pt x="51825" y="135410"/>
                  </a:lnTo>
                  <a:lnTo>
                    <a:pt x="61989" y="135950"/>
                  </a:lnTo>
                  <a:lnTo>
                    <a:pt x="71897" y="135247"/>
                  </a:lnTo>
                  <a:lnTo>
                    <a:pt x="108925" y="110891"/>
                  </a:lnTo>
                  <a:lnTo>
                    <a:pt x="116595" y="92008"/>
                  </a:lnTo>
                  <a:lnTo>
                    <a:pt x="99152" y="87619"/>
                  </a:lnTo>
                  <a:lnTo>
                    <a:pt x="96938" y="95405"/>
                  </a:lnTo>
                  <a:lnTo>
                    <a:pt x="93907" y="102166"/>
                  </a:lnTo>
                  <a:lnTo>
                    <a:pt x="60546" y="121063"/>
                  </a:lnTo>
                  <a:lnTo>
                    <a:pt x="52518" y="121063"/>
                  </a:lnTo>
                  <a:lnTo>
                    <a:pt x="22890" y="96188"/>
                  </a:lnTo>
                  <a:lnTo>
                    <a:pt x="17993" y="66906"/>
                  </a:lnTo>
                  <a:lnTo>
                    <a:pt x="18250" y="60454"/>
                  </a:lnTo>
                  <a:lnTo>
                    <a:pt x="36479" y="22150"/>
                  </a:lnTo>
                  <a:lnTo>
                    <a:pt x="61894" y="14886"/>
                  </a:lnTo>
                  <a:lnTo>
                    <a:pt x="70720" y="14886"/>
                  </a:lnTo>
                  <a:lnTo>
                    <a:pt x="78027" y="17081"/>
                  </a:lnTo>
                  <a:lnTo>
                    <a:pt x="89662" y="25801"/>
                  </a:lnTo>
                  <a:lnTo>
                    <a:pt x="94103" y="32762"/>
                  </a:lnTo>
                  <a:lnTo>
                    <a:pt x="97178" y="42334"/>
                  </a:lnTo>
                  <a:lnTo>
                    <a:pt x="114355" y="38305"/>
                  </a:lnTo>
                  <a:lnTo>
                    <a:pt x="88404" y="5650"/>
                  </a:lnTo>
                  <a:lnTo>
                    <a:pt x="71756" y="627"/>
                  </a:lnTo>
                  <a:lnTo>
                    <a:pt x="622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3" name="object 73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3785144" y="1701699"/>
              <a:ext cx="116614" cy="135950"/>
            </a:xfrm>
            <a:prstGeom prst="rect">
              <a:avLst/>
            </a:prstGeom>
          </p:spPr>
        </p:pic>
        <p:sp>
          <p:nvSpPr>
            <p:cNvPr id="74" name="object 74"/>
            <p:cNvSpPr/>
            <p:nvPr/>
          </p:nvSpPr>
          <p:spPr>
            <a:xfrm>
              <a:off x="3584674" y="1700696"/>
              <a:ext cx="168275" cy="62865"/>
            </a:xfrm>
            <a:custGeom>
              <a:avLst/>
              <a:gdLst/>
              <a:ahLst/>
              <a:cxnLst/>
              <a:rect l="l" t="t" r="r" b="b"/>
              <a:pathLst>
                <a:path w="168275" h="62864">
                  <a:moveTo>
                    <a:pt x="0" y="62650"/>
                  </a:moveTo>
                  <a:lnTo>
                    <a:pt x="167785" y="62650"/>
                  </a:lnTo>
                </a:path>
                <a:path w="168275" h="62864">
                  <a:moveTo>
                    <a:pt x="111850" y="0"/>
                  </a:moveTo>
                  <a:lnTo>
                    <a:pt x="167785" y="0"/>
                  </a:lnTo>
                </a:path>
                <a:path w="168275" h="62864">
                  <a:moveTo>
                    <a:pt x="0" y="0"/>
                  </a:moveTo>
                  <a:lnTo>
                    <a:pt x="55915" y="0"/>
                  </a:lnTo>
                </a:path>
              </a:pathLst>
            </a:custGeom>
            <a:ln w="113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75" name="object 75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3076137" y="1372596"/>
              <a:ext cx="105454" cy="131448"/>
            </a:xfrm>
            <a:prstGeom prst="rect">
              <a:avLst/>
            </a:prstGeom>
          </p:spPr>
        </p:pic>
        <p:sp>
          <p:nvSpPr>
            <p:cNvPr id="76" name="object 76"/>
            <p:cNvSpPr/>
            <p:nvPr/>
          </p:nvSpPr>
          <p:spPr>
            <a:xfrm>
              <a:off x="3219134" y="1517002"/>
              <a:ext cx="207010" cy="184785"/>
            </a:xfrm>
            <a:custGeom>
              <a:avLst/>
              <a:gdLst/>
              <a:ahLst/>
              <a:cxnLst/>
              <a:rect l="l" t="t" r="r" b="b"/>
              <a:pathLst>
                <a:path w="207010" h="184785">
                  <a:moveTo>
                    <a:pt x="41376" y="36943"/>
                  </a:moveTo>
                  <a:lnTo>
                    <a:pt x="0" y="0"/>
                  </a:lnTo>
                </a:path>
                <a:path w="207010" h="184785">
                  <a:moveTo>
                    <a:pt x="124130" y="110810"/>
                  </a:moveTo>
                  <a:lnTo>
                    <a:pt x="82753" y="73886"/>
                  </a:lnTo>
                </a:path>
                <a:path w="207010" h="184785">
                  <a:moveTo>
                    <a:pt x="206884" y="184697"/>
                  </a:moveTo>
                  <a:lnTo>
                    <a:pt x="165507" y="147753"/>
                  </a:lnTo>
                </a:path>
              </a:pathLst>
            </a:custGeom>
            <a:ln w="113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77" name="object 77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2959200" y="1793366"/>
              <a:ext cx="103480" cy="131467"/>
            </a:xfrm>
            <a:prstGeom prst="rect">
              <a:avLst/>
            </a:prstGeom>
          </p:spPr>
        </p:pic>
        <p:sp>
          <p:nvSpPr>
            <p:cNvPr id="78" name="object 78"/>
            <p:cNvSpPr/>
            <p:nvPr/>
          </p:nvSpPr>
          <p:spPr>
            <a:xfrm>
              <a:off x="3104418" y="1775491"/>
              <a:ext cx="294005" cy="86995"/>
            </a:xfrm>
            <a:custGeom>
              <a:avLst/>
              <a:gdLst/>
              <a:ahLst/>
              <a:cxnLst/>
              <a:rect l="l" t="t" r="r" b="b"/>
              <a:pathLst>
                <a:path w="294004" h="86994">
                  <a:moveTo>
                    <a:pt x="10268" y="86825"/>
                  </a:moveTo>
                  <a:lnTo>
                    <a:pt x="0" y="31873"/>
                  </a:lnTo>
                </a:path>
                <a:path w="294004" h="86994">
                  <a:moveTo>
                    <a:pt x="57548" y="74359"/>
                  </a:moveTo>
                  <a:lnTo>
                    <a:pt x="48627" y="26558"/>
                  </a:lnTo>
                </a:path>
                <a:path w="294004" h="86994">
                  <a:moveTo>
                    <a:pt x="104827" y="61874"/>
                  </a:moveTo>
                  <a:lnTo>
                    <a:pt x="97235" y="21242"/>
                  </a:lnTo>
                </a:path>
                <a:path w="294004" h="86994">
                  <a:moveTo>
                    <a:pt x="152107" y="49408"/>
                  </a:moveTo>
                  <a:lnTo>
                    <a:pt x="145863" y="15927"/>
                  </a:lnTo>
                </a:path>
                <a:path w="294004" h="86994">
                  <a:moveTo>
                    <a:pt x="199387" y="36943"/>
                  </a:moveTo>
                  <a:lnTo>
                    <a:pt x="194490" y="10630"/>
                  </a:lnTo>
                </a:path>
                <a:path w="294004" h="86994">
                  <a:moveTo>
                    <a:pt x="246685" y="24477"/>
                  </a:moveTo>
                  <a:lnTo>
                    <a:pt x="243098" y="5315"/>
                  </a:lnTo>
                </a:path>
                <a:path w="294004" h="86994">
                  <a:moveTo>
                    <a:pt x="293965" y="11992"/>
                  </a:moveTo>
                  <a:lnTo>
                    <a:pt x="291726" y="0"/>
                  </a:lnTo>
                </a:path>
              </a:pathLst>
            </a:custGeom>
            <a:ln w="113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9" name="object 79"/>
            <p:cNvSpPr/>
            <p:nvPr/>
          </p:nvSpPr>
          <p:spPr>
            <a:xfrm>
              <a:off x="3123512" y="1953265"/>
              <a:ext cx="124460" cy="158115"/>
            </a:xfrm>
            <a:custGeom>
              <a:avLst/>
              <a:gdLst/>
              <a:ahLst/>
              <a:cxnLst/>
              <a:rect l="l" t="t" r="r" b="b"/>
              <a:pathLst>
                <a:path w="124460" h="158114">
                  <a:moveTo>
                    <a:pt x="124168" y="0"/>
                  </a:moveTo>
                  <a:lnTo>
                    <a:pt x="103233" y="0"/>
                  </a:lnTo>
                  <a:lnTo>
                    <a:pt x="103233" y="64787"/>
                  </a:lnTo>
                  <a:lnTo>
                    <a:pt x="20954" y="64787"/>
                  </a:lnTo>
                  <a:lnTo>
                    <a:pt x="20954" y="0"/>
                  </a:lnTo>
                  <a:lnTo>
                    <a:pt x="0" y="0"/>
                  </a:lnTo>
                  <a:lnTo>
                    <a:pt x="0" y="157760"/>
                  </a:lnTo>
                  <a:lnTo>
                    <a:pt x="20954" y="157760"/>
                  </a:lnTo>
                  <a:lnTo>
                    <a:pt x="20954" y="83401"/>
                  </a:lnTo>
                  <a:lnTo>
                    <a:pt x="103233" y="83401"/>
                  </a:lnTo>
                  <a:lnTo>
                    <a:pt x="103233" y="157760"/>
                  </a:lnTo>
                  <a:lnTo>
                    <a:pt x="124168" y="157760"/>
                  </a:lnTo>
                  <a:lnTo>
                    <a:pt x="1241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0" name="object 80"/>
            <p:cNvSpPr/>
            <p:nvPr/>
          </p:nvSpPr>
          <p:spPr>
            <a:xfrm>
              <a:off x="3286343" y="1833620"/>
              <a:ext cx="127635" cy="108585"/>
            </a:xfrm>
            <a:custGeom>
              <a:avLst/>
              <a:gdLst/>
              <a:ahLst/>
              <a:cxnLst/>
              <a:rect l="l" t="t" r="r" b="b"/>
              <a:pathLst>
                <a:path w="127635" h="108585">
                  <a:moveTo>
                    <a:pt x="0" y="108370"/>
                  </a:moveTo>
                  <a:lnTo>
                    <a:pt x="127395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1" name="object 81"/>
            <p:cNvSpPr/>
            <p:nvPr/>
          </p:nvSpPr>
          <p:spPr>
            <a:xfrm>
              <a:off x="3264364" y="1825921"/>
              <a:ext cx="156845" cy="140970"/>
            </a:xfrm>
            <a:custGeom>
              <a:avLst/>
              <a:gdLst/>
              <a:ahLst/>
              <a:cxnLst/>
              <a:rect l="l" t="t" r="r" b="b"/>
              <a:pathLst>
                <a:path w="156845" h="140969">
                  <a:moveTo>
                    <a:pt x="149089" y="0"/>
                  </a:moveTo>
                  <a:lnTo>
                    <a:pt x="0" y="97966"/>
                  </a:lnTo>
                  <a:lnTo>
                    <a:pt x="37144" y="140962"/>
                  </a:lnTo>
                  <a:lnTo>
                    <a:pt x="156510" y="8587"/>
                  </a:lnTo>
                  <a:lnTo>
                    <a:pt x="14908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2" name="object 82"/>
            <p:cNvSpPr/>
            <p:nvPr/>
          </p:nvSpPr>
          <p:spPr>
            <a:xfrm>
              <a:off x="3937593" y="1676560"/>
              <a:ext cx="274955" cy="66040"/>
            </a:xfrm>
            <a:custGeom>
              <a:avLst/>
              <a:gdLst/>
              <a:ahLst/>
              <a:cxnLst/>
              <a:rect l="l" t="t" r="r" b="b"/>
              <a:pathLst>
                <a:path w="274954" h="66039">
                  <a:moveTo>
                    <a:pt x="274473" y="0"/>
                  </a:moveTo>
                  <a:lnTo>
                    <a:pt x="0" y="6579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3" name="object 83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4259061" y="1595617"/>
              <a:ext cx="161901" cy="132715"/>
            </a:xfrm>
            <a:prstGeom prst="rect">
              <a:avLst/>
            </a:prstGeom>
          </p:spPr>
        </p:pic>
        <p:sp>
          <p:nvSpPr>
            <p:cNvPr id="84" name="object 84"/>
            <p:cNvSpPr/>
            <p:nvPr/>
          </p:nvSpPr>
          <p:spPr>
            <a:xfrm>
              <a:off x="3932867" y="1648942"/>
              <a:ext cx="289560" cy="99060"/>
            </a:xfrm>
            <a:custGeom>
              <a:avLst/>
              <a:gdLst/>
              <a:ahLst/>
              <a:cxnLst/>
              <a:rect l="l" t="t" r="r" b="b"/>
              <a:pathLst>
                <a:path w="289560" h="99060">
                  <a:moveTo>
                    <a:pt x="276124" y="0"/>
                  </a:moveTo>
                  <a:lnTo>
                    <a:pt x="0" y="87884"/>
                  </a:lnTo>
                  <a:lnTo>
                    <a:pt x="2600" y="98931"/>
                  </a:lnTo>
                  <a:lnTo>
                    <a:pt x="289125" y="55254"/>
                  </a:lnTo>
                  <a:lnTo>
                    <a:pt x="27612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5" name="object 85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4068708" y="1384967"/>
              <a:ext cx="103480" cy="131467"/>
            </a:xfrm>
            <a:prstGeom prst="rect">
              <a:avLst/>
            </a:prstGeom>
          </p:spPr>
        </p:pic>
        <p:sp>
          <p:nvSpPr>
            <p:cNvPr id="86" name="object 86"/>
            <p:cNvSpPr/>
            <p:nvPr/>
          </p:nvSpPr>
          <p:spPr>
            <a:xfrm>
              <a:off x="3890066" y="1535729"/>
              <a:ext cx="154305" cy="169545"/>
            </a:xfrm>
            <a:custGeom>
              <a:avLst/>
              <a:gdLst/>
              <a:ahLst/>
              <a:cxnLst/>
              <a:rect l="l" t="t" r="r" b="b"/>
              <a:pathLst>
                <a:path w="154304" h="169544">
                  <a:moveTo>
                    <a:pt x="144249" y="0"/>
                  </a:moveTo>
                  <a:lnTo>
                    <a:pt x="153796" y="8266"/>
                  </a:lnTo>
                </a:path>
                <a:path w="154304" h="169544">
                  <a:moveTo>
                    <a:pt x="108187" y="33216"/>
                  </a:moveTo>
                  <a:lnTo>
                    <a:pt x="125857" y="48500"/>
                  </a:lnTo>
                </a:path>
                <a:path w="154304" h="169544">
                  <a:moveTo>
                    <a:pt x="72124" y="66414"/>
                  </a:moveTo>
                  <a:lnTo>
                    <a:pt x="97918" y="88735"/>
                  </a:lnTo>
                </a:path>
                <a:path w="154304" h="169544">
                  <a:moveTo>
                    <a:pt x="36062" y="99612"/>
                  </a:moveTo>
                  <a:lnTo>
                    <a:pt x="69980" y="128970"/>
                  </a:lnTo>
                </a:path>
                <a:path w="154304" h="169544">
                  <a:moveTo>
                    <a:pt x="0" y="132829"/>
                  </a:moveTo>
                  <a:lnTo>
                    <a:pt x="42041" y="169223"/>
                  </a:lnTo>
                </a:path>
              </a:pathLst>
            </a:custGeom>
            <a:ln w="113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7" name="object 87"/>
            <p:cNvSpPr/>
            <p:nvPr/>
          </p:nvSpPr>
          <p:spPr>
            <a:xfrm>
              <a:off x="4154746" y="2041546"/>
              <a:ext cx="123189" cy="132080"/>
            </a:xfrm>
            <a:custGeom>
              <a:avLst/>
              <a:gdLst/>
              <a:ahLst/>
              <a:cxnLst/>
              <a:rect l="l" t="t" r="r" b="b"/>
              <a:pathLst>
                <a:path w="123189" h="132080">
                  <a:moveTo>
                    <a:pt x="118550" y="0"/>
                  </a:moveTo>
                  <a:lnTo>
                    <a:pt x="87745" y="0"/>
                  </a:lnTo>
                  <a:lnTo>
                    <a:pt x="61818" y="42239"/>
                  </a:lnTo>
                  <a:lnTo>
                    <a:pt x="35379" y="0"/>
                  </a:lnTo>
                  <a:lnTo>
                    <a:pt x="4232" y="0"/>
                  </a:lnTo>
                  <a:lnTo>
                    <a:pt x="45078" y="62858"/>
                  </a:lnTo>
                  <a:lnTo>
                    <a:pt x="0" y="131467"/>
                  </a:lnTo>
                  <a:lnTo>
                    <a:pt x="31943" y="131467"/>
                  </a:lnTo>
                  <a:lnTo>
                    <a:pt x="61287" y="85992"/>
                  </a:lnTo>
                  <a:lnTo>
                    <a:pt x="90535" y="131467"/>
                  </a:lnTo>
                  <a:lnTo>
                    <a:pt x="122726" y="131467"/>
                  </a:lnTo>
                  <a:lnTo>
                    <a:pt x="77572" y="63841"/>
                  </a:lnTo>
                  <a:lnTo>
                    <a:pt x="118550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8" name="object 88"/>
            <p:cNvSpPr/>
            <p:nvPr/>
          </p:nvSpPr>
          <p:spPr>
            <a:xfrm>
              <a:off x="3921498" y="1834415"/>
              <a:ext cx="212090" cy="195580"/>
            </a:xfrm>
            <a:custGeom>
              <a:avLst/>
              <a:gdLst/>
              <a:ahLst/>
              <a:cxnLst/>
              <a:rect l="l" t="t" r="r" b="b"/>
              <a:pathLst>
                <a:path w="212089" h="195580">
                  <a:moveTo>
                    <a:pt x="181773" y="167350"/>
                  </a:moveTo>
                  <a:lnTo>
                    <a:pt x="212066" y="195233"/>
                  </a:lnTo>
                </a:path>
                <a:path w="212089" h="195580">
                  <a:moveTo>
                    <a:pt x="121188" y="111567"/>
                  </a:moveTo>
                  <a:lnTo>
                    <a:pt x="151481" y="139449"/>
                  </a:lnTo>
                </a:path>
                <a:path w="212089" h="195580">
                  <a:moveTo>
                    <a:pt x="60603" y="55783"/>
                  </a:moveTo>
                  <a:lnTo>
                    <a:pt x="90896" y="83684"/>
                  </a:lnTo>
                </a:path>
                <a:path w="212089" h="195580">
                  <a:moveTo>
                    <a:pt x="0" y="0"/>
                  </a:moveTo>
                  <a:lnTo>
                    <a:pt x="30311" y="27901"/>
                  </a:lnTo>
                </a:path>
              </a:pathLst>
            </a:custGeom>
            <a:ln w="113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9" name="object 89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2710369" y="997395"/>
              <a:ext cx="347338" cy="367719"/>
            </a:xfrm>
            <a:prstGeom prst="rect">
              <a:avLst/>
            </a:prstGeom>
          </p:spPr>
        </p:pic>
        <p:sp>
          <p:nvSpPr>
            <p:cNvPr id="90" name="object 90"/>
            <p:cNvSpPr/>
            <p:nvPr/>
          </p:nvSpPr>
          <p:spPr>
            <a:xfrm>
              <a:off x="3929202" y="2014143"/>
              <a:ext cx="147320" cy="133985"/>
            </a:xfrm>
            <a:custGeom>
              <a:avLst/>
              <a:gdLst/>
              <a:ahLst/>
              <a:cxnLst/>
              <a:rect l="l" t="t" r="r" b="b"/>
              <a:pathLst>
                <a:path w="147320" h="133985">
                  <a:moveTo>
                    <a:pt x="82308" y="79082"/>
                  </a:moveTo>
                  <a:lnTo>
                    <a:pt x="79730" y="71031"/>
                  </a:lnTo>
                  <a:lnTo>
                    <a:pt x="74587" y="63639"/>
                  </a:lnTo>
                  <a:lnTo>
                    <a:pt x="69773" y="58077"/>
                  </a:lnTo>
                  <a:lnTo>
                    <a:pt x="62966" y="52324"/>
                  </a:lnTo>
                  <a:lnTo>
                    <a:pt x="62966" y="89471"/>
                  </a:lnTo>
                  <a:lnTo>
                    <a:pt x="62966" y="103073"/>
                  </a:lnTo>
                  <a:lnTo>
                    <a:pt x="61036" y="110286"/>
                  </a:lnTo>
                  <a:lnTo>
                    <a:pt x="53251" y="121399"/>
                  </a:lnTo>
                  <a:lnTo>
                    <a:pt x="47942" y="124206"/>
                  </a:lnTo>
                  <a:lnTo>
                    <a:pt x="35674" y="124206"/>
                  </a:lnTo>
                  <a:lnTo>
                    <a:pt x="30746" y="121539"/>
                  </a:lnTo>
                  <a:lnTo>
                    <a:pt x="22047" y="110921"/>
                  </a:lnTo>
                  <a:lnTo>
                    <a:pt x="19888" y="103073"/>
                  </a:lnTo>
                  <a:lnTo>
                    <a:pt x="19888" y="81826"/>
                  </a:lnTo>
                  <a:lnTo>
                    <a:pt x="22085" y="73901"/>
                  </a:lnTo>
                  <a:lnTo>
                    <a:pt x="30911" y="62953"/>
                  </a:lnTo>
                  <a:lnTo>
                    <a:pt x="37249" y="59486"/>
                  </a:lnTo>
                  <a:lnTo>
                    <a:pt x="45466" y="58013"/>
                  </a:lnTo>
                  <a:lnTo>
                    <a:pt x="50977" y="64223"/>
                  </a:lnTo>
                  <a:lnTo>
                    <a:pt x="62966" y="89471"/>
                  </a:lnTo>
                  <a:lnTo>
                    <a:pt x="62966" y="52324"/>
                  </a:lnTo>
                  <a:lnTo>
                    <a:pt x="54013" y="46253"/>
                  </a:lnTo>
                  <a:lnTo>
                    <a:pt x="43078" y="39992"/>
                  </a:lnTo>
                  <a:lnTo>
                    <a:pt x="34175" y="33769"/>
                  </a:lnTo>
                  <a:lnTo>
                    <a:pt x="28232" y="29146"/>
                  </a:lnTo>
                  <a:lnTo>
                    <a:pt x="22339" y="23101"/>
                  </a:lnTo>
                  <a:lnTo>
                    <a:pt x="20853" y="20485"/>
                  </a:lnTo>
                  <a:lnTo>
                    <a:pt x="20853" y="16103"/>
                  </a:lnTo>
                  <a:lnTo>
                    <a:pt x="22085" y="13995"/>
                  </a:lnTo>
                  <a:lnTo>
                    <a:pt x="26987" y="10045"/>
                  </a:lnTo>
                  <a:lnTo>
                    <a:pt x="30645" y="9055"/>
                  </a:lnTo>
                  <a:lnTo>
                    <a:pt x="39052" y="9055"/>
                  </a:lnTo>
                  <a:lnTo>
                    <a:pt x="42113" y="9690"/>
                  </a:lnTo>
                  <a:lnTo>
                    <a:pt x="46647" y="11912"/>
                  </a:lnTo>
                  <a:lnTo>
                    <a:pt x="49441" y="14389"/>
                  </a:lnTo>
                  <a:lnTo>
                    <a:pt x="56769" y="22326"/>
                  </a:lnTo>
                  <a:lnTo>
                    <a:pt x="60223" y="24917"/>
                  </a:lnTo>
                  <a:lnTo>
                    <a:pt x="63500" y="26085"/>
                  </a:lnTo>
                  <a:lnTo>
                    <a:pt x="63195" y="26695"/>
                  </a:lnTo>
                  <a:lnTo>
                    <a:pt x="63906" y="26987"/>
                  </a:lnTo>
                  <a:lnTo>
                    <a:pt x="75209" y="13538"/>
                  </a:lnTo>
                  <a:lnTo>
                    <a:pt x="72961" y="9855"/>
                  </a:lnTo>
                  <a:lnTo>
                    <a:pt x="40843" y="0"/>
                  </a:lnTo>
                  <a:lnTo>
                    <a:pt x="30645" y="0"/>
                  </a:lnTo>
                  <a:lnTo>
                    <a:pt x="23088" y="1905"/>
                  </a:lnTo>
                  <a:lnTo>
                    <a:pt x="13322" y="9588"/>
                  </a:lnTo>
                  <a:lnTo>
                    <a:pt x="10947" y="13995"/>
                  </a:lnTo>
                  <a:lnTo>
                    <a:pt x="10934" y="23101"/>
                  </a:lnTo>
                  <a:lnTo>
                    <a:pt x="12255" y="26695"/>
                  </a:lnTo>
                  <a:lnTo>
                    <a:pt x="14986" y="30568"/>
                  </a:lnTo>
                  <a:lnTo>
                    <a:pt x="17729" y="34480"/>
                  </a:lnTo>
                  <a:lnTo>
                    <a:pt x="23342" y="39179"/>
                  </a:lnTo>
                  <a:lnTo>
                    <a:pt x="31838" y="44665"/>
                  </a:lnTo>
                  <a:lnTo>
                    <a:pt x="35001" y="48069"/>
                  </a:lnTo>
                  <a:lnTo>
                    <a:pt x="37579" y="50190"/>
                  </a:lnTo>
                  <a:lnTo>
                    <a:pt x="39573" y="51015"/>
                  </a:lnTo>
                  <a:lnTo>
                    <a:pt x="30759" y="53035"/>
                  </a:lnTo>
                  <a:lnTo>
                    <a:pt x="1460" y="81826"/>
                  </a:lnTo>
                  <a:lnTo>
                    <a:pt x="0" y="94792"/>
                  </a:lnTo>
                  <a:lnTo>
                    <a:pt x="685" y="102717"/>
                  </a:lnTo>
                  <a:lnTo>
                    <a:pt x="30429" y="133184"/>
                  </a:lnTo>
                  <a:lnTo>
                    <a:pt x="38227" y="133883"/>
                  </a:lnTo>
                  <a:lnTo>
                    <a:pt x="46888" y="133045"/>
                  </a:lnTo>
                  <a:lnTo>
                    <a:pt x="54940" y="130517"/>
                  </a:lnTo>
                  <a:lnTo>
                    <a:pt x="62395" y="126288"/>
                  </a:lnTo>
                  <a:lnTo>
                    <a:pt x="64808" y="124206"/>
                  </a:lnTo>
                  <a:lnTo>
                    <a:pt x="69240" y="120383"/>
                  </a:lnTo>
                  <a:lnTo>
                    <a:pt x="74968" y="113284"/>
                  </a:lnTo>
                  <a:lnTo>
                    <a:pt x="79044" y="105486"/>
                  </a:lnTo>
                  <a:lnTo>
                    <a:pt x="81495" y="96989"/>
                  </a:lnTo>
                  <a:lnTo>
                    <a:pt x="82270" y="88239"/>
                  </a:lnTo>
                  <a:lnTo>
                    <a:pt x="82308" y="79082"/>
                  </a:lnTo>
                  <a:close/>
                </a:path>
                <a:path w="147320" h="133985">
                  <a:moveTo>
                    <a:pt x="146799" y="66078"/>
                  </a:moveTo>
                  <a:lnTo>
                    <a:pt x="97142" y="66078"/>
                  </a:lnTo>
                  <a:lnTo>
                    <a:pt x="97142" y="91274"/>
                  </a:lnTo>
                  <a:lnTo>
                    <a:pt x="146799" y="91274"/>
                  </a:lnTo>
                  <a:lnTo>
                    <a:pt x="146799" y="6607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1" name="object 91"/>
            <p:cNvSpPr/>
            <p:nvPr/>
          </p:nvSpPr>
          <p:spPr>
            <a:xfrm>
              <a:off x="2395108" y="1651515"/>
              <a:ext cx="377190" cy="11430"/>
            </a:xfrm>
            <a:custGeom>
              <a:avLst/>
              <a:gdLst/>
              <a:ahLst/>
              <a:cxnLst/>
              <a:rect l="l" t="t" r="r" b="b"/>
              <a:pathLst>
                <a:path w="377189" h="11430">
                  <a:moveTo>
                    <a:pt x="377137" y="0"/>
                  </a:moveTo>
                  <a:lnTo>
                    <a:pt x="0" y="0"/>
                  </a:lnTo>
                  <a:lnTo>
                    <a:pt x="0" y="11349"/>
                  </a:lnTo>
                  <a:lnTo>
                    <a:pt x="377137" y="11349"/>
                  </a:lnTo>
                  <a:lnTo>
                    <a:pt x="37713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2" name="object 92"/>
            <p:cNvSpPr/>
            <p:nvPr/>
          </p:nvSpPr>
          <p:spPr>
            <a:xfrm>
              <a:off x="2755732" y="1626148"/>
              <a:ext cx="114300" cy="60325"/>
            </a:xfrm>
            <a:custGeom>
              <a:avLst/>
              <a:gdLst/>
              <a:ahLst/>
              <a:cxnLst/>
              <a:rect l="l" t="t" r="r" b="b"/>
              <a:pathLst>
                <a:path w="114300" h="60325">
                  <a:moveTo>
                    <a:pt x="113881" y="31041"/>
                  </a:moveTo>
                  <a:lnTo>
                    <a:pt x="96087" y="35533"/>
                  </a:lnTo>
                  <a:lnTo>
                    <a:pt x="56940" y="45417"/>
                  </a:lnTo>
                  <a:lnTo>
                    <a:pt x="17793" y="55301"/>
                  </a:lnTo>
                  <a:lnTo>
                    <a:pt x="0" y="59793"/>
                  </a:lnTo>
                  <a:lnTo>
                    <a:pt x="2224" y="57070"/>
                  </a:lnTo>
                  <a:lnTo>
                    <a:pt x="7117" y="50134"/>
                  </a:lnTo>
                  <a:lnTo>
                    <a:pt x="12010" y="40840"/>
                  </a:lnTo>
                  <a:lnTo>
                    <a:pt x="14235" y="31041"/>
                  </a:lnTo>
                  <a:lnTo>
                    <a:pt x="12010" y="20461"/>
                  </a:lnTo>
                  <a:lnTo>
                    <a:pt x="7117" y="10427"/>
                  </a:lnTo>
                  <a:lnTo>
                    <a:pt x="2224" y="2940"/>
                  </a:lnTo>
                  <a:lnTo>
                    <a:pt x="0" y="0"/>
                  </a:lnTo>
                  <a:lnTo>
                    <a:pt x="17793" y="4850"/>
                  </a:lnTo>
                  <a:lnTo>
                    <a:pt x="56940" y="15520"/>
                  </a:lnTo>
                  <a:lnTo>
                    <a:pt x="96087" y="26191"/>
                  </a:lnTo>
                  <a:lnTo>
                    <a:pt x="113881" y="31041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3" name="object 93"/>
            <p:cNvSpPr/>
            <p:nvPr/>
          </p:nvSpPr>
          <p:spPr>
            <a:xfrm>
              <a:off x="2755732" y="1626148"/>
              <a:ext cx="114300" cy="60325"/>
            </a:xfrm>
            <a:custGeom>
              <a:avLst/>
              <a:gdLst/>
              <a:ahLst/>
              <a:cxnLst/>
              <a:rect l="l" t="t" r="r" b="b"/>
              <a:pathLst>
                <a:path w="114300" h="60325">
                  <a:moveTo>
                    <a:pt x="0" y="0"/>
                  </a:moveTo>
                  <a:lnTo>
                    <a:pt x="2224" y="2940"/>
                  </a:lnTo>
                  <a:lnTo>
                    <a:pt x="7117" y="10427"/>
                  </a:lnTo>
                  <a:lnTo>
                    <a:pt x="12010" y="20461"/>
                  </a:lnTo>
                  <a:lnTo>
                    <a:pt x="14235" y="31041"/>
                  </a:lnTo>
                  <a:lnTo>
                    <a:pt x="12010" y="40840"/>
                  </a:lnTo>
                  <a:lnTo>
                    <a:pt x="7117" y="50134"/>
                  </a:lnTo>
                  <a:lnTo>
                    <a:pt x="2224" y="57070"/>
                  </a:lnTo>
                  <a:lnTo>
                    <a:pt x="0" y="59793"/>
                  </a:lnTo>
                  <a:lnTo>
                    <a:pt x="113881" y="310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94" name="object 94"/>
          <p:cNvPicPr/>
          <p:nvPr/>
        </p:nvPicPr>
        <p:blipFill>
          <a:blip r:embed="rId30" cstate="print"/>
          <a:stretch>
            <a:fillRect/>
          </a:stretch>
        </p:blipFill>
        <p:spPr>
          <a:xfrm>
            <a:off x="2881723" y="2318478"/>
            <a:ext cx="1427256" cy="133614"/>
          </a:xfrm>
          <a:prstGeom prst="rect">
            <a:avLst/>
          </a:prstGeom>
        </p:spPr>
      </p:pic>
      <p:pic>
        <p:nvPicPr>
          <p:cNvPr id="95" name="object 95"/>
          <p:cNvPicPr/>
          <p:nvPr/>
        </p:nvPicPr>
        <p:blipFill>
          <a:blip r:embed="rId31" cstate="print"/>
          <a:stretch>
            <a:fillRect/>
          </a:stretch>
        </p:blipFill>
        <p:spPr>
          <a:xfrm>
            <a:off x="4384900" y="2316227"/>
            <a:ext cx="225105" cy="135953"/>
          </a:xfrm>
          <a:prstGeom prst="rect">
            <a:avLst/>
          </a:prstGeom>
        </p:spPr>
      </p:pic>
      <p:grpSp>
        <p:nvGrpSpPr>
          <p:cNvPr id="96" name="object 96"/>
          <p:cNvGrpSpPr/>
          <p:nvPr/>
        </p:nvGrpSpPr>
        <p:grpSpPr>
          <a:xfrm>
            <a:off x="4587419" y="1643739"/>
            <a:ext cx="640715" cy="62865"/>
            <a:chOff x="4587419" y="1643739"/>
            <a:chExt cx="640715" cy="62865"/>
          </a:xfrm>
        </p:grpSpPr>
        <p:sp>
          <p:nvSpPr>
            <p:cNvPr id="97" name="object 97"/>
            <p:cNvSpPr/>
            <p:nvPr/>
          </p:nvSpPr>
          <p:spPr>
            <a:xfrm>
              <a:off x="4587419" y="1670430"/>
              <a:ext cx="542290" cy="11430"/>
            </a:xfrm>
            <a:custGeom>
              <a:avLst/>
              <a:gdLst/>
              <a:ahLst/>
              <a:cxnLst/>
              <a:rect l="l" t="t" r="r" b="b"/>
              <a:pathLst>
                <a:path w="542289" h="11430">
                  <a:moveTo>
                    <a:pt x="541923" y="0"/>
                  </a:moveTo>
                  <a:lnTo>
                    <a:pt x="0" y="0"/>
                  </a:lnTo>
                  <a:lnTo>
                    <a:pt x="0" y="11349"/>
                  </a:lnTo>
                  <a:lnTo>
                    <a:pt x="541923" y="11349"/>
                  </a:lnTo>
                  <a:lnTo>
                    <a:pt x="54192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8" name="object 98"/>
            <p:cNvSpPr/>
            <p:nvPr/>
          </p:nvSpPr>
          <p:spPr>
            <a:xfrm>
              <a:off x="5112791" y="1645064"/>
              <a:ext cx="114300" cy="60325"/>
            </a:xfrm>
            <a:custGeom>
              <a:avLst/>
              <a:gdLst/>
              <a:ahLst/>
              <a:cxnLst/>
              <a:rect l="l" t="t" r="r" b="b"/>
              <a:pathLst>
                <a:path w="114300" h="60325">
                  <a:moveTo>
                    <a:pt x="113881" y="31041"/>
                  </a:moveTo>
                  <a:lnTo>
                    <a:pt x="96087" y="35533"/>
                  </a:lnTo>
                  <a:lnTo>
                    <a:pt x="56940" y="45417"/>
                  </a:lnTo>
                  <a:lnTo>
                    <a:pt x="17793" y="55301"/>
                  </a:lnTo>
                  <a:lnTo>
                    <a:pt x="0" y="59793"/>
                  </a:lnTo>
                  <a:lnTo>
                    <a:pt x="2224" y="57070"/>
                  </a:lnTo>
                  <a:lnTo>
                    <a:pt x="7117" y="50134"/>
                  </a:lnTo>
                  <a:lnTo>
                    <a:pt x="12010" y="40840"/>
                  </a:lnTo>
                  <a:lnTo>
                    <a:pt x="14235" y="31041"/>
                  </a:lnTo>
                  <a:lnTo>
                    <a:pt x="12010" y="20461"/>
                  </a:lnTo>
                  <a:lnTo>
                    <a:pt x="7117" y="10427"/>
                  </a:lnTo>
                  <a:lnTo>
                    <a:pt x="2224" y="2940"/>
                  </a:lnTo>
                  <a:lnTo>
                    <a:pt x="0" y="0"/>
                  </a:lnTo>
                  <a:lnTo>
                    <a:pt x="17793" y="4850"/>
                  </a:lnTo>
                  <a:lnTo>
                    <a:pt x="56940" y="15520"/>
                  </a:lnTo>
                  <a:lnTo>
                    <a:pt x="96087" y="26191"/>
                  </a:lnTo>
                  <a:lnTo>
                    <a:pt x="113881" y="31041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9" name="object 99"/>
            <p:cNvSpPr/>
            <p:nvPr/>
          </p:nvSpPr>
          <p:spPr>
            <a:xfrm>
              <a:off x="5112791" y="1645064"/>
              <a:ext cx="114300" cy="60325"/>
            </a:xfrm>
            <a:custGeom>
              <a:avLst/>
              <a:gdLst/>
              <a:ahLst/>
              <a:cxnLst/>
              <a:rect l="l" t="t" r="r" b="b"/>
              <a:pathLst>
                <a:path w="114300" h="60325">
                  <a:moveTo>
                    <a:pt x="0" y="0"/>
                  </a:moveTo>
                  <a:lnTo>
                    <a:pt x="2224" y="2940"/>
                  </a:lnTo>
                  <a:lnTo>
                    <a:pt x="7117" y="10427"/>
                  </a:lnTo>
                  <a:lnTo>
                    <a:pt x="12010" y="20461"/>
                  </a:lnTo>
                  <a:lnTo>
                    <a:pt x="14235" y="31041"/>
                  </a:lnTo>
                  <a:lnTo>
                    <a:pt x="12010" y="40840"/>
                  </a:lnTo>
                  <a:lnTo>
                    <a:pt x="7117" y="50134"/>
                  </a:lnTo>
                  <a:lnTo>
                    <a:pt x="2224" y="57070"/>
                  </a:lnTo>
                  <a:lnTo>
                    <a:pt x="0" y="59793"/>
                  </a:lnTo>
                  <a:lnTo>
                    <a:pt x="113881" y="310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00" name="object 100"/>
          <p:cNvGrpSpPr/>
          <p:nvPr/>
        </p:nvGrpSpPr>
        <p:grpSpPr>
          <a:xfrm>
            <a:off x="5490498" y="1292562"/>
            <a:ext cx="1640205" cy="453390"/>
            <a:chOff x="5490498" y="1292562"/>
            <a:chExt cx="1640205" cy="453390"/>
          </a:xfrm>
        </p:grpSpPr>
        <p:pic>
          <p:nvPicPr>
            <p:cNvPr id="101" name="object 101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5974873" y="1569040"/>
              <a:ext cx="116538" cy="135950"/>
            </a:xfrm>
            <a:prstGeom prst="rect">
              <a:avLst/>
            </a:prstGeom>
          </p:spPr>
        </p:pic>
        <p:pic>
          <p:nvPicPr>
            <p:cNvPr id="102" name="object 102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6384846" y="1569040"/>
              <a:ext cx="246173" cy="135950"/>
            </a:xfrm>
            <a:prstGeom prst="rect">
              <a:avLst/>
            </a:prstGeom>
          </p:spPr>
        </p:pic>
        <p:sp>
          <p:nvSpPr>
            <p:cNvPr id="103" name="object 103"/>
            <p:cNvSpPr/>
            <p:nvPr/>
          </p:nvSpPr>
          <p:spPr>
            <a:xfrm>
              <a:off x="6123489" y="1630707"/>
              <a:ext cx="229235" cy="0"/>
            </a:xfrm>
            <a:custGeom>
              <a:avLst/>
              <a:gdLst/>
              <a:ahLst/>
              <a:cxnLst/>
              <a:rect l="l" t="t" r="r" b="b"/>
              <a:pathLst>
                <a:path w="229235">
                  <a:moveTo>
                    <a:pt x="0" y="0"/>
                  </a:moveTo>
                  <a:lnTo>
                    <a:pt x="228711" y="0"/>
                  </a:lnTo>
                </a:path>
              </a:pathLst>
            </a:custGeom>
            <a:ln w="113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04" name="object 104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5490498" y="1571291"/>
              <a:ext cx="103442" cy="131467"/>
            </a:xfrm>
            <a:prstGeom prst="rect">
              <a:avLst/>
            </a:prstGeom>
          </p:spPr>
        </p:pic>
        <p:pic>
          <p:nvPicPr>
            <p:cNvPr id="105" name="object 105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5616906" y="1569040"/>
              <a:ext cx="200810" cy="174614"/>
            </a:xfrm>
            <a:prstGeom prst="rect">
              <a:avLst/>
            </a:prstGeom>
          </p:spPr>
        </p:pic>
        <p:sp>
          <p:nvSpPr>
            <p:cNvPr id="106" name="object 106"/>
            <p:cNvSpPr/>
            <p:nvPr/>
          </p:nvSpPr>
          <p:spPr>
            <a:xfrm>
              <a:off x="5839727" y="1593671"/>
              <a:ext cx="113030" cy="74295"/>
            </a:xfrm>
            <a:custGeom>
              <a:avLst/>
              <a:gdLst/>
              <a:ahLst/>
              <a:cxnLst/>
              <a:rect l="l" t="t" r="r" b="b"/>
              <a:pathLst>
                <a:path w="113029" h="74294">
                  <a:moveTo>
                    <a:pt x="112560" y="58204"/>
                  </a:moveTo>
                  <a:lnTo>
                    <a:pt x="108000" y="53632"/>
                  </a:lnTo>
                  <a:lnTo>
                    <a:pt x="4559" y="53632"/>
                  </a:lnTo>
                  <a:lnTo>
                    <a:pt x="0" y="58204"/>
                  </a:lnTo>
                  <a:lnTo>
                    <a:pt x="0" y="69481"/>
                  </a:lnTo>
                  <a:lnTo>
                    <a:pt x="4559" y="74066"/>
                  </a:lnTo>
                  <a:lnTo>
                    <a:pt x="102311" y="74066"/>
                  </a:lnTo>
                  <a:lnTo>
                    <a:pt x="108000" y="74066"/>
                  </a:lnTo>
                  <a:lnTo>
                    <a:pt x="112560" y="69481"/>
                  </a:lnTo>
                  <a:lnTo>
                    <a:pt x="112560" y="58204"/>
                  </a:lnTo>
                  <a:close/>
                </a:path>
                <a:path w="113029" h="74294">
                  <a:moveTo>
                    <a:pt x="112560" y="4584"/>
                  </a:moveTo>
                  <a:lnTo>
                    <a:pt x="108000" y="0"/>
                  </a:lnTo>
                  <a:lnTo>
                    <a:pt x="4559" y="0"/>
                  </a:lnTo>
                  <a:lnTo>
                    <a:pt x="0" y="4584"/>
                  </a:lnTo>
                  <a:lnTo>
                    <a:pt x="0" y="15875"/>
                  </a:lnTo>
                  <a:lnTo>
                    <a:pt x="4559" y="20434"/>
                  </a:lnTo>
                  <a:lnTo>
                    <a:pt x="102311" y="20434"/>
                  </a:lnTo>
                  <a:lnTo>
                    <a:pt x="108000" y="20434"/>
                  </a:lnTo>
                  <a:lnTo>
                    <a:pt x="112560" y="15875"/>
                  </a:lnTo>
                  <a:lnTo>
                    <a:pt x="112560" y="45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7" name="object 107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6795009" y="1569040"/>
              <a:ext cx="245983" cy="135950"/>
            </a:xfrm>
            <a:prstGeom prst="rect">
              <a:avLst/>
            </a:prstGeom>
          </p:spPr>
        </p:pic>
        <p:pic>
          <p:nvPicPr>
            <p:cNvPr id="108" name="object 108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7065667" y="1644667"/>
              <a:ext cx="64912" cy="100747"/>
            </a:xfrm>
            <a:prstGeom prst="rect">
              <a:avLst/>
            </a:prstGeom>
          </p:spPr>
        </p:pic>
        <p:sp>
          <p:nvSpPr>
            <p:cNvPr id="109" name="object 109"/>
            <p:cNvSpPr/>
            <p:nvPr/>
          </p:nvSpPr>
          <p:spPr>
            <a:xfrm>
              <a:off x="6663476" y="1630707"/>
              <a:ext cx="99060" cy="0"/>
            </a:xfrm>
            <a:custGeom>
              <a:avLst/>
              <a:gdLst/>
              <a:ahLst/>
              <a:cxnLst/>
              <a:rect l="l" t="t" r="r" b="b"/>
              <a:pathLst>
                <a:path w="99059">
                  <a:moveTo>
                    <a:pt x="0" y="0"/>
                  </a:moveTo>
                  <a:lnTo>
                    <a:pt x="98886" y="0"/>
                  </a:lnTo>
                </a:path>
              </a:pathLst>
            </a:custGeom>
            <a:ln w="113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10" name="object 110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6389212" y="1292562"/>
              <a:ext cx="105530" cy="131467"/>
            </a:xfrm>
            <a:prstGeom prst="rect">
              <a:avLst/>
            </a:prstGeom>
          </p:spPr>
        </p:pic>
        <p:sp>
          <p:nvSpPr>
            <p:cNvPr id="111" name="object 111"/>
            <p:cNvSpPr/>
            <p:nvPr/>
          </p:nvSpPr>
          <p:spPr>
            <a:xfrm>
              <a:off x="6444065" y="1461654"/>
              <a:ext cx="0" cy="76835"/>
            </a:xfrm>
            <a:custGeom>
              <a:avLst/>
              <a:gdLst/>
              <a:ahLst/>
              <a:cxnLst/>
              <a:rect l="l" t="t" r="r" b="b"/>
              <a:pathLst>
                <a:path h="76834">
                  <a:moveTo>
                    <a:pt x="0" y="76421"/>
                  </a:moveTo>
                  <a:lnTo>
                    <a:pt x="0" y="0"/>
                  </a:lnTo>
                </a:path>
              </a:pathLst>
            </a:custGeom>
            <a:ln w="1138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12" name="object 112"/>
          <p:cNvPicPr/>
          <p:nvPr/>
        </p:nvPicPr>
        <p:blipFill>
          <a:blip r:embed="rId39" cstate="print"/>
          <a:stretch>
            <a:fillRect/>
          </a:stretch>
        </p:blipFill>
        <p:spPr>
          <a:xfrm>
            <a:off x="5980377" y="1788827"/>
            <a:ext cx="103442" cy="131467"/>
          </a:xfrm>
          <a:prstGeom prst="rect">
            <a:avLst/>
          </a:prstGeom>
        </p:spPr>
      </p:pic>
      <p:sp>
        <p:nvSpPr>
          <p:cNvPr id="113" name="object 113"/>
          <p:cNvSpPr/>
          <p:nvPr/>
        </p:nvSpPr>
        <p:spPr>
          <a:xfrm>
            <a:off x="6001446" y="2046029"/>
            <a:ext cx="789940" cy="134620"/>
          </a:xfrm>
          <a:custGeom>
            <a:avLst/>
            <a:gdLst/>
            <a:ahLst/>
            <a:cxnLst/>
            <a:rect l="l" t="t" r="r" b="b"/>
            <a:pathLst>
              <a:path w="789940" h="134619">
                <a:moveTo>
                  <a:pt x="30171" y="120060"/>
                </a:moveTo>
                <a:lnTo>
                  <a:pt x="15184" y="120060"/>
                </a:lnTo>
                <a:lnTo>
                  <a:pt x="20374" y="126217"/>
                </a:lnTo>
                <a:lnTo>
                  <a:pt x="26524" y="130615"/>
                </a:lnTo>
                <a:lnTo>
                  <a:pt x="33600" y="133254"/>
                </a:lnTo>
                <a:lnTo>
                  <a:pt x="41566" y="134134"/>
                </a:lnTo>
                <a:lnTo>
                  <a:pt x="49790" y="133300"/>
                </a:lnTo>
                <a:lnTo>
                  <a:pt x="57391" y="130797"/>
                </a:lnTo>
                <a:lnTo>
                  <a:pt x="64387" y="126624"/>
                </a:lnTo>
                <a:lnTo>
                  <a:pt x="70692" y="120874"/>
                </a:lnTo>
                <a:lnTo>
                  <a:pt x="31507" y="120874"/>
                </a:lnTo>
                <a:lnTo>
                  <a:pt x="30171" y="120060"/>
                </a:lnTo>
                <a:close/>
              </a:path>
              <a:path w="789940" h="134619">
                <a:moveTo>
                  <a:pt x="16322" y="529"/>
                </a:moveTo>
                <a:lnTo>
                  <a:pt x="0" y="529"/>
                </a:lnTo>
                <a:lnTo>
                  <a:pt x="0" y="131996"/>
                </a:lnTo>
                <a:lnTo>
                  <a:pt x="15184" y="131996"/>
                </a:lnTo>
                <a:lnTo>
                  <a:pt x="15184" y="120060"/>
                </a:lnTo>
                <a:lnTo>
                  <a:pt x="30171" y="120060"/>
                </a:lnTo>
                <a:lnTo>
                  <a:pt x="24674" y="116712"/>
                </a:lnTo>
                <a:lnTo>
                  <a:pt x="19549" y="108408"/>
                </a:lnTo>
                <a:lnTo>
                  <a:pt x="16512" y="103319"/>
                </a:lnTo>
                <a:lnTo>
                  <a:pt x="14994" y="95072"/>
                </a:lnTo>
                <a:lnTo>
                  <a:pt x="15035" y="82947"/>
                </a:lnTo>
                <a:lnTo>
                  <a:pt x="33974" y="47876"/>
                </a:lnTo>
                <a:lnTo>
                  <a:pt x="71943" y="47876"/>
                </a:lnTo>
                <a:lnTo>
                  <a:pt x="71580" y="47422"/>
                </a:lnTo>
                <a:lnTo>
                  <a:pt x="16322" y="47422"/>
                </a:lnTo>
                <a:lnTo>
                  <a:pt x="16322" y="529"/>
                </a:lnTo>
                <a:close/>
              </a:path>
              <a:path w="789940" h="134619">
                <a:moveTo>
                  <a:pt x="71943" y="47876"/>
                </a:moveTo>
                <a:lnTo>
                  <a:pt x="48019" y="47876"/>
                </a:lnTo>
                <a:lnTo>
                  <a:pt x="54093" y="50827"/>
                </a:lnTo>
                <a:lnTo>
                  <a:pt x="59028" y="56748"/>
                </a:lnTo>
                <a:lnTo>
                  <a:pt x="62267" y="61799"/>
                </a:lnTo>
                <a:lnTo>
                  <a:pt x="64580" y="68072"/>
                </a:lnTo>
                <a:lnTo>
                  <a:pt x="65950" y="75472"/>
                </a:lnTo>
                <a:lnTo>
                  <a:pt x="66430" y="84290"/>
                </a:lnTo>
                <a:lnTo>
                  <a:pt x="65935" y="92823"/>
                </a:lnTo>
                <a:lnTo>
                  <a:pt x="47450" y="120874"/>
                </a:lnTo>
                <a:lnTo>
                  <a:pt x="70692" y="120874"/>
                </a:lnTo>
                <a:lnTo>
                  <a:pt x="82856" y="84290"/>
                </a:lnTo>
                <a:lnTo>
                  <a:pt x="82856" y="75472"/>
                </a:lnTo>
                <a:lnTo>
                  <a:pt x="81994" y="69611"/>
                </a:lnTo>
                <a:lnTo>
                  <a:pt x="78198" y="57523"/>
                </a:lnTo>
                <a:lnTo>
                  <a:pt x="75541" y="52378"/>
                </a:lnTo>
                <a:lnTo>
                  <a:pt x="71943" y="47876"/>
                </a:lnTo>
                <a:close/>
              </a:path>
              <a:path w="789940" h="134619">
                <a:moveTo>
                  <a:pt x="48399" y="34597"/>
                </a:moveTo>
                <a:lnTo>
                  <a:pt x="16322" y="47422"/>
                </a:lnTo>
                <a:lnTo>
                  <a:pt x="71580" y="47422"/>
                </a:lnTo>
                <a:lnTo>
                  <a:pt x="48399" y="34597"/>
                </a:lnTo>
                <a:close/>
              </a:path>
              <a:path w="789940" h="134619">
                <a:moveTo>
                  <a:pt x="121473" y="36754"/>
                </a:moveTo>
                <a:lnTo>
                  <a:pt x="105340" y="36754"/>
                </a:lnTo>
                <a:lnTo>
                  <a:pt x="105419" y="103679"/>
                </a:lnTo>
                <a:lnTo>
                  <a:pt x="105719" y="107651"/>
                </a:lnTo>
                <a:lnTo>
                  <a:pt x="106296" y="110867"/>
                </a:lnTo>
                <a:lnTo>
                  <a:pt x="107238" y="115558"/>
                </a:lnTo>
                <a:lnTo>
                  <a:pt x="108946" y="119549"/>
                </a:lnTo>
                <a:lnTo>
                  <a:pt x="111413" y="122803"/>
                </a:lnTo>
                <a:lnTo>
                  <a:pt x="113691" y="126057"/>
                </a:lnTo>
                <a:lnTo>
                  <a:pt x="117297" y="128762"/>
                </a:lnTo>
                <a:lnTo>
                  <a:pt x="127167" y="133074"/>
                </a:lnTo>
                <a:lnTo>
                  <a:pt x="132292" y="134134"/>
                </a:lnTo>
                <a:lnTo>
                  <a:pt x="137986" y="134134"/>
                </a:lnTo>
                <a:lnTo>
                  <a:pt x="147055" y="133126"/>
                </a:lnTo>
                <a:lnTo>
                  <a:pt x="155163" y="130102"/>
                </a:lnTo>
                <a:lnTo>
                  <a:pt x="162275" y="125060"/>
                </a:lnTo>
                <a:lnTo>
                  <a:pt x="166416" y="120249"/>
                </a:lnTo>
                <a:lnTo>
                  <a:pt x="136467" y="120249"/>
                </a:lnTo>
                <a:lnTo>
                  <a:pt x="132292" y="119039"/>
                </a:lnTo>
                <a:lnTo>
                  <a:pt x="129065" y="116617"/>
                </a:lnTo>
                <a:lnTo>
                  <a:pt x="125649" y="114196"/>
                </a:lnTo>
                <a:lnTo>
                  <a:pt x="123561" y="110867"/>
                </a:lnTo>
                <a:lnTo>
                  <a:pt x="122612" y="106611"/>
                </a:lnTo>
                <a:lnTo>
                  <a:pt x="121853" y="103679"/>
                </a:lnTo>
                <a:lnTo>
                  <a:pt x="121473" y="98004"/>
                </a:lnTo>
                <a:lnTo>
                  <a:pt x="121473" y="36754"/>
                </a:lnTo>
                <a:close/>
              </a:path>
              <a:path w="789940" h="134619">
                <a:moveTo>
                  <a:pt x="182779" y="117998"/>
                </a:moveTo>
                <a:lnTo>
                  <a:pt x="168354" y="117998"/>
                </a:lnTo>
                <a:lnTo>
                  <a:pt x="168354" y="131996"/>
                </a:lnTo>
                <a:lnTo>
                  <a:pt x="182779" y="131996"/>
                </a:lnTo>
                <a:lnTo>
                  <a:pt x="182779" y="117998"/>
                </a:lnTo>
                <a:close/>
              </a:path>
              <a:path w="789940" h="134619">
                <a:moveTo>
                  <a:pt x="182779" y="36754"/>
                </a:moveTo>
                <a:lnTo>
                  <a:pt x="166646" y="36754"/>
                </a:lnTo>
                <a:lnTo>
                  <a:pt x="166646" y="95904"/>
                </a:lnTo>
                <a:lnTo>
                  <a:pt x="165697" y="102109"/>
                </a:lnTo>
                <a:lnTo>
                  <a:pt x="162280" y="110659"/>
                </a:lnTo>
                <a:lnTo>
                  <a:pt x="159244" y="114045"/>
                </a:lnTo>
                <a:lnTo>
                  <a:pt x="154878" y="116523"/>
                </a:lnTo>
                <a:lnTo>
                  <a:pt x="150703" y="119001"/>
                </a:lnTo>
                <a:lnTo>
                  <a:pt x="146147" y="120249"/>
                </a:lnTo>
                <a:lnTo>
                  <a:pt x="166416" y="120249"/>
                </a:lnTo>
                <a:lnTo>
                  <a:pt x="168354" y="117998"/>
                </a:lnTo>
                <a:lnTo>
                  <a:pt x="182779" y="117998"/>
                </a:lnTo>
                <a:lnTo>
                  <a:pt x="182779" y="36754"/>
                </a:lnTo>
                <a:close/>
              </a:path>
              <a:path w="789940" h="134619">
                <a:moveTo>
                  <a:pt x="230230" y="49314"/>
                </a:moveTo>
                <a:lnTo>
                  <a:pt x="214286" y="49314"/>
                </a:lnTo>
                <a:lnTo>
                  <a:pt x="214286" y="113780"/>
                </a:lnTo>
                <a:lnTo>
                  <a:pt x="214856" y="120136"/>
                </a:lnTo>
                <a:lnTo>
                  <a:pt x="240289" y="133245"/>
                </a:lnTo>
                <a:lnTo>
                  <a:pt x="244465" y="132772"/>
                </a:lnTo>
                <a:lnTo>
                  <a:pt x="249020" y="131807"/>
                </a:lnTo>
                <a:lnTo>
                  <a:pt x="246664" y="118187"/>
                </a:lnTo>
                <a:lnTo>
                  <a:pt x="237063" y="118187"/>
                </a:lnTo>
                <a:lnTo>
                  <a:pt x="235165" y="117790"/>
                </a:lnTo>
                <a:lnTo>
                  <a:pt x="234026" y="117015"/>
                </a:lnTo>
                <a:lnTo>
                  <a:pt x="232697" y="116239"/>
                </a:lnTo>
                <a:lnTo>
                  <a:pt x="231748" y="115199"/>
                </a:lnTo>
                <a:lnTo>
                  <a:pt x="230609" y="112569"/>
                </a:lnTo>
                <a:lnTo>
                  <a:pt x="230230" y="109600"/>
                </a:lnTo>
                <a:lnTo>
                  <a:pt x="230230" y="49314"/>
                </a:lnTo>
                <a:close/>
              </a:path>
              <a:path w="789940" h="134619">
                <a:moveTo>
                  <a:pt x="246553" y="117544"/>
                </a:moveTo>
                <a:lnTo>
                  <a:pt x="243706" y="117979"/>
                </a:lnTo>
                <a:lnTo>
                  <a:pt x="241238" y="118187"/>
                </a:lnTo>
                <a:lnTo>
                  <a:pt x="246664" y="118187"/>
                </a:lnTo>
                <a:lnTo>
                  <a:pt x="246553" y="117544"/>
                </a:lnTo>
                <a:close/>
              </a:path>
              <a:path w="789940" h="134619">
                <a:moveTo>
                  <a:pt x="246553" y="36754"/>
                </a:moveTo>
                <a:lnTo>
                  <a:pt x="202329" y="36754"/>
                </a:lnTo>
                <a:lnTo>
                  <a:pt x="202329" y="49314"/>
                </a:lnTo>
                <a:lnTo>
                  <a:pt x="246553" y="49314"/>
                </a:lnTo>
                <a:lnTo>
                  <a:pt x="246553" y="36754"/>
                </a:lnTo>
                <a:close/>
              </a:path>
              <a:path w="789940" h="134619">
                <a:moveTo>
                  <a:pt x="230230" y="3480"/>
                </a:moveTo>
                <a:lnTo>
                  <a:pt x="214286" y="13165"/>
                </a:lnTo>
                <a:lnTo>
                  <a:pt x="214286" y="36754"/>
                </a:lnTo>
                <a:lnTo>
                  <a:pt x="230230" y="36754"/>
                </a:lnTo>
                <a:lnTo>
                  <a:pt x="230230" y="3480"/>
                </a:lnTo>
                <a:close/>
              </a:path>
              <a:path w="789940" h="134619">
                <a:moveTo>
                  <a:pt x="307479" y="76307"/>
                </a:moveTo>
                <a:lnTo>
                  <a:pt x="257751" y="76307"/>
                </a:lnTo>
                <a:lnTo>
                  <a:pt x="257751" y="92537"/>
                </a:lnTo>
                <a:lnTo>
                  <a:pt x="307479" y="92537"/>
                </a:lnTo>
                <a:lnTo>
                  <a:pt x="307479" y="76307"/>
                </a:lnTo>
                <a:close/>
              </a:path>
              <a:path w="789940" h="134619">
                <a:moveTo>
                  <a:pt x="383590" y="29130"/>
                </a:moveTo>
                <a:lnTo>
                  <a:pt x="367457" y="29130"/>
                </a:lnTo>
                <a:lnTo>
                  <a:pt x="367457" y="131996"/>
                </a:lnTo>
                <a:lnTo>
                  <a:pt x="383590" y="131996"/>
                </a:lnTo>
                <a:lnTo>
                  <a:pt x="383590" y="29130"/>
                </a:lnTo>
                <a:close/>
              </a:path>
              <a:path w="789940" h="134619">
                <a:moveTo>
                  <a:pt x="383590" y="0"/>
                </a:moveTo>
                <a:lnTo>
                  <a:pt x="373151" y="0"/>
                </a:lnTo>
                <a:lnTo>
                  <a:pt x="370304" y="5674"/>
                </a:lnTo>
                <a:lnTo>
                  <a:pt x="365559" y="11538"/>
                </a:lnTo>
                <a:lnTo>
                  <a:pt x="335000" y="32989"/>
                </a:lnTo>
                <a:lnTo>
                  <a:pt x="335000" y="48595"/>
                </a:lnTo>
                <a:lnTo>
                  <a:pt x="367457" y="29130"/>
                </a:lnTo>
                <a:lnTo>
                  <a:pt x="383590" y="29130"/>
                </a:lnTo>
                <a:lnTo>
                  <a:pt x="383590" y="0"/>
                </a:lnTo>
                <a:close/>
              </a:path>
              <a:path w="789940" h="134619">
                <a:moveTo>
                  <a:pt x="476213" y="76307"/>
                </a:moveTo>
                <a:lnTo>
                  <a:pt x="426295" y="76307"/>
                </a:lnTo>
                <a:lnTo>
                  <a:pt x="426295" y="92537"/>
                </a:lnTo>
                <a:lnTo>
                  <a:pt x="476213" y="92537"/>
                </a:lnTo>
                <a:lnTo>
                  <a:pt x="476213" y="76307"/>
                </a:lnTo>
                <a:close/>
              </a:path>
              <a:path w="789940" h="134619">
                <a:moveTo>
                  <a:pt x="535052" y="34597"/>
                </a:moveTo>
                <a:lnTo>
                  <a:pt x="497415" y="55186"/>
                </a:lnTo>
                <a:lnTo>
                  <a:pt x="490449" y="85179"/>
                </a:lnTo>
                <a:lnTo>
                  <a:pt x="491229" y="96149"/>
                </a:lnTo>
                <a:lnTo>
                  <a:pt x="517187" y="130923"/>
                </a:lnTo>
                <a:lnTo>
                  <a:pt x="536001" y="134134"/>
                </a:lnTo>
                <a:lnTo>
                  <a:pt x="543902" y="133630"/>
                </a:lnTo>
                <a:lnTo>
                  <a:pt x="568867" y="120874"/>
                </a:lnTo>
                <a:lnTo>
                  <a:pt x="528029" y="120874"/>
                </a:lnTo>
                <a:lnTo>
                  <a:pt x="521386" y="118093"/>
                </a:lnTo>
                <a:lnTo>
                  <a:pt x="507151" y="88508"/>
                </a:lnTo>
                <a:lnTo>
                  <a:pt x="578517" y="88508"/>
                </a:lnTo>
                <a:lnTo>
                  <a:pt x="578517" y="84195"/>
                </a:lnTo>
                <a:lnTo>
                  <a:pt x="577912" y="75229"/>
                </a:lnTo>
                <a:lnTo>
                  <a:pt x="508100" y="75229"/>
                </a:lnTo>
                <a:lnTo>
                  <a:pt x="508670" y="66925"/>
                </a:lnTo>
                <a:lnTo>
                  <a:pt x="511517" y="60285"/>
                </a:lnTo>
                <a:lnTo>
                  <a:pt x="516451" y="55329"/>
                </a:lnTo>
                <a:lnTo>
                  <a:pt x="521576" y="50354"/>
                </a:lnTo>
                <a:lnTo>
                  <a:pt x="527840" y="47876"/>
                </a:lnTo>
                <a:lnTo>
                  <a:pt x="566567" y="47876"/>
                </a:lnTo>
                <a:lnTo>
                  <a:pt x="566369" y="47611"/>
                </a:lnTo>
                <a:lnTo>
                  <a:pt x="559821" y="41923"/>
                </a:lnTo>
                <a:lnTo>
                  <a:pt x="552419" y="37855"/>
                </a:lnTo>
                <a:lnTo>
                  <a:pt x="544163" y="35412"/>
                </a:lnTo>
                <a:lnTo>
                  <a:pt x="535052" y="34597"/>
                </a:lnTo>
                <a:close/>
              </a:path>
              <a:path w="789940" h="134619">
                <a:moveTo>
                  <a:pt x="561245" y="101314"/>
                </a:moveTo>
                <a:lnTo>
                  <a:pt x="558777" y="108143"/>
                </a:lnTo>
                <a:lnTo>
                  <a:pt x="555551" y="113099"/>
                </a:lnTo>
                <a:lnTo>
                  <a:pt x="551185" y="116201"/>
                </a:lnTo>
                <a:lnTo>
                  <a:pt x="547010" y="119322"/>
                </a:lnTo>
                <a:lnTo>
                  <a:pt x="542075" y="120874"/>
                </a:lnTo>
                <a:lnTo>
                  <a:pt x="568867" y="120874"/>
                </a:lnTo>
                <a:lnTo>
                  <a:pt x="572348" y="116364"/>
                </a:lnTo>
                <a:lnTo>
                  <a:pt x="575557" y="110283"/>
                </a:lnTo>
                <a:lnTo>
                  <a:pt x="577947" y="103376"/>
                </a:lnTo>
                <a:lnTo>
                  <a:pt x="561245" y="101314"/>
                </a:lnTo>
                <a:close/>
              </a:path>
              <a:path w="789940" h="134619">
                <a:moveTo>
                  <a:pt x="566567" y="47876"/>
                </a:moveTo>
                <a:lnTo>
                  <a:pt x="543403" y="47876"/>
                </a:lnTo>
                <a:lnTo>
                  <a:pt x="550236" y="50978"/>
                </a:lnTo>
                <a:lnTo>
                  <a:pt x="555361" y="57202"/>
                </a:lnTo>
                <a:lnTo>
                  <a:pt x="558588" y="61212"/>
                </a:lnTo>
                <a:lnTo>
                  <a:pt x="560675" y="67209"/>
                </a:lnTo>
                <a:lnTo>
                  <a:pt x="561435" y="75229"/>
                </a:lnTo>
                <a:lnTo>
                  <a:pt x="577912" y="75229"/>
                </a:lnTo>
                <a:lnTo>
                  <a:pt x="577766" y="73066"/>
                </a:lnTo>
                <a:lnTo>
                  <a:pt x="575504" y="63257"/>
                </a:lnTo>
                <a:lnTo>
                  <a:pt x="571711" y="54772"/>
                </a:lnTo>
                <a:lnTo>
                  <a:pt x="566567" y="47876"/>
                </a:lnTo>
                <a:close/>
              </a:path>
              <a:path w="789940" h="134619">
                <a:moveTo>
                  <a:pt x="615908" y="36754"/>
                </a:moveTo>
                <a:lnTo>
                  <a:pt x="601293" y="36754"/>
                </a:lnTo>
                <a:lnTo>
                  <a:pt x="601293" y="131996"/>
                </a:lnTo>
                <a:lnTo>
                  <a:pt x="617616" y="131996"/>
                </a:lnTo>
                <a:lnTo>
                  <a:pt x="617616" y="79977"/>
                </a:lnTo>
                <a:lnTo>
                  <a:pt x="618079" y="71563"/>
                </a:lnTo>
                <a:lnTo>
                  <a:pt x="631422" y="50298"/>
                </a:lnTo>
                <a:lnTo>
                  <a:pt x="615908" y="50298"/>
                </a:lnTo>
                <a:lnTo>
                  <a:pt x="615908" y="36754"/>
                </a:lnTo>
                <a:close/>
              </a:path>
              <a:path w="789940" h="134619">
                <a:moveTo>
                  <a:pt x="675088" y="48595"/>
                </a:moveTo>
                <a:lnTo>
                  <a:pt x="647225" y="48595"/>
                </a:lnTo>
                <a:lnTo>
                  <a:pt x="651021" y="49560"/>
                </a:lnTo>
                <a:lnTo>
                  <a:pt x="657475" y="53456"/>
                </a:lnTo>
                <a:lnTo>
                  <a:pt x="659752" y="56048"/>
                </a:lnTo>
                <a:lnTo>
                  <a:pt x="660891" y="59302"/>
                </a:lnTo>
                <a:lnTo>
                  <a:pt x="662220" y="62574"/>
                </a:lnTo>
                <a:lnTo>
                  <a:pt x="662789" y="67492"/>
                </a:lnTo>
                <a:lnTo>
                  <a:pt x="662789" y="131996"/>
                </a:lnTo>
                <a:lnTo>
                  <a:pt x="679112" y="131996"/>
                </a:lnTo>
                <a:lnTo>
                  <a:pt x="679015" y="64622"/>
                </a:lnTo>
                <a:lnTo>
                  <a:pt x="675506" y="49163"/>
                </a:lnTo>
                <a:lnTo>
                  <a:pt x="675088" y="48595"/>
                </a:lnTo>
                <a:close/>
              </a:path>
              <a:path w="789940" h="134619">
                <a:moveTo>
                  <a:pt x="652160" y="34597"/>
                </a:moveTo>
                <a:lnTo>
                  <a:pt x="615908" y="50298"/>
                </a:lnTo>
                <a:lnTo>
                  <a:pt x="631422" y="50298"/>
                </a:lnTo>
                <a:lnTo>
                  <a:pt x="636027" y="48595"/>
                </a:lnTo>
                <a:lnTo>
                  <a:pt x="675088" y="48595"/>
                </a:lnTo>
                <a:lnTo>
                  <a:pt x="673038" y="45814"/>
                </a:lnTo>
                <a:lnTo>
                  <a:pt x="670761" y="42466"/>
                </a:lnTo>
                <a:lnTo>
                  <a:pt x="667154" y="39761"/>
                </a:lnTo>
                <a:lnTo>
                  <a:pt x="662220" y="37699"/>
                </a:lnTo>
                <a:lnTo>
                  <a:pt x="657475" y="35638"/>
                </a:lnTo>
                <a:lnTo>
                  <a:pt x="652160" y="34597"/>
                </a:lnTo>
                <a:close/>
              </a:path>
              <a:path w="789940" h="134619">
                <a:moveTo>
                  <a:pt x="746112" y="34597"/>
                </a:moveTo>
                <a:lnTo>
                  <a:pt x="708555" y="55186"/>
                </a:lnTo>
                <a:lnTo>
                  <a:pt x="701509" y="85179"/>
                </a:lnTo>
                <a:lnTo>
                  <a:pt x="702289" y="96149"/>
                </a:lnTo>
                <a:lnTo>
                  <a:pt x="728247" y="130923"/>
                </a:lnTo>
                <a:lnTo>
                  <a:pt x="747061" y="134134"/>
                </a:lnTo>
                <a:lnTo>
                  <a:pt x="754962" y="133630"/>
                </a:lnTo>
                <a:lnTo>
                  <a:pt x="779927" y="120874"/>
                </a:lnTo>
                <a:lnTo>
                  <a:pt x="739089" y="120874"/>
                </a:lnTo>
                <a:lnTo>
                  <a:pt x="732446" y="118093"/>
                </a:lnTo>
                <a:lnTo>
                  <a:pt x="718211" y="88508"/>
                </a:lnTo>
                <a:lnTo>
                  <a:pt x="789577" y="88508"/>
                </a:lnTo>
                <a:lnTo>
                  <a:pt x="789577" y="84195"/>
                </a:lnTo>
                <a:lnTo>
                  <a:pt x="788972" y="75229"/>
                </a:lnTo>
                <a:lnTo>
                  <a:pt x="719160" y="75229"/>
                </a:lnTo>
                <a:lnTo>
                  <a:pt x="719730" y="66925"/>
                </a:lnTo>
                <a:lnTo>
                  <a:pt x="722577" y="60285"/>
                </a:lnTo>
                <a:lnTo>
                  <a:pt x="727512" y="55329"/>
                </a:lnTo>
                <a:lnTo>
                  <a:pt x="732636" y="50354"/>
                </a:lnTo>
                <a:lnTo>
                  <a:pt x="738900" y="47876"/>
                </a:lnTo>
                <a:lnTo>
                  <a:pt x="777627" y="47876"/>
                </a:lnTo>
                <a:lnTo>
                  <a:pt x="777430" y="47611"/>
                </a:lnTo>
                <a:lnTo>
                  <a:pt x="770988" y="41923"/>
                </a:lnTo>
                <a:lnTo>
                  <a:pt x="763621" y="37855"/>
                </a:lnTo>
                <a:lnTo>
                  <a:pt x="755329" y="35412"/>
                </a:lnTo>
                <a:lnTo>
                  <a:pt x="746112" y="34597"/>
                </a:lnTo>
                <a:close/>
              </a:path>
              <a:path w="789940" h="134619">
                <a:moveTo>
                  <a:pt x="772305" y="101314"/>
                </a:moveTo>
                <a:lnTo>
                  <a:pt x="753135" y="120874"/>
                </a:lnTo>
                <a:lnTo>
                  <a:pt x="779927" y="120874"/>
                </a:lnTo>
                <a:lnTo>
                  <a:pt x="783408" y="116364"/>
                </a:lnTo>
                <a:lnTo>
                  <a:pt x="786617" y="110283"/>
                </a:lnTo>
                <a:lnTo>
                  <a:pt x="789007" y="103376"/>
                </a:lnTo>
                <a:lnTo>
                  <a:pt x="772305" y="101314"/>
                </a:lnTo>
                <a:close/>
              </a:path>
              <a:path w="789940" h="134619">
                <a:moveTo>
                  <a:pt x="777627" y="47876"/>
                </a:moveTo>
                <a:lnTo>
                  <a:pt x="754653" y="47876"/>
                </a:lnTo>
                <a:lnTo>
                  <a:pt x="761296" y="50978"/>
                </a:lnTo>
                <a:lnTo>
                  <a:pt x="766421" y="57202"/>
                </a:lnTo>
                <a:lnTo>
                  <a:pt x="769837" y="61212"/>
                </a:lnTo>
                <a:lnTo>
                  <a:pt x="771735" y="67209"/>
                </a:lnTo>
                <a:lnTo>
                  <a:pt x="772495" y="75229"/>
                </a:lnTo>
                <a:lnTo>
                  <a:pt x="788972" y="75229"/>
                </a:lnTo>
                <a:lnTo>
                  <a:pt x="788827" y="73066"/>
                </a:lnTo>
                <a:lnTo>
                  <a:pt x="786564" y="63257"/>
                </a:lnTo>
                <a:lnTo>
                  <a:pt x="782771" y="54772"/>
                </a:lnTo>
                <a:lnTo>
                  <a:pt x="777627" y="4787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4" name="object 114"/>
          <p:cNvSpPr/>
          <p:nvPr/>
        </p:nvSpPr>
        <p:spPr>
          <a:xfrm>
            <a:off x="6449059" y="2416555"/>
            <a:ext cx="5384165" cy="815340"/>
          </a:xfrm>
          <a:custGeom>
            <a:avLst/>
            <a:gdLst/>
            <a:ahLst/>
            <a:cxnLst/>
            <a:rect l="l" t="t" r="r" b="b"/>
            <a:pathLst>
              <a:path w="5384165" h="815339">
                <a:moveTo>
                  <a:pt x="0" y="814959"/>
                </a:moveTo>
                <a:lnTo>
                  <a:pt x="5383911" y="814959"/>
                </a:lnTo>
                <a:lnTo>
                  <a:pt x="5383911" y="0"/>
                </a:lnTo>
                <a:lnTo>
                  <a:pt x="0" y="0"/>
                </a:lnTo>
                <a:lnTo>
                  <a:pt x="0" y="814959"/>
                </a:lnTo>
                <a:close/>
              </a:path>
            </a:pathLst>
          </a:custGeom>
          <a:ln w="28574">
            <a:solidFill>
              <a:srgbClr val="FF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05936" y="229869"/>
            <a:ext cx="558546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" dirty="0"/>
              <a:t>E1</a:t>
            </a:r>
            <a:r>
              <a:rPr spc="-30" dirty="0"/>
              <a:t> </a:t>
            </a:r>
            <a:r>
              <a:rPr spc="-5" dirty="0"/>
              <a:t>kinetics</a:t>
            </a:r>
            <a:r>
              <a:rPr spc="-25" dirty="0"/>
              <a:t> </a:t>
            </a:r>
            <a:r>
              <a:rPr spc="-5" dirty="0"/>
              <a:t>and</a:t>
            </a:r>
            <a:r>
              <a:rPr spc="-25" dirty="0"/>
              <a:t> </a:t>
            </a:r>
            <a:r>
              <a:rPr spc="-5" dirty="0"/>
              <a:t>mechanism</a:t>
            </a:r>
            <a:endParaRPr spc="-5" dirty="0"/>
          </a:p>
        </p:txBody>
      </p:sp>
      <p:sp>
        <p:nvSpPr>
          <p:cNvPr id="3" name="object 3"/>
          <p:cNvSpPr txBox="1"/>
          <p:nvPr/>
        </p:nvSpPr>
        <p:spPr>
          <a:xfrm>
            <a:off x="7445629" y="1505346"/>
            <a:ext cx="4401185" cy="2712720"/>
          </a:xfrm>
          <a:prstGeom prst="rect">
            <a:avLst/>
          </a:prstGeom>
        </p:spPr>
        <p:txBody>
          <a:bodyPr vert="horz" wrap="square" lIns="0" tIns="103505" rIns="0" bIns="0" rtlCol="0">
            <a:spAutoFit/>
          </a:bodyPr>
          <a:lstStyle/>
          <a:p>
            <a:pPr marL="266700" indent="-228600">
              <a:lnSpc>
                <a:spcPct val="100000"/>
              </a:lnSpc>
              <a:spcBef>
                <a:spcPts val="81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dirty="0">
                <a:latin typeface="Calibri" panose="020F0502020204030204"/>
                <a:cs typeface="Calibri" panose="020F0502020204030204"/>
              </a:rPr>
              <a:t>An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E1</a:t>
            </a:r>
            <a:r>
              <a:rPr sz="24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mechanism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also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possible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102235" indent="-228600">
              <a:lnSpc>
                <a:spcPct val="90000"/>
              </a:lnSpc>
              <a:spcBef>
                <a:spcPts val="1010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dirty="0">
                <a:latin typeface="Calibri" panose="020F0502020204030204"/>
                <a:cs typeface="Calibri" panose="020F0502020204030204"/>
              </a:rPr>
              <a:t>As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with S</a:t>
            </a:r>
            <a:r>
              <a:rPr sz="2400" spc="-7" baseline="-21000" dirty="0">
                <a:latin typeface="Calibri" panose="020F0502020204030204"/>
                <a:cs typeface="Calibri" panose="020F0502020204030204"/>
              </a:rPr>
              <a:t>N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1,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 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first </a:t>
            </a:r>
            <a:r>
              <a:rPr sz="2400" dirty="0">
                <a:latin typeface="Calibri" panose="020F0502020204030204"/>
                <a:cs typeface="Calibri" panose="020F0502020204030204"/>
              </a:rPr>
              <a:t>and 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rate-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limiting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step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rls), </a:t>
            </a:r>
            <a:r>
              <a:rPr sz="2400" dirty="0">
                <a:latin typeface="Calibri" panose="020F0502020204030204"/>
                <a:cs typeface="Calibri" panose="020F0502020204030204"/>
              </a:rPr>
              <a:t>is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formation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of </a:t>
            </a:r>
            <a:r>
              <a:rPr sz="2400" spc="-53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carbenium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ion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41275" indent="-228600">
              <a:lnSpc>
                <a:spcPct val="90000"/>
              </a:lnSpc>
              <a:spcBef>
                <a:spcPts val="99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dirty="0">
                <a:latin typeface="Calibri" panose="020F0502020204030204"/>
                <a:cs typeface="Calibri" panose="020F0502020204030204"/>
              </a:rPr>
              <a:t>If the 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base/nucleophile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removes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Symbol" panose="05050102010706020507"/>
                <a:cs typeface="Symbol" panose="05050102010706020507"/>
              </a:rPr>
              <a:t>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-H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instead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of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adding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to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</a:t>
            </a:r>
            <a:r>
              <a:rPr sz="2400" spc="-7" baseline="24000" dirty="0">
                <a:latin typeface="Calibri" panose="020F0502020204030204"/>
                <a:cs typeface="Calibri" panose="020F0502020204030204"/>
              </a:rPr>
              <a:t>+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,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an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alkene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results</a:t>
            </a:r>
            <a:endParaRPr sz="24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420325" y="3009283"/>
            <a:ext cx="2922270" cy="3175000"/>
            <a:chOff x="1420325" y="3009283"/>
            <a:chExt cx="2922270" cy="3175000"/>
          </a:xfrm>
        </p:grpSpPr>
        <p:sp>
          <p:nvSpPr>
            <p:cNvPr id="5" name="object 5"/>
            <p:cNvSpPr/>
            <p:nvPr/>
          </p:nvSpPr>
          <p:spPr>
            <a:xfrm>
              <a:off x="1424942" y="3466987"/>
              <a:ext cx="2851785" cy="2712720"/>
            </a:xfrm>
            <a:custGeom>
              <a:avLst/>
              <a:gdLst/>
              <a:ahLst/>
              <a:cxnLst/>
              <a:rect l="l" t="t" r="r" b="b"/>
              <a:pathLst>
                <a:path w="2851785" h="2712720">
                  <a:moveTo>
                    <a:pt x="0" y="0"/>
                  </a:moveTo>
                  <a:lnTo>
                    <a:pt x="0" y="2712535"/>
                  </a:lnTo>
                </a:path>
                <a:path w="2851785" h="2712720">
                  <a:moveTo>
                    <a:pt x="0" y="2712535"/>
                  </a:moveTo>
                  <a:lnTo>
                    <a:pt x="2851167" y="2712535"/>
                  </a:lnTo>
                </a:path>
              </a:pathLst>
            </a:custGeom>
            <a:ln w="923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480011" y="3379878"/>
              <a:ext cx="182352" cy="110655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817213" y="3009283"/>
              <a:ext cx="2477365" cy="2505383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51564" y="5120847"/>
              <a:ext cx="130177" cy="106946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147784" y="5745899"/>
              <a:ext cx="316230" cy="111125"/>
            </a:xfrm>
            <a:custGeom>
              <a:avLst/>
              <a:gdLst/>
              <a:ahLst/>
              <a:cxnLst/>
              <a:rect l="l" t="t" r="r" b="b"/>
              <a:pathLst>
                <a:path w="316229" h="111125">
                  <a:moveTo>
                    <a:pt x="94500" y="74853"/>
                  </a:moveTo>
                  <a:lnTo>
                    <a:pt x="80352" y="71285"/>
                  </a:lnTo>
                  <a:lnTo>
                    <a:pt x="78498" y="80289"/>
                  </a:lnTo>
                  <a:lnTo>
                    <a:pt x="74650" y="87058"/>
                  </a:lnTo>
                  <a:lnTo>
                    <a:pt x="63728" y="96215"/>
                  </a:lnTo>
                  <a:lnTo>
                    <a:pt x="56946" y="98488"/>
                  </a:lnTo>
                  <a:lnTo>
                    <a:pt x="42633" y="98488"/>
                  </a:lnTo>
                  <a:lnTo>
                    <a:pt x="14630" y="63525"/>
                  </a:lnTo>
                  <a:lnTo>
                    <a:pt x="14630" y="47383"/>
                  </a:lnTo>
                  <a:lnTo>
                    <a:pt x="35102" y="14084"/>
                  </a:lnTo>
                  <a:lnTo>
                    <a:pt x="42024" y="12103"/>
                  </a:lnTo>
                  <a:lnTo>
                    <a:pt x="57264" y="12103"/>
                  </a:lnTo>
                  <a:lnTo>
                    <a:pt x="63258" y="13893"/>
                  </a:lnTo>
                  <a:lnTo>
                    <a:pt x="72656" y="20993"/>
                  </a:lnTo>
                  <a:lnTo>
                    <a:pt x="76339" y="26657"/>
                  </a:lnTo>
                  <a:lnTo>
                    <a:pt x="78803" y="34442"/>
                  </a:lnTo>
                  <a:lnTo>
                    <a:pt x="92659" y="31165"/>
                  </a:lnTo>
                  <a:lnTo>
                    <a:pt x="65227" y="2044"/>
                  </a:lnTo>
                  <a:lnTo>
                    <a:pt x="50482" y="0"/>
                  </a:lnTo>
                  <a:lnTo>
                    <a:pt x="43561" y="406"/>
                  </a:lnTo>
                  <a:lnTo>
                    <a:pt x="9867" y="19507"/>
                  </a:lnTo>
                  <a:lnTo>
                    <a:pt x="0" y="54508"/>
                  </a:lnTo>
                  <a:lnTo>
                    <a:pt x="355" y="62039"/>
                  </a:lnTo>
                  <a:lnTo>
                    <a:pt x="17068" y="99656"/>
                  </a:lnTo>
                  <a:lnTo>
                    <a:pt x="50177" y="110604"/>
                  </a:lnTo>
                  <a:lnTo>
                    <a:pt x="58267" y="110032"/>
                  </a:lnTo>
                  <a:lnTo>
                    <a:pt x="91859" y="83058"/>
                  </a:lnTo>
                  <a:lnTo>
                    <a:pt x="94500" y="74853"/>
                  </a:lnTo>
                  <a:close/>
                </a:path>
                <a:path w="316229" h="111125">
                  <a:moveTo>
                    <a:pt x="316141" y="74853"/>
                  </a:moveTo>
                  <a:lnTo>
                    <a:pt x="301980" y="71285"/>
                  </a:lnTo>
                  <a:lnTo>
                    <a:pt x="300126" y="80289"/>
                  </a:lnTo>
                  <a:lnTo>
                    <a:pt x="296278" y="87058"/>
                  </a:lnTo>
                  <a:lnTo>
                    <a:pt x="285356" y="96215"/>
                  </a:lnTo>
                  <a:lnTo>
                    <a:pt x="278587" y="98488"/>
                  </a:lnTo>
                  <a:lnTo>
                    <a:pt x="264274" y="98488"/>
                  </a:lnTo>
                  <a:lnTo>
                    <a:pt x="236258" y="63525"/>
                  </a:lnTo>
                  <a:lnTo>
                    <a:pt x="236258" y="47383"/>
                  </a:lnTo>
                  <a:lnTo>
                    <a:pt x="256730" y="14084"/>
                  </a:lnTo>
                  <a:lnTo>
                    <a:pt x="263652" y="12103"/>
                  </a:lnTo>
                  <a:lnTo>
                    <a:pt x="278892" y="12103"/>
                  </a:lnTo>
                  <a:lnTo>
                    <a:pt x="284899" y="13893"/>
                  </a:lnTo>
                  <a:lnTo>
                    <a:pt x="294284" y="20993"/>
                  </a:lnTo>
                  <a:lnTo>
                    <a:pt x="297980" y="26657"/>
                  </a:lnTo>
                  <a:lnTo>
                    <a:pt x="300443" y="34442"/>
                  </a:lnTo>
                  <a:lnTo>
                    <a:pt x="314286" y="31165"/>
                  </a:lnTo>
                  <a:lnTo>
                    <a:pt x="286854" y="2044"/>
                  </a:lnTo>
                  <a:lnTo>
                    <a:pt x="272122" y="0"/>
                  </a:lnTo>
                  <a:lnTo>
                    <a:pt x="265201" y="406"/>
                  </a:lnTo>
                  <a:lnTo>
                    <a:pt x="231495" y="19507"/>
                  </a:lnTo>
                  <a:lnTo>
                    <a:pt x="221640" y="54508"/>
                  </a:lnTo>
                  <a:lnTo>
                    <a:pt x="221983" y="62039"/>
                  </a:lnTo>
                  <a:lnTo>
                    <a:pt x="238696" y="99656"/>
                  </a:lnTo>
                  <a:lnTo>
                    <a:pt x="271805" y="110604"/>
                  </a:lnTo>
                  <a:lnTo>
                    <a:pt x="279895" y="110032"/>
                  </a:lnTo>
                  <a:lnTo>
                    <a:pt x="313486" y="83058"/>
                  </a:lnTo>
                  <a:lnTo>
                    <a:pt x="316141" y="7485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3038981" y="5639342"/>
              <a:ext cx="535305" cy="313690"/>
            </a:xfrm>
            <a:custGeom>
              <a:avLst/>
              <a:gdLst/>
              <a:ahLst/>
              <a:cxnLst/>
              <a:rect l="l" t="t" r="r" b="b"/>
              <a:pathLst>
                <a:path w="535304" h="313689">
                  <a:moveTo>
                    <a:pt x="229479" y="156718"/>
                  </a:moveTo>
                  <a:lnTo>
                    <a:pt x="303972" y="156718"/>
                  </a:lnTo>
                </a:path>
                <a:path w="535304" h="313689">
                  <a:moveTo>
                    <a:pt x="229479" y="116826"/>
                  </a:moveTo>
                  <a:lnTo>
                    <a:pt x="303972" y="116826"/>
                  </a:lnTo>
                </a:path>
                <a:path w="535304" h="313689">
                  <a:moveTo>
                    <a:pt x="104197" y="104129"/>
                  </a:moveTo>
                  <a:lnTo>
                    <a:pt x="0" y="0"/>
                  </a:lnTo>
                </a:path>
                <a:path w="535304" h="313689">
                  <a:moveTo>
                    <a:pt x="432794" y="102283"/>
                  </a:moveTo>
                  <a:lnTo>
                    <a:pt x="535145" y="0"/>
                  </a:lnTo>
                </a:path>
                <a:path w="535304" h="313689">
                  <a:moveTo>
                    <a:pt x="439105" y="217447"/>
                  </a:moveTo>
                  <a:lnTo>
                    <a:pt x="535145" y="313421"/>
                  </a:lnTo>
                </a:path>
                <a:path w="535304" h="313689">
                  <a:moveTo>
                    <a:pt x="96963" y="216524"/>
                  </a:moveTo>
                  <a:lnTo>
                    <a:pt x="0" y="313421"/>
                  </a:lnTo>
                </a:path>
              </a:pathLst>
            </a:custGeom>
            <a:ln w="923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692175" y="5780347"/>
              <a:ext cx="70644" cy="70702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924425" y="5756231"/>
              <a:ext cx="89575" cy="106946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036625" y="5761771"/>
              <a:ext cx="83880" cy="106946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142054" y="5742134"/>
              <a:ext cx="200430" cy="121043"/>
            </a:xfrm>
            <a:prstGeom prst="rect">
              <a:avLst/>
            </a:prstGeom>
          </p:spPr>
        </p:pic>
      </p:grpSp>
      <p:sp>
        <p:nvSpPr>
          <p:cNvPr id="15" name="object 15"/>
          <p:cNvSpPr/>
          <p:nvPr/>
        </p:nvSpPr>
        <p:spPr>
          <a:xfrm>
            <a:off x="2208021" y="6359742"/>
            <a:ext cx="525145" cy="109220"/>
          </a:xfrm>
          <a:custGeom>
            <a:avLst/>
            <a:gdLst/>
            <a:ahLst/>
            <a:cxnLst/>
            <a:rect l="l" t="t" r="r" b="b"/>
            <a:pathLst>
              <a:path w="525144" h="109220">
                <a:moveTo>
                  <a:pt x="11820" y="29469"/>
                </a:moveTo>
                <a:lnTo>
                  <a:pt x="0" y="29469"/>
                </a:lnTo>
                <a:lnTo>
                  <a:pt x="0" y="106951"/>
                </a:lnTo>
                <a:lnTo>
                  <a:pt x="13143" y="106951"/>
                </a:lnTo>
                <a:lnTo>
                  <a:pt x="13143" y="60840"/>
                </a:lnTo>
                <a:lnTo>
                  <a:pt x="13867" y="55734"/>
                </a:lnTo>
                <a:lnTo>
                  <a:pt x="16299" y="48000"/>
                </a:lnTo>
                <a:lnTo>
                  <a:pt x="17930" y="45604"/>
                </a:lnTo>
                <a:lnTo>
                  <a:pt x="22501" y="42150"/>
                </a:lnTo>
                <a:lnTo>
                  <a:pt x="25087" y="41287"/>
                </a:lnTo>
                <a:lnTo>
                  <a:pt x="38641" y="41287"/>
                </a:lnTo>
                <a:lnTo>
                  <a:pt x="11820" y="41214"/>
                </a:lnTo>
                <a:lnTo>
                  <a:pt x="11820" y="29469"/>
                </a:lnTo>
                <a:close/>
              </a:path>
              <a:path w="525144" h="109220">
                <a:moveTo>
                  <a:pt x="38641" y="41287"/>
                </a:moveTo>
                <a:lnTo>
                  <a:pt x="31166" y="41287"/>
                </a:lnTo>
                <a:lnTo>
                  <a:pt x="34368" y="42236"/>
                </a:lnTo>
                <a:lnTo>
                  <a:pt x="37584" y="44132"/>
                </a:lnTo>
                <a:lnTo>
                  <a:pt x="38641" y="41287"/>
                </a:lnTo>
                <a:close/>
              </a:path>
              <a:path w="525144" h="109220">
                <a:moveTo>
                  <a:pt x="33029" y="27717"/>
                </a:moveTo>
                <a:lnTo>
                  <a:pt x="25549" y="27717"/>
                </a:lnTo>
                <a:lnTo>
                  <a:pt x="22732" y="28593"/>
                </a:lnTo>
                <a:lnTo>
                  <a:pt x="17622" y="32094"/>
                </a:lnTo>
                <a:lnTo>
                  <a:pt x="14836" y="35719"/>
                </a:lnTo>
                <a:lnTo>
                  <a:pt x="11820" y="41214"/>
                </a:lnTo>
                <a:lnTo>
                  <a:pt x="38668" y="41214"/>
                </a:lnTo>
                <a:lnTo>
                  <a:pt x="42109" y="31948"/>
                </a:lnTo>
                <a:lnTo>
                  <a:pt x="37538" y="29129"/>
                </a:lnTo>
                <a:lnTo>
                  <a:pt x="33029" y="27717"/>
                </a:lnTo>
                <a:close/>
              </a:path>
              <a:path w="525144" h="109220">
                <a:moveTo>
                  <a:pt x="83188" y="27717"/>
                </a:moveTo>
                <a:lnTo>
                  <a:pt x="49507" y="51502"/>
                </a:lnTo>
                <a:lnTo>
                  <a:pt x="47043" y="68064"/>
                </a:lnTo>
                <a:lnTo>
                  <a:pt x="47068" y="70009"/>
                </a:lnTo>
                <a:lnTo>
                  <a:pt x="68674" y="106084"/>
                </a:lnTo>
                <a:lnTo>
                  <a:pt x="83911" y="108702"/>
                </a:lnTo>
                <a:lnTo>
                  <a:pt x="92915" y="108702"/>
                </a:lnTo>
                <a:lnTo>
                  <a:pt x="100303" y="106513"/>
                </a:lnTo>
                <a:lnTo>
                  <a:pt x="111683" y="97904"/>
                </a:lnTo>
                <a:lnTo>
                  <a:pt x="77509" y="97904"/>
                </a:lnTo>
                <a:lnTo>
                  <a:pt x="72122" y="95642"/>
                </a:lnTo>
                <a:lnTo>
                  <a:pt x="63457" y="86595"/>
                </a:lnTo>
                <a:lnTo>
                  <a:pt x="61056" y="80078"/>
                </a:lnTo>
                <a:lnTo>
                  <a:pt x="60563" y="71565"/>
                </a:lnTo>
                <a:lnTo>
                  <a:pt x="118356" y="71565"/>
                </a:lnTo>
                <a:lnTo>
                  <a:pt x="118418" y="68064"/>
                </a:lnTo>
                <a:lnTo>
                  <a:pt x="117922" y="60768"/>
                </a:lnTo>
                <a:lnTo>
                  <a:pt x="61302" y="60768"/>
                </a:lnTo>
                <a:lnTo>
                  <a:pt x="61733" y="54007"/>
                </a:lnTo>
                <a:lnTo>
                  <a:pt x="64011" y="48608"/>
                </a:lnTo>
                <a:lnTo>
                  <a:pt x="72229" y="40533"/>
                </a:lnTo>
                <a:lnTo>
                  <a:pt x="77293" y="38515"/>
                </a:lnTo>
                <a:lnTo>
                  <a:pt x="108729" y="38515"/>
                </a:lnTo>
                <a:lnTo>
                  <a:pt x="108568" y="38296"/>
                </a:lnTo>
                <a:lnTo>
                  <a:pt x="103293" y="33668"/>
                </a:lnTo>
                <a:lnTo>
                  <a:pt x="97303" y="30362"/>
                </a:lnTo>
                <a:lnTo>
                  <a:pt x="90601" y="28378"/>
                </a:lnTo>
                <a:lnTo>
                  <a:pt x="83188" y="27717"/>
                </a:lnTo>
                <a:close/>
              </a:path>
              <a:path w="525144" h="109220">
                <a:moveTo>
                  <a:pt x="104412" y="81998"/>
                </a:moveTo>
                <a:lnTo>
                  <a:pt x="102427" y="87543"/>
                </a:lnTo>
                <a:lnTo>
                  <a:pt x="99718" y="91580"/>
                </a:lnTo>
                <a:lnTo>
                  <a:pt x="92915" y="96639"/>
                </a:lnTo>
                <a:lnTo>
                  <a:pt x="88806" y="97904"/>
                </a:lnTo>
                <a:lnTo>
                  <a:pt x="111683" y="97904"/>
                </a:lnTo>
                <a:lnTo>
                  <a:pt x="111877" y="97758"/>
                </a:lnTo>
                <a:lnTo>
                  <a:pt x="115854" y="91580"/>
                </a:lnTo>
                <a:lnTo>
                  <a:pt x="117987" y="83676"/>
                </a:lnTo>
                <a:lnTo>
                  <a:pt x="104412" y="81998"/>
                </a:lnTo>
                <a:close/>
              </a:path>
              <a:path w="525144" h="109220">
                <a:moveTo>
                  <a:pt x="108729" y="38515"/>
                </a:moveTo>
                <a:lnTo>
                  <a:pt x="89991" y="38515"/>
                </a:lnTo>
                <a:lnTo>
                  <a:pt x="95424" y="41044"/>
                </a:lnTo>
                <a:lnTo>
                  <a:pt x="99595" y="46102"/>
                </a:lnTo>
                <a:lnTo>
                  <a:pt x="102319" y="49362"/>
                </a:lnTo>
                <a:lnTo>
                  <a:pt x="103981" y="54250"/>
                </a:lnTo>
                <a:lnTo>
                  <a:pt x="104566" y="60768"/>
                </a:lnTo>
                <a:lnTo>
                  <a:pt x="117922" y="60768"/>
                </a:lnTo>
                <a:lnTo>
                  <a:pt x="117803" y="59008"/>
                </a:lnTo>
                <a:lnTo>
                  <a:pt x="115957" y="51028"/>
                </a:lnTo>
                <a:lnTo>
                  <a:pt x="112879" y="44124"/>
                </a:lnTo>
                <a:lnTo>
                  <a:pt x="108729" y="38515"/>
                </a:lnTo>
                <a:close/>
              </a:path>
              <a:path w="525144" h="109220">
                <a:moveTo>
                  <a:pt x="197050" y="38587"/>
                </a:moveTo>
                <a:lnTo>
                  <a:pt x="174441" y="38587"/>
                </a:lnTo>
                <a:lnTo>
                  <a:pt x="179428" y="40071"/>
                </a:lnTo>
                <a:lnTo>
                  <a:pt x="185261" y="45227"/>
                </a:lnTo>
                <a:lnTo>
                  <a:pt x="186492" y="48997"/>
                </a:lnTo>
                <a:lnTo>
                  <a:pt x="186431" y="57776"/>
                </a:lnTo>
                <a:lnTo>
                  <a:pt x="181413" y="59527"/>
                </a:lnTo>
                <a:lnTo>
                  <a:pt x="173610" y="61035"/>
                </a:lnTo>
                <a:lnTo>
                  <a:pt x="157803" y="62932"/>
                </a:lnTo>
                <a:lnTo>
                  <a:pt x="153909" y="63589"/>
                </a:lnTo>
                <a:lnTo>
                  <a:pt x="132501" y="82728"/>
                </a:lnTo>
                <a:lnTo>
                  <a:pt x="132501" y="92990"/>
                </a:lnTo>
                <a:lnTo>
                  <a:pt x="134794" y="98304"/>
                </a:lnTo>
                <a:lnTo>
                  <a:pt x="143936" y="106621"/>
                </a:lnTo>
                <a:lnTo>
                  <a:pt x="150477" y="108702"/>
                </a:lnTo>
                <a:lnTo>
                  <a:pt x="164144" y="108702"/>
                </a:lnTo>
                <a:lnTo>
                  <a:pt x="168977" y="107849"/>
                </a:lnTo>
                <a:lnTo>
                  <a:pt x="177981" y="104445"/>
                </a:lnTo>
                <a:lnTo>
                  <a:pt x="182660" y="101527"/>
                </a:lnTo>
                <a:lnTo>
                  <a:pt x="186323" y="98414"/>
                </a:lnTo>
                <a:lnTo>
                  <a:pt x="157018" y="98414"/>
                </a:lnTo>
                <a:lnTo>
                  <a:pt x="153140" y="97247"/>
                </a:lnTo>
                <a:lnTo>
                  <a:pt x="147845" y="92578"/>
                </a:lnTo>
                <a:lnTo>
                  <a:pt x="146610" y="89854"/>
                </a:lnTo>
                <a:lnTo>
                  <a:pt x="146522" y="83871"/>
                </a:lnTo>
                <a:lnTo>
                  <a:pt x="147122" y="81792"/>
                </a:lnTo>
                <a:lnTo>
                  <a:pt x="174503" y="71662"/>
                </a:lnTo>
                <a:lnTo>
                  <a:pt x="181659" y="70009"/>
                </a:lnTo>
                <a:lnTo>
                  <a:pt x="186431" y="68064"/>
                </a:lnTo>
                <a:lnTo>
                  <a:pt x="199698" y="68064"/>
                </a:lnTo>
                <a:lnTo>
                  <a:pt x="199584" y="48997"/>
                </a:lnTo>
                <a:lnTo>
                  <a:pt x="199482" y="47100"/>
                </a:lnTo>
                <a:lnTo>
                  <a:pt x="199051" y="44862"/>
                </a:lnTo>
                <a:lnTo>
                  <a:pt x="198266" y="41262"/>
                </a:lnTo>
                <a:lnTo>
                  <a:pt x="197050" y="38587"/>
                </a:lnTo>
                <a:close/>
              </a:path>
              <a:path w="525144" h="109220">
                <a:moveTo>
                  <a:pt x="200501" y="97393"/>
                </a:moveTo>
                <a:lnTo>
                  <a:pt x="187523" y="97393"/>
                </a:lnTo>
                <a:lnTo>
                  <a:pt x="187908" y="101041"/>
                </a:lnTo>
                <a:lnTo>
                  <a:pt x="188785" y="104226"/>
                </a:lnTo>
                <a:lnTo>
                  <a:pt x="190140" y="106951"/>
                </a:lnTo>
                <a:lnTo>
                  <a:pt x="203869" y="106951"/>
                </a:lnTo>
                <a:lnTo>
                  <a:pt x="202206" y="103983"/>
                </a:lnTo>
                <a:lnTo>
                  <a:pt x="201098" y="100882"/>
                </a:lnTo>
                <a:lnTo>
                  <a:pt x="200501" y="97393"/>
                </a:lnTo>
                <a:close/>
              </a:path>
              <a:path w="525144" h="109220">
                <a:moveTo>
                  <a:pt x="199698" y="68064"/>
                </a:moveTo>
                <a:lnTo>
                  <a:pt x="186431" y="68064"/>
                </a:lnTo>
                <a:lnTo>
                  <a:pt x="186334" y="79262"/>
                </a:lnTo>
                <a:lnTo>
                  <a:pt x="185723" y="83043"/>
                </a:lnTo>
                <a:lnTo>
                  <a:pt x="182460" y="89854"/>
                </a:lnTo>
                <a:lnTo>
                  <a:pt x="179566" y="92881"/>
                </a:lnTo>
                <a:lnTo>
                  <a:pt x="171686" y="97307"/>
                </a:lnTo>
                <a:lnTo>
                  <a:pt x="167192" y="98414"/>
                </a:lnTo>
                <a:lnTo>
                  <a:pt x="186323" y="98414"/>
                </a:lnTo>
                <a:lnTo>
                  <a:pt x="187523" y="97393"/>
                </a:lnTo>
                <a:lnTo>
                  <a:pt x="200501" y="97393"/>
                </a:lnTo>
                <a:lnTo>
                  <a:pt x="199990" y="94414"/>
                </a:lnTo>
                <a:lnTo>
                  <a:pt x="199810" y="89660"/>
                </a:lnTo>
                <a:lnTo>
                  <a:pt x="199698" y="68064"/>
                </a:lnTo>
                <a:close/>
              </a:path>
              <a:path w="525144" h="109220">
                <a:moveTo>
                  <a:pt x="176334" y="27717"/>
                </a:moveTo>
                <a:lnTo>
                  <a:pt x="163052" y="27717"/>
                </a:lnTo>
                <a:lnTo>
                  <a:pt x="157188" y="28628"/>
                </a:lnTo>
                <a:lnTo>
                  <a:pt x="134763" y="51575"/>
                </a:lnTo>
                <a:lnTo>
                  <a:pt x="147615" y="53325"/>
                </a:lnTo>
                <a:lnTo>
                  <a:pt x="149015" y="47829"/>
                </a:lnTo>
                <a:lnTo>
                  <a:pt x="151201" y="43999"/>
                </a:lnTo>
                <a:lnTo>
                  <a:pt x="157080" y="39671"/>
                </a:lnTo>
                <a:lnTo>
                  <a:pt x="161636" y="38587"/>
                </a:lnTo>
                <a:lnTo>
                  <a:pt x="197050" y="38587"/>
                </a:lnTo>
                <a:lnTo>
                  <a:pt x="196912" y="38284"/>
                </a:lnTo>
                <a:lnTo>
                  <a:pt x="193018" y="33565"/>
                </a:lnTo>
                <a:lnTo>
                  <a:pt x="189971" y="31608"/>
                </a:lnTo>
                <a:lnTo>
                  <a:pt x="181706" y="28494"/>
                </a:lnTo>
                <a:lnTo>
                  <a:pt x="176334" y="27717"/>
                </a:lnTo>
                <a:close/>
              </a:path>
              <a:path w="525144" h="109220">
                <a:moveTo>
                  <a:pt x="262262" y="27717"/>
                </a:moveTo>
                <a:lnTo>
                  <a:pt x="247179" y="27717"/>
                </a:lnTo>
                <a:lnTo>
                  <a:pt x="241007" y="29285"/>
                </a:lnTo>
                <a:lnTo>
                  <a:pt x="229679" y="35560"/>
                </a:lnTo>
                <a:lnTo>
                  <a:pt x="225462" y="40266"/>
                </a:lnTo>
                <a:lnTo>
                  <a:pt x="219921" y="52816"/>
                </a:lnTo>
                <a:lnTo>
                  <a:pt x="218521" y="60135"/>
                </a:lnTo>
                <a:lnTo>
                  <a:pt x="218521" y="68501"/>
                </a:lnTo>
                <a:lnTo>
                  <a:pt x="239420" y="106103"/>
                </a:lnTo>
                <a:lnTo>
                  <a:pt x="253766" y="108702"/>
                </a:lnTo>
                <a:lnTo>
                  <a:pt x="262231" y="108702"/>
                </a:lnTo>
                <a:lnTo>
                  <a:pt x="269373" y="106184"/>
                </a:lnTo>
                <a:lnTo>
                  <a:pt x="278929" y="97904"/>
                </a:lnTo>
                <a:lnTo>
                  <a:pt x="247210" y="97904"/>
                </a:lnTo>
                <a:lnTo>
                  <a:pt x="241992" y="95545"/>
                </a:lnTo>
                <a:lnTo>
                  <a:pt x="234020" y="86108"/>
                </a:lnTo>
                <a:lnTo>
                  <a:pt x="232025" y="78569"/>
                </a:lnTo>
                <a:lnTo>
                  <a:pt x="232019" y="57874"/>
                </a:lnTo>
                <a:lnTo>
                  <a:pt x="234097" y="50370"/>
                </a:lnTo>
                <a:lnTo>
                  <a:pt x="242362" y="40887"/>
                </a:lnTo>
                <a:lnTo>
                  <a:pt x="247733" y="38515"/>
                </a:lnTo>
                <a:lnTo>
                  <a:pt x="279929" y="38515"/>
                </a:lnTo>
                <a:lnTo>
                  <a:pt x="279839" y="38356"/>
                </a:lnTo>
                <a:lnTo>
                  <a:pt x="269142" y="29846"/>
                </a:lnTo>
                <a:lnTo>
                  <a:pt x="262262" y="27717"/>
                </a:lnTo>
                <a:close/>
              </a:path>
              <a:path w="525144" h="109220">
                <a:moveTo>
                  <a:pt x="273097" y="78569"/>
                </a:moveTo>
                <a:lnTo>
                  <a:pt x="272174" y="85135"/>
                </a:lnTo>
                <a:lnTo>
                  <a:pt x="269988" y="90000"/>
                </a:lnTo>
                <a:lnTo>
                  <a:pt x="263078" y="96322"/>
                </a:lnTo>
                <a:lnTo>
                  <a:pt x="258784" y="97904"/>
                </a:lnTo>
                <a:lnTo>
                  <a:pt x="278929" y="97904"/>
                </a:lnTo>
                <a:lnTo>
                  <a:pt x="280993" y="96116"/>
                </a:lnTo>
                <a:lnTo>
                  <a:pt x="284610" y="89149"/>
                </a:lnTo>
                <a:lnTo>
                  <a:pt x="286026" y="80247"/>
                </a:lnTo>
                <a:lnTo>
                  <a:pt x="273097" y="78569"/>
                </a:lnTo>
                <a:close/>
              </a:path>
              <a:path w="525144" h="109220">
                <a:moveTo>
                  <a:pt x="279929" y="38515"/>
                </a:moveTo>
                <a:lnTo>
                  <a:pt x="258738" y="38515"/>
                </a:lnTo>
                <a:lnTo>
                  <a:pt x="262462" y="39828"/>
                </a:lnTo>
                <a:lnTo>
                  <a:pt x="268634" y="45082"/>
                </a:lnTo>
                <a:lnTo>
                  <a:pt x="270789" y="48997"/>
                </a:lnTo>
                <a:lnTo>
                  <a:pt x="272005" y="54201"/>
                </a:lnTo>
                <a:lnTo>
                  <a:pt x="284779" y="52231"/>
                </a:lnTo>
                <a:lnTo>
                  <a:pt x="283271" y="44400"/>
                </a:lnTo>
                <a:lnTo>
                  <a:pt x="279929" y="38515"/>
                </a:lnTo>
                <a:close/>
              </a:path>
              <a:path w="525144" h="109220">
                <a:moveTo>
                  <a:pt x="314992" y="39683"/>
                </a:moveTo>
                <a:lnTo>
                  <a:pt x="301925" y="39683"/>
                </a:lnTo>
                <a:lnTo>
                  <a:pt x="302044" y="93282"/>
                </a:lnTo>
                <a:lnTo>
                  <a:pt x="315392" y="107971"/>
                </a:lnTo>
                <a:lnTo>
                  <a:pt x="323087" y="107971"/>
                </a:lnTo>
                <a:lnTo>
                  <a:pt x="326396" y="107583"/>
                </a:lnTo>
                <a:lnTo>
                  <a:pt x="330090" y="106804"/>
                </a:lnTo>
                <a:lnTo>
                  <a:pt x="328281" y="95714"/>
                </a:lnTo>
                <a:lnTo>
                  <a:pt x="320486" y="95714"/>
                </a:lnTo>
                <a:lnTo>
                  <a:pt x="318978" y="95399"/>
                </a:lnTo>
                <a:lnTo>
                  <a:pt x="316900" y="94134"/>
                </a:lnTo>
                <a:lnTo>
                  <a:pt x="316146" y="93282"/>
                </a:lnTo>
                <a:lnTo>
                  <a:pt x="315223" y="91142"/>
                </a:lnTo>
                <a:lnTo>
                  <a:pt x="314992" y="88735"/>
                </a:lnTo>
                <a:lnTo>
                  <a:pt x="314992" y="39683"/>
                </a:lnTo>
                <a:close/>
              </a:path>
              <a:path w="525144" h="109220">
                <a:moveTo>
                  <a:pt x="328197" y="95203"/>
                </a:moveTo>
                <a:lnTo>
                  <a:pt x="325812" y="95545"/>
                </a:lnTo>
                <a:lnTo>
                  <a:pt x="323888" y="95714"/>
                </a:lnTo>
                <a:lnTo>
                  <a:pt x="328281" y="95714"/>
                </a:lnTo>
                <a:lnTo>
                  <a:pt x="328197" y="95203"/>
                </a:lnTo>
                <a:close/>
              </a:path>
              <a:path w="525144" h="109220">
                <a:moveTo>
                  <a:pt x="328197" y="29469"/>
                </a:moveTo>
                <a:lnTo>
                  <a:pt x="292290" y="29469"/>
                </a:lnTo>
                <a:lnTo>
                  <a:pt x="292290" y="39683"/>
                </a:lnTo>
                <a:lnTo>
                  <a:pt x="328197" y="39683"/>
                </a:lnTo>
                <a:lnTo>
                  <a:pt x="328197" y="29469"/>
                </a:lnTo>
                <a:close/>
              </a:path>
              <a:path w="525144" h="109220">
                <a:moveTo>
                  <a:pt x="314992" y="2400"/>
                </a:moveTo>
                <a:lnTo>
                  <a:pt x="301925" y="10280"/>
                </a:lnTo>
                <a:lnTo>
                  <a:pt x="301925" y="29469"/>
                </a:lnTo>
                <a:lnTo>
                  <a:pt x="314992" y="29469"/>
                </a:lnTo>
                <a:lnTo>
                  <a:pt x="314992" y="2400"/>
                </a:lnTo>
                <a:close/>
              </a:path>
              <a:path w="525144" h="109220">
                <a:moveTo>
                  <a:pt x="355485" y="0"/>
                </a:moveTo>
                <a:lnTo>
                  <a:pt x="342341" y="0"/>
                </a:lnTo>
                <a:lnTo>
                  <a:pt x="342341" y="15097"/>
                </a:lnTo>
                <a:lnTo>
                  <a:pt x="355485" y="15097"/>
                </a:lnTo>
                <a:lnTo>
                  <a:pt x="355485" y="0"/>
                </a:lnTo>
                <a:close/>
              </a:path>
              <a:path w="525144" h="109220">
                <a:moveTo>
                  <a:pt x="355485" y="29469"/>
                </a:moveTo>
                <a:lnTo>
                  <a:pt x="342341" y="29469"/>
                </a:lnTo>
                <a:lnTo>
                  <a:pt x="342341" y="106951"/>
                </a:lnTo>
                <a:lnTo>
                  <a:pt x="355485" y="106951"/>
                </a:lnTo>
                <a:lnTo>
                  <a:pt x="355485" y="29469"/>
                </a:lnTo>
                <a:close/>
              </a:path>
              <a:path w="525144" h="109220">
                <a:moveTo>
                  <a:pt x="408015" y="27717"/>
                </a:moveTo>
                <a:lnTo>
                  <a:pt x="374539" y="49477"/>
                </a:lnTo>
                <a:lnTo>
                  <a:pt x="371538" y="68209"/>
                </a:lnTo>
                <a:lnTo>
                  <a:pt x="372173" y="77448"/>
                </a:lnTo>
                <a:lnTo>
                  <a:pt x="400223" y="108050"/>
                </a:lnTo>
                <a:lnTo>
                  <a:pt x="408015" y="108702"/>
                </a:lnTo>
                <a:lnTo>
                  <a:pt x="414633" y="108702"/>
                </a:lnTo>
                <a:lnTo>
                  <a:pt x="420943" y="107120"/>
                </a:lnTo>
                <a:lnTo>
                  <a:pt x="432333" y="100798"/>
                </a:lnTo>
                <a:lnTo>
                  <a:pt x="435242" y="97904"/>
                </a:lnTo>
                <a:lnTo>
                  <a:pt x="401397" y="97904"/>
                </a:lnTo>
                <a:lnTo>
                  <a:pt x="395845" y="95423"/>
                </a:lnTo>
                <a:lnTo>
                  <a:pt x="387237" y="85561"/>
                </a:lnTo>
                <a:lnTo>
                  <a:pt x="385082" y="78132"/>
                </a:lnTo>
                <a:lnTo>
                  <a:pt x="385123" y="58145"/>
                </a:lnTo>
                <a:lnTo>
                  <a:pt x="387237" y="50869"/>
                </a:lnTo>
                <a:lnTo>
                  <a:pt x="395856" y="41044"/>
                </a:lnTo>
                <a:lnTo>
                  <a:pt x="401397" y="38587"/>
                </a:lnTo>
                <a:lnTo>
                  <a:pt x="434337" y="38587"/>
                </a:lnTo>
                <a:lnTo>
                  <a:pt x="434026" y="38186"/>
                </a:lnTo>
                <a:lnTo>
                  <a:pt x="428598" y="33606"/>
                </a:lnTo>
                <a:lnTo>
                  <a:pt x="422463" y="30335"/>
                </a:lnTo>
                <a:lnTo>
                  <a:pt x="415607" y="28372"/>
                </a:lnTo>
                <a:lnTo>
                  <a:pt x="408015" y="27717"/>
                </a:lnTo>
                <a:close/>
              </a:path>
              <a:path w="525144" h="109220">
                <a:moveTo>
                  <a:pt x="434337" y="38587"/>
                </a:moveTo>
                <a:lnTo>
                  <a:pt x="414479" y="38587"/>
                </a:lnTo>
                <a:lnTo>
                  <a:pt x="419866" y="41056"/>
                </a:lnTo>
                <a:lnTo>
                  <a:pt x="428485" y="50930"/>
                </a:lnTo>
                <a:lnTo>
                  <a:pt x="430626" y="58145"/>
                </a:lnTo>
                <a:lnTo>
                  <a:pt x="430584" y="78132"/>
                </a:lnTo>
                <a:lnTo>
                  <a:pt x="428485" y="85501"/>
                </a:lnTo>
                <a:lnTo>
                  <a:pt x="419839" y="95436"/>
                </a:lnTo>
                <a:lnTo>
                  <a:pt x="414479" y="97904"/>
                </a:lnTo>
                <a:lnTo>
                  <a:pt x="435242" y="97904"/>
                </a:lnTo>
                <a:lnTo>
                  <a:pt x="436796" y="96359"/>
                </a:lnTo>
                <a:lnTo>
                  <a:pt x="442645" y="84929"/>
                </a:lnTo>
                <a:lnTo>
                  <a:pt x="444113" y="77448"/>
                </a:lnTo>
                <a:lnTo>
                  <a:pt x="444184" y="67115"/>
                </a:lnTo>
                <a:lnTo>
                  <a:pt x="443549" y="58385"/>
                </a:lnTo>
                <a:lnTo>
                  <a:pt x="441644" y="50654"/>
                </a:lnTo>
                <a:lnTo>
                  <a:pt x="438470" y="43921"/>
                </a:lnTo>
                <a:lnTo>
                  <a:pt x="434337" y="38587"/>
                </a:lnTo>
                <a:close/>
              </a:path>
              <a:path w="525144" h="109220">
                <a:moveTo>
                  <a:pt x="473888" y="29469"/>
                </a:moveTo>
                <a:lnTo>
                  <a:pt x="462037" y="29469"/>
                </a:lnTo>
                <a:lnTo>
                  <a:pt x="462037" y="106951"/>
                </a:lnTo>
                <a:lnTo>
                  <a:pt x="475274" y="106951"/>
                </a:lnTo>
                <a:lnTo>
                  <a:pt x="475346" y="54468"/>
                </a:lnTo>
                <a:lnTo>
                  <a:pt x="477274" y="47975"/>
                </a:lnTo>
                <a:lnTo>
                  <a:pt x="481276" y="44425"/>
                </a:lnTo>
                <a:lnTo>
                  <a:pt x="485432" y="40874"/>
                </a:lnTo>
                <a:lnTo>
                  <a:pt x="486478" y="40485"/>
                </a:lnTo>
                <a:lnTo>
                  <a:pt x="473888" y="40485"/>
                </a:lnTo>
                <a:lnTo>
                  <a:pt x="473888" y="29469"/>
                </a:lnTo>
                <a:close/>
              </a:path>
              <a:path w="525144" h="109220">
                <a:moveTo>
                  <a:pt x="521877" y="39098"/>
                </a:moveTo>
                <a:lnTo>
                  <a:pt x="499283" y="39098"/>
                </a:lnTo>
                <a:lnTo>
                  <a:pt x="502362" y="39889"/>
                </a:lnTo>
                <a:lnTo>
                  <a:pt x="507595" y="43050"/>
                </a:lnTo>
                <a:lnTo>
                  <a:pt x="509288" y="45167"/>
                </a:lnTo>
                <a:lnTo>
                  <a:pt x="511442" y="50469"/>
                </a:lnTo>
                <a:lnTo>
                  <a:pt x="511904" y="54468"/>
                </a:lnTo>
                <a:lnTo>
                  <a:pt x="511904" y="106951"/>
                </a:lnTo>
                <a:lnTo>
                  <a:pt x="524986" y="106951"/>
                </a:lnTo>
                <a:lnTo>
                  <a:pt x="524887" y="50469"/>
                </a:lnTo>
                <a:lnTo>
                  <a:pt x="522216" y="39560"/>
                </a:lnTo>
                <a:lnTo>
                  <a:pt x="521877" y="39098"/>
                </a:lnTo>
                <a:close/>
              </a:path>
              <a:path w="525144" h="109220">
                <a:moveTo>
                  <a:pt x="503285" y="27717"/>
                </a:moveTo>
                <a:lnTo>
                  <a:pt x="498514" y="27717"/>
                </a:lnTo>
                <a:lnTo>
                  <a:pt x="490922" y="28515"/>
                </a:lnTo>
                <a:lnTo>
                  <a:pt x="484296" y="30909"/>
                </a:lnTo>
                <a:lnTo>
                  <a:pt x="478623" y="34899"/>
                </a:lnTo>
                <a:lnTo>
                  <a:pt x="473888" y="40485"/>
                </a:lnTo>
                <a:lnTo>
                  <a:pt x="486478" y="40485"/>
                </a:lnTo>
                <a:lnTo>
                  <a:pt x="490203" y="39098"/>
                </a:lnTo>
                <a:lnTo>
                  <a:pt x="521877" y="39098"/>
                </a:lnTo>
                <a:lnTo>
                  <a:pt x="518214" y="34113"/>
                </a:lnTo>
                <a:lnTo>
                  <a:pt x="515290" y="31913"/>
                </a:lnTo>
                <a:lnTo>
                  <a:pt x="507595" y="28556"/>
                </a:lnTo>
                <a:lnTo>
                  <a:pt x="503285" y="2771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6" name="object 16"/>
          <p:cNvGrpSpPr/>
          <p:nvPr/>
        </p:nvGrpSpPr>
        <p:grpSpPr>
          <a:xfrm>
            <a:off x="2844747" y="6384043"/>
            <a:ext cx="474345" cy="51435"/>
            <a:chOff x="2844747" y="6384043"/>
            <a:chExt cx="474345" cy="51435"/>
          </a:xfrm>
        </p:grpSpPr>
        <p:sp>
          <p:nvSpPr>
            <p:cNvPr id="17" name="object 17"/>
            <p:cNvSpPr/>
            <p:nvPr/>
          </p:nvSpPr>
          <p:spPr>
            <a:xfrm>
              <a:off x="2844747" y="6405761"/>
              <a:ext cx="394335" cy="9525"/>
            </a:xfrm>
            <a:custGeom>
              <a:avLst/>
              <a:gdLst/>
              <a:ahLst/>
              <a:cxnLst/>
              <a:rect l="l" t="t" r="r" b="b"/>
              <a:pathLst>
                <a:path w="394335" h="9525">
                  <a:moveTo>
                    <a:pt x="394317" y="0"/>
                  </a:moveTo>
                  <a:lnTo>
                    <a:pt x="0" y="0"/>
                  </a:lnTo>
                  <a:lnTo>
                    <a:pt x="0" y="9234"/>
                  </a:lnTo>
                  <a:lnTo>
                    <a:pt x="394317" y="9234"/>
                  </a:lnTo>
                  <a:lnTo>
                    <a:pt x="39431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3225674" y="6385120"/>
              <a:ext cx="92710" cy="48895"/>
            </a:xfrm>
            <a:custGeom>
              <a:avLst/>
              <a:gdLst/>
              <a:ahLst/>
              <a:cxnLst/>
              <a:rect l="l" t="t" r="r" b="b"/>
              <a:pathLst>
                <a:path w="92710" h="48895">
                  <a:moveTo>
                    <a:pt x="92345" y="25258"/>
                  </a:moveTo>
                  <a:lnTo>
                    <a:pt x="77916" y="28915"/>
                  </a:lnTo>
                  <a:lnTo>
                    <a:pt x="46172" y="36961"/>
                  </a:lnTo>
                  <a:lnTo>
                    <a:pt x="14429" y="45006"/>
                  </a:lnTo>
                  <a:lnTo>
                    <a:pt x="0" y="48663"/>
                  </a:lnTo>
                  <a:lnTo>
                    <a:pt x="1803" y="46446"/>
                  </a:lnTo>
                  <a:lnTo>
                    <a:pt x="5771" y="40801"/>
                  </a:lnTo>
                  <a:lnTo>
                    <a:pt x="9739" y="33235"/>
                  </a:lnTo>
                  <a:lnTo>
                    <a:pt x="11543" y="25258"/>
                  </a:lnTo>
                  <a:lnTo>
                    <a:pt x="9739" y="16651"/>
                  </a:lnTo>
                  <a:lnTo>
                    <a:pt x="5771" y="8486"/>
                  </a:lnTo>
                  <a:lnTo>
                    <a:pt x="1803" y="2393"/>
                  </a:lnTo>
                  <a:lnTo>
                    <a:pt x="0" y="0"/>
                  </a:lnTo>
                  <a:lnTo>
                    <a:pt x="14429" y="3946"/>
                  </a:lnTo>
                  <a:lnTo>
                    <a:pt x="46172" y="12629"/>
                  </a:lnTo>
                  <a:lnTo>
                    <a:pt x="77916" y="21311"/>
                  </a:lnTo>
                  <a:lnTo>
                    <a:pt x="92345" y="25258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3225674" y="6385120"/>
              <a:ext cx="92710" cy="48895"/>
            </a:xfrm>
            <a:custGeom>
              <a:avLst/>
              <a:gdLst/>
              <a:ahLst/>
              <a:cxnLst/>
              <a:rect l="l" t="t" r="r" b="b"/>
              <a:pathLst>
                <a:path w="92710" h="48895">
                  <a:moveTo>
                    <a:pt x="0" y="0"/>
                  </a:moveTo>
                  <a:lnTo>
                    <a:pt x="1803" y="2393"/>
                  </a:lnTo>
                  <a:lnTo>
                    <a:pt x="5771" y="8486"/>
                  </a:lnTo>
                  <a:lnTo>
                    <a:pt x="9739" y="16651"/>
                  </a:lnTo>
                  <a:lnTo>
                    <a:pt x="11543" y="25258"/>
                  </a:lnTo>
                  <a:lnTo>
                    <a:pt x="9739" y="33235"/>
                  </a:lnTo>
                  <a:lnTo>
                    <a:pt x="5771" y="40801"/>
                  </a:lnTo>
                  <a:lnTo>
                    <a:pt x="1803" y="46446"/>
                  </a:lnTo>
                  <a:lnTo>
                    <a:pt x="0" y="48663"/>
                  </a:lnTo>
                  <a:lnTo>
                    <a:pt x="92345" y="25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/>
          <p:nvPr/>
        </p:nvSpPr>
        <p:spPr>
          <a:xfrm>
            <a:off x="1127277" y="4751298"/>
            <a:ext cx="111125" cy="461645"/>
          </a:xfrm>
          <a:custGeom>
            <a:avLst/>
            <a:gdLst/>
            <a:ahLst/>
            <a:cxnLst/>
            <a:rect l="l" t="t" r="r" b="b"/>
            <a:pathLst>
              <a:path w="111125" h="461645">
                <a:moveTo>
                  <a:pt x="40349" y="390095"/>
                </a:moveTo>
                <a:lnTo>
                  <a:pt x="2644" y="411221"/>
                </a:lnTo>
                <a:lnTo>
                  <a:pt x="0" y="425338"/>
                </a:lnTo>
                <a:lnTo>
                  <a:pt x="674" y="432988"/>
                </a:lnTo>
                <a:lnTo>
                  <a:pt x="31921" y="460891"/>
                </a:lnTo>
                <a:lnTo>
                  <a:pt x="41150" y="461520"/>
                </a:lnTo>
                <a:lnTo>
                  <a:pt x="50107" y="460891"/>
                </a:lnTo>
                <a:lnTo>
                  <a:pt x="57942" y="459035"/>
                </a:lnTo>
                <a:lnTo>
                  <a:pt x="64759" y="455924"/>
                </a:lnTo>
                <a:lnTo>
                  <a:pt x="70524" y="451563"/>
                </a:lnTo>
                <a:lnTo>
                  <a:pt x="73567" y="447962"/>
                </a:lnTo>
                <a:lnTo>
                  <a:pt x="43850" y="447962"/>
                </a:lnTo>
                <a:lnTo>
                  <a:pt x="43850" y="447223"/>
                </a:lnTo>
                <a:lnTo>
                  <a:pt x="33052" y="447223"/>
                </a:lnTo>
                <a:lnTo>
                  <a:pt x="26290" y="446792"/>
                </a:lnTo>
                <a:lnTo>
                  <a:pt x="20891" y="444514"/>
                </a:lnTo>
                <a:lnTo>
                  <a:pt x="12817" y="436296"/>
                </a:lnTo>
                <a:lnTo>
                  <a:pt x="10798" y="431217"/>
                </a:lnTo>
                <a:lnTo>
                  <a:pt x="10798" y="418536"/>
                </a:lnTo>
                <a:lnTo>
                  <a:pt x="13328" y="413103"/>
                </a:lnTo>
                <a:lnTo>
                  <a:pt x="21645" y="406193"/>
                </a:lnTo>
                <a:lnTo>
                  <a:pt x="26534" y="404546"/>
                </a:lnTo>
                <a:lnTo>
                  <a:pt x="33052" y="403961"/>
                </a:lnTo>
                <a:lnTo>
                  <a:pt x="43850" y="403961"/>
                </a:lnTo>
                <a:lnTo>
                  <a:pt x="43850" y="390171"/>
                </a:lnTo>
                <a:lnTo>
                  <a:pt x="40349" y="390095"/>
                </a:lnTo>
                <a:close/>
              </a:path>
              <a:path w="111125" h="461645">
                <a:moveTo>
                  <a:pt x="55961" y="390541"/>
                </a:moveTo>
                <a:lnTo>
                  <a:pt x="54284" y="404115"/>
                </a:lnTo>
                <a:lnTo>
                  <a:pt x="59829" y="406100"/>
                </a:lnTo>
                <a:lnTo>
                  <a:pt x="63866" y="408794"/>
                </a:lnTo>
                <a:lnTo>
                  <a:pt x="68923" y="415611"/>
                </a:lnTo>
                <a:lnTo>
                  <a:pt x="70186" y="419721"/>
                </a:lnTo>
                <a:lnTo>
                  <a:pt x="70095" y="431217"/>
                </a:lnTo>
                <a:lnTo>
                  <a:pt x="67923" y="436404"/>
                </a:lnTo>
                <a:lnTo>
                  <a:pt x="58881" y="445068"/>
                </a:lnTo>
                <a:lnTo>
                  <a:pt x="52363" y="447469"/>
                </a:lnTo>
                <a:lnTo>
                  <a:pt x="43850" y="447962"/>
                </a:lnTo>
                <a:lnTo>
                  <a:pt x="73567" y="447962"/>
                </a:lnTo>
                <a:lnTo>
                  <a:pt x="80990" y="415611"/>
                </a:lnTo>
                <a:lnTo>
                  <a:pt x="78804" y="408224"/>
                </a:lnTo>
                <a:lnTo>
                  <a:pt x="70047" y="396635"/>
                </a:lnTo>
                <a:lnTo>
                  <a:pt x="63891" y="392680"/>
                </a:lnTo>
                <a:lnTo>
                  <a:pt x="55961" y="390541"/>
                </a:lnTo>
                <a:close/>
              </a:path>
              <a:path w="111125" h="461645">
                <a:moveTo>
                  <a:pt x="43850" y="403961"/>
                </a:moveTo>
                <a:lnTo>
                  <a:pt x="33052" y="403961"/>
                </a:lnTo>
                <a:lnTo>
                  <a:pt x="33052" y="447223"/>
                </a:lnTo>
                <a:lnTo>
                  <a:pt x="43850" y="447223"/>
                </a:lnTo>
                <a:lnTo>
                  <a:pt x="43850" y="403961"/>
                </a:lnTo>
                <a:close/>
              </a:path>
              <a:path w="111125" h="461645">
                <a:moveTo>
                  <a:pt x="79235" y="308604"/>
                </a:moveTo>
                <a:lnTo>
                  <a:pt x="25512" y="308604"/>
                </a:lnTo>
                <a:lnTo>
                  <a:pt x="21256" y="308850"/>
                </a:lnTo>
                <a:lnTo>
                  <a:pt x="0" y="330427"/>
                </a:lnTo>
                <a:lnTo>
                  <a:pt x="0" y="335090"/>
                </a:lnTo>
                <a:lnTo>
                  <a:pt x="797" y="342674"/>
                </a:lnTo>
                <a:lnTo>
                  <a:pt x="3191" y="349311"/>
                </a:lnTo>
                <a:lnTo>
                  <a:pt x="7181" y="355001"/>
                </a:lnTo>
                <a:lnTo>
                  <a:pt x="12768" y="359745"/>
                </a:lnTo>
                <a:lnTo>
                  <a:pt x="1751" y="359745"/>
                </a:lnTo>
                <a:lnTo>
                  <a:pt x="1751" y="371565"/>
                </a:lnTo>
                <a:lnTo>
                  <a:pt x="79235" y="371565"/>
                </a:lnTo>
                <a:lnTo>
                  <a:pt x="79235" y="358437"/>
                </a:lnTo>
                <a:lnTo>
                  <a:pt x="26995" y="358437"/>
                </a:lnTo>
                <a:lnTo>
                  <a:pt x="20259" y="356405"/>
                </a:lnTo>
                <a:lnTo>
                  <a:pt x="13157" y="348279"/>
                </a:lnTo>
                <a:lnTo>
                  <a:pt x="11383" y="343447"/>
                </a:lnTo>
                <a:lnTo>
                  <a:pt x="11383" y="334351"/>
                </a:lnTo>
                <a:lnTo>
                  <a:pt x="12172" y="331304"/>
                </a:lnTo>
                <a:lnTo>
                  <a:pt x="15334" y="326102"/>
                </a:lnTo>
                <a:lnTo>
                  <a:pt x="17450" y="324286"/>
                </a:lnTo>
                <a:lnTo>
                  <a:pt x="22752" y="322255"/>
                </a:lnTo>
                <a:lnTo>
                  <a:pt x="26752" y="321731"/>
                </a:lnTo>
                <a:lnTo>
                  <a:pt x="79235" y="321731"/>
                </a:lnTo>
                <a:lnTo>
                  <a:pt x="79235" y="308604"/>
                </a:lnTo>
                <a:close/>
              </a:path>
              <a:path w="111125" h="461645">
                <a:moveTo>
                  <a:pt x="43850" y="219002"/>
                </a:moveTo>
                <a:lnTo>
                  <a:pt x="40349" y="219002"/>
                </a:lnTo>
                <a:lnTo>
                  <a:pt x="31292" y="219610"/>
                </a:lnTo>
                <a:lnTo>
                  <a:pt x="661" y="246746"/>
                </a:lnTo>
                <a:lnTo>
                  <a:pt x="0" y="254184"/>
                </a:lnTo>
                <a:lnTo>
                  <a:pt x="674" y="261833"/>
                </a:lnTo>
                <a:lnTo>
                  <a:pt x="31921" y="289737"/>
                </a:lnTo>
                <a:lnTo>
                  <a:pt x="41150" y="290366"/>
                </a:lnTo>
                <a:lnTo>
                  <a:pt x="50098" y="289737"/>
                </a:lnTo>
                <a:lnTo>
                  <a:pt x="57996" y="287850"/>
                </a:lnTo>
                <a:lnTo>
                  <a:pt x="64759" y="284763"/>
                </a:lnTo>
                <a:lnTo>
                  <a:pt x="70524" y="280409"/>
                </a:lnTo>
                <a:lnTo>
                  <a:pt x="73576" y="276792"/>
                </a:lnTo>
                <a:lnTo>
                  <a:pt x="43850" y="276792"/>
                </a:lnTo>
                <a:lnTo>
                  <a:pt x="43850" y="276069"/>
                </a:lnTo>
                <a:lnTo>
                  <a:pt x="33052" y="276069"/>
                </a:lnTo>
                <a:lnTo>
                  <a:pt x="26290" y="275622"/>
                </a:lnTo>
                <a:lnTo>
                  <a:pt x="20891" y="273360"/>
                </a:lnTo>
                <a:lnTo>
                  <a:pt x="12817" y="265126"/>
                </a:lnTo>
                <a:lnTo>
                  <a:pt x="10798" y="260063"/>
                </a:lnTo>
                <a:lnTo>
                  <a:pt x="10798" y="247320"/>
                </a:lnTo>
                <a:lnTo>
                  <a:pt x="13328" y="241933"/>
                </a:lnTo>
                <a:lnTo>
                  <a:pt x="18386" y="237778"/>
                </a:lnTo>
                <a:lnTo>
                  <a:pt x="21645" y="235008"/>
                </a:lnTo>
                <a:lnTo>
                  <a:pt x="26534" y="233315"/>
                </a:lnTo>
                <a:lnTo>
                  <a:pt x="33052" y="232853"/>
                </a:lnTo>
                <a:lnTo>
                  <a:pt x="43850" y="232853"/>
                </a:lnTo>
                <a:lnTo>
                  <a:pt x="43850" y="219002"/>
                </a:lnTo>
                <a:close/>
              </a:path>
              <a:path w="111125" h="461645">
                <a:moveTo>
                  <a:pt x="55961" y="219310"/>
                </a:moveTo>
                <a:lnTo>
                  <a:pt x="54284" y="233007"/>
                </a:lnTo>
                <a:lnTo>
                  <a:pt x="59829" y="235008"/>
                </a:lnTo>
                <a:lnTo>
                  <a:pt x="63866" y="237624"/>
                </a:lnTo>
                <a:lnTo>
                  <a:pt x="68923" y="244396"/>
                </a:lnTo>
                <a:lnTo>
                  <a:pt x="70186" y="248551"/>
                </a:lnTo>
                <a:lnTo>
                  <a:pt x="70095" y="260063"/>
                </a:lnTo>
                <a:lnTo>
                  <a:pt x="67923" y="265249"/>
                </a:lnTo>
                <a:lnTo>
                  <a:pt x="58881" y="273899"/>
                </a:lnTo>
                <a:lnTo>
                  <a:pt x="52363" y="276315"/>
                </a:lnTo>
                <a:lnTo>
                  <a:pt x="43850" y="276792"/>
                </a:lnTo>
                <a:lnTo>
                  <a:pt x="73576" y="276792"/>
                </a:lnTo>
                <a:lnTo>
                  <a:pt x="80990" y="244396"/>
                </a:lnTo>
                <a:lnTo>
                  <a:pt x="78804" y="237008"/>
                </a:lnTo>
                <a:lnTo>
                  <a:pt x="74418" y="231314"/>
                </a:lnTo>
                <a:lnTo>
                  <a:pt x="70047" y="225466"/>
                </a:lnTo>
                <a:lnTo>
                  <a:pt x="63891" y="221464"/>
                </a:lnTo>
                <a:lnTo>
                  <a:pt x="55961" y="219310"/>
                </a:lnTo>
                <a:close/>
              </a:path>
              <a:path w="111125" h="461645">
                <a:moveTo>
                  <a:pt x="43850" y="232853"/>
                </a:moveTo>
                <a:lnTo>
                  <a:pt x="33052" y="232853"/>
                </a:lnTo>
                <a:lnTo>
                  <a:pt x="33052" y="276069"/>
                </a:lnTo>
                <a:lnTo>
                  <a:pt x="43850" y="276069"/>
                </a:lnTo>
                <a:lnTo>
                  <a:pt x="43850" y="232853"/>
                </a:lnTo>
                <a:close/>
              </a:path>
              <a:path w="111125" h="461645">
                <a:moveTo>
                  <a:pt x="4232" y="158518"/>
                </a:moveTo>
                <a:lnTo>
                  <a:pt x="1411" y="162982"/>
                </a:lnTo>
                <a:lnTo>
                  <a:pt x="0" y="167599"/>
                </a:lnTo>
                <a:lnTo>
                  <a:pt x="0" y="174986"/>
                </a:lnTo>
                <a:lnTo>
                  <a:pt x="875" y="177756"/>
                </a:lnTo>
                <a:lnTo>
                  <a:pt x="4377" y="182989"/>
                </a:lnTo>
                <a:lnTo>
                  <a:pt x="8001" y="185759"/>
                </a:lnTo>
                <a:lnTo>
                  <a:pt x="13497" y="188683"/>
                </a:lnTo>
                <a:lnTo>
                  <a:pt x="1751" y="188683"/>
                </a:lnTo>
                <a:lnTo>
                  <a:pt x="1751" y="200534"/>
                </a:lnTo>
                <a:lnTo>
                  <a:pt x="79235" y="200534"/>
                </a:lnTo>
                <a:lnTo>
                  <a:pt x="79235" y="187452"/>
                </a:lnTo>
                <a:lnTo>
                  <a:pt x="33124" y="187452"/>
                </a:lnTo>
                <a:lnTo>
                  <a:pt x="28017" y="186682"/>
                </a:lnTo>
                <a:lnTo>
                  <a:pt x="13571" y="169445"/>
                </a:lnTo>
                <a:lnTo>
                  <a:pt x="14519" y="166214"/>
                </a:lnTo>
                <a:lnTo>
                  <a:pt x="16416" y="162982"/>
                </a:lnTo>
                <a:lnTo>
                  <a:pt x="4232" y="158518"/>
                </a:lnTo>
                <a:close/>
              </a:path>
              <a:path w="111125" h="461645">
                <a:moveTo>
                  <a:pt x="68723" y="85877"/>
                </a:moveTo>
                <a:lnTo>
                  <a:pt x="1751" y="85877"/>
                </a:lnTo>
                <a:lnTo>
                  <a:pt x="1751" y="98035"/>
                </a:lnTo>
                <a:lnTo>
                  <a:pt x="11090" y="98035"/>
                </a:lnTo>
                <a:lnTo>
                  <a:pt x="3696" y="104037"/>
                </a:lnTo>
                <a:lnTo>
                  <a:pt x="0" y="111578"/>
                </a:lnTo>
                <a:lnTo>
                  <a:pt x="0" y="127584"/>
                </a:lnTo>
                <a:lnTo>
                  <a:pt x="1702" y="133432"/>
                </a:lnTo>
                <a:lnTo>
                  <a:pt x="8512" y="143590"/>
                </a:lnTo>
                <a:lnTo>
                  <a:pt x="13340" y="147591"/>
                </a:lnTo>
                <a:lnTo>
                  <a:pt x="25841" y="152824"/>
                </a:lnTo>
                <a:lnTo>
                  <a:pt x="32662" y="154209"/>
                </a:lnTo>
                <a:lnTo>
                  <a:pt x="40056" y="154209"/>
                </a:lnTo>
                <a:lnTo>
                  <a:pt x="72696" y="140666"/>
                </a:lnTo>
                <a:lnTo>
                  <a:pt x="29769" y="140666"/>
                </a:lnTo>
                <a:lnTo>
                  <a:pt x="22727" y="138665"/>
                </a:lnTo>
                <a:lnTo>
                  <a:pt x="17985" y="134664"/>
                </a:lnTo>
                <a:lnTo>
                  <a:pt x="13242" y="130508"/>
                </a:lnTo>
                <a:lnTo>
                  <a:pt x="10872" y="125583"/>
                </a:lnTo>
                <a:lnTo>
                  <a:pt x="10872" y="113733"/>
                </a:lnTo>
                <a:lnTo>
                  <a:pt x="13279" y="108654"/>
                </a:lnTo>
                <a:lnTo>
                  <a:pt x="22909" y="100344"/>
                </a:lnTo>
                <a:lnTo>
                  <a:pt x="30060" y="98189"/>
                </a:lnTo>
                <a:lnTo>
                  <a:pt x="104588" y="98189"/>
                </a:lnTo>
                <a:lnTo>
                  <a:pt x="103384" y="96034"/>
                </a:lnTo>
                <a:lnTo>
                  <a:pt x="77115" y="86108"/>
                </a:lnTo>
                <a:lnTo>
                  <a:pt x="68723" y="85877"/>
                </a:lnTo>
                <a:close/>
              </a:path>
              <a:path w="111125" h="461645">
                <a:moveTo>
                  <a:pt x="105190" y="99266"/>
                </a:moveTo>
                <a:lnTo>
                  <a:pt x="77650" y="99266"/>
                </a:lnTo>
                <a:lnTo>
                  <a:pt x="83268" y="99574"/>
                </a:lnTo>
                <a:lnTo>
                  <a:pt x="85946" y="100190"/>
                </a:lnTo>
                <a:lnTo>
                  <a:pt x="90332" y="101421"/>
                </a:lnTo>
                <a:lnTo>
                  <a:pt x="93734" y="103575"/>
                </a:lnTo>
                <a:lnTo>
                  <a:pt x="96166" y="106961"/>
                </a:lnTo>
                <a:lnTo>
                  <a:pt x="98597" y="110193"/>
                </a:lnTo>
                <a:lnTo>
                  <a:pt x="99813" y="114964"/>
                </a:lnTo>
                <a:lnTo>
                  <a:pt x="99813" y="126661"/>
                </a:lnTo>
                <a:lnTo>
                  <a:pt x="98597" y="131124"/>
                </a:lnTo>
                <a:lnTo>
                  <a:pt x="96166" y="134356"/>
                </a:lnTo>
                <a:lnTo>
                  <a:pt x="94365" y="136818"/>
                </a:lnTo>
                <a:lnTo>
                  <a:pt x="91502" y="138357"/>
                </a:lnTo>
                <a:lnTo>
                  <a:pt x="87562" y="138819"/>
                </a:lnTo>
                <a:lnTo>
                  <a:pt x="85653" y="151593"/>
                </a:lnTo>
                <a:lnTo>
                  <a:pt x="110679" y="113117"/>
                </a:lnTo>
                <a:lnTo>
                  <a:pt x="109217" y="106653"/>
                </a:lnTo>
                <a:lnTo>
                  <a:pt x="106308" y="101267"/>
                </a:lnTo>
                <a:lnTo>
                  <a:pt x="105190" y="99266"/>
                </a:lnTo>
                <a:close/>
              </a:path>
              <a:path w="111125" h="461645">
                <a:moveTo>
                  <a:pt x="104588" y="98189"/>
                </a:moveTo>
                <a:lnTo>
                  <a:pt x="49468" y="98189"/>
                </a:lnTo>
                <a:lnTo>
                  <a:pt x="56752" y="100190"/>
                </a:lnTo>
                <a:lnTo>
                  <a:pt x="61397" y="104345"/>
                </a:lnTo>
                <a:lnTo>
                  <a:pt x="66045" y="108346"/>
                </a:lnTo>
                <a:lnTo>
                  <a:pt x="68369" y="113425"/>
                </a:lnTo>
                <a:lnTo>
                  <a:pt x="68369" y="125583"/>
                </a:lnTo>
                <a:lnTo>
                  <a:pt x="66030" y="130662"/>
                </a:lnTo>
                <a:lnTo>
                  <a:pt x="56691" y="138665"/>
                </a:lnTo>
                <a:lnTo>
                  <a:pt x="49274" y="140666"/>
                </a:lnTo>
                <a:lnTo>
                  <a:pt x="72696" y="140666"/>
                </a:lnTo>
                <a:lnTo>
                  <a:pt x="76352" y="134914"/>
                </a:lnTo>
                <a:lnTo>
                  <a:pt x="78514" y="128318"/>
                </a:lnTo>
                <a:lnTo>
                  <a:pt x="79235" y="120812"/>
                </a:lnTo>
                <a:lnTo>
                  <a:pt x="79235" y="112194"/>
                </a:lnTo>
                <a:lnTo>
                  <a:pt x="75849" y="104961"/>
                </a:lnTo>
                <a:lnTo>
                  <a:pt x="69093" y="99266"/>
                </a:lnTo>
                <a:lnTo>
                  <a:pt x="105190" y="99266"/>
                </a:lnTo>
                <a:lnTo>
                  <a:pt x="104588" y="98189"/>
                </a:lnTo>
                <a:close/>
              </a:path>
              <a:path w="111125" h="461645">
                <a:moveTo>
                  <a:pt x="1751" y="0"/>
                </a:moveTo>
                <a:lnTo>
                  <a:pt x="1751" y="13235"/>
                </a:lnTo>
                <a:lnTo>
                  <a:pt x="46914" y="29703"/>
                </a:lnTo>
                <a:lnTo>
                  <a:pt x="52654" y="31857"/>
                </a:lnTo>
                <a:lnTo>
                  <a:pt x="58539" y="33704"/>
                </a:lnTo>
                <a:lnTo>
                  <a:pt x="64568" y="35089"/>
                </a:lnTo>
                <a:lnTo>
                  <a:pt x="58296" y="36782"/>
                </a:lnTo>
                <a:lnTo>
                  <a:pt x="52314" y="38629"/>
                </a:lnTo>
                <a:lnTo>
                  <a:pt x="46623" y="40783"/>
                </a:lnTo>
                <a:lnTo>
                  <a:pt x="1751" y="56943"/>
                </a:lnTo>
                <a:lnTo>
                  <a:pt x="1751" y="71102"/>
                </a:lnTo>
                <a:lnTo>
                  <a:pt x="79389" y="41707"/>
                </a:lnTo>
                <a:lnTo>
                  <a:pt x="105444" y="41707"/>
                </a:lnTo>
                <a:lnTo>
                  <a:pt x="102460" y="39244"/>
                </a:lnTo>
                <a:lnTo>
                  <a:pt x="98136" y="36936"/>
                </a:lnTo>
                <a:lnTo>
                  <a:pt x="94919" y="35089"/>
                </a:lnTo>
                <a:lnTo>
                  <a:pt x="89070" y="32627"/>
                </a:lnTo>
                <a:lnTo>
                  <a:pt x="80544" y="29549"/>
                </a:lnTo>
                <a:lnTo>
                  <a:pt x="1751" y="0"/>
                </a:lnTo>
                <a:close/>
              </a:path>
              <a:path w="111125" h="461645">
                <a:moveTo>
                  <a:pt x="105444" y="41707"/>
                </a:moveTo>
                <a:lnTo>
                  <a:pt x="79389" y="41707"/>
                </a:lnTo>
                <a:lnTo>
                  <a:pt x="80790" y="42169"/>
                </a:lnTo>
                <a:lnTo>
                  <a:pt x="81867" y="42630"/>
                </a:lnTo>
                <a:lnTo>
                  <a:pt x="97920" y="55250"/>
                </a:lnTo>
                <a:lnTo>
                  <a:pt x="97795" y="61099"/>
                </a:lnTo>
                <a:lnTo>
                  <a:pt x="97520" y="62791"/>
                </a:lnTo>
                <a:lnTo>
                  <a:pt x="96750" y="65716"/>
                </a:lnTo>
                <a:lnTo>
                  <a:pt x="109079" y="64177"/>
                </a:lnTo>
                <a:lnTo>
                  <a:pt x="110156" y="61099"/>
                </a:lnTo>
                <a:lnTo>
                  <a:pt x="110679" y="58328"/>
                </a:lnTo>
                <a:lnTo>
                  <a:pt x="110679" y="51557"/>
                </a:lnTo>
                <a:lnTo>
                  <a:pt x="109679" y="48017"/>
                </a:lnTo>
                <a:lnTo>
                  <a:pt x="105631" y="41861"/>
                </a:lnTo>
                <a:lnTo>
                  <a:pt x="105444" y="4170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21" name="object 21"/>
          <p:cNvGrpSpPr/>
          <p:nvPr/>
        </p:nvGrpSpPr>
        <p:grpSpPr>
          <a:xfrm>
            <a:off x="1144668" y="4135383"/>
            <a:ext cx="51435" cy="428625"/>
            <a:chOff x="1144668" y="4135383"/>
            <a:chExt cx="51435" cy="428625"/>
          </a:xfrm>
        </p:grpSpPr>
        <p:sp>
          <p:nvSpPr>
            <p:cNvPr id="22" name="object 22"/>
            <p:cNvSpPr/>
            <p:nvPr/>
          </p:nvSpPr>
          <p:spPr>
            <a:xfrm>
              <a:off x="1166381" y="4215412"/>
              <a:ext cx="9525" cy="348615"/>
            </a:xfrm>
            <a:custGeom>
              <a:avLst/>
              <a:gdLst/>
              <a:ahLst/>
              <a:cxnLst/>
              <a:rect l="l" t="t" r="r" b="b"/>
              <a:pathLst>
                <a:path w="9525" h="348614">
                  <a:moveTo>
                    <a:pt x="9234" y="0"/>
                  </a:moveTo>
                  <a:lnTo>
                    <a:pt x="0" y="0"/>
                  </a:lnTo>
                  <a:lnTo>
                    <a:pt x="0" y="348125"/>
                  </a:lnTo>
                  <a:lnTo>
                    <a:pt x="9234" y="348125"/>
                  </a:lnTo>
                  <a:lnTo>
                    <a:pt x="92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1145745" y="4136460"/>
              <a:ext cx="48895" cy="92710"/>
            </a:xfrm>
            <a:custGeom>
              <a:avLst/>
              <a:gdLst/>
              <a:ahLst/>
              <a:cxnLst/>
              <a:rect l="l" t="t" r="r" b="b"/>
              <a:pathLst>
                <a:path w="48894" h="92710">
                  <a:moveTo>
                    <a:pt x="25253" y="0"/>
                  </a:moveTo>
                  <a:lnTo>
                    <a:pt x="28910" y="14428"/>
                  </a:lnTo>
                  <a:lnTo>
                    <a:pt x="36954" y="46170"/>
                  </a:lnTo>
                  <a:lnTo>
                    <a:pt x="44998" y="77912"/>
                  </a:lnTo>
                  <a:lnTo>
                    <a:pt x="48655" y="92341"/>
                  </a:lnTo>
                  <a:lnTo>
                    <a:pt x="46438" y="90537"/>
                  </a:lnTo>
                  <a:lnTo>
                    <a:pt x="40794" y="86569"/>
                  </a:lnTo>
                  <a:lnTo>
                    <a:pt x="33229" y="82602"/>
                  </a:lnTo>
                  <a:lnTo>
                    <a:pt x="25253" y="80798"/>
                  </a:lnTo>
                  <a:lnTo>
                    <a:pt x="16646" y="82602"/>
                  </a:lnTo>
                  <a:lnTo>
                    <a:pt x="8483" y="86569"/>
                  </a:lnTo>
                  <a:lnTo>
                    <a:pt x="2392" y="90537"/>
                  </a:lnTo>
                  <a:lnTo>
                    <a:pt x="0" y="92341"/>
                  </a:lnTo>
                  <a:lnTo>
                    <a:pt x="3945" y="77912"/>
                  </a:lnTo>
                  <a:lnTo>
                    <a:pt x="12626" y="46170"/>
                  </a:lnTo>
                  <a:lnTo>
                    <a:pt x="21307" y="14428"/>
                  </a:lnTo>
                  <a:lnTo>
                    <a:pt x="25253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1145745" y="4136460"/>
              <a:ext cx="48895" cy="92710"/>
            </a:xfrm>
            <a:custGeom>
              <a:avLst/>
              <a:gdLst/>
              <a:ahLst/>
              <a:cxnLst/>
              <a:rect l="l" t="t" r="r" b="b"/>
              <a:pathLst>
                <a:path w="48894" h="92710">
                  <a:moveTo>
                    <a:pt x="25253" y="0"/>
                  </a:moveTo>
                  <a:lnTo>
                    <a:pt x="0" y="92341"/>
                  </a:lnTo>
                  <a:lnTo>
                    <a:pt x="2392" y="90537"/>
                  </a:lnTo>
                  <a:lnTo>
                    <a:pt x="8483" y="86569"/>
                  </a:lnTo>
                  <a:lnTo>
                    <a:pt x="16646" y="82602"/>
                  </a:lnTo>
                  <a:lnTo>
                    <a:pt x="25253" y="80798"/>
                  </a:lnTo>
                  <a:lnTo>
                    <a:pt x="45730" y="80798"/>
                  </a:lnTo>
                  <a:lnTo>
                    <a:pt x="25253" y="0"/>
                  </a:lnTo>
                  <a:close/>
                </a:path>
                <a:path w="48894" h="92710">
                  <a:moveTo>
                    <a:pt x="45730" y="80798"/>
                  </a:moveTo>
                  <a:lnTo>
                    <a:pt x="25253" y="80798"/>
                  </a:lnTo>
                  <a:lnTo>
                    <a:pt x="33229" y="82602"/>
                  </a:lnTo>
                  <a:lnTo>
                    <a:pt x="40794" y="86569"/>
                  </a:lnTo>
                  <a:lnTo>
                    <a:pt x="46438" y="90537"/>
                  </a:lnTo>
                  <a:lnTo>
                    <a:pt x="48655" y="92341"/>
                  </a:lnTo>
                  <a:lnTo>
                    <a:pt x="45730" y="8079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5" name="object 25"/>
          <p:cNvGrpSpPr/>
          <p:nvPr/>
        </p:nvGrpSpPr>
        <p:grpSpPr>
          <a:xfrm>
            <a:off x="1135842" y="1639749"/>
            <a:ext cx="985519" cy="790575"/>
            <a:chOff x="1135842" y="1639749"/>
            <a:chExt cx="985519" cy="790575"/>
          </a:xfrm>
        </p:grpSpPr>
        <p:sp>
          <p:nvSpPr>
            <p:cNvPr id="26" name="object 26"/>
            <p:cNvSpPr/>
            <p:nvPr/>
          </p:nvSpPr>
          <p:spPr>
            <a:xfrm>
              <a:off x="1379347" y="1880717"/>
              <a:ext cx="494665" cy="172085"/>
            </a:xfrm>
            <a:custGeom>
              <a:avLst/>
              <a:gdLst/>
              <a:ahLst/>
              <a:cxnLst/>
              <a:rect l="l" t="t" r="r" b="b"/>
              <a:pathLst>
                <a:path w="494664" h="172085">
                  <a:moveTo>
                    <a:pt x="147815" y="116459"/>
                  </a:moveTo>
                  <a:lnTo>
                    <a:pt x="125704" y="110909"/>
                  </a:lnTo>
                  <a:lnTo>
                    <a:pt x="122897" y="120751"/>
                  </a:lnTo>
                  <a:lnTo>
                    <a:pt x="119049" y="129311"/>
                  </a:lnTo>
                  <a:lnTo>
                    <a:pt x="85712" y="152565"/>
                  </a:lnTo>
                  <a:lnTo>
                    <a:pt x="76771" y="153238"/>
                  </a:lnTo>
                  <a:lnTo>
                    <a:pt x="69265" y="152742"/>
                  </a:lnTo>
                  <a:lnTo>
                    <a:pt x="32575" y="129146"/>
                  </a:lnTo>
                  <a:lnTo>
                    <a:pt x="22834" y="84658"/>
                  </a:lnTo>
                  <a:lnTo>
                    <a:pt x="23164" y="76504"/>
                  </a:lnTo>
                  <a:lnTo>
                    <a:pt x="35242" y="38811"/>
                  </a:lnTo>
                  <a:lnTo>
                    <a:pt x="69240" y="19418"/>
                  </a:lnTo>
                  <a:lnTo>
                    <a:pt x="78473" y="18846"/>
                  </a:lnTo>
                  <a:lnTo>
                    <a:pt x="86512" y="19367"/>
                  </a:lnTo>
                  <a:lnTo>
                    <a:pt x="119938" y="45123"/>
                  </a:lnTo>
                  <a:lnTo>
                    <a:pt x="123177" y="53581"/>
                  </a:lnTo>
                  <a:lnTo>
                    <a:pt x="144970" y="48463"/>
                  </a:lnTo>
                  <a:lnTo>
                    <a:pt x="121132" y="12712"/>
                  </a:lnTo>
                  <a:lnTo>
                    <a:pt x="78930" y="0"/>
                  </a:lnTo>
                  <a:lnTo>
                    <a:pt x="68110" y="635"/>
                  </a:lnTo>
                  <a:lnTo>
                    <a:pt x="29705" y="15646"/>
                  </a:lnTo>
                  <a:lnTo>
                    <a:pt x="5626" y="49530"/>
                  </a:lnTo>
                  <a:lnTo>
                    <a:pt x="0" y="84785"/>
                  </a:lnTo>
                  <a:lnTo>
                    <a:pt x="558" y="96520"/>
                  </a:lnTo>
                  <a:lnTo>
                    <a:pt x="13779" y="139166"/>
                  </a:lnTo>
                  <a:lnTo>
                    <a:pt x="43726" y="165912"/>
                  </a:lnTo>
                  <a:lnTo>
                    <a:pt x="78600" y="172085"/>
                  </a:lnTo>
                  <a:lnTo>
                    <a:pt x="91147" y="171183"/>
                  </a:lnTo>
                  <a:lnTo>
                    <a:pt x="131140" y="149898"/>
                  </a:lnTo>
                  <a:lnTo>
                    <a:pt x="147815" y="116459"/>
                  </a:lnTo>
                  <a:close/>
                </a:path>
                <a:path w="494664" h="172085">
                  <a:moveTo>
                    <a:pt x="494233" y="116459"/>
                  </a:moveTo>
                  <a:lnTo>
                    <a:pt x="472122" y="110909"/>
                  </a:lnTo>
                  <a:lnTo>
                    <a:pt x="469315" y="120751"/>
                  </a:lnTo>
                  <a:lnTo>
                    <a:pt x="465467" y="129311"/>
                  </a:lnTo>
                  <a:lnTo>
                    <a:pt x="432130" y="152565"/>
                  </a:lnTo>
                  <a:lnTo>
                    <a:pt x="423189" y="153238"/>
                  </a:lnTo>
                  <a:lnTo>
                    <a:pt x="415683" y="152742"/>
                  </a:lnTo>
                  <a:lnTo>
                    <a:pt x="378993" y="129146"/>
                  </a:lnTo>
                  <a:lnTo>
                    <a:pt x="369252" y="84658"/>
                  </a:lnTo>
                  <a:lnTo>
                    <a:pt x="369582" y="76504"/>
                  </a:lnTo>
                  <a:lnTo>
                    <a:pt x="381660" y="38811"/>
                  </a:lnTo>
                  <a:lnTo>
                    <a:pt x="415658" y="19418"/>
                  </a:lnTo>
                  <a:lnTo>
                    <a:pt x="424903" y="18846"/>
                  </a:lnTo>
                  <a:lnTo>
                    <a:pt x="432930" y="19367"/>
                  </a:lnTo>
                  <a:lnTo>
                    <a:pt x="466369" y="45123"/>
                  </a:lnTo>
                  <a:lnTo>
                    <a:pt x="469595" y="53581"/>
                  </a:lnTo>
                  <a:lnTo>
                    <a:pt x="491388" y="48463"/>
                  </a:lnTo>
                  <a:lnTo>
                    <a:pt x="467550" y="12712"/>
                  </a:lnTo>
                  <a:lnTo>
                    <a:pt x="425361" y="0"/>
                  </a:lnTo>
                  <a:lnTo>
                    <a:pt x="414528" y="635"/>
                  </a:lnTo>
                  <a:lnTo>
                    <a:pt x="376135" y="15646"/>
                  </a:lnTo>
                  <a:lnTo>
                    <a:pt x="352044" y="49530"/>
                  </a:lnTo>
                  <a:lnTo>
                    <a:pt x="346430" y="84785"/>
                  </a:lnTo>
                  <a:lnTo>
                    <a:pt x="346976" y="96520"/>
                  </a:lnTo>
                  <a:lnTo>
                    <a:pt x="360210" y="139166"/>
                  </a:lnTo>
                  <a:lnTo>
                    <a:pt x="390156" y="165912"/>
                  </a:lnTo>
                  <a:lnTo>
                    <a:pt x="425018" y="172085"/>
                  </a:lnTo>
                  <a:lnTo>
                    <a:pt x="437565" y="171183"/>
                  </a:lnTo>
                  <a:lnTo>
                    <a:pt x="477558" y="149898"/>
                  </a:lnTo>
                  <a:lnTo>
                    <a:pt x="494233" y="11645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1567941" y="1958743"/>
              <a:ext cx="116839" cy="0"/>
            </a:xfrm>
            <a:custGeom>
              <a:avLst/>
              <a:gdLst/>
              <a:ahLst/>
              <a:cxnLst/>
              <a:rect l="l" t="t" r="r" b="b"/>
              <a:pathLst>
                <a:path w="116839">
                  <a:moveTo>
                    <a:pt x="0" y="0"/>
                  </a:moveTo>
                  <a:lnTo>
                    <a:pt x="116435" y="0"/>
                  </a:lnTo>
                </a:path>
              </a:pathLst>
            </a:custGeom>
            <a:ln w="1436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8" name="object 2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41482" y="1639749"/>
              <a:ext cx="131151" cy="166404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1143051" y="1821022"/>
              <a:ext cx="228600" cy="337185"/>
            </a:xfrm>
            <a:custGeom>
              <a:avLst/>
              <a:gdLst/>
              <a:ahLst/>
              <a:cxnLst/>
              <a:rect l="l" t="t" r="r" b="b"/>
              <a:pathLst>
                <a:path w="228600" h="337185">
                  <a:moveTo>
                    <a:pt x="228584" y="55356"/>
                  </a:moveTo>
                  <a:lnTo>
                    <a:pt x="172965" y="0"/>
                  </a:lnTo>
                </a:path>
                <a:path w="228600" h="337185">
                  <a:moveTo>
                    <a:pt x="35140" y="336807"/>
                  </a:moveTo>
                  <a:lnTo>
                    <a:pt x="0" y="276231"/>
                  </a:lnTo>
                </a:path>
                <a:path w="228600" h="337185">
                  <a:moveTo>
                    <a:pt x="90105" y="294882"/>
                  </a:moveTo>
                  <a:lnTo>
                    <a:pt x="63957" y="249821"/>
                  </a:lnTo>
                </a:path>
                <a:path w="228600" h="337185">
                  <a:moveTo>
                    <a:pt x="145068" y="252982"/>
                  </a:moveTo>
                  <a:lnTo>
                    <a:pt x="127913" y="223412"/>
                  </a:lnTo>
                </a:path>
                <a:path w="228600" h="337185">
                  <a:moveTo>
                    <a:pt x="200029" y="211058"/>
                  </a:moveTo>
                  <a:lnTo>
                    <a:pt x="191873" y="196979"/>
                  </a:lnTo>
                </a:path>
              </a:pathLst>
            </a:custGeom>
            <a:ln w="14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1285499" y="2079440"/>
              <a:ext cx="97155" cy="173990"/>
            </a:xfrm>
            <a:custGeom>
              <a:avLst/>
              <a:gdLst/>
              <a:ahLst/>
              <a:cxnLst/>
              <a:rect l="l" t="t" r="r" b="b"/>
              <a:pathLst>
                <a:path w="97155" h="173989">
                  <a:moveTo>
                    <a:pt x="0" y="173587"/>
                  </a:moveTo>
                  <a:lnTo>
                    <a:pt x="97033" y="0"/>
                  </a:lnTo>
                </a:path>
              </a:pathLst>
            </a:custGeom>
            <a:ln w="336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1249919" y="2071539"/>
              <a:ext cx="143510" cy="203835"/>
            </a:xfrm>
            <a:custGeom>
              <a:avLst/>
              <a:gdLst/>
              <a:ahLst/>
              <a:cxnLst/>
              <a:rect l="l" t="t" r="r" b="b"/>
              <a:pathLst>
                <a:path w="143509" h="203835">
                  <a:moveTo>
                    <a:pt x="130689" y="0"/>
                  </a:moveTo>
                  <a:lnTo>
                    <a:pt x="0" y="167840"/>
                  </a:lnTo>
                  <a:lnTo>
                    <a:pt x="62502" y="203755"/>
                  </a:lnTo>
                  <a:lnTo>
                    <a:pt x="143199" y="7182"/>
                  </a:lnTo>
                  <a:lnTo>
                    <a:pt x="13068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1907048" y="1759632"/>
              <a:ext cx="205104" cy="142875"/>
            </a:xfrm>
            <a:custGeom>
              <a:avLst/>
              <a:gdLst/>
              <a:ahLst/>
              <a:cxnLst/>
              <a:rect l="l" t="t" r="r" b="b"/>
              <a:pathLst>
                <a:path w="205105" h="142875">
                  <a:moveTo>
                    <a:pt x="169938" y="0"/>
                  </a:moveTo>
                  <a:lnTo>
                    <a:pt x="205086" y="60623"/>
                  </a:lnTo>
                </a:path>
                <a:path w="205105" h="142875">
                  <a:moveTo>
                    <a:pt x="113284" y="42905"/>
                  </a:moveTo>
                  <a:lnTo>
                    <a:pt x="139434" y="87990"/>
                  </a:lnTo>
                </a:path>
                <a:path w="205105" h="142875">
                  <a:moveTo>
                    <a:pt x="56630" y="85811"/>
                  </a:moveTo>
                  <a:lnTo>
                    <a:pt x="73782" y="115381"/>
                  </a:lnTo>
                </a:path>
                <a:path w="205105" h="142875">
                  <a:moveTo>
                    <a:pt x="0" y="128717"/>
                  </a:moveTo>
                  <a:lnTo>
                    <a:pt x="8131" y="142748"/>
                  </a:lnTo>
                </a:path>
              </a:pathLst>
            </a:custGeom>
            <a:ln w="14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1865983" y="1664459"/>
              <a:ext cx="104139" cy="185420"/>
            </a:xfrm>
            <a:custGeom>
              <a:avLst/>
              <a:gdLst/>
              <a:ahLst/>
              <a:cxnLst/>
              <a:rect l="l" t="t" r="r" b="b"/>
              <a:pathLst>
                <a:path w="104139" h="185419">
                  <a:moveTo>
                    <a:pt x="103709" y="0"/>
                  </a:moveTo>
                  <a:lnTo>
                    <a:pt x="0" y="185079"/>
                  </a:lnTo>
                </a:path>
              </a:pathLst>
            </a:custGeom>
            <a:ln w="336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1855398" y="1642191"/>
              <a:ext cx="150495" cy="215265"/>
            </a:xfrm>
            <a:custGeom>
              <a:avLst/>
              <a:gdLst/>
              <a:ahLst/>
              <a:cxnLst/>
              <a:rect l="l" t="t" r="r" b="b"/>
              <a:pathLst>
                <a:path w="150494" h="215264">
                  <a:moveTo>
                    <a:pt x="87351" y="0"/>
                  </a:moveTo>
                  <a:lnTo>
                    <a:pt x="0" y="208065"/>
                  </a:lnTo>
                  <a:lnTo>
                    <a:pt x="12509" y="215248"/>
                  </a:lnTo>
                  <a:lnTo>
                    <a:pt x="149875" y="35914"/>
                  </a:lnTo>
                  <a:lnTo>
                    <a:pt x="8735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1965723" y="2119329"/>
              <a:ext cx="155575" cy="167005"/>
            </a:xfrm>
            <a:custGeom>
              <a:avLst/>
              <a:gdLst/>
              <a:ahLst/>
              <a:cxnLst/>
              <a:rect l="l" t="t" r="r" b="b"/>
              <a:pathLst>
                <a:path w="155575" h="167005">
                  <a:moveTo>
                    <a:pt x="150308" y="0"/>
                  </a:moveTo>
                  <a:lnTo>
                    <a:pt x="111191" y="0"/>
                  </a:lnTo>
                  <a:lnTo>
                    <a:pt x="78353" y="53464"/>
                  </a:lnTo>
                  <a:lnTo>
                    <a:pt x="44818" y="0"/>
                  </a:lnTo>
                  <a:lnTo>
                    <a:pt x="5364" y="0"/>
                  </a:lnTo>
                  <a:lnTo>
                    <a:pt x="57135" y="79562"/>
                  </a:lnTo>
                  <a:lnTo>
                    <a:pt x="0" y="166404"/>
                  </a:lnTo>
                  <a:lnTo>
                    <a:pt x="40487" y="166404"/>
                  </a:lnTo>
                  <a:lnTo>
                    <a:pt x="77680" y="108845"/>
                  </a:lnTo>
                  <a:lnTo>
                    <a:pt x="114727" y="166404"/>
                  </a:lnTo>
                  <a:lnTo>
                    <a:pt x="155456" y="166404"/>
                  </a:lnTo>
                  <a:lnTo>
                    <a:pt x="98321" y="80807"/>
                  </a:lnTo>
                  <a:lnTo>
                    <a:pt x="150308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1895188" y="2052671"/>
              <a:ext cx="47625" cy="47625"/>
            </a:xfrm>
            <a:custGeom>
              <a:avLst/>
              <a:gdLst/>
              <a:ahLst/>
              <a:cxnLst/>
              <a:rect l="l" t="t" r="r" b="b"/>
              <a:pathLst>
                <a:path w="47625" h="47625">
                  <a:moveTo>
                    <a:pt x="0" y="0"/>
                  </a:moveTo>
                  <a:lnTo>
                    <a:pt x="47560" y="47335"/>
                  </a:lnTo>
                </a:path>
              </a:pathLst>
            </a:custGeom>
            <a:ln w="14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7" name="object 3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787941" y="2150502"/>
              <a:ext cx="246796" cy="279754"/>
            </a:xfrm>
            <a:prstGeom prst="rect">
              <a:avLst/>
            </a:prstGeom>
          </p:spPr>
        </p:pic>
      </p:grpSp>
      <p:grpSp>
        <p:nvGrpSpPr>
          <p:cNvPr id="38" name="object 38"/>
          <p:cNvGrpSpPr/>
          <p:nvPr/>
        </p:nvGrpSpPr>
        <p:grpSpPr>
          <a:xfrm>
            <a:off x="2777479" y="1206021"/>
            <a:ext cx="203835" cy="167005"/>
            <a:chOff x="2777479" y="1206021"/>
            <a:chExt cx="203835" cy="167005"/>
          </a:xfrm>
        </p:grpSpPr>
        <p:pic>
          <p:nvPicPr>
            <p:cNvPr id="39" name="object 3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777479" y="1206021"/>
              <a:ext cx="140059" cy="166404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2940862" y="1219009"/>
              <a:ext cx="40640" cy="130175"/>
            </a:xfrm>
            <a:custGeom>
              <a:avLst/>
              <a:gdLst/>
              <a:ahLst/>
              <a:cxnLst/>
              <a:rect l="l" t="t" r="r" b="b"/>
              <a:pathLst>
                <a:path w="40639" h="130175">
                  <a:moveTo>
                    <a:pt x="40081" y="109753"/>
                  </a:moveTo>
                  <a:lnTo>
                    <a:pt x="38506" y="101981"/>
                  </a:lnTo>
                  <a:lnTo>
                    <a:pt x="34213" y="95631"/>
                  </a:lnTo>
                  <a:lnTo>
                    <a:pt x="27851" y="91351"/>
                  </a:lnTo>
                  <a:lnTo>
                    <a:pt x="20040" y="89776"/>
                  </a:lnTo>
                  <a:lnTo>
                    <a:pt x="12242" y="91351"/>
                  </a:lnTo>
                  <a:lnTo>
                    <a:pt x="5880" y="95631"/>
                  </a:lnTo>
                  <a:lnTo>
                    <a:pt x="1574" y="101981"/>
                  </a:lnTo>
                  <a:lnTo>
                    <a:pt x="0" y="109753"/>
                  </a:lnTo>
                  <a:lnTo>
                    <a:pt x="1574" y="117513"/>
                  </a:lnTo>
                  <a:lnTo>
                    <a:pt x="5880" y="123850"/>
                  </a:lnTo>
                  <a:lnTo>
                    <a:pt x="12242" y="128130"/>
                  </a:lnTo>
                  <a:lnTo>
                    <a:pt x="20040" y="129692"/>
                  </a:lnTo>
                  <a:lnTo>
                    <a:pt x="27851" y="128130"/>
                  </a:lnTo>
                  <a:lnTo>
                    <a:pt x="34213" y="123850"/>
                  </a:lnTo>
                  <a:lnTo>
                    <a:pt x="38506" y="117513"/>
                  </a:lnTo>
                  <a:lnTo>
                    <a:pt x="40081" y="109753"/>
                  </a:lnTo>
                  <a:close/>
                </a:path>
                <a:path w="40639" h="130175">
                  <a:moveTo>
                    <a:pt x="40081" y="19964"/>
                  </a:moveTo>
                  <a:lnTo>
                    <a:pt x="38506" y="12192"/>
                  </a:lnTo>
                  <a:lnTo>
                    <a:pt x="34213" y="5854"/>
                  </a:lnTo>
                  <a:lnTo>
                    <a:pt x="27851" y="1562"/>
                  </a:lnTo>
                  <a:lnTo>
                    <a:pt x="20040" y="0"/>
                  </a:lnTo>
                  <a:lnTo>
                    <a:pt x="12242" y="1562"/>
                  </a:lnTo>
                  <a:lnTo>
                    <a:pt x="5880" y="5854"/>
                  </a:lnTo>
                  <a:lnTo>
                    <a:pt x="1574" y="12192"/>
                  </a:lnTo>
                  <a:lnTo>
                    <a:pt x="0" y="19964"/>
                  </a:lnTo>
                  <a:lnTo>
                    <a:pt x="1574" y="27724"/>
                  </a:lnTo>
                  <a:lnTo>
                    <a:pt x="5880" y="34061"/>
                  </a:lnTo>
                  <a:lnTo>
                    <a:pt x="12242" y="38341"/>
                  </a:lnTo>
                  <a:lnTo>
                    <a:pt x="20040" y="39903"/>
                  </a:lnTo>
                  <a:lnTo>
                    <a:pt x="27851" y="38341"/>
                  </a:lnTo>
                  <a:lnTo>
                    <a:pt x="34213" y="34061"/>
                  </a:lnTo>
                  <a:lnTo>
                    <a:pt x="38506" y="27724"/>
                  </a:lnTo>
                  <a:lnTo>
                    <a:pt x="40081" y="199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1" name="object 41"/>
          <p:cNvGrpSpPr/>
          <p:nvPr/>
        </p:nvGrpSpPr>
        <p:grpSpPr>
          <a:xfrm>
            <a:off x="2231529" y="1737724"/>
            <a:ext cx="705485" cy="260985"/>
            <a:chOff x="2231529" y="1737724"/>
            <a:chExt cx="705485" cy="260985"/>
          </a:xfrm>
        </p:grpSpPr>
        <p:sp>
          <p:nvSpPr>
            <p:cNvPr id="42" name="object 42"/>
            <p:cNvSpPr/>
            <p:nvPr/>
          </p:nvSpPr>
          <p:spPr>
            <a:xfrm>
              <a:off x="2231529" y="1952997"/>
              <a:ext cx="580390" cy="14604"/>
            </a:xfrm>
            <a:custGeom>
              <a:avLst/>
              <a:gdLst/>
              <a:ahLst/>
              <a:cxnLst/>
              <a:rect l="l" t="t" r="r" b="b"/>
              <a:pathLst>
                <a:path w="580389" h="14605">
                  <a:moveTo>
                    <a:pt x="580255" y="0"/>
                  </a:moveTo>
                  <a:lnTo>
                    <a:pt x="0" y="0"/>
                  </a:lnTo>
                  <a:lnTo>
                    <a:pt x="0" y="14365"/>
                  </a:lnTo>
                  <a:lnTo>
                    <a:pt x="580255" y="14365"/>
                  </a:lnTo>
                  <a:lnTo>
                    <a:pt x="5802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3" name="object 43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2789177" y="1919211"/>
              <a:ext cx="147697" cy="79063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2437722" y="1737724"/>
              <a:ext cx="242903" cy="169133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3174669" y="1675664"/>
            <a:ext cx="1156970" cy="635635"/>
            <a:chOff x="3174669" y="1675664"/>
            <a:chExt cx="1156970" cy="635635"/>
          </a:xfrm>
        </p:grpSpPr>
        <p:sp>
          <p:nvSpPr>
            <p:cNvPr id="46" name="object 46"/>
            <p:cNvSpPr/>
            <p:nvPr/>
          </p:nvSpPr>
          <p:spPr>
            <a:xfrm>
              <a:off x="3418190" y="1916627"/>
              <a:ext cx="147955" cy="172085"/>
            </a:xfrm>
            <a:custGeom>
              <a:avLst/>
              <a:gdLst/>
              <a:ahLst/>
              <a:cxnLst/>
              <a:rect l="l" t="t" r="r" b="b"/>
              <a:pathLst>
                <a:path w="147954" h="172085">
                  <a:moveTo>
                    <a:pt x="78931" y="0"/>
                  </a:moveTo>
                  <a:lnTo>
                    <a:pt x="38394" y="10056"/>
                  </a:lnTo>
                  <a:lnTo>
                    <a:pt x="9983" y="39434"/>
                  </a:lnTo>
                  <a:lnTo>
                    <a:pt x="0" y="84782"/>
                  </a:lnTo>
                  <a:lnTo>
                    <a:pt x="554" y="96513"/>
                  </a:lnTo>
                  <a:lnTo>
                    <a:pt x="13778" y="139166"/>
                  </a:lnTo>
                  <a:lnTo>
                    <a:pt x="43737" y="165907"/>
                  </a:lnTo>
                  <a:lnTo>
                    <a:pt x="78690" y="172078"/>
                  </a:lnTo>
                  <a:lnTo>
                    <a:pt x="91185" y="171186"/>
                  </a:lnTo>
                  <a:lnTo>
                    <a:pt x="131055" y="149900"/>
                  </a:lnTo>
                  <a:lnTo>
                    <a:pt x="147734" y="116459"/>
                  </a:lnTo>
                  <a:lnTo>
                    <a:pt x="125601" y="110904"/>
                  </a:lnTo>
                  <a:lnTo>
                    <a:pt x="122895" y="120749"/>
                  </a:lnTo>
                  <a:lnTo>
                    <a:pt x="119106" y="129307"/>
                  </a:lnTo>
                  <a:lnTo>
                    <a:pt x="85749" y="152567"/>
                  </a:lnTo>
                  <a:lnTo>
                    <a:pt x="76765" y="153235"/>
                  </a:lnTo>
                  <a:lnTo>
                    <a:pt x="69295" y="152746"/>
                  </a:lnTo>
                  <a:lnTo>
                    <a:pt x="32572" y="129147"/>
                  </a:lnTo>
                  <a:lnTo>
                    <a:pt x="22830" y="84662"/>
                  </a:lnTo>
                  <a:lnTo>
                    <a:pt x="23155" y="76496"/>
                  </a:lnTo>
                  <a:lnTo>
                    <a:pt x="35237" y="38808"/>
                  </a:lnTo>
                  <a:lnTo>
                    <a:pt x="69252" y="19417"/>
                  </a:lnTo>
                  <a:lnTo>
                    <a:pt x="78449" y="18843"/>
                  </a:lnTo>
                  <a:lnTo>
                    <a:pt x="86531" y="19359"/>
                  </a:lnTo>
                  <a:lnTo>
                    <a:pt x="119955" y="45117"/>
                  </a:lnTo>
                  <a:lnTo>
                    <a:pt x="123195" y="53584"/>
                  </a:lnTo>
                  <a:lnTo>
                    <a:pt x="144847" y="48460"/>
                  </a:lnTo>
                  <a:lnTo>
                    <a:pt x="121030" y="12713"/>
                  </a:lnTo>
                  <a:lnTo>
                    <a:pt x="91023" y="794"/>
                  </a:lnTo>
                  <a:lnTo>
                    <a:pt x="789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7" name="object 4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764635" y="1916627"/>
              <a:ext cx="147710" cy="172078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936402" y="1888925"/>
              <a:ext cx="82756" cy="82483"/>
            </a:xfrm>
            <a:prstGeom prst="rect">
              <a:avLst/>
            </a:prstGeom>
          </p:spPr>
        </p:pic>
        <p:sp>
          <p:nvSpPr>
            <p:cNvPr id="49" name="object 49"/>
            <p:cNvSpPr/>
            <p:nvPr/>
          </p:nvSpPr>
          <p:spPr>
            <a:xfrm>
              <a:off x="3606821" y="1994658"/>
              <a:ext cx="116839" cy="0"/>
            </a:xfrm>
            <a:custGeom>
              <a:avLst/>
              <a:gdLst/>
              <a:ahLst/>
              <a:cxnLst/>
              <a:rect l="l" t="t" r="r" b="b"/>
              <a:pathLst>
                <a:path w="116839">
                  <a:moveTo>
                    <a:pt x="0" y="0"/>
                  </a:moveTo>
                  <a:lnTo>
                    <a:pt x="116435" y="0"/>
                  </a:lnTo>
                </a:path>
              </a:pathLst>
            </a:custGeom>
            <a:ln w="1436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0" name="object 5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180314" y="1675664"/>
              <a:ext cx="131158" cy="166404"/>
            </a:xfrm>
            <a:prstGeom prst="rect">
              <a:avLst/>
            </a:prstGeom>
          </p:spPr>
        </p:pic>
        <p:sp>
          <p:nvSpPr>
            <p:cNvPr id="51" name="object 51"/>
            <p:cNvSpPr/>
            <p:nvPr/>
          </p:nvSpPr>
          <p:spPr>
            <a:xfrm>
              <a:off x="3181878" y="1856937"/>
              <a:ext cx="228600" cy="337185"/>
            </a:xfrm>
            <a:custGeom>
              <a:avLst/>
              <a:gdLst/>
              <a:ahLst/>
              <a:cxnLst/>
              <a:rect l="l" t="t" r="r" b="b"/>
              <a:pathLst>
                <a:path w="228600" h="337185">
                  <a:moveTo>
                    <a:pt x="228589" y="55356"/>
                  </a:moveTo>
                  <a:lnTo>
                    <a:pt x="172969" y="0"/>
                  </a:lnTo>
                </a:path>
                <a:path w="228600" h="337185">
                  <a:moveTo>
                    <a:pt x="35147" y="336807"/>
                  </a:moveTo>
                  <a:lnTo>
                    <a:pt x="0" y="276231"/>
                  </a:lnTo>
                </a:path>
                <a:path w="228600" h="337185">
                  <a:moveTo>
                    <a:pt x="90117" y="294882"/>
                  </a:moveTo>
                  <a:lnTo>
                    <a:pt x="63967" y="249821"/>
                  </a:lnTo>
                </a:path>
                <a:path w="228600" h="337185">
                  <a:moveTo>
                    <a:pt x="145063" y="252982"/>
                  </a:moveTo>
                  <a:lnTo>
                    <a:pt x="127911" y="223412"/>
                  </a:lnTo>
                </a:path>
                <a:path w="228600" h="337185">
                  <a:moveTo>
                    <a:pt x="200034" y="211058"/>
                  </a:moveTo>
                  <a:lnTo>
                    <a:pt x="191878" y="196979"/>
                  </a:lnTo>
                </a:path>
              </a:pathLst>
            </a:custGeom>
            <a:ln w="14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3324343" y="2115355"/>
              <a:ext cx="97155" cy="173990"/>
            </a:xfrm>
            <a:custGeom>
              <a:avLst/>
              <a:gdLst/>
              <a:ahLst/>
              <a:cxnLst/>
              <a:rect l="l" t="t" r="r" b="b"/>
              <a:pathLst>
                <a:path w="97154" h="173989">
                  <a:moveTo>
                    <a:pt x="0" y="173587"/>
                  </a:moveTo>
                  <a:lnTo>
                    <a:pt x="97021" y="0"/>
                  </a:lnTo>
                </a:path>
              </a:pathLst>
            </a:custGeom>
            <a:ln w="336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3288739" y="2107453"/>
              <a:ext cx="143510" cy="203835"/>
            </a:xfrm>
            <a:custGeom>
              <a:avLst/>
              <a:gdLst/>
              <a:ahLst/>
              <a:cxnLst/>
              <a:rect l="l" t="t" r="r" b="b"/>
              <a:pathLst>
                <a:path w="143510" h="203835">
                  <a:moveTo>
                    <a:pt x="130701" y="0"/>
                  </a:moveTo>
                  <a:lnTo>
                    <a:pt x="0" y="167840"/>
                  </a:lnTo>
                  <a:lnTo>
                    <a:pt x="62524" y="203755"/>
                  </a:lnTo>
                  <a:lnTo>
                    <a:pt x="143211" y="7182"/>
                  </a:lnTo>
                  <a:lnTo>
                    <a:pt x="13070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3961662" y="2038665"/>
              <a:ext cx="353060" cy="135255"/>
            </a:xfrm>
            <a:custGeom>
              <a:avLst/>
              <a:gdLst/>
              <a:ahLst/>
              <a:cxnLst/>
              <a:rect l="l" t="t" r="r" b="b"/>
              <a:pathLst>
                <a:path w="353060" h="135255">
                  <a:moveTo>
                    <a:pt x="352675" y="135015"/>
                  </a:moveTo>
                  <a:lnTo>
                    <a:pt x="0" y="0"/>
                  </a:lnTo>
                </a:path>
              </a:pathLst>
            </a:custGeom>
            <a:ln w="33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/>
            <p:cNvSpPr/>
            <p:nvPr/>
          </p:nvSpPr>
          <p:spPr>
            <a:xfrm>
              <a:off x="3954926" y="2031937"/>
              <a:ext cx="376555" cy="175895"/>
            </a:xfrm>
            <a:custGeom>
              <a:avLst/>
              <a:gdLst/>
              <a:ahLst/>
              <a:cxnLst/>
              <a:rect l="l" t="t" r="r" b="b"/>
              <a:pathLst>
                <a:path w="376554" h="175894">
                  <a:moveTo>
                    <a:pt x="5051" y="0"/>
                  </a:moveTo>
                  <a:lnTo>
                    <a:pt x="0" y="13456"/>
                  </a:lnTo>
                  <a:lnTo>
                    <a:pt x="350991" y="175359"/>
                  </a:lnTo>
                  <a:lnTo>
                    <a:pt x="376251" y="108126"/>
                  </a:lnTo>
                  <a:lnTo>
                    <a:pt x="505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/>
            <p:cNvSpPr/>
            <p:nvPr/>
          </p:nvSpPr>
          <p:spPr>
            <a:xfrm>
              <a:off x="4071362" y="1872237"/>
              <a:ext cx="247015" cy="86995"/>
            </a:xfrm>
            <a:custGeom>
              <a:avLst/>
              <a:gdLst/>
              <a:ahLst/>
              <a:cxnLst/>
              <a:rect l="l" t="t" r="r" b="b"/>
              <a:pathLst>
                <a:path w="247014" h="86994">
                  <a:moveTo>
                    <a:pt x="233593" y="0"/>
                  </a:moveTo>
                  <a:lnTo>
                    <a:pt x="246584" y="69027"/>
                  </a:lnTo>
                </a:path>
                <a:path w="247014" h="86994">
                  <a:moveTo>
                    <a:pt x="175375" y="17765"/>
                  </a:moveTo>
                  <a:lnTo>
                    <a:pt x="185720" y="73457"/>
                  </a:lnTo>
                </a:path>
                <a:path w="247014" h="86994">
                  <a:moveTo>
                    <a:pt x="116917" y="35555"/>
                  </a:moveTo>
                  <a:lnTo>
                    <a:pt x="124855" y="77910"/>
                  </a:lnTo>
                </a:path>
                <a:path w="247014" h="86994">
                  <a:moveTo>
                    <a:pt x="58458" y="53321"/>
                  </a:moveTo>
                  <a:lnTo>
                    <a:pt x="63991" y="82364"/>
                  </a:lnTo>
                </a:path>
                <a:path w="247014" h="86994">
                  <a:moveTo>
                    <a:pt x="0" y="71110"/>
                  </a:moveTo>
                  <a:lnTo>
                    <a:pt x="3127" y="86817"/>
                  </a:lnTo>
                </a:path>
              </a:pathLst>
            </a:custGeom>
            <a:ln w="14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7" name="object 57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3451250" y="1713214"/>
              <a:ext cx="262382" cy="191208"/>
            </a:xfrm>
            <a:prstGeom prst="rect">
              <a:avLst/>
            </a:prstGeom>
          </p:spPr>
        </p:pic>
      </p:grpSp>
      <p:pic>
        <p:nvPicPr>
          <p:cNvPr id="58" name="object 58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3034504" y="2491931"/>
            <a:ext cx="1214638" cy="169131"/>
          </a:xfrm>
          <a:prstGeom prst="rect">
            <a:avLst/>
          </a:prstGeom>
        </p:spPr>
      </p:pic>
      <p:pic>
        <p:nvPicPr>
          <p:cNvPr id="59" name="object 59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3072332" y="1306510"/>
            <a:ext cx="118898" cy="206416"/>
          </a:xfrm>
          <a:prstGeom prst="rect">
            <a:avLst/>
          </a:prstGeom>
        </p:spPr>
      </p:pic>
      <p:grpSp>
        <p:nvGrpSpPr>
          <p:cNvPr id="60" name="object 60"/>
          <p:cNvGrpSpPr/>
          <p:nvPr/>
        </p:nvGrpSpPr>
        <p:grpSpPr>
          <a:xfrm>
            <a:off x="4613126" y="1955126"/>
            <a:ext cx="615315" cy="79375"/>
            <a:chOff x="4613126" y="1955126"/>
            <a:chExt cx="615315" cy="79375"/>
          </a:xfrm>
        </p:grpSpPr>
        <p:sp>
          <p:nvSpPr>
            <p:cNvPr id="61" name="object 61"/>
            <p:cNvSpPr/>
            <p:nvPr/>
          </p:nvSpPr>
          <p:spPr>
            <a:xfrm>
              <a:off x="4613126" y="1988911"/>
              <a:ext cx="490220" cy="14604"/>
            </a:xfrm>
            <a:custGeom>
              <a:avLst/>
              <a:gdLst/>
              <a:ahLst/>
              <a:cxnLst/>
              <a:rect l="l" t="t" r="r" b="b"/>
              <a:pathLst>
                <a:path w="490220" h="14605">
                  <a:moveTo>
                    <a:pt x="490041" y="0"/>
                  </a:moveTo>
                  <a:lnTo>
                    <a:pt x="0" y="0"/>
                  </a:lnTo>
                  <a:lnTo>
                    <a:pt x="0" y="14365"/>
                  </a:lnTo>
                  <a:lnTo>
                    <a:pt x="490041" y="14365"/>
                  </a:lnTo>
                  <a:lnTo>
                    <a:pt x="49004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2" name="object 6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080560" y="1955126"/>
              <a:ext cx="147697" cy="79063"/>
            </a:xfrm>
            <a:prstGeom prst="rect">
              <a:avLst/>
            </a:prstGeom>
          </p:spPr>
        </p:pic>
      </p:grpSp>
      <p:grpSp>
        <p:nvGrpSpPr>
          <p:cNvPr id="63" name="object 63"/>
          <p:cNvGrpSpPr/>
          <p:nvPr/>
        </p:nvGrpSpPr>
        <p:grpSpPr>
          <a:xfrm>
            <a:off x="5420015" y="1772042"/>
            <a:ext cx="850900" cy="502284"/>
            <a:chOff x="5420015" y="1772042"/>
            <a:chExt cx="850900" cy="502284"/>
          </a:xfrm>
        </p:grpSpPr>
        <p:sp>
          <p:nvSpPr>
            <p:cNvPr id="64" name="object 64"/>
            <p:cNvSpPr/>
            <p:nvPr/>
          </p:nvSpPr>
          <p:spPr>
            <a:xfrm>
              <a:off x="5597296" y="1945004"/>
              <a:ext cx="494665" cy="172085"/>
            </a:xfrm>
            <a:custGeom>
              <a:avLst/>
              <a:gdLst/>
              <a:ahLst/>
              <a:cxnLst/>
              <a:rect l="l" t="t" r="r" b="b"/>
              <a:pathLst>
                <a:path w="494664" h="172085">
                  <a:moveTo>
                    <a:pt x="147701" y="116459"/>
                  </a:moveTo>
                  <a:lnTo>
                    <a:pt x="125577" y="110909"/>
                  </a:lnTo>
                  <a:lnTo>
                    <a:pt x="122732" y="120751"/>
                  </a:lnTo>
                  <a:lnTo>
                    <a:pt x="118897" y="129311"/>
                  </a:lnTo>
                  <a:lnTo>
                    <a:pt x="85623" y="152565"/>
                  </a:lnTo>
                  <a:lnTo>
                    <a:pt x="76733" y="153238"/>
                  </a:lnTo>
                  <a:lnTo>
                    <a:pt x="69151" y="152742"/>
                  </a:lnTo>
                  <a:lnTo>
                    <a:pt x="32486" y="129146"/>
                  </a:lnTo>
                  <a:lnTo>
                    <a:pt x="22606" y="84658"/>
                  </a:lnTo>
                  <a:lnTo>
                    <a:pt x="22961" y="76504"/>
                  </a:lnTo>
                  <a:lnTo>
                    <a:pt x="35153" y="38811"/>
                  </a:lnTo>
                  <a:lnTo>
                    <a:pt x="69126" y="19418"/>
                  </a:lnTo>
                  <a:lnTo>
                    <a:pt x="78422" y="18846"/>
                  </a:lnTo>
                  <a:lnTo>
                    <a:pt x="86398" y="19367"/>
                  </a:lnTo>
                  <a:lnTo>
                    <a:pt x="119926" y="45123"/>
                  </a:lnTo>
                  <a:lnTo>
                    <a:pt x="123164" y="53581"/>
                  </a:lnTo>
                  <a:lnTo>
                    <a:pt x="144818" y="48463"/>
                  </a:lnTo>
                  <a:lnTo>
                    <a:pt x="121005" y="12712"/>
                  </a:lnTo>
                  <a:lnTo>
                    <a:pt x="78905" y="0"/>
                  </a:lnTo>
                  <a:lnTo>
                    <a:pt x="67983" y="635"/>
                  </a:lnTo>
                  <a:lnTo>
                    <a:pt x="29578" y="15646"/>
                  </a:lnTo>
                  <a:lnTo>
                    <a:pt x="5473" y="49530"/>
                  </a:lnTo>
                  <a:lnTo>
                    <a:pt x="0" y="84785"/>
                  </a:lnTo>
                  <a:lnTo>
                    <a:pt x="533" y="96520"/>
                  </a:lnTo>
                  <a:lnTo>
                    <a:pt x="13665" y="139166"/>
                  </a:lnTo>
                  <a:lnTo>
                    <a:pt x="43611" y="165912"/>
                  </a:lnTo>
                  <a:lnTo>
                    <a:pt x="78422" y="172085"/>
                  </a:lnTo>
                  <a:lnTo>
                    <a:pt x="91059" y="171183"/>
                  </a:lnTo>
                  <a:lnTo>
                    <a:pt x="131025" y="149898"/>
                  </a:lnTo>
                  <a:lnTo>
                    <a:pt x="147701" y="116459"/>
                  </a:lnTo>
                  <a:close/>
                </a:path>
                <a:path w="494664" h="172085">
                  <a:moveTo>
                    <a:pt x="494131" y="116459"/>
                  </a:moveTo>
                  <a:lnTo>
                    <a:pt x="471995" y="110909"/>
                  </a:lnTo>
                  <a:lnTo>
                    <a:pt x="469150" y="120751"/>
                  </a:lnTo>
                  <a:lnTo>
                    <a:pt x="465315" y="129311"/>
                  </a:lnTo>
                  <a:lnTo>
                    <a:pt x="432041" y="152565"/>
                  </a:lnTo>
                  <a:lnTo>
                    <a:pt x="423164" y="153238"/>
                  </a:lnTo>
                  <a:lnTo>
                    <a:pt x="415582" y="152742"/>
                  </a:lnTo>
                  <a:lnTo>
                    <a:pt x="378904" y="129146"/>
                  </a:lnTo>
                  <a:lnTo>
                    <a:pt x="369036" y="84658"/>
                  </a:lnTo>
                  <a:lnTo>
                    <a:pt x="369379" y="76504"/>
                  </a:lnTo>
                  <a:lnTo>
                    <a:pt x="381571" y="38811"/>
                  </a:lnTo>
                  <a:lnTo>
                    <a:pt x="415544" y="19418"/>
                  </a:lnTo>
                  <a:lnTo>
                    <a:pt x="424840" y="18846"/>
                  </a:lnTo>
                  <a:lnTo>
                    <a:pt x="432816" y="19367"/>
                  </a:lnTo>
                  <a:lnTo>
                    <a:pt x="466344" y="45123"/>
                  </a:lnTo>
                  <a:lnTo>
                    <a:pt x="469582" y="53581"/>
                  </a:lnTo>
                  <a:lnTo>
                    <a:pt x="491236" y="48463"/>
                  </a:lnTo>
                  <a:lnTo>
                    <a:pt x="467423" y="12712"/>
                  </a:lnTo>
                  <a:lnTo>
                    <a:pt x="425323" y="0"/>
                  </a:lnTo>
                  <a:lnTo>
                    <a:pt x="414401" y="635"/>
                  </a:lnTo>
                  <a:lnTo>
                    <a:pt x="376008" y="15646"/>
                  </a:lnTo>
                  <a:lnTo>
                    <a:pt x="351891" y="49530"/>
                  </a:lnTo>
                  <a:lnTo>
                    <a:pt x="346417" y="84785"/>
                  </a:lnTo>
                  <a:lnTo>
                    <a:pt x="346964" y="96520"/>
                  </a:lnTo>
                  <a:lnTo>
                    <a:pt x="360083" y="139166"/>
                  </a:lnTo>
                  <a:lnTo>
                    <a:pt x="390029" y="165912"/>
                  </a:lnTo>
                  <a:lnTo>
                    <a:pt x="424840" y="172085"/>
                  </a:lnTo>
                  <a:lnTo>
                    <a:pt x="437476" y="171183"/>
                  </a:lnTo>
                  <a:lnTo>
                    <a:pt x="477443" y="149898"/>
                  </a:lnTo>
                  <a:lnTo>
                    <a:pt x="494131" y="11645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5" name="object 65"/>
            <p:cNvSpPr/>
            <p:nvPr/>
          </p:nvSpPr>
          <p:spPr>
            <a:xfrm>
              <a:off x="5427215" y="1779242"/>
              <a:ext cx="836930" cy="487680"/>
            </a:xfrm>
            <a:custGeom>
              <a:avLst/>
              <a:gdLst/>
              <a:ahLst/>
              <a:cxnLst/>
              <a:rect l="l" t="t" r="r" b="b"/>
              <a:pathLst>
                <a:path w="836929" h="487680">
                  <a:moveTo>
                    <a:pt x="358449" y="243788"/>
                  </a:moveTo>
                  <a:lnTo>
                    <a:pt x="474885" y="243788"/>
                  </a:lnTo>
                </a:path>
                <a:path w="836929" h="487680">
                  <a:moveTo>
                    <a:pt x="358449" y="181727"/>
                  </a:moveTo>
                  <a:lnTo>
                    <a:pt x="474885" y="181727"/>
                  </a:lnTo>
                </a:path>
                <a:path w="836929" h="487680">
                  <a:moveTo>
                    <a:pt x="162144" y="161424"/>
                  </a:moveTo>
                  <a:lnTo>
                    <a:pt x="0" y="0"/>
                  </a:lnTo>
                </a:path>
                <a:path w="836929" h="487680">
                  <a:moveTo>
                    <a:pt x="676964" y="158551"/>
                  </a:moveTo>
                  <a:lnTo>
                    <a:pt x="836462" y="0"/>
                  </a:lnTo>
                </a:path>
                <a:path w="836929" h="487680">
                  <a:moveTo>
                    <a:pt x="685865" y="337717"/>
                  </a:moveTo>
                  <a:lnTo>
                    <a:pt x="836462" y="487576"/>
                  </a:lnTo>
                </a:path>
                <a:path w="836929" h="487680">
                  <a:moveTo>
                    <a:pt x="152040" y="336280"/>
                  </a:moveTo>
                  <a:lnTo>
                    <a:pt x="0" y="487576"/>
                  </a:lnTo>
                </a:path>
              </a:pathLst>
            </a:custGeom>
            <a:ln w="14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66" name="object 66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4968688" y="2627114"/>
            <a:ext cx="110421" cy="109977"/>
          </a:xfrm>
          <a:prstGeom prst="rect">
            <a:avLst/>
          </a:prstGeom>
        </p:spPr>
      </p:pic>
      <p:grpSp>
        <p:nvGrpSpPr>
          <p:cNvPr id="67" name="object 67"/>
          <p:cNvGrpSpPr/>
          <p:nvPr/>
        </p:nvGrpSpPr>
        <p:grpSpPr>
          <a:xfrm>
            <a:off x="5331709" y="2567663"/>
            <a:ext cx="423545" cy="197485"/>
            <a:chOff x="5331709" y="2567663"/>
            <a:chExt cx="423545" cy="197485"/>
          </a:xfrm>
        </p:grpSpPr>
        <p:pic>
          <p:nvPicPr>
            <p:cNvPr id="68" name="object 68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5331709" y="2589571"/>
              <a:ext cx="140011" cy="166399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5507084" y="2598191"/>
              <a:ext cx="131110" cy="166399"/>
            </a:xfrm>
            <a:prstGeom prst="rect">
              <a:avLst/>
            </a:prstGeom>
          </p:spPr>
        </p:pic>
        <p:pic>
          <p:nvPicPr>
            <p:cNvPr id="70" name="object 70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5671634" y="2567663"/>
              <a:ext cx="82996" cy="82481"/>
            </a:xfrm>
            <a:prstGeom prst="rect">
              <a:avLst/>
            </a:prstGeom>
          </p:spPr>
        </p:pic>
      </p:grpSp>
      <p:pic>
        <p:nvPicPr>
          <p:cNvPr id="71" name="object 71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5924955" y="2627114"/>
            <a:ext cx="110421" cy="109977"/>
          </a:xfrm>
          <a:prstGeom prst="rect">
            <a:avLst/>
          </a:prstGeom>
        </p:spPr>
      </p:pic>
      <p:sp>
        <p:nvSpPr>
          <p:cNvPr id="72" name="object 72"/>
          <p:cNvSpPr/>
          <p:nvPr/>
        </p:nvSpPr>
        <p:spPr>
          <a:xfrm>
            <a:off x="6273292" y="2594368"/>
            <a:ext cx="217804" cy="167005"/>
          </a:xfrm>
          <a:custGeom>
            <a:avLst/>
            <a:gdLst/>
            <a:ahLst/>
            <a:cxnLst/>
            <a:rect l="l" t="t" r="r" b="b"/>
            <a:pathLst>
              <a:path w="217804" h="167005">
                <a:moveTo>
                  <a:pt x="155409" y="166382"/>
                </a:moveTo>
                <a:lnTo>
                  <a:pt x="98399" y="80797"/>
                </a:lnTo>
                <a:lnTo>
                  <a:pt x="150355" y="0"/>
                </a:lnTo>
                <a:lnTo>
                  <a:pt x="111150" y="0"/>
                </a:lnTo>
                <a:lnTo>
                  <a:pt x="78422" y="53454"/>
                </a:lnTo>
                <a:lnTo>
                  <a:pt x="44742" y="0"/>
                </a:lnTo>
                <a:lnTo>
                  <a:pt x="5295" y="0"/>
                </a:lnTo>
                <a:lnTo>
                  <a:pt x="57023" y="79552"/>
                </a:lnTo>
                <a:lnTo>
                  <a:pt x="0" y="166382"/>
                </a:lnTo>
                <a:lnTo>
                  <a:pt x="40424" y="166382"/>
                </a:lnTo>
                <a:lnTo>
                  <a:pt x="77711" y="108839"/>
                </a:lnTo>
                <a:lnTo>
                  <a:pt x="114757" y="166382"/>
                </a:lnTo>
                <a:lnTo>
                  <a:pt x="155409" y="166382"/>
                </a:lnTo>
                <a:close/>
              </a:path>
              <a:path w="217804" h="167005">
                <a:moveTo>
                  <a:pt x="217538" y="20066"/>
                </a:moveTo>
                <a:lnTo>
                  <a:pt x="170319" y="20066"/>
                </a:lnTo>
                <a:lnTo>
                  <a:pt x="170319" y="43980"/>
                </a:lnTo>
                <a:lnTo>
                  <a:pt x="217538" y="43980"/>
                </a:lnTo>
                <a:lnTo>
                  <a:pt x="217538" y="2006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3" name="object 73"/>
          <p:cNvSpPr/>
          <p:nvPr/>
        </p:nvSpPr>
        <p:spPr>
          <a:xfrm>
            <a:off x="6184048" y="2697045"/>
            <a:ext cx="40640" cy="40005"/>
          </a:xfrm>
          <a:custGeom>
            <a:avLst/>
            <a:gdLst/>
            <a:ahLst/>
            <a:cxnLst/>
            <a:rect l="l" t="t" r="r" b="b"/>
            <a:pathLst>
              <a:path w="40639" h="40005">
                <a:moveTo>
                  <a:pt x="19967" y="0"/>
                </a:moveTo>
                <a:lnTo>
                  <a:pt x="12178" y="1567"/>
                </a:lnTo>
                <a:lnTo>
                  <a:pt x="5833" y="5843"/>
                </a:lnTo>
                <a:lnTo>
                  <a:pt x="1563" y="12185"/>
                </a:lnTo>
                <a:lnTo>
                  <a:pt x="0" y="19951"/>
                </a:lnTo>
                <a:lnTo>
                  <a:pt x="1563" y="27718"/>
                </a:lnTo>
                <a:lnTo>
                  <a:pt x="5833" y="34060"/>
                </a:lnTo>
                <a:lnTo>
                  <a:pt x="12178" y="38335"/>
                </a:lnTo>
                <a:lnTo>
                  <a:pt x="19967" y="39903"/>
                </a:lnTo>
                <a:lnTo>
                  <a:pt x="27793" y="38335"/>
                </a:lnTo>
                <a:lnTo>
                  <a:pt x="34221" y="34060"/>
                </a:lnTo>
                <a:lnTo>
                  <a:pt x="38573" y="27718"/>
                </a:lnTo>
                <a:lnTo>
                  <a:pt x="40175" y="19951"/>
                </a:lnTo>
                <a:lnTo>
                  <a:pt x="38573" y="12185"/>
                </a:lnTo>
                <a:lnTo>
                  <a:pt x="34221" y="5843"/>
                </a:lnTo>
                <a:lnTo>
                  <a:pt x="27793" y="1567"/>
                </a:lnTo>
                <a:lnTo>
                  <a:pt x="1996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4" name="object 74"/>
          <p:cNvSpPr/>
          <p:nvPr/>
        </p:nvSpPr>
        <p:spPr>
          <a:xfrm>
            <a:off x="6187898" y="2607337"/>
            <a:ext cx="40005" cy="40005"/>
          </a:xfrm>
          <a:custGeom>
            <a:avLst/>
            <a:gdLst/>
            <a:ahLst/>
            <a:cxnLst/>
            <a:rect l="l" t="t" r="r" b="b"/>
            <a:pathLst>
              <a:path w="40004" h="40005">
                <a:moveTo>
                  <a:pt x="19967" y="0"/>
                </a:moveTo>
                <a:lnTo>
                  <a:pt x="12178" y="1567"/>
                </a:lnTo>
                <a:lnTo>
                  <a:pt x="5833" y="5842"/>
                </a:lnTo>
                <a:lnTo>
                  <a:pt x="1563" y="12181"/>
                </a:lnTo>
                <a:lnTo>
                  <a:pt x="0" y="19944"/>
                </a:lnTo>
                <a:lnTo>
                  <a:pt x="1563" y="27719"/>
                </a:lnTo>
                <a:lnTo>
                  <a:pt x="5833" y="34063"/>
                </a:lnTo>
                <a:lnTo>
                  <a:pt x="12178" y="38337"/>
                </a:lnTo>
                <a:lnTo>
                  <a:pt x="19967" y="39903"/>
                </a:lnTo>
                <a:lnTo>
                  <a:pt x="27755" y="38337"/>
                </a:lnTo>
                <a:lnTo>
                  <a:pt x="34100" y="34063"/>
                </a:lnTo>
                <a:lnTo>
                  <a:pt x="38370" y="27719"/>
                </a:lnTo>
                <a:lnTo>
                  <a:pt x="39934" y="19944"/>
                </a:lnTo>
                <a:lnTo>
                  <a:pt x="38370" y="12181"/>
                </a:lnTo>
                <a:lnTo>
                  <a:pt x="34100" y="5842"/>
                </a:lnTo>
                <a:lnTo>
                  <a:pt x="27755" y="1567"/>
                </a:lnTo>
                <a:lnTo>
                  <a:pt x="1996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75" name="object 75"/>
          <p:cNvGrpSpPr/>
          <p:nvPr/>
        </p:nvGrpSpPr>
        <p:grpSpPr>
          <a:xfrm>
            <a:off x="4658835" y="3934408"/>
            <a:ext cx="2526030" cy="1139825"/>
            <a:chOff x="4658835" y="3934408"/>
            <a:chExt cx="2526030" cy="1139825"/>
          </a:xfrm>
        </p:grpSpPr>
        <p:pic>
          <p:nvPicPr>
            <p:cNvPr id="76" name="object 76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5128599" y="4135480"/>
              <a:ext cx="369646" cy="148015"/>
            </a:xfrm>
            <a:prstGeom prst="rect">
              <a:avLst/>
            </a:prstGeom>
          </p:spPr>
        </p:pic>
        <p:sp>
          <p:nvSpPr>
            <p:cNvPr id="77" name="object 77"/>
            <p:cNvSpPr/>
            <p:nvPr/>
          </p:nvSpPr>
          <p:spPr>
            <a:xfrm>
              <a:off x="5576328" y="4172267"/>
              <a:ext cx="104775" cy="71120"/>
            </a:xfrm>
            <a:custGeom>
              <a:avLst/>
              <a:gdLst/>
              <a:ahLst/>
              <a:cxnLst/>
              <a:rect l="l" t="t" r="r" b="b"/>
              <a:pathLst>
                <a:path w="104775" h="71120">
                  <a:moveTo>
                    <a:pt x="104635" y="44869"/>
                  </a:moveTo>
                  <a:lnTo>
                    <a:pt x="0" y="44869"/>
                  </a:lnTo>
                  <a:lnTo>
                    <a:pt x="0" y="71120"/>
                  </a:lnTo>
                  <a:lnTo>
                    <a:pt x="104635" y="71120"/>
                  </a:lnTo>
                  <a:lnTo>
                    <a:pt x="104635" y="44869"/>
                  </a:lnTo>
                  <a:close/>
                </a:path>
                <a:path w="104775" h="71120">
                  <a:moveTo>
                    <a:pt x="104635" y="0"/>
                  </a:moveTo>
                  <a:lnTo>
                    <a:pt x="0" y="0"/>
                  </a:lnTo>
                  <a:lnTo>
                    <a:pt x="0" y="26123"/>
                  </a:lnTo>
                  <a:lnTo>
                    <a:pt x="104635" y="26123"/>
                  </a:lnTo>
                  <a:lnTo>
                    <a:pt x="1046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8" name="object 78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5758140" y="4132533"/>
              <a:ext cx="189255" cy="190378"/>
            </a:xfrm>
            <a:prstGeom prst="rect">
              <a:avLst/>
            </a:prstGeom>
          </p:spPr>
        </p:pic>
        <p:pic>
          <p:nvPicPr>
            <p:cNvPr id="79" name="object 79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5967453" y="4132533"/>
              <a:ext cx="335255" cy="190378"/>
            </a:xfrm>
            <a:prstGeom prst="rect">
              <a:avLst/>
            </a:prstGeom>
          </p:spPr>
        </p:pic>
        <p:pic>
          <p:nvPicPr>
            <p:cNvPr id="80" name="object 80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5073894" y="4617224"/>
              <a:ext cx="108597" cy="148545"/>
            </a:xfrm>
            <a:prstGeom prst="rect">
              <a:avLst/>
            </a:prstGeom>
          </p:spPr>
        </p:pic>
        <p:sp>
          <p:nvSpPr>
            <p:cNvPr id="81" name="object 81"/>
            <p:cNvSpPr/>
            <p:nvPr/>
          </p:nvSpPr>
          <p:spPr>
            <a:xfrm>
              <a:off x="5256733" y="4661420"/>
              <a:ext cx="99060" cy="62230"/>
            </a:xfrm>
            <a:custGeom>
              <a:avLst/>
              <a:gdLst/>
              <a:ahLst/>
              <a:cxnLst/>
              <a:rect l="l" t="t" r="r" b="b"/>
              <a:pathLst>
                <a:path w="99060" h="62229">
                  <a:moveTo>
                    <a:pt x="98818" y="45072"/>
                  </a:moveTo>
                  <a:lnTo>
                    <a:pt x="0" y="45072"/>
                  </a:lnTo>
                  <a:lnTo>
                    <a:pt x="0" y="62103"/>
                  </a:lnTo>
                  <a:lnTo>
                    <a:pt x="98818" y="62103"/>
                  </a:lnTo>
                  <a:lnTo>
                    <a:pt x="98818" y="45072"/>
                  </a:lnTo>
                  <a:close/>
                </a:path>
                <a:path w="99060" h="62229">
                  <a:moveTo>
                    <a:pt x="98818" y="0"/>
                  </a:moveTo>
                  <a:lnTo>
                    <a:pt x="0" y="0"/>
                  </a:lnTo>
                  <a:lnTo>
                    <a:pt x="0" y="17018"/>
                  </a:lnTo>
                  <a:lnTo>
                    <a:pt x="98818" y="17018"/>
                  </a:lnTo>
                  <a:lnTo>
                    <a:pt x="9881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2" name="object 82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5423568" y="4617224"/>
              <a:ext cx="133098" cy="148545"/>
            </a:xfrm>
            <a:prstGeom prst="rect">
              <a:avLst/>
            </a:prstGeom>
          </p:spPr>
        </p:pic>
        <p:pic>
          <p:nvPicPr>
            <p:cNvPr id="83" name="object 83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5582791" y="4655728"/>
              <a:ext cx="325574" cy="151280"/>
            </a:xfrm>
            <a:prstGeom prst="rect">
              <a:avLst/>
            </a:prstGeom>
          </p:spPr>
        </p:pic>
        <p:pic>
          <p:nvPicPr>
            <p:cNvPr id="84" name="object 84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5931696" y="4614701"/>
              <a:ext cx="425632" cy="201636"/>
            </a:xfrm>
            <a:prstGeom prst="rect">
              <a:avLst/>
            </a:prstGeom>
          </p:spPr>
        </p:pic>
        <p:pic>
          <p:nvPicPr>
            <p:cNvPr id="85" name="object 85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6377642" y="4617224"/>
              <a:ext cx="260856" cy="148545"/>
            </a:xfrm>
            <a:prstGeom prst="rect">
              <a:avLst/>
            </a:prstGeom>
          </p:spPr>
        </p:pic>
        <p:sp>
          <p:nvSpPr>
            <p:cNvPr id="86" name="object 86"/>
            <p:cNvSpPr/>
            <p:nvPr/>
          </p:nvSpPr>
          <p:spPr>
            <a:xfrm>
              <a:off x="4742091" y="3991673"/>
              <a:ext cx="2442845" cy="1082675"/>
            </a:xfrm>
            <a:custGeom>
              <a:avLst/>
              <a:gdLst/>
              <a:ahLst/>
              <a:cxnLst/>
              <a:rect l="l" t="t" r="r" b="b"/>
              <a:pathLst>
                <a:path w="2442845" h="1082675">
                  <a:moveTo>
                    <a:pt x="1965274" y="720293"/>
                  </a:moveTo>
                  <a:lnTo>
                    <a:pt x="1957412" y="674090"/>
                  </a:lnTo>
                  <a:lnTo>
                    <a:pt x="1937994" y="635762"/>
                  </a:lnTo>
                  <a:lnTo>
                    <a:pt x="1929015" y="623036"/>
                  </a:lnTo>
                  <a:lnTo>
                    <a:pt x="1915858" y="623036"/>
                  </a:lnTo>
                  <a:lnTo>
                    <a:pt x="1929777" y="648106"/>
                  </a:lnTo>
                  <a:lnTo>
                    <a:pt x="1935238" y="660488"/>
                  </a:lnTo>
                  <a:lnTo>
                    <a:pt x="1945284" y="701421"/>
                  </a:lnTo>
                  <a:lnTo>
                    <a:pt x="1946389" y="720394"/>
                  </a:lnTo>
                  <a:lnTo>
                    <a:pt x="1944471" y="744753"/>
                  </a:lnTo>
                  <a:lnTo>
                    <a:pt x="1938743" y="769099"/>
                  </a:lnTo>
                  <a:lnTo>
                    <a:pt x="1929206" y="793432"/>
                  </a:lnTo>
                  <a:lnTo>
                    <a:pt x="1915858" y="817753"/>
                  </a:lnTo>
                  <a:lnTo>
                    <a:pt x="1929015" y="817753"/>
                  </a:lnTo>
                  <a:lnTo>
                    <a:pt x="1954695" y="773188"/>
                  </a:lnTo>
                  <a:lnTo>
                    <a:pt x="1964601" y="733856"/>
                  </a:lnTo>
                  <a:lnTo>
                    <a:pt x="1965274" y="720293"/>
                  </a:lnTo>
                  <a:close/>
                </a:path>
                <a:path w="2442845" h="1082675">
                  <a:moveTo>
                    <a:pt x="2442616" y="76327"/>
                  </a:moveTo>
                  <a:lnTo>
                    <a:pt x="2436571" y="46621"/>
                  </a:lnTo>
                  <a:lnTo>
                    <a:pt x="2420112" y="22364"/>
                  </a:lnTo>
                  <a:lnTo>
                    <a:pt x="2395664" y="5994"/>
                  </a:lnTo>
                  <a:lnTo>
                    <a:pt x="2365718" y="0"/>
                  </a:lnTo>
                  <a:lnTo>
                    <a:pt x="2391346" y="25438"/>
                  </a:lnTo>
                  <a:lnTo>
                    <a:pt x="2391346" y="955179"/>
                  </a:lnTo>
                  <a:lnTo>
                    <a:pt x="2385314" y="984885"/>
                  </a:lnTo>
                  <a:lnTo>
                    <a:pt x="2368842" y="1009142"/>
                  </a:lnTo>
                  <a:lnTo>
                    <a:pt x="2344394" y="1025512"/>
                  </a:lnTo>
                  <a:lnTo>
                    <a:pt x="2314448" y="1031506"/>
                  </a:lnTo>
                  <a:lnTo>
                    <a:pt x="0" y="1031506"/>
                  </a:lnTo>
                  <a:lnTo>
                    <a:pt x="51269" y="1082395"/>
                  </a:lnTo>
                  <a:lnTo>
                    <a:pt x="2365718" y="1082395"/>
                  </a:lnTo>
                  <a:lnTo>
                    <a:pt x="2395664" y="1076388"/>
                  </a:lnTo>
                  <a:lnTo>
                    <a:pt x="2420112" y="1060030"/>
                  </a:lnTo>
                  <a:lnTo>
                    <a:pt x="2436571" y="1035761"/>
                  </a:lnTo>
                  <a:lnTo>
                    <a:pt x="2437447" y="1031506"/>
                  </a:lnTo>
                  <a:lnTo>
                    <a:pt x="2442616" y="1006068"/>
                  </a:lnTo>
                  <a:lnTo>
                    <a:pt x="2442616" y="7632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7" name="object 87"/>
            <p:cNvSpPr/>
            <p:nvPr/>
          </p:nvSpPr>
          <p:spPr>
            <a:xfrm>
              <a:off x="4665203" y="3940776"/>
              <a:ext cx="2468245" cy="1082675"/>
            </a:xfrm>
            <a:custGeom>
              <a:avLst/>
              <a:gdLst/>
              <a:ahLst/>
              <a:cxnLst/>
              <a:rect l="l" t="t" r="r" b="b"/>
              <a:pathLst>
                <a:path w="2468245" h="1082675">
                  <a:moveTo>
                    <a:pt x="0" y="1006071"/>
                  </a:moveTo>
                  <a:lnTo>
                    <a:pt x="0" y="860799"/>
                  </a:lnTo>
                  <a:lnTo>
                    <a:pt x="0" y="541200"/>
                  </a:lnTo>
                  <a:lnTo>
                    <a:pt x="0" y="221601"/>
                  </a:lnTo>
                  <a:lnTo>
                    <a:pt x="0" y="76329"/>
                  </a:lnTo>
                  <a:lnTo>
                    <a:pt x="6046" y="46629"/>
                  </a:lnTo>
                  <a:lnTo>
                    <a:pt x="22531" y="22366"/>
                  </a:lnTo>
                  <a:lnTo>
                    <a:pt x="46975" y="6001"/>
                  </a:lnTo>
                  <a:lnTo>
                    <a:pt x="76896" y="0"/>
                  </a:lnTo>
                  <a:lnTo>
                    <a:pt x="438528" y="0"/>
                  </a:lnTo>
                  <a:lnTo>
                    <a:pt x="1234120" y="0"/>
                  </a:lnTo>
                  <a:lnTo>
                    <a:pt x="2029712" y="0"/>
                  </a:lnTo>
                  <a:lnTo>
                    <a:pt x="2391344" y="0"/>
                  </a:lnTo>
                  <a:lnTo>
                    <a:pt x="2445734" y="22366"/>
                  </a:lnTo>
                  <a:lnTo>
                    <a:pt x="2468243" y="76329"/>
                  </a:lnTo>
                  <a:lnTo>
                    <a:pt x="2468243" y="221601"/>
                  </a:lnTo>
                  <a:lnTo>
                    <a:pt x="2468243" y="541200"/>
                  </a:lnTo>
                  <a:lnTo>
                    <a:pt x="2468243" y="860799"/>
                  </a:lnTo>
                  <a:lnTo>
                    <a:pt x="2468243" y="1006072"/>
                  </a:lnTo>
                  <a:lnTo>
                    <a:pt x="2462205" y="1035771"/>
                  </a:lnTo>
                  <a:lnTo>
                    <a:pt x="2445734" y="1060034"/>
                  </a:lnTo>
                  <a:lnTo>
                    <a:pt x="2421293" y="1076397"/>
                  </a:lnTo>
                  <a:lnTo>
                    <a:pt x="2391344" y="1082399"/>
                  </a:lnTo>
                  <a:lnTo>
                    <a:pt x="2029712" y="1082399"/>
                  </a:lnTo>
                  <a:lnTo>
                    <a:pt x="1234120" y="1082399"/>
                  </a:lnTo>
                  <a:lnTo>
                    <a:pt x="438528" y="1082399"/>
                  </a:lnTo>
                  <a:lnTo>
                    <a:pt x="76896" y="1082399"/>
                  </a:lnTo>
                  <a:lnTo>
                    <a:pt x="22531" y="1060034"/>
                  </a:lnTo>
                  <a:lnTo>
                    <a:pt x="0" y="1006071"/>
                  </a:lnTo>
                  <a:lnTo>
                    <a:pt x="0" y="860799"/>
                  </a:lnTo>
                  <a:lnTo>
                    <a:pt x="0" y="541200"/>
                  </a:lnTo>
                  <a:lnTo>
                    <a:pt x="0" y="221601"/>
                  </a:lnTo>
                  <a:lnTo>
                    <a:pt x="0" y="76329"/>
                  </a:lnTo>
                </a:path>
              </a:pathLst>
            </a:custGeom>
            <a:ln w="127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8" name="object 8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53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75508" y="410413"/>
            <a:ext cx="684085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pc="-5" dirty="0"/>
              <a:t>E1</a:t>
            </a:r>
            <a:r>
              <a:rPr spc="-15" dirty="0"/>
              <a:t> </a:t>
            </a:r>
            <a:r>
              <a:rPr spc="-35" dirty="0"/>
              <a:t>reactivity,</a:t>
            </a:r>
            <a:r>
              <a:rPr spc="-10" dirty="0"/>
              <a:t> </a:t>
            </a:r>
            <a:r>
              <a:rPr spc="-25" dirty="0"/>
              <a:t>regioselectivity,</a:t>
            </a:r>
            <a:r>
              <a:rPr spc="-10" dirty="0"/>
              <a:t> </a:t>
            </a:r>
            <a:r>
              <a:rPr spc="-5" dirty="0"/>
              <a:t>S</a:t>
            </a:r>
            <a:r>
              <a:rPr sz="3975" spc="-7" baseline="-21000" dirty="0"/>
              <a:t>N</a:t>
            </a:r>
            <a:r>
              <a:rPr sz="4000" spc="-5" dirty="0"/>
              <a:t>1</a:t>
            </a:r>
            <a:endParaRPr sz="4000"/>
          </a:p>
        </p:txBody>
      </p:sp>
      <p:sp>
        <p:nvSpPr>
          <p:cNvPr id="3" name="object 3"/>
          <p:cNvSpPr txBox="1"/>
          <p:nvPr/>
        </p:nvSpPr>
        <p:spPr>
          <a:xfrm>
            <a:off x="662940" y="4820261"/>
            <a:ext cx="11104245" cy="1577340"/>
          </a:xfrm>
          <a:prstGeom prst="rect">
            <a:avLst/>
          </a:prstGeom>
        </p:spPr>
        <p:txBody>
          <a:bodyPr vert="horz" wrap="square" lIns="0" tIns="65405" rIns="0" bIns="0" rtlCol="0">
            <a:spAutoFit/>
          </a:bodyPr>
          <a:lstStyle/>
          <a:p>
            <a:pPr marL="266700" indent="-228600">
              <a:lnSpc>
                <a:spcPct val="100000"/>
              </a:lnSpc>
              <a:spcBef>
                <a:spcPts val="51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Reactivity</a:t>
            </a:r>
            <a:r>
              <a:rPr sz="24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parallels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S</a:t>
            </a:r>
            <a:r>
              <a:rPr sz="2400" baseline="-21000" dirty="0">
                <a:latin typeface="Calibri" panose="020F0502020204030204"/>
                <a:cs typeface="Calibri" panose="020F0502020204030204"/>
              </a:rPr>
              <a:t>N</a:t>
            </a:r>
            <a:r>
              <a:rPr sz="2400" dirty="0">
                <a:latin typeface="Calibri" panose="020F0502020204030204"/>
                <a:cs typeface="Calibri" panose="020F0502020204030204"/>
              </a:rPr>
              <a:t>1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(3</a:t>
            </a:r>
            <a:r>
              <a:rPr sz="2400" spc="-7" baseline="24000" dirty="0">
                <a:latin typeface="Calibri" panose="020F0502020204030204"/>
                <a:cs typeface="Calibri" panose="020F0502020204030204"/>
              </a:rPr>
              <a:t>o</a:t>
            </a:r>
            <a:r>
              <a:rPr sz="2400" spc="262" baseline="24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&gt;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2</a:t>
            </a:r>
            <a:r>
              <a:rPr sz="2400" spc="-7" baseline="24000" dirty="0">
                <a:latin typeface="Calibri" panose="020F0502020204030204"/>
                <a:cs typeface="Calibri" panose="020F0502020204030204"/>
              </a:rPr>
              <a:t>o</a:t>
            </a:r>
            <a:r>
              <a:rPr sz="2400" spc="284" baseline="240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&gt;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1</a:t>
            </a:r>
            <a:r>
              <a:rPr sz="2400" spc="-7" baseline="24000" dirty="0">
                <a:latin typeface="Calibri" panose="020F0502020204030204"/>
                <a:cs typeface="Calibri" panose="020F0502020204030204"/>
              </a:rPr>
              <a:t>o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) (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same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r-l-s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)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ct val="100000"/>
              </a:lnSpc>
              <a:spcBef>
                <a:spcPts val="420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10" dirty="0">
                <a:latin typeface="Calibri" panose="020F0502020204030204"/>
                <a:cs typeface="Calibri" panose="020F0502020204030204"/>
              </a:rPr>
              <a:t>More</a:t>
            </a:r>
            <a:r>
              <a:rPr sz="240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substituted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C=C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20" dirty="0">
                <a:latin typeface="Calibri" panose="020F0502020204030204"/>
                <a:cs typeface="Calibri" panose="020F0502020204030204"/>
              </a:rPr>
              <a:t>preferred</a:t>
            </a:r>
            <a:r>
              <a:rPr sz="240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in 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product</a:t>
            </a:r>
            <a:endParaRPr sz="2400">
              <a:latin typeface="Calibri" panose="020F0502020204030204"/>
              <a:cs typeface="Calibri" panose="020F0502020204030204"/>
            </a:endParaRPr>
          </a:p>
          <a:p>
            <a:pPr marL="266700" marR="30480" indent="-228600">
              <a:lnSpc>
                <a:spcPts val="2300"/>
              </a:lnSpc>
              <a:spcBef>
                <a:spcPts val="995"/>
              </a:spcBef>
              <a:buFont typeface="Arial MT"/>
              <a:buChar char="•"/>
              <a:tabLst>
                <a:tab pos="266700" algn="l"/>
              </a:tabLst>
            </a:pPr>
            <a:r>
              <a:rPr sz="2400" spc="-5" dirty="0">
                <a:latin typeface="Calibri" panose="020F0502020204030204"/>
                <a:cs typeface="Calibri" panose="020F0502020204030204"/>
              </a:rPr>
              <a:t>Since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E1</a:t>
            </a:r>
            <a:r>
              <a:rPr sz="2400" dirty="0">
                <a:latin typeface="Calibri" panose="020F0502020204030204"/>
                <a:cs typeface="Calibri" panose="020F0502020204030204"/>
              </a:rPr>
              <a:t> and S</a:t>
            </a:r>
            <a:r>
              <a:rPr sz="2400" baseline="-21000" dirty="0">
                <a:latin typeface="Calibri" panose="020F0502020204030204"/>
                <a:cs typeface="Calibri" panose="020F0502020204030204"/>
              </a:rPr>
              <a:t>N</a:t>
            </a:r>
            <a:r>
              <a:rPr sz="2400" dirty="0">
                <a:latin typeface="Calibri" panose="020F0502020204030204"/>
                <a:cs typeface="Calibri" panose="020F0502020204030204"/>
              </a:rPr>
              <a:t>1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share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a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common </a:t>
            </a:r>
            <a:r>
              <a:rPr sz="2400" i="1" spc="-10" dirty="0">
                <a:latin typeface="Calibri" panose="020F0502020204030204"/>
                <a:cs typeface="Calibri" panose="020F0502020204030204"/>
              </a:rPr>
              <a:t>intermediate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 and</a:t>
            </a:r>
            <a:r>
              <a:rPr sz="2400" i="1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i="1" spc="-5" dirty="0">
                <a:latin typeface="Calibri" panose="020F0502020204030204"/>
                <a:cs typeface="Calibri" panose="020F0502020204030204"/>
              </a:rPr>
              <a:t>transition</a:t>
            </a:r>
            <a:r>
              <a:rPr sz="2400" i="1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i="1" spc="-15" dirty="0">
                <a:latin typeface="Calibri" panose="020F0502020204030204"/>
                <a:cs typeface="Calibri" panose="020F0502020204030204"/>
              </a:rPr>
              <a:t>state</a:t>
            </a:r>
            <a:r>
              <a:rPr sz="2400" spc="-15" dirty="0">
                <a:latin typeface="Calibri" panose="020F0502020204030204"/>
                <a:cs typeface="Calibri" panose="020F0502020204030204"/>
              </a:rPr>
              <a:t>,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they 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often</a:t>
            </a:r>
            <a:r>
              <a:rPr sz="24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occur </a:t>
            </a:r>
            <a:r>
              <a:rPr sz="2400" dirty="0">
                <a:latin typeface="Calibri" panose="020F0502020204030204"/>
                <a:cs typeface="Calibri" panose="020F0502020204030204"/>
              </a:rPr>
              <a:t>in </a:t>
            </a:r>
            <a:r>
              <a:rPr sz="2400" spc="-53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dirty="0">
                <a:latin typeface="Calibri" panose="020F0502020204030204"/>
                <a:cs typeface="Calibri" panose="020F0502020204030204"/>
              </a:rPr>
              <a:t>the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 same</a:t>
            </a:r>
            <a:r>
              <a:rPr sz="24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400" spc="-5" dirty="0">
                <a:latin typeface="Calibri" panose="020F0502020204030204"/>
                <a:cs typeface="Calibri" panose="020F0502020204030204"/>
              </a:rPr>
              <a:t>reaction</a:t>
            </a:r>
            <a:endParaRPr sz="24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902397" y="1429501"/>
            <a:ext cx="875030" cy="854075"/>
            <a:chOff x="6902397" y="1429501"/>
            <a:chExt cx="875030" cy="854075"/>
          </a:xfrm>
        </p:grpSpPr>
        <p:sp>
          <p:nvSpPr>
            <p:cNvPr id="5" name="object 5"/>
            <p:cNvSpPr/>
            <p:nvPr/>
          </p:nvSpPr>
          <p:spPr>
            <a:xfrm>
              <a:off x="7214511" y="1759500"/>
              <a:ext cx="167005" cy="193675"/>
            </a:xfrm>
            <a:custGeom>
              <a:avLst/>
              <a:gdLst/>
              <a:ahLst/>
              <a:cxnLst/>
              <a:rect l="l" t="t" r="r" b="b"/>
              <a:pathLst>
                <a:path w="167004" h="193675">
                  <a:moveTo>
                    <a:pt x="88983" y="0"/>
                  </a:moveTo>
                  <a:lnTo>
                    <a:pt x="43281" y="11301"/>
                  </a:lnTo>
                  <a:lnTo>
                    <a:pt x="11290" y="44352"/>
                  </a:lnTo>
                  <a:lnTo>
                    <a:pt x="705" y="81215"/>
                  </a:lnTo>
                  <a:lnTo>
                    <a:pt x="0" y="95358"/>
                  </a:lnTo>
                  <a:lnTo>
                    <a:pt x="646" y="108548"/>
                  </a:lnTo>
                  <a:lnTo>
                    <a:pt x="9946" y="145535"/>
                  </a:lnTo>
                  <a:lnTo>
                    <a:pt x="38980" y="181230"/>
                  </a:lnTo>
                  <a:lnTo>
                    <a:pt x="88714" y="193548"/>
                  </a:lnTo>
                  <a:lnTo>
                    <a:pt x="102836" y="192546"/>
                  </a:lnTo>
                  <a:lnTo>
                    <a:pt x="138448" y="177517"/>
                  </a:lnTo>
                  <a:lnTo>
                    <a:pt x="161887" y="145347"/>
                  </a:lnTo>
                  <a:lnTo>
                    <a:pt x="166675" y="131000"/>
                  </a:lnTo>
                  <a:lnTo>
                    <a:pt x="141674" y="124748"/>
                  </a:lnTo>
                  <a:lnTo>
                    <a:pt x="138494" y="135825"/>
                  </a:lnTo>
                  <a:lnTo>
                    <a:pt x="134180" y="145451"/>
                  </a:lnTo>
                  <a:lnTo>
                    <a:pt x="96645" y="171609"/>
                  </a:lnTo>
                  <a:lnTo>
                    <a:pt x="86563" y="172360"/>
                  </a:lnTo>
                  <a:lnTo>
                    <a:pt x="78087" y="171809"/>
                  </a:lnTo>
                  <a:lnTo>
                    <a:pt x="41669" y="152481"/>
                  </a:lnTo>
                  <a:lnTo>
                    <a:pt x="26257" y="106798"/>
                  </a:lnTo>
                  <a:lnTo>
                    <a:pt x="25807" y="95251"/>
                  </a:lnTo>
                  <a:lnTo>
                    <a:pt x="26164" y="86058"/>
                  </a:lnTo>
                  <a:lnTo>
                    <a:pt x="39820" y="43644"/>
                  </a:lnTo>
                  <a:lnTo>
                    <a:pt x="78011" y="21833"/>
                  </a:lnTo>
                  <a:lnTo>
                    <a:pt x="88445" y="21187"/>
                  </a:lnTo>
                  <a:lnTo>
                    <a:pt x="97518" y="21769"/>
                  </a:lnTo>
                  <a:lnTo>
                    <a:pt x="130854" y="42615"/>
                  </a:lnTo>
                  <a:lnTo>
                    <a:pt x="138986" y="60250"/>
                  </a:lnTo>
                  <a:lnTo>
                    <a:pt x="163449" y="54505"/>
                  </a:lnTo>
                  <a:lnTo>
                    <a:pt x="136566" y="14294"/>
                  </a:lnTo>
                  <a:lnTo>
                    <a:pt x="102542" y="892"/>
                  </a:lnTo>
                  <a:lnTo>
                    <a:pt x="8898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7020145" y="1429501"/>
              <a:ext cx="166138" cy="187162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902386" y="1658937"/>
              <a:ext cx="338455" cy="624205"/>
            </a:xfrm>
            <a:custGeom>
              <a:avLst/>
              <a:gdLst/>
              <a:ahLst/>
              <a:cxnLst/>
              <a:rect l="l" t="t" r="r" b="b"/>
              <a:pathLst>
                <a:path w="338454" h="624205">
                  <a:moveTo>
                    <a:pt x="117221" y="313969"/>
                  </a:moveTo>
                  <a:lnTo>
                    <a:pt x="97320" y="313969"/>
                  </a:lnTo>
                  <a:lnTo>
                    <a:pt x="97320" y="374967"/>
                  </a:lnTo>
                  <a:lnTo>
                    <a:pt x="19634" y="374967"/>
                  </a:lnTo>
                  <a:lnTo>
                    <a:pt x="19634" y="313969"/>
                  </a:lnTo>
                  <a:lnTo>
                    <a:pt x="0" y="313969"/>
                  </a:lnTo>
                  <a:lnTo>
                    <a:pt x="0" y="462521"/>
                  </a:lnTo>
                  <a:lnTo>
                    <a:pt x="19634" y="462521"/>
                  </a:lnTo>
                  <a:lnTo>
                    <a:pt x="19634" y="392493"/>
                  </a:lnTo>
                  <a:lnTo>
                    <a:pt x="97320" y="392493"/>
                  </a:lnTo>
                  <a:lnTo>
                    <a:pt x="97320" y="462521"/>
                  </a:lnTo>
                  <a:lnTo>
                    <a:pt x="117221" y="462521"/>
                  </a:lnTo>
                  <a:lnTo>
                    <a:pt x="117221" y="313969"/>
                  </a:lnTo>
                  <a:close/>
                </a:path>
                <a:path w="338454" h="624205">
                  <a:moveTo>
                    <a:pt x="209423" y="346265"/>
                  </a:moveTo>
                  <a:lnTo>
                    <a:pt x="207010" y="342430"/>
                  </a:lnTo>
                  <a:lnTo>
                    <a:pt x="166954" y="273062"/>
                  </a:lnTo>
                  <a:lnTo>
                    <a:pt x="161836" y="271754"/>
                  </a:lnTo>
                  <a:lnTo>
                    <a:pt x="154317" y="276161"/>
                  </a:lnTo>
                  <a:lnTo>
                    <a:pt x="152971" y="281076"/>
                  </a:lnTo>
                  <a:lnTo>
                    <a:pt x="193294" y="350443"/>
                  </a:lnTo>
                  <a:lnTo>
                    <a:pt x="195440" y="354291"/>
                  </a:lnTo>
                  <a:lnTo>
                    <a:pt x="200279" y="355600"/>
                  </a:lnTo>
                  <a:lnTo>
                    <a:pt x="208076" y="351155"/>
                  </a:lnTo>
                  <a:lnTo>
                    <a:pt x="209423" y="346265"/>
                  </a:lnTo>
                  <a:close/>
                </a:path>
                <a:path w="338454" h="624205">
                  <a:moveTo>
                    <a:pt x="274485" y="436956"/>
                  </a:moveTo>
                  <a:lnTo>
                    <a:pt x="249478" y="436956"/>
                  </a:lnTo>
                  <a:lnTo>
                    <a:pt x="249478" y="513816"/>
                  </a:lnTo>
                  <a:lnTo>
                    <a:pt x="151625" y="513816"/>
                  </a:lnTo>
                  <a:lnTo>
                    <a:pt x="151625" y="436956"/>
                  </a:lnTo>
                  <a:lnTo>
                    <a:pt x="126619" y="436956"/>
                  </a:lnTo>
                  <a:lnTo>
                    <a:pt x="126619" y="624116"/>
                  </a:lnTo>
                  <a:lnTo>
                    <a:pt x="151625" y="624116"/>
                  </a:lnTo>
                  <a:lnTo>
                    <a:pt x="151625" y="535889"/>
                  </a:lnTo>
                  <a:lnTo>
                    <a:pt x="249478" y="535889"/>
                  </a:lnTo>
                  <a:lnTo>
                    <a:pt x="249478" y="624116"/>
                  </a:lnTo>
                  <a:lnTo>
                    <a:pt x="274485" y="624116"/>
                  </a:lnTo>
                  <a:lnTo>
                    <a:pt x="274485" y="436956"/>
                  </a:lnTo>
                  <a:close/>
                </a:path>
                <a:path w="338454" h="624205">
                  <a:moveTo>
                    <a:pt x="281470" y="272961"/>
                  </a:moveTo>
                  <a:lnTo>
                    <a:pt x="266954" y="247548"/>
                  </a:lnTo>
                  <a:lnTo>
                    <a:pt x="261848" y="246214"/>
                  </a:lnTo>
                  <a:lnTo>
                    <a:pt x="254317" y="250647"/>
                  </a:lnTo>
                  <a:lnTo>
                    <a:pt x="252971" y="255562"/>
                  </a:lnTo>
                  <a:lnTo>
                    <a:pt x="265341" y="277152"/>
                  </a:lnTo>
                  <a:lnTo>
                    <a:pt x="267766" y="280974"/>
                  </a:lnTo>
                  <a:lnTo>
                    <a:pt x="272605" y="282282"/>
                  </a:lnTo>
                  <a:lnTo>
                    <a:pt x="276364" y="280060"/>
                  </a:lnTo>
                  <a:lnTo>
                    <a:pt x="280390" y="277876"/>
                  </a:lnTo>
                  <a:lnTo>
                    <a:pt x="281470" y="272961"/>
                  </a:lnTo>
                  <a:close/>
                </a:path>
                <a:path w="338454" h="624205">
                  <a:moveTo>
                    <a:pt x="338201" y="75399"/>
                  </a:moveTo>
                  <a:lnTo>
                    <a:pt x="295186" y="1308"/>
                  </a:lnTo>
                  <a:lnTo>
                    <a:pt x="290347" y="0"/>
                  </a:lnTo>
                  <a:lnTo>
                    <a:pt x="282549" y="4432"/>
                  </a:lnTo>
                  <a:lnTo>
                    <a:pt x="281203" y="9321"/>
                  </a:lnTo>
                  <a:lnTo>
                    <a:pt x="322059" y="79565"/>
                  </a:lnTo>
                  <a:lnTo>
                    <a:pt x="324218" y="83413"/>
                  </a:lnTo>
                  <a:lnTo>
                    <a:pt x="329323" y="84721"/>
                  </a:lnTo>
                  <a:lnTo>
                    <a:pt x="336854" y="80289"/>
                  </a:lnTo>
                  <a:lnTo>
                    <a:pt x="338201" y="7539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7186015" y="1985350"/>
              <a:ext cx="31750" cy="60960"/>
            </a:xfrm>
            <a:custGeom>
              <a:avLst/>
              <a:gdLst/>
              <a:ahLst/>
              <a:cxnLst/>
              <a:rect l="l" t="t" r="r" b="b"/>
              <a:pathLst>
                <a:path w="31750" h="60960">
                  <a:moveTo>
                    <a:pt x="0" y="60704"/>
                  </a:moveTo>
                  <a:lnTo>
                    <a:pt x="31184" y="0"/>
                  </a:lnTo>
                </a:path>
              </a:pathLst>
            </a:custGeom>
            <a:ln w="37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7146228" y="1976533"/>
              <a:ext cx="83185" cy="94615"/>
            </a:xfrm>
            <a:custGeom>
              <a:avLst/>
              <a:gdLst/>
              <a:ahLst/>
              <a:cxnLst/>
              <a:rect l="l" t="t" r="r" b="b"/>
              <a:pathLst>
                <a:path w="83184" h="94614">
                  <a:moveTo>
                    <a:pt x="68821" y="0"/>
                  </a:moveTo>
                  <a:lnTo>
                    <a:pt x="0" y="54291"/>
                  </a:lnTo>
                  <a:lnTo>
                    <a:pt x="69896" y="94369"/>
                  </a:lnTo>
                  <a:lnTo>
                    <a:pt x="82800" y="8015"/>
                  </a:lnTo>
                  <a:lnTo>
                    <a:pt x="6882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04587" y="1762679"/>
              <a:ext cx="172590" cy="18718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7423662" y="1841392"/>
              <a:ext cx="145415" cy="16510"/>
            </a:xfrm>
            <a:custGeom>
              <a:avLst/>
              <a:gdLst/>
              <a:ahLst/>
              <a:cxnLst/>
              <a:rect l="l" t="t" r="r" b="b"/>
              <a:pathLst>
                <a:path w="145415" h="16510">
                  <a:moveTo>
                    <a:pt x="141136" y="0"/>
                  </a:moveTo>
                  <a:lnTo>
                    <a:pt x="8064" y="0"/>
                  </a:lnTo>
                  <a:lnTo>
                    <a:pt x="3494" y="0"/>
                  </a:lnTo>
                  <a:lnTo>
                    <a:pt x="0" y="3606"/>
                  </a:lnTo>
                  <a:lnTo>
                    <a:pt x="0" y="12450"/>
                  </a:lnTo>
                  <a:lnTo>
                    <a:pt x="3494" y="16031"/>
                  </a:lnTo>
                  <a:lnTo>
                    <a:pt x="141136" y="16031"/>
                  </a:lnTo>
                  <a:lnTo>
                    <a:pt x="144900" y="12450"/>
                  </a:lnTo>
                  <a:lnTo>
                    <a:pt x="144900" y="3606"/>
                  </a:lnTo>
                  <a:lnTo>
                    <a:pt x="1411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2" name="object 12"/>
          <p:cNvGrpSpPr/>
          <p:nvPr/>
        </p:nvGrpSpPr>
        <p:grpSpPr>
          <a:xfrm>
            <a:off x="5430487" y="1641297"/>
            <a:ext cx="875030" cy="622300"/>
            <a:chOff x="5430487" y="1641297"/>
            <a:chExt cx="875030" cy="622300"/>
          </a:xfrm>
        </p:grpSpPr>
        <p:sp>
          <p:nvSpPr>
            <p:cNvPr id="13" name="object 13"/>
            <p:cNvSpPr/>
            <p:nvPr/>
          </p:nvSpPr>
          <p:spPr>
            <a:xfrm>
              <a:off x="5430482" y="1641309"/>
              <a:ext cx="478790" cy="622300"/>
            </a:xfrm>
            <a:custGeom>
              <a:avLst/>
              <a:gdLst/>
              <a:ahLst/>
              <a:cxnLst/>
              <a:rect l="l" t="t" r="r" b="b"/>
              <a:pathLst>
                <a:path w="478789" h="622300">
                  <a:moveTo>
                    <a:pt x="117233" y="311556"/>
                  </a:moveTo>
                  <a:lnTo>
                    <a:pt x="97447" y="311556"/>
                  </a:lnTo>
                  <a:lnTo>
                    <a:pt x="97447" y="372554"/>
                  </a:lnTo>
                  <a:lnTo>
                    <a:pt x="19761" y="372554"/>
                  </a:lnTo>
                  <a:lnTo>
                    <a:pt x="19761" y="311556"/>
                  </a:lnTo>
                  <a:lnTo>
                    <a:pt x="0" y="311556"/>
                  </a:lnTo>
                  <a:lnTo>
                    <a:pt x="0" y="460108"/>
                  </a:lnTo>
                  <a:lnTo>
                    <a:pt x="19761" y="460108"/>
                  </a:lnTo>
                  <a:lnTo>
                    <a:pt x="19761" y="390080"/>
                  </a:lnTo>
                  <a:lnTo>
                    <a:pt x="97447" y="390080"/>
                  </a:lnTo>
                  <a:lnTo>
                    <a:pt x="97447" y="460108"/>
                  </a:lnTo>
                  <a:lnTo>
                    <a:pt x="117233" y="460108"/>
                  </a:lnTo>
                  <a:lnTo>
                    <a:pt x="117233" y="311556"/>
                  </a:lnTo>
                  <a:close/>
                </a:path>
                <a:path w="478789" h="622300">
                  <a:moveTo>
                    <a:pt x="207022" y="345300"/>
                  </a:moveTo>
                  <a:lnTo>
                    <a:pt x="164439" y="271983"/>
                  </a:lnTo>
                  <a:lnTo>
                    <a:pt x="159499" y="270675"/>
                  </a:lnTo>
                  <a:lnTo>
                    <a:pt x="151777" y="275082"/>
                  </a:lnTo>
                  <a:lnTo>
                    <a:pt x="150469" y="280009"/>
                  </a:lnTo>
                  <a:lnTo>
                    <a:pt x="190817" y="349465"/>
                  </a:lnTo>
                  <a:lnTo>
                    <a:pt x="193052" y="353314"/>
                  </a:lnTo>
                  <a:lnTo>
                    <a:pt x="197993" y="354622"/>
                  </a:lnTo>
                  <a:lnTo>
                    <a:pt x="205714" y="350189"/>
                  </a:lnTo>
                  <a:lnTo>
                    <a:pt x="207022" y="345300"/>
                  </a:lnTo>
                  <a:close/>
                </a:path>
                <a:path w="478789" h="622300">
                  <a:moveTo>
                    <a:pt x="282003" y="270281"/>
                  </a:moveTo>
                  <a:lnTo>
                    <a:pt x="267296" y="244944"/>
                  </a:lnTo>
                  <a:lnTo>
                    <a:pt x="262356" y="243636"/>
                  </a:lnTo>
                  <a:lnTo>
                    <a:pt x="254635" y="248069"/>
                  </a:lnTo>
                  <a:lnTo>
                    <a:pt x="253314" y="252958"/>
                  </a:lnTo>
                  <a:lnTo>
                    <a:pt x="265798" y="274472"/>
                  </a:lnTo>
                  <a:lnTo>
                    <a:pt x="268020" y="278295"/>
                  </a:lnTo>
                  <a:lnTo>
                    <a:pt x="272973" y="279603"/>
                  </a:lnTo>
                  <a:lnTo>
                    <a:pt x="280682" y="275196"/>
                  </a:lnTo>
                  <a:lnTo>
                    <a:pt x="282003" y="270281"/>
                  </a:lnTo>
                  <a:close/>
                </a:path>
                <a:path w="478789" h="622300">
                  <a:moveTo>
                    <a:pt x="283883" y="621703"/>
                  </a:moveTo>
                  <a:lnTo>
                    <a:pt x="251117" y="570776"/>
                  </a:lnTo>
                  <a:lnTo>
                    <a:pt x="221996" y="539711"/>
                  </a:lnTo>
                  <a:lnTo>
                    <a:pt x="215417" y="536549"/>
                  </a:lnTo>
                  <a:lnTo>
                    <a:pt x="228079" y="534085"/>
                  </a:lnTo>
                  <a:lnTo>
                    <a:pt x="261175" y="511962"/>
                  </a:lnTo>
                  <a:lnTo>
                    <a:pt x="268478" y="485622"/>
                  </a:lnTo>
                  <a:lnTo>
                    <a:pt x="267982" y="478066"/>
                  </a:lnTo>
                  <a:lnTo>
                    <a:pt x="266509" y="470839"/>
                  </a:lnTo>
                  <a:lnTo>
                    <a:pt x="264058" y="463943"/>
                  </a:lnTo>
                  <a:lnTo>
                    <a:pt x="260616" y="457365"/>
                  </a:lnTo>
                  <a:lnTo>
                    <a:pt x="259067" y="455218"/>
                  </a:lnTo>
                  <a:lnTo>
                    <a:pt x="256387" y="451497"/>
                  </a:lnTo>
                  <a:lnTo>
                    <a:pt x="251485" y="446570"/>
                  </a:lnTo>
                  <a:lnTo>
                    <a:pt x="245910" y="442595"/>
                  </a:lnTo>
                  <a:lnTo>
                    <a:pt x="242785" y="441096"/>
                  </a:lnTo>
                  <a:lnTo>
                    <a:pt x="242785" y="476758"/>
                  </a:lnTo>
                  <a:lnTo>
                    <a:pt x="242785" y="491667"/>
                  </a:lnTo>
                  <a:lnTo>
                    <a:pt x="211620" y="516280"/>
                  </a:lnTo>
                  <a:lnTo>
                    <a:pt x="196405" y="517156"/>
                  </a:lnTo>
                  <a:lnTo>
                    <a:pt x="142824" y="517156"/>
                  </a:lnTo>
                  <a:lnTo>
                    <a:pt x="142824" y="455218"/>
                  </a:lnTo>
                  <a:lnTo>
                    <a:pt x="202425" y="455218"/>
                  </a:lnTo>
                  <a:lnTo>
                    <a:pt x="239560" y="469493"/>
                  </a:lnTo>
                  <a:lnTo>
                    <a:pt x="242785" y="476758"/>
                  </a:lnTo>
                  <a:lnTo>
                    <a:pt x="242785" y="441096"/>
                  </a:lnTo>
                  <a:lnTo>
                    <a:pt x="201409" y="434543"/>
                  </a:lnTo>
                  <a:lnTo>
                    <a:pt x="117906" y="434543"/>
                  </a:lnTo>
                  <a:lnTo>
                    <a:pt x="117906" y="621703"/>
                  </a:lnTo>
                  <a:lnTo>
                    <a:pt x="142824" y="621703"/>
                  </a:lnTo>
                  <a:lnTo>
                    <a:pt x="142824" y="538607"/>
                  </a:lnTo>
                  <a:lnTo>
                    <a:pt x="178155" y="538607"/>
                  </a:lnTo>
                  <a:lnTo>
                    <a:pt x="213410" y="561949"/>
                  </a:lnTo>
                  <a:lnTo>
                    <a:pt x="252539" y="621703"/>
                  </a:lnTo>
                  <a:lnTo>
                    <a:pt x="283883" y="621703"/>
                  </a:lnTo>
                  <a:close/>
                </a:path>
                <a:path w="478789" h="622300">
                  <a:moveTo>
                    <a:pt x="339102" y="74383"/>
                  </a:moveTo>
                  <a:lnTo>
                    <a:pt x="296659" y="1308"/>
                  </a:lnTo>
                  <a:lnTo>
                    <a:pt x="291731" y="0"/>
                  </a:lnTo>
                  <a:lnTo>
                    <a:pt x="284022" y="4432"/>
                  </a:lnTo>
                  <a:lnTo>
                    <a:pt x="282702" y="9321"/>
                  </a:lnTo>
                  <a:lnTo>
                    <a:pt x="322922" y="78549"/>
                  </a:lnTo>
                  <a:lnTo>
                    <a:pt x="325145" y="82397"/>
                  </a:lnTo>
                  <a:lnTo>
                    <a:pt x="330073" y="83705"/>
                  </a:lnTo>
                  <a:lnTo>
                    <a:pt x="337781" y="79273"/>
                  </a:lnTo>
                  <a:lnTo>
                    <a:pt x="339102" y="74383"/>
                  </a:lnTo>
                  <a:close/>
                </a:path>
                <a:path w="478789" h="622300">
                  <a:moveTo>
                    <a:pt x="478790" y="229158"/>
                  </a:moveTo>
                  <a:lnTo>
                    <a:pt x="453872" y="222910"/>
                  </a:lnTo>
                  <a:lnTo>
                    <a:pt x="450697" y="233984"/>
                  </a:lnTo>
                  <a:lnTo>
                    <a:pt x="446366" y="243611"/>
                  </a:lnTo>
                  <a:lnTo>
                    <a:pt x="408813" y="269773"/>
                  </a:lnTo>
                  <a:lnTo>
                    <a:pt x="398754" y="270522"/>
                  </a:lnTo>
                  <a:lnTo>
                    <a:pt x="390296" y="269963"/>
                  </a:lnTo>
                  <a:lnTo>
                    <a:pt x="353923" y="250634"/>
                  </a:lnTo>
                  <a:lnTo>
                    <a:pt x="338416" y="204952"/>
                  </a:lnTo>
                  <a:lnTo>
                    <a:pt x="337972" y="193408"/>
                  </a:lnTo>
                  <a:lnTo>
                    <a:pt x="338340" y="184213"/>
                  </a:lnTo>
                  <a:lnTo>
                    <a:pt x="351967" y="141808"/>
                  </a:lnTo>
                  <a:lnTo>
                    <a:pt x="390258" y="119989"/>
                  </a:lnTo>
                  <a:lnTo>
                    <a:pt x="400672" y="119341"/>
                  </a:lnTo>
                  <a:lnTo>
                    <a:pt x="409714" y="119926"/>
                  </a:lnTo>
                  <a:lnTo>
                    <a:pt x="443001" y="140779"/>
                  </a:lnTo>
                  <a:lnTo>
                    <a:pt x="451015" y="158407"/>
                  </a:lnTo>
                  <a:lnTo>
                    <a:pt x="475564" y="152666"/>
                  </a:lnTo>
                  <a:lnTo>
                    <a:pt x="448703" y="112458"/>
                  </a:lnTo>
                  <a:lnTo>
                    <a:pt x="401180" y="98158"/>
                  </a:lnTo>
                  <a:lnTo>
                    <a:pt x="388975" y="98869"/>
                  </a:lnTo>
                  <a:lnTo>
                    <a:pt x="345744" y="115760"/>
                  </a:lnTo>
                  <a:lnTo>
                    <a:pt x="318617" y="153873"/>
                  </a:lnTo>
                  <a:lnTo>
                    <a:pt x="312305" y="193509"/>
                  </a:lnTo>
                  <a:lnTo>
                    <a:pt x="312915" y="206705"/>
                  </a:lnTo>
                  <a:lnTo>
                    <a:pt x="322249" y="243687"/>
                  </a:lnTo>
                  <a:lnTo>
                    <a:pt x="351282" y="279387"/>
                  </a:lnTo>
                  <a:lnTo>
                    <a:pt x="400799" y="291706"/>
                  </a:lnTo>
                  <a:lnTo>
                    <a:pt x="414947" y="290703"/>
                  </a:lnTo>
                  <a:lnTo>
                    <a:pt x="450583" y="275678"/>
                  </a:lnTo>
                  <a:lnTo>
                    <a:pt x="474078" y="243509"/>
                  </a:lnTo>
                  <a:lnTo>
                    <a:pt x="478790" y="2291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5703835" y="1964296"/>
              <a:ext cx="42545" cy="80010"/>
            </a:xfrm>
            <a:custGeom>
              <a:avLst/>
              <a:gdLst/>
              <a:ahLst/>
              <a:cxnLst/>
              <a:rect l="l" t="t" r="r" b="b"/>
              <a:pathLst>
                <a:path w="42545" h="80010">
                  <a:moveTo>
                    <a:pt x="0" y="79487"/>
                  </a:moveTo>
                  <a:lnTo>
                    <a:pt x="42072" y="0"/>
                  </a:lnTo>
                </a:path>
              </a:pathLst>
            </a:custGeom>
            <a:ln w="37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664048" y="1955479"/>
              <a:ext cx="93980" cy="113664"/>
            </a:xfrm>
            <a:custGeom>
              <a:avLst/>
              <a:gdLst/>
              <a:ahLst/>
              <a:cxnLst/>
              <a:rect l="l" t="t" r="r" b="b"/>
              <a:pathLst>
                <a:path w="93979" h="113664">
                  <a:moveTo>
                    <a:pt x="79708" y="0"/>
                  </a:moveTo>
                  <a:lnTo>
                    <a:pt x="0" y="73074"/>
                  </a:lnTo>
                  <a:lnTo>
                    <a:pt x="69869" y="113152"/>
                  </a:lnTo>
                  <a:lnTo>
                    <a:pt x="93688" y="8015"/>
                  </a:lnTo>
                  <a:lnTo>
                    <a:pt x="797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132730" y="1742640"/>
              <a:ext cx="172590" cy="187189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5948553" y="1821353"/>
              <a:ext cx="151765" cy="16510"/>
            </a:xfrm>
            <a:custGeom>
              <a:avLst/>
              <a:gdLst/>
              <a:ahLst/>
              <a:cxnLst/>
              <a:rect l="l" t="t" r="r" b="b"/>
              <a:pathLst>
                <a:path w="151764" h="16510">
                  <a:moveTo>
                    <a:pt x="147642" y="0"/>
                  </a:moveTo>
                  <a:lnTo>
                    <a:pt x="8064" y="0"/>
                  </a:lnTo>
                  <a:lnTo>
                    <a:pt x="3602" y="0"/>
                  </a:lnTo>
                  <a:lnTo>
                    <a:pt x="0" y="3606"/>
                  </a:lnTo>
                  <a:lnTo>
                    <a:pt x="0" y="12450"/>
                  </a:lnTo>
                  <a:lnTo>
                    <a:pt x="3602" y="16031"/>
                  </a:lnTo>
                  <a:lnTo>
                    <a:pt x="147642" y="16031"/>
                  </a:lnTo>
                  <a:lnTo>
                    <a:pt x="151271" y="12450"/>
                  </a:lnTo>
                  <a:lnTo>
                    <a:pt x="151271" y="3606"/>
                  </a:lnTo>
                  <a:lnTo>
                    <a:pt x="14764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8" name="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48396" y="1409462"/>
            <a:ext cx="165977" cy="187162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573615" y="1776012"/>
            <a:ext cx="124738" cy="126778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021082" y="1715895"/>
            <a:ext cx="124738" cy="126778"/>
          </a:xfrm>
          <a:prstGeom prst="rect">
            <a:avLst/>
          </a:prstGeom>
        </p:spPr>
      </p:pic>
      <p:grpSp>
        <p:nvGrpSpPr>
          <p:cNvPr id="21" name="object 21"/>
          <p:cNvGrpSpPr/>
          <p:nvPr/>
        </p:nvGrpSpPr>
        <p:grpSpPr>
          <a:xfrm>
            <a:off x="3891100" y="1349345"/>
            <a:ext cx="882015" cy="854075"/>
            <a:chOff x="3891100" y="1349345"/>
            <a:chExt cx="882015" cy="854075"/>
          </a:xfrm>
        </p:grpSpPr>
        <p:sp>
          <p:nvSpPr>
            <p:cNvPr id="22" name="object 22"/>
            <p:cNvSpPr/>
            <p:nvPr/>
          </p:nvSpPr>
          <p:spPr>
            <a:xfrm>
              <a:off x="4210445" y="1679344"/>
              <a:ext cx="167005" cy="193675"/>
            </a:xfrm>
            <a:custGeom>
              <a:avLst/>
              <a:gdLst/>
              <a:ahLst/>
              <a:cxnLst/>
              <a:rect l="l" t="t" r="r" b="b"/>
              <a:pathLst>
                <a:path w="167004" h="193675">
                  <a:moveTo>
                    <a:pt x="88875" y="0"/>
                  </a:moveTo>
                  <a:lnTo>
                    <a:pt x="43228" y="11301"/>
                  </a:lnTo>
                  <a:lnTo>
                    <a:pt x="11237" y="44352"/>
                  </a:lnTo>
                  <a:lnTo>
                    <a:pt x="701" y="81215"/>
                  </a:lnTo>
                  <a:lnTo>
                    <a:pt x="0" y="95358"/>
                  </a:lnTo>
                  <a:lnTo>
                    <a:pt x="620" y="108548"/>
                  </a:lnTo>
                  <a:lnTo>
                    <a:pt x="9946" y="145535"/>
                  </a:lnTo>
                  <a:lnTo>
                    <a:pt x="38980" y="181230"/>
                  </a:lnTo>
                  <a:lnTo>
                    <a:pt x="88499" y="193548"/>
                  </a:lnTo>
                  <a:lnTo>
                    <a:pt x="102648" y="192546"/>
                  </a:lnTo>
                  <a:lnTo>
                    <a:pt x="138287" y="177517"/>
                  </a:lnTo>
                  <a:lnTo>
                    <a:pt x="161779" y="145347"/>
                  </a:lnTo>
                  <a:lnTo>
                    <a:pt x="166487" y="131000"/>
                  </a:lnTo>
                  <a:lnTo>
                    <a:pt x="141567" y="124748"/>
                  </a:lnTo>
                  <a:lnTo>
                    <a:pt x="138401" y="135825"/>
                  </a:lnTo>
                  <a:lnTo>
                    <a:pt x="134066" y="145451"/>
                  </a:lnTo>
                  <a:lnTo>
                    <a:pt x="96517" y="171609"/>
                  </a:lnTo>
                  <a:lnTo>
                    <a:pt x="86456" y="172360"/>
                  </a:lnTo>
                  <a:lnTo>
                    <a:pt x="77998" y="171809"/>
                  </a:lnTo>
                  <a:lnTo>
                    <a:pt x="41621" y="152481"/>
                  </a:lnTo>
                  <a:lnTo>
                    <a:pt x="26112" y="106798"/>
                  </a:lnTo>
                  <a:lnTo>
                    <a:pt x="25673" y="95251"/>
                  </a:lnTo>
                  <a:lnTo>
                    <a:pt x="26045" y="86058"/>
                  </a:lnTo>
                  <a:lnTo>
                    <a:pt x="39672" y="43644"/>
                  </a:lnTo>
                  <a:lnTo>
                    <a:pt x="77961" y="21833"/>
                  </a:lnTo>
                  <a:lnTo>
                    <a:pt x="88365" y="21187"/>
                  </a:lnTo>
                  <a:lnTo>
                    <a:pt x="97413" y="21769"/>
                  </a:lnTo>
                  <a:lnTo>
                    <a:pt x="130696" y="42615"/>
                  </a:lnTo>
                  <a:lnTo>
                    <a:pt x="138717" y="60250"/>
                  </a:lnTo>
                  <a:lnTo>
                    <a:pt x="163261" y="54505"/>
                  </a:lnTo>
                  <a:lnTo>
                    <a:pt x="136405" y="14294"/>
                  </a:lnTo>
                  <a:lnTo>
                    <a:pt x="102449" y="892"/>
                  </a:lnTo>
                  <a:lnTo>
                    <a:pt x="8887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016053" y="1349345"/>
              <a:ext cx="165977" cy="187162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3891089" y="1578787"/>
              <a:ext cx="345440" cy="624205"/>
            </a:xfrm>
            <a:custGeom>
              <a:avLst/>
              <a:gdLst/>
              <a:ahLst/>
              <a:cxnLst/>
              <a:rect l="l" t="t" r="r" b="b"/>
              <a:pathLst>
                <a:path w="345439" h="624205">
                  <a:moveTo>
                    <a:pt x="198374" y="357035"/>
                  </a:moveTo>
                  <a:lnTo>
                    <a:pt x="155498" y="283235"/>
                  </a:lnTo>
                  <a:lnTo>
                    <a:pt x="150571" y="281927"/>
                  </a:lnTo>
                  <a:lnTo>
                    <a:pt x="142862" y="286334"/>
                  </a:lnTo>
                  <a:lnTo>
                    <a:pt x="141516" y="291249"/>
                  </a:lnTo>
                  <a:lnTo>
                    <a:pt x="182168" y="361226"/>
                  </a:lnTo>
                  <a:lnTo>
                    <a:pt x="184391" y="365048"/>
                  </a:lnTo>
                  <a:lnTo>
                    <a:pt x="189344" y="366356"/>
                  </a:lnTo>
                  <a:lnTo>
                    <a:pt x="197053" y="361950"/>
                  </a:lnTo>
                  <a:lnTo>
                    <a:pt x="198374" y="357035"/>
                  </a:lnTo>
                  <a:close/>
                </a:path>
                <a:path w="345439" h="624205">
                  <a:moveTo>
                    <a:pt x="288544" y="272656"/>
                  </a:moveTo>
                  <a:lnTo>
                    <a:pt x="274104" y="247840"/>
                  </a:lnTo>
                  <a:lnTo>
                    <a:pt x="269189" y="246532"/>
                  </a:lnTo>
                  <a:lnTo>
                    <a:pt x="261467" y="250939"/>
                  </a:lnTo>
                  <a:lnTo>
                    <a:pt x="260121" y="255854"/>
                  </a:lnTo>
                  <a:lnTo>
                    <a:pt x="272326" y="276821"/>
                  </a:lnTo>
                  <a:lnTo>
                    <a:pt x="274561" y="280670"/>
                  </a:lnTo>
                  <a:lnTo>
                    <a:pt x="279476" y="281978"/>
                  </a:lnTo>
                  <a:lnTo>
                    <a:pt x="287197" y="277545"/>
                  </a:lnTo>
                  <a:lnTo>
                    <a:pt x="288544" y="272656"/>
                  </a:lnTo>
                  <a:close/>
                </a:path>
                <a:path w="345439" h="624205">
                  <a:moveTo>
                    <a:pt x="290931" y="624116"/>
                  </a:moveTo>
                  <a:lnTo>
                    <a:pt x="258165" y="573189"/>
                  </a:lnTo>
                  <a:lnTo>
                    <a:pt x="229044" y="542112"/>
                  </a:lnTo>
                  <a:lnTo>
                    <a:pt x="226758" y="541020"/>
                  </a:lnTo>
                  <a:lnTo>
                    <a:pt x="222465" y="538962"/>
                  </a:lnTo>
                  <a:lnTo>
                    <a:pt x="262547" y="521589"/>
                  </a:lnTo>
                  <a:lnTo>
                    <a:pt x="275526" y="488035"/>
                  </a:lnTo>
                  <a:lnTo>
                    <a:pt x="275031" y="480466"/>
                  </a:lnTo>
                  <a:lnTo>
                    <a:pt x="273558" y="473240"/>
                  </a:lnTo>
                  <a:lnTo>
                    <a:pt x="271106" y="466356"/>
                  </a:lnTo>
                  <a:lnTo>
                    <a:pt x="267665" y="459765"/>
                  </a:lnTo>
                  <a:lnTo>
                    <a:pt x="266115" y="457631"/>
                  </a:lnTo>
                  <a:lnTo>
                    <a:pt x="263436" y="453898"/>
                  </a:lnTo>
                  <a:lnTo>
                    <a:pt x="258533" y="448970"/>
                  </a:lnTo>
                  <a:lnTo>
                    <a:pt x="252958" y="445008"/>
                  </a:lnTo>
                  <a:lnTo>
                    <a:pt x="249834" y="443509"/>
                  </a:lnTo>
                  <a:lnTo>
                    <a:pt x="249834" y="479158"/>
                  </a:lnTo>
                  <a:lnTo>
                    <a:pt x="249834" y="494068"/>
                  </a:lnTo>
                  <a:lnTo>
                    <a:pt x="218668" y="518680"/>
                  </a:lnTo>
                  <a:lnTo>
                    <a:pt x="203454" y="519557"/>
                  </a:lnTo>
                  <a:lnTo>
                    <a:pt x="149872" y="519557"/>
                  </a:lnTo>
                  <a:lnTo>
                    <a:pt x="149872" y="457631"/>
                  </a:lnTo>
                  <a:lnTo>
                    <a:pt x="209473" y="457631"/>
                  </a:lnTo>
                  <a:lnTo>
                    <a:pt x="246608" y="471893"/>
                  </a:lnTo>
                  <a:lnTo>
                    <a:pt x="249834" y="479158"/>
                  </a:lnTo>
                  <a:lnTo>
                    <a:pt x="249834" y="443509"/>
                  </a:lnTo>
                  <a:lnTo>
                    <a:pt x="208457" y="436943"/>
                  </a:lnTo>
                  <a:lnTo>
                    <a:pt x="124955" y="436943"/>
                  </a:lnTo>
                  <a:lnTo>
                    <a:pt x="124955" y="451980"/>
                  </a:lnTo>
                  <a:lnTo>
                    <a:pt x="105740" y="422071"/>
                  </a:lnTo>
                  <a:lnTo>
                    <a:pt x="77406" y="394919"/>
                  </a:lnTo>
                  <a:lnTo>
                    <a:pt x="87452" y="392963"/>
                  </a:lnTo>
                  <a:lnTo>
                    <a:pt x="96100" y="390017"/>
                  </a:lnTo>
                  <a:lnTo>
                    <a:pt x="103352" y="386067"/>
                  </a:lnTo>
                  <a:lnTo>
                    <a:pt x="109207" y="381139"/>
                  </a:lnTo>
                  <a:lnTo>
                    <a:pt x="110464" y="379526"/>
                  </a:lnTo>
                  <a:lnTo>
                    <a:pt x="113703" y="375412"/>
                  </a:lnTo>
                  <a:lnTo>
                    <a:pt x="116928" y="369062"/>
                  </a:lnTo>
                  <a:lnTo>
                    <a:pt x="118859" y="362089"/>
                  </a:lnTo>
                  <a:lnTo>
                    <a:pt x="119494" y="354495"/>
                  </a:lnTo>
                  <a:lnTo>
                    <a:pt x="119494" y="346316"/>
                  </a:lnTo>
                  <a:lnTo>
                    <a:pt x="99098" y="318909"/>
                  </a:lnTo>
                  <a:lnTo>
                    <a:pt x="99098" y="347472"/>
                  </a:lnTo>
                  <a:lnTo>
                    <a:pt x="99098" y="359283"/>
                  </a:lnTo>
                  <a:lnTo>
                    <a:pt x="71348" y="379526"/>
                  </a:lnTo>
                  <a:lnTo>
                    <a:pt x="19786" y="379526"/>
                  </a:lnTo>
                  <a:lnTo>
                    <a:pt x="19786" y="330365"/>
                  </a:lnTo>
                  <a:lnTo>
                    <a:pt x="78181" y="330365"/>
                  </a:lnTo>
                  <a:lnTo>
                    <a:pt x="86271" y="332638"/>
                  </a:lnTo>
                  <a:lnTo>
                    <a:pt x="96545" y="341693"/>
                  </a:lnTo>
                  <a:lnTo>
                    <a:pt x="99098" y="347472"/>
                  </a:lnTo>
                  <a:lnTo>
                    <a:pt x="99098" y="318909"/>
                  </a:lnTo>
                  <a:lnTo>
                    <a:pt x="66268" y="313969"/>
                  </a:lnTo>
                  <a:lnTo>
                    <a:pt x="0" y="313969"/>
                  </a:lnTo>
                  <a:lnTo>
                    <a:pt x="0" y="462521"/>
                  </a:lnTo>
                  <a:lnTo>
                    <a:pt x="19786" y="462521"/>
                  </a:lnTo>
                  <a:lnTo>
                    <a:pt x="19786" y="396544"/>
                  </a:lnTo>
                  <a:lnTo>
                    <a:pt x="47828" y="396544"/>
                  </a:lnTo>
                  <a:lnTo>
                    <a:pt x="81305" y="422681"/>
                  </a:lnTo>
                  <a:lnTo>
                    <a:pt x="106870" y="462521"/>
                  </a:lnTo>
                  <a:lnTo>
                    <a:pt x="124955" y="462521"/>
                  </a:lnTo>
                  <a:lnTo>
                    <a:pt x="124955" y="624116"/>
                  </a:lnTo>
                  <a:lnTo>
                    <a:pt x="149872" y="624116"/>
                  </a:lnTo>
                  <a:lnTo>
                    <a:pt x="149872" y="541020"/>
                  </a:lnTo>
                  <a:lnTo>
                    <a:pt x="185204" y="541020"/>
                  </a:lnTo>
                  <a:lnTo>
                    <a:pt x="220459" y="564362"/>
                  </a:lnTo>
                  <a:lnTo>
                    <a:pt x="259588" y="624116"/>
                  </a:lnTo>
                  <a:lnTo>
                    <a:pt x="290931" y="624116"/>
                  </a:lnTo>
                  <a:close/>
                </a:path>
                <a:path w="345439" h="624205">
                  <a:moveTo>
                    <a:pt x="345351" y="75399"/>
                  </a:moveTo>
                  <a:lnTo>
                    <a:pt x="302310" y="1308"/>
                  </a:lnTo>
                  <a:lnTo>
                    <a:pt x="297383" y="0"/>
                  </a:lnTo>
                  <a:lnTo>
                    <a:pt x="289674" y="4432"/>
                  </a:lnTo>
                  <a:lnTo>
                    <a:pt x="288353" y="9321"/>
                  </a:lnTo>
                  <a:lnTo>
                    <a:pt x="329158" y="79565"/>
                  </a:lnTo>
                  <a:lnTo>
                    <a:pt x="331393" y="83413"/>
                  </a:lnTo>
                  <a:lnTo>
                    <a:pt x="336308" y="84721"/>
                  </a:lnTo>
                  <a:lnTo>
                    <a:pt x="344030" y="80289"/>
                  </a:lnTo>
                  <a:lnTo>
                    <a:pt x="345351" y="7539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4173105" y="1905195"/>
              <a:ext cx="40005" cy="76200"/>
            </a:xfrm>
            <a:custGeom>
              <a:avLst/>
              <a:gdLst/>
              <a:ahLst/>
              <a:cxnLst/>
              <a:rect l="l" t="t" r="r" b="b"/>
              <a:pathLst>
                <a:path w="40004" h="76200">
                  <a:moveTo>
                    <a:pt x="0" y="75693"/>
                  </a:moveTo>
                  <a:lnTo>
                    <a:pt x="39867" y="0"/>
                  </a:lnTo>
                </a:path>
              </a:pathLst>
            </a:custGeom>
            <a:ln w="37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4133317" y="1896378"/>
              <a:ext cx="92075" cy="109855"/>
            </a:xfrm>
            <a:custGeom>
              <a:avLst/>
              <a:gdLst/>
              <a:ahLst/>
              <a:cxnLst/>
              <a:rect l="l" t="t" r="r" b="b"/>
              <a:pathLst>
                <a:path w="92075" h="109855">
                  <a:moveTo>
                    <a:pt x="77504" y="0"/>
                  </a:moveTo>
                  <a:lnTo>
                    <a:pt x="0" y="69280"/>
                  </a:lnTo>
                  <a:lnTo>
                    <a:pt x="69869" y="109358"/>
                  </a:lnTo>
                  <a:lnTo>
                    <a:pt x="91483" y="8015"/>
                  </a:lnTo>
                  <a:lnTo>
                    <a:pt x="7750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7" name="object 2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600306" y="1682524"/>
              <a:ext cx="172644" cy="187189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4419436" y="1761236"/>
              <a:ext cx="145415" cy="16510"/>
            </a:xfrm>
            <a:custGeom>
              <a:avLst/>
              <a:gdLst/>
              <a:ahLst/>
              <a:cxnLst/>
              <a:rect l="l" t="t" r="r" b="b"/>
              <a:pathLst>
                <a:path w="145414" h="16510">
                  <a:moveTo>
                    <a:pt x="141190" y="0"/>
                  </a:moveTo>
                  <a:lnTo>
                    <a:pt x="8064" y="0"/>
                  </a:lnTo>
                  <a:lnTo>
                    <a:pt x="3602" y="0"/>
                  </a:lnTo>
                  <a:lnTo>
                    <a:pt x="0" y="3606"/>
                  </a:lnTo>
                  <a:lnTo>
                    <a:pt x="0" y="12450"/>
                  </a:lnTo>
                  <a:lnTo>
                    <a:pt x="3602" y="16031"/>
                  </a:lnTo>
                  <a:lnTo>
                    <a:pt x="141190" y="16031"/>
                  </a:lnTo>
                  <a:lnTo>
                    <a:pt x="144819" y="12450"/>
                  </a:lnTo>
                  <a:lnTo>
                    <a:pt x="144819" y="3606"/>
                  </a:lnTo>
                  <a:lnTo>
                    <a:pt x="14119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29" name="object 2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374197" y="2485145"/>
            <a:ext cx="69358" cy="187937"/>
          </a:xfrm>
          <a:prstGeom prst="rect">
            <a:avLst/>
          </a:prstGeom>
        </p:spPr>
      </p:pic>
      <p:pic>
        <p:nvPicPr>
          <p:cNvPr id="30" name="object 3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7501355" y="2466255"/>
            <a:ext cx="95166" cy="105724"/>
          </a:xfrm>
          <a:prstGeom prst="rect">
            <a:avLst/>
          </a:prstGeom>
        </p:spPr>
      </p:pic>
      <p:grpSp>
        <p:nvGrpSpPr>
          <p:cNvPr id="31" name="object 31"/>
          <p:cNvGrpSpPr/>
          <p:nvPr/>
        </p:nvGrpSpPr>
        <p:grpSpPr>
          <a:xfrm>
            <a:off x="5861317" y="2386100"/>
            <a:ext cx="243840" cy="207010"/>
            <a:chOff x="5861317" y="2386100"/>
            <a:chExt cx="243840" cy="207010"/>
          </a:xfrm>
        </p:grpSpPr>
        <p:pic>
          <p:nvPicPr>
            <p:cNvPr id="32" name="object 3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861317" y="2404990"/>
              <a:ext cx="124657" cy="187937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009256" y="2386100"/>
              <a:ext cx="95354" cy="105724"/>
            </a:xfrm>
            <a:prstGeom prst="rect">
              <a:avLst/>
            </a:prstGeom>
          </p:spPr>
        </p:pic>
      </p:grpSp>
      <p:grpSp>
        <p:nvGrpSpPr>
          <p:cNvPr id="34" name="object 34"/>
          <p:cNvGrpSpPr/>
          <p:nvPr/>
        </p:nvGrpSpPr>
        <p:grpSpPr>
          <a:xfrm>
            <a:off x="4312064" y="2346022"/>
            <a:ext cx="240665" cy="210185"/>
            <a:chOff x="4312064" y="2346022"/>
            <a:chExt cx="240665" cy="210185"/>
          </a:xfrm>
        </p:grpSpPr>
        <p:pic>
          <p:nvPicPr>
            <p:cNvPr id="35" name="object 35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312064" y="2364912"/>
              <a:ext cx="123313" cy="191277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456750" y="2346022"/>
              <a:ext cx="95354" cy="105724"/>
            </a:xfrm>
            <a:prstGeom prst="rect">
              <a:avLst/>
            </a:prstGeom>
          </p:spPr>
        </p:pic>
      </p:grpSp>
      <p:grpSp>
        <p:nvGrpSpPr>
          <p:cNvPr id="37" name="object 37"/>
          <p:cNvGrpSpPr/>
          <p:nvPr/>
        </p:nvGrpSpPr>
        <p:grpSpPr>
          <a:xfrm>
            <a:off x="4008096" y="3127162"/>
            <a:ext cx="508000" cy="242570"/>
            <a:chOff x="4008096" y="3127162"/>
            <a:chExt cx="508000" cy="242570"/>
          </a:xfrm>
        </p:grpSpPr>
        <p:pic>
          <p:nvPicPr>
            <p:cNvPr id="38" name="object 38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008096" y="3175680"/>
              <a:ext cx="125625" cy="141719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4164610" y="3127162"/>
              <a:ext cx="23495" cy="187325"/>
            </a:xfrm>
            <a:custGeom>
              <a:avLst/>
              <a:gdLst/>
              <a:ahLst/>
              <a:cxnLst/>
              <a:rect l="l" t="t" r="r" b="b"/>
              <a:pathLst>
                <a:path w="23495" h="187325">
                  <a:moveTo>
                    <a:pt x="23123" y="0"/>
                  </a:moveTo>
                  <a:lnTo>
                    <a:pt x="0" y="0"/>
                  </a:lnTo>
                  <a:lnTo>
                    <a:pt x="0" y="187173"/>
                  </a:lnTo>
                  <a:lnTo>
                    <a:pt x="23123" y="187173"/>
                  </a:lnTo>
                  <a:lnTo>
                    <a:pt x="2312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0" name="object 4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224398" y="3127162"/>
              <a:ext cx="246169" cy="242199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4492585" y="3127162"/>
              <a:ext cx="23495" cy="187325"/>
            </a:xfrm>
            <a:custGeom>
              <a:avLst/>
              <a:gdLst/>
              <a:ahLst/>
              <a:cxnLst/>
              <a:rect l="l" t="t" r="r" b="b"/>
              <a:pathLst>
                <a:path w="23495" h="187325">
                  <a:moveTo>
                    <a:pt x="23123" y="0"/>
                  </a:moveTo>
                  <a:lnTo>
                    <a:pt x="0" y="0"/>
                  </a:lnTo>
                  <a:lnTo>
                    <a:pt x="0" y="187173"/>
                  </a:lnTo>
                  <a:lnTo>
                    <a:pt x="23123" y="187173"/>
                  </a:lnTo>
                  <a:lnTo>
                    <a:pt x="2312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2" name="object 42"/>
          <p:cNvGrpSpPr/>
          <p:nvPr/>
        </p:nvGrpSpPr>
        <p:grpSpPr>
          <a:xfrm>
            <a:off x="4626168" y="3127162"/>
            <a:ext cx="684530" cy="190500"/>
            <a:chOff x="4626168" y="3127162"/>
            <a:chExt cx="684530" cy="190500"/>
          </a:xfrm>
        </p:grpSpPr>
        <p:pic>
          <p:nvPicPr>
            <p:cNvPr id="43" name="object 43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4626168" y="3127162"/>
              <a:ext cx="111135" cy="187173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4767547" y="3175680"/>
              <a:ext cx="125625" cy="141719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4924057" y="3127171"/>
              <a:ext cx="83185" cy="187325"/>
            </a:xfrm>
            <a:custGeom>
              <a:avLst/>
              <a:gdLst/>
              <a:ahLst/>
              <a:cxnLst/>
              <a:rect l="l" t="t" r="r" b="b"/>
              <a:pathLst>
                <a:path w="83185" h="187325">
                  <a:moveTo>
                    <a:pt x="23126" y="0"/>
                  </a:moveTo>
                  <a:lnTo>
                    <a:pt x="0" y="0"/>
                  </a:lnTo>
                  <a:lnTo>
                    <a:pt x="0" y="187172"/>
                  </a:lnTo>
                  <a:lnTo>
                    <a:pt x="23126" y="187172"/>
                  </a:lnTo>
                  <a:lnTo>
                    <a:pt x="23126" y="0"/>
                  </a:lnTo>
                  <a:close/>
                </a:path>
                <a:path w="83185" h="187325">
                  <a:moveTo>
                    <a:pt x="82905" y="51574"/>
                  </a:moveTo>
                  <a:lnTo>
                    <a:pt x="59791" y="51574"/>
                  </a:lnTo>
                  <a:lnTo>
                    <a:pt x="59791" y="187172"/>
                  </a:lnTo>
                  <a:lnTo>
                    <a:pt x="82905" y="187172"/>
                  </a:lnTo>
                  <a:lnTo>
                    <a:pt x="82905" y="51574"/>
                  </a:lnTo>
                  <a:close/>
                </a:path>
                <a:path w="83185" h="187325">
                  <a:moveTo>
                    <a:pt x="82905" y="0"/>
                  </a:moveTo>
                  <a:lnTo>
                    <a:pt x="59791" y="0"/>
                  </a:lnTo>
                  <a:lnTo>
                    <a:pt x="59791" y="26416"/>
                  </a:lnTo>
                  <a:lnTo>
                    <a:pt x="82905" y="26416"/>
                  </a:lnTo>
                  <a:lnTo>
                    <a:pt x="8290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6" name="object 46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5034524" y="3127162"/>
              <a:ext cx="118313" cy="190237"/>
            </a:xfrm>
            <a:prstGeom prst="rect">
              <a:avLst/>
            </a:prstGeom>
          </p:spPr>
        </p:pic>
        <p:pic>
          <p:nvPicPr>
            <p:cNvPr id="47" name="object 47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184344" y="3175680"/>
              <a:ext cx="125786" cy="141719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5414948" y="3127162"/>
            <a:ext cx="1038225" cy="242570"/>
            <a:chOff x="5414948" y="3127162"/>
            <a:chExt cx="1038225" cy="242570"/>
          </a:xfrm>
        </p:grpSpPr>
        <p:pic>
          <p:nvPicPr>
            <p:cNvPr id="49" name="object 4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5414948" y="3175680"/>
              <a:ext cx="211060" cy="141719"/>
            </a:xfrm>
            <a:prstGeom prst="rect">
              <a:avLst/>
            </a:prstGeom>
          </p:spPr>
        </p:pic>
        <p:pic>
          <p:nvPicPr>
            <p:cNvPr id="50" name="object 50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5649316" y="3175680"/>
              <a:ext cx="125625" cy="141719"/>
            </a:xfrm>
            <a:prstGeom prst="rect">
              <a:avLst/>
            </a:prstGeom>
          </p:spPr>
        </p:pic>
        <p:pic>
          <p:nvPicPr>
            <p:cNvPr id="51" name="object 51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5799271" y="3131383"/>
              <a:ext cx="195306" cy="186016"/>
            </a:xfrm>
            <a:prstGeom prst="rect">
              <a:avLst/>
            </a:prstGeom>
          </p:spPr>
        </p:pic>
        <p:sp>
          <p:nvSpPr>
            <p:cNvPr id="52" name="object 52"/>
            <p:cNvSpPr/>
            <p:nvPr/>
          </p:nvSpPr>
          <p:spPr>
            <a:xfrm>
              <a:off x="6014809" y="3127171"/>
              <a:ext cx="23495" cy="187325"/>
            </a:xfrm>
            <a:custGeom>
              <a:avLst/>
              <a:gdLst/>
              <a:ahLst/>
              <a:cxnLst/>
              <a:rect l="l" t="t" r="r" b="b"/>
              <a:pathLst>
                <a:path w="23495" h="187325">
                  <a:moveTo>
                    <a:pt x="23126" y="51574"/>
                  </a:moveTo>
                  <a:lnTo>
                    <a:pt x="0" y="51574"/>
                  </a:lnTo>
                  <a:lnTo>
                    <a:pt x="0" y="187172"/>
                  </a:lnTo>
                  <a:lnTo>
                    <a:pt x="23126" y="187172"/>
                  </a:lnTo>
                  <a:lnTo>
                    <a:pt x="23126" y="51574"/>
                  </a:lnTo>
                  <a:close/>
                </a:path>
                <a:path w="23495" h="187325">
                  <a:moveTo>
                    <a:pt x="23126" y="0"/>
                  </a:moveTo>
                  <a:lnTo>
                    <a:pt x="0" y="0"/>
                  </a:lnTo>
                  <a:lnTo>
                    <a:pt x="0" y="26416"/>
                  </a:lnTo>
                  <a:lnTo>
                    <a:pt x="23126" y="26416"/>
                  </a:lnTo>
                  <a:lnTo>
                    <a:pt x="231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3" name="object 53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6059823" y="3178744"/>
              <a:ext cx="125060" cy="135590"/>
            </a:xfrm>
            <a:prstGeom prst="rect">
              <a:avLst/>
            </a:prstGeom>
          </p:spPr>
        </p:pic>
        <p:sp>
          <p:nvSpPr>
            <p:cNvPr id="54" name="object 54"/>
            <p:cNvSpPr/>
            <p:nvPr/>
          </p:nvSpPr>
          <p:spPr>
            <a:xfrm>
              <a:off x="6208268" y="3127171"/>
              <a:ext cx="23495" cy="187325"/>
            </a:xfrm>
            <a:custGeom>
              <a:avLst/>
              <a:gdLst/>
              <a:ahLst/>
              <a:cxnLst/>
              <a:rect l="l" t="t" r="r" b="b"/>
              <a:pathLst>
                <a:path w="23495" h="187325">
                  <a:moveTo>
                    <a:pt x="23114" y="51574"/>
                  </a:moveTo>
                  <a:lnTo>
                    <a:pt x="0" y="51574"/>
                  </a:lnTo>
                  <a:lnTo>
                    <a:pt x="0" y="187172"/>
                  </a:lnTo>
                  <a:lnTo>
                    <a:pt x="23114" y="187172"/>
                  </a:lnTo>
                  <a:lnTo>
                    <a:pt x="23114" y="51574"/>
                  </a:lnTo>
                  <a:close/>
                </a:path>
                <a:path w="23495" h="187325">
                  <a:moveTo>
                    <a:pt x="23114" y="0"/>
                  </a:moveTo>
                  <a:lnTo>
                    <a:pt x="0" y="0"/>
                  </a:lnTo>
                  <a:lnTo>
                    <a:pt x="0" y="26416"/>
                  </a:lnTo>
                  <a:lnTo>
                    <a:pt x="23114" y="26416"/>
                  </a:lnTo>
                  <a:lnTo>
                    <a:pt x="2311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5" name="object 55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6254780" y="3131383"/>
              <a:ext cx="198398" cy="237978"/>
            </a:xfrm>
            <a:prstGeom prst="rect">
              <a:avLst/>
            </a:prstGeom>
          </p:spPr>
        </p:pic>
      </p:grpSp>
      <p:grpSp>
        <p:nvGrpSpPr>
          <p:cNvPr id="56" name="object 56"/>
          <p:cNvGrpSpPr/>
          <p:nvPr/>
        </p:nvGrpSpPr>
        <p:grpSpPr>
          <a:xfrm>
            <a:off x="6537054" y="3127162"/>
            <a:ext cx="926465" cy="190500"/>
            <a:chOff x="6537054" y="3127162"/>
            <a:chExt cx="926465" cy="190500"/>
          </a:xfrm>
        </p:grpSpPr>
        <p:sp>
          <p:nvSpPr>
            <p:cNvPr id="57" name="object 57"/>
            <p:cNvSpPr/>
            <p:nvPr/>
          </p:nvSpPr>
          <p:spPr>
            <a:xfrm>
              <a:off x="6537045" y="3131388"/>
              <a:ext cx="548640" cy="186055"/>
            </a:xfrm>
            <a:custGeom>
              <a:avLst/>
              <a:gdLst/>
              <a:ahLst/>
              <a:cxnLst/>
              <a:rect l="l" t="t" r="r" b="b"/>
              <a:pathLst>
                <a:path w="548640" h="186054">
                  <a:moveTo>
                    <a:pt x="66408" y="182702"/>
                  </a:moveTo>
                  <a:lnTo>
                    <a:pt x="63182" y="162394"/>
                  </a:lnTo>
                  <a:lnTo>
                    <a:pt x="55651" y="163296"/>
                  </a:lnTo>
                  <a:lnTo>
                    <a:pt x="49466" y="163296"/>
                  </a:lnTo>
                  <a:lnTo>
                    <a:pt x="39789" y="151079"/>
                  </a:lnTo>
                  <a:lnTo>
                    <a:pt x="39789" y="65239"/>
                  </a:lnTo>
                  <a:lnTo>
                    <a:pt x="63182" y="65239"/>
                  </a:lnTo>
                  <a:lnTo>
                    <a:pt x="63182" y="47358"/>
                  </a:lnTo>
                  <a:lnTo>
                    <a:pt x="39789" y="47358"/>
                  </a:lnTo>
                  <a:lnTo>
                    <a:pt x="39789" y="0"/>
                  </a:lnTo>
                  <a:lnTo>
                    <a:pt x="16941" y="13792"/>
                  </a:lnTo>
                  <a:lnTo>
                    <a:pt x="16941" y="47358"/>
                  </a:lnTo>
                  <a:lnTo>
                    <a:pt x="0" y="47358"/>
                  </a:lnTo>
                  <a:lnTo>
                    <a:pt x="0" y="65239"/>
                  </a:lnTo>
                  <a:lnTo>
                    <a:pt x="16941" y="65239"/>
                  </a:lnTo>
                  <a:lnTo>
                    <a:pt x="17094" y="152692"/>
                  </a:lnTo>
                  <a:lnTo>
                    <a:pt x="17576" y="160375"/>
                  </a:lnTo>
                  <a:lnTo>
                    <a:pt x="40601" y="184746"/>
                  </a:lnTo>
                  <a:lnTo>
                    <a:pt x="54038" y="184746"/>
                  </a:lnTo>
                  <a:lnTo>
                    <a:pt x="59956" y="184061"/>
                  </a:lnTo>
                  <a:lnTo>
                    <a:pt x="66408" y="182702"/>
                  </a:lnTo>
                  <a:close/>
                </a:path>
                <a:path w="548640" h="186054">
                  <a:moveTo>
                    <a:pt x="205663" y="113245"/>
                  </a:moveTo>
                  <a:lnTo>
                    <a:pt x="204546" y="97967"/>
                  </a:lnTo>
                  <a:lnTo>
                    <a:pt x="201218" y="84429"/>
                  </a:lnTo>
                  <a:lnTo>
                    <a:pt x="195681" y="72656"/>
                  </a:lnTo>
                  <a:lnTo>
                    <a:pt x="188455" y="63322"/>
                  </a:lnTo>
                  <a:lnTo>
                    <a:pt x="187921" y="62623"/>
                  </a:lnTo>
                  <a:lnTo>
                    <a:pt x="181952" y="57607"/>
                  </a:lnTo>
                  <a:lnTo>
                    <a:pt x="181952" y="115163"/>
                  </a:lnTo>
                  <a:lnTo>
                    <a:pt x="181292" y="126885"/>
                  </a:lnTo>
                  <a:lnTo>
                    <a:pt x="157657" y="163880"/>
                  </a:lnTo>
                  <a:lnTo>
                    <a:pt x="141947" y="167119"/>
                  </a:lnTo>
                  <a:lnTo>
                    <a:pt x="133616" y="166306"/>
                  </a:lnTo>
                  <a:lnTo>
                    <a:pt x="104482" y="137934"/>
                  </a:lnTo>
                  <a:lnTo>
                    <a:pt x="101625" y="115163"/>
                  </a:lnTo>
                  <a:lnTo>
                    <a:pt x="102336" y="102958"/>
                  </a:lnTo>
                  <a:lnTo>
                    <a:pt x="126047" y="66548"/>
                  </a:lnTo>
                  <a:lnTo>
                    <a:pt x="141947" y="63322"/>
                  </a:lnTo>
                  <a:lnTo>
                    <a:pt x="150101" y="64135"/>
                  </a:lnTo>
                  <a:lnTo>
                    <a:pt x="179146" y="92290"/>
                  </a:lnTo>
                  <a:lnTo>
                    <a:pt x="181952" y="115163"/>
                  </a:lnTo>
                  <a:lnTo>
                    <a:pt x="181952" y="57607"/>
                  </a:lnTo>
                  <a:lnTo>
                    <a:pt x="178384" y="54597"/>
                  </a:lnTo>
                  <a:lnTo>
                    <a:pt x="167551" y="48882"/>
                  </a:lnTo>
                  <a:lnTo>
                    <a:pt x="155409" y="45440"/>
                  </a:lnTo>
                  <a:lnTo>
                    <a:pt x="141947" y="44297"/>
                  </a:lnTo>
                  <a:lnTo>
                    <a:pt x="129743" y="45237"/>
                  </a:lnTo>
                  <a:lnTo>
                    <a:pt x="89763" y="69646"/>
                  </a:lnTo>
                  <a:lnTo>
                    <a:pt x="77965" y="115163"/>
                  </a:lnTo>
                  <a:lnTo>
                    <a:pt x="79070" y="131330"/>
                  </a:lnTo>
                  <a:lnTo>
                    <a:pt x="95707" y="167767"/>
                  </a:lnTo>
                  <a:lnTo>
                    <a:pt x="141947" y="186016"/>
                  </a:lnTo>
                  <a:lnTo>
                    <a:pt x="150660" y="185496"/>
                  </a:lnTo>
                  <a:lnTo>
                    <a:pt x="188112" y="167741"/>
                  </a:lnTo>
                  <a:lnTo>
                    <a:pt x="205193" y="125628"/>
                  </a:lnTo>
                  <a:lnTo>
                    <a:pt x="205663" y="113245"/>
                  </a:lnTo>
                  <a:close/>
                </a:path>
                <a:path w="548640" h="186054">
                  <a:moveTo>
                    <a:pt x="406476" y="47358"/>
                  </a:moveTo>
                  <a:lnTo>
                    <a:pt x="383895" y="47358"/>
                  </a:lnTo>
                  <a:lnTo>
                    <a:pt x="352704" y="151930"/>
                  </a:lnTo>
                  <a:lnTo>
                    <a:pt x="325285" y="47358"/>
                  </a:lnTo>
                  <a:lnTo>
                    <a:pt x="301637" y="47358"/>
                  </a:lnTo>
                  <a:lnTo>
                    <a:pt x="279857" y="126771"/>
                  </a:lnTo>
                  <a:lnTo>
                    <a:pt x="272872" y="154736"/>
                  </a:lnTo>
                  <a:lnTo>
                    <a:pt x="243027" y="47358"/>
                  </a:lnTo>
                  <a:lnTo>
                    <a:pt x="219100" y="47358"/>
                  </a:lnTo>
                  <a:lnTo>
                    <a:pt x="261035" y="182956"/>
                  </a:lnTo>
                  <a:lnTo>
                    <a:pt x="284962" y="182956"/>
                  </a:lnTo>
                  <a:lnTo>
                    <a:pt x="312648" y="78638"/>
                  </a:lnTo>
                  <a:lnTo>
                    <a:pt x="318033" y="101752"/>
                  </a:lnTo>
                  <a:lnTo>
                    <a:pt x="339534" y="182956"/>
                  </a:lnTo>
                  <a:lnTo>
                    <a:pt x="363728" y="182956"/>
                  </a:lnTo>
                  <a:lnTo>
                    <a:pt x="406476" y="47358"/>
                  </a:lnTo>
                  <a:close/>
                </a:path>
                <a:path w="548640" h="186054">
                  <a:moveTo>
                    <a:pt x="548424" y="182956"/>
                  </a:moveTo>
                  <a:lnTo>
                    <a:pt x="545465" y="177761"/>
                  </a:lnTo>
                  <a:lnTo>
                    <a:pt x="543585" y="172339"/>
                  </a:lnTo>
                  <a:lnTo>
                    <a:pt x="542505" y="166674"/>
                  </a:lnTo>
                  <a:lnTo>
                    <a:pt x="542467" y="166230"/>
                  </a:lnTo>
                  <a:lnTo>
                    <a:pt x="541959" y="160959"/>
                  </a:lnTo>
                  <a:lnTo>
                    <a:pt x="541528" y="152298"/>
                  </a:lnTo>
                  <a:lnTo>
                    <a:pt x="541299" y="142570"/>
                  </a:lnTo>
                  <a:lnTo>
                    <a:pt x="541185" y="129006"/>
                  </a:lnTo>
                  <a:lnTo>
                    <a:pt x="541159" y="114896"/>
                  </a:lnTo>
                  <a:lnTo>
                    <a:pt x="541159" y="85280"/>
                  </a:lnTo>
                  <a:lnTo>
                    <a:pt x="540626" y="78219"/>
                  </a:lnTo>
                  <a:lnTo>
                    <a:pt x="540080" y="74307"/>
                  </a:lnTo>
                  <a:lnTo>
                    <a:pt x="538467" y="68008"/>
                  </a:lnTo>
                  <a:lnTo>
                    <a:pt x="536536" y="63322"/>
                  </a:lnTo>
                  <a:lnTo>
                    <a:pt x="536321" y="62788"/>
                  </a:lnTo>
                  <a:lnTo>
                    <a:pt x="496620" y="44551"/>
                  </a:lnTo>
                  <a:lnTo>
                    <a:pt x="488200" y="44297"/>
                  </a:lnTo>
                  <a:lnTo>
                    <a:pt x="479742" y="44602"/>
                  </a:lnTo>
                  <a:lnTo>
                    <a:pt x="441693" y="56832"/>
                  </a:lnTo>
                  <a:lnTo>
                    <a:pt x="426910" y="86042"/>
                  </a:lnTo>
                  <a:lnTo>
                    <a:pt x="449491" y="89115"/>
                  </a:lnTo>
                  <a:lnTo>
                    <a:pt x="451904" y="79489"/>
                  </a:lnTo>
                  <a:lnTo>
                    <a:pt x="455676" y="72796"/>
                  </a:lnTo>
                  <a:lnTo>
                    <a:pt x="460781" y="68999"/>
                  </a:lnTo>
                  <a:lnTo>
                    <a:pt x="466153" y="65214"/>
                  </a:lnTo>
                  <a:lnTo>
                    <a:pt x="474218" y="63322"/>
                  </a:lnTo>
                  <a:lnTo>
                    <a:pt x="484974" y="63322"/>
                  </a:lnTo>
                  <a:lnTo>
                    <a:pt x="517779" y="81534"/>
                  </a:lnTo>
                  <a:lnTo>
                    <a:pt x="517779" y="96901"/>
                  </a:lnTo>
                  <a:lnTo>
                    <a:pt x="517779" y="114896"/>
                  </a:lnTo>
                  <a:lnTo>
                    <a:pt x="517779" y="133451"/>
                  </a:lnTo>
                  <a:lnTo>
                    <a:pt x="516432" y="141122"/>
                  </a:lnTo>
                  <a:lnTo>
                    <a:pt x="483895" y="168021"/>
                  </a:lnTo>
                  <a:lnTo>
                    <a:pt x="465886" y="168021"/>
                  </a:lnTo>
                  <a:lnTo>
                    <a:pt x="459168" y="165976"/>
                  </a:lnTo>
                  <a:lnTo>
                    <a:pt x="454596" y="161886"/>
                  </a:lnTo>
                  <a:lnTo>
                    <a:pt x="449757" y="157797"/>
                  </a:lnTo>
                  <a:lnTo>
                    <a:pt x="447611" y="152692"/>
                  </a:lnTo>
                  <a:lnTo>
                    <a:pt x="447611" y="142570"/>
                  </a:lnTo>
                  <a:lnTo>
                    <a:pt x="479869" y="123583"/>
                  </a:lnTo>
                  <a:lnTo>
                    <a:pt x="491769" y="121704"/>
                  </a:lnTo>
                  <a:lnTo>
                    <a:pt x="502043" y="119621"/>
                  </a:lnTo>
                  <a:lnTo>
                    <a:pt x="510717" y="117360"/>
                  </a:lnTo>
                  <a:lnTo>
                    <a:pt x="517779" y="114896"/>
                  </a:lnTo>
                  <a:lnTo>
                    <a:pt x="517779" y="96901"/>
                  </a:lnTo>
                  <a:lnTo>
                    <a:pt x="510209" y="99123"/>
                  </a:lnTo>
                  <a:lnTo>
                    <a:pt x="500837" y="101180"/>
                  </a:lnTo>
                  <a:lnTo>
                    <a:pt x="489648" y="103073"/>
                  </a:lnTo>
                  <a:lnTo>
                    <a:pt x="476643" y="104813"/>
                  </a:lnTo>
                  <a:lnTo>
                    <a:pt x="467233" y="105918"/>
                  </a:lnTo>
                  <a:lnTo>
                    <a:pt x="460514" y="107073"/>
                  </a:lnTo>
                  <a:lnTo>
                    <a:pt x="427443" y="129006"/>
                  </a:lnTo>
                  <a:lnTo>
                    <a:pt x="424218" y="134505"/>
                  </a:lnTo>
                  <a:lnTo>
                    <a:pt x="422871" y="140563"/>
                  </a:lnTo>
                  <a:lnTo>
                    <a:pt x="422871" y="147205"/>
                  </a:lnTo>
                  <a:lnTo>
                    <a:pt x="449554" y="183286"/>
                  </a:lnTo>
                  <a:lnTo>
                    <a:pt x="469379" y="186016"/>
                  </a:lnTo>
                  <a:lnTo>
                    <a:pt x="476135" y="185737"/>
                  </a:lnTo>
                  <a:lnTo>
                    <a:pt x="513295" y="171259"/>
                  </a:lnTo>
                  <a:lnTo>
                    <a:pt x="519658" y="166230"/>
                  </a:lnTo>
                  <a:lnTo>
                    <a:pt x="520458" y="172618"/>
                  </a:lnTo>
                  <a:lnTo>
                    <a:pt x="521804" y="178181"/>
                  </a:lnTo>
                  <a:lnTo>
                    <a:pt x="524230" y="182956"/>
                  </a:lnTo>
                  <a:lnTo>
                    <a:pt x="548424" y="182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8" name="object 58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7116656" y="3127162"/>
              <a:ext cx="202968" cy="190237"/>
            </a:xfrm>
            <a:prstGeom prst="rect">
              <a:avLst/>
            </a:prstGeom>
          </p:spPr>
        </p:pic>
        <p:pic>
          <p:nvPicPr>
            <p:cNvPr id="59" name="object 59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7349734" y="3175680"/>
              <a:ext cx="113178" cy="141719"/>
            </a:xfrm>
            <a:prstGeom prst="rect">
              <a:avLst/>
            </a:prstGeom>
          </p:spPr>
        </p:pic>
      </p:grpSp>
      <p:pic>
        <p:nvPicPr>
          <p:cNvPr id="60" name="object 60"/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7570714" y="3127162"/>
            <a:ext cx="140599" cy="187173"/>
          </a:xfrm>
          <a:prstGeom prst="rect">
            <a:avLst/>
          </a:prstGeom>
        </p:spPr>
      </p:pic>
      <p:pic>
        <p:nvPicPr>
          <p:cNvPr id="61" name="object 61"/>
          <p:cNvPicPr/>
          <p:nvPr/>
        </p:nvPicPr>
        <p:blipFill>
          <a:blip r:embed="rId27" cstate="print"/>
          <a:stretch>
            <a:fillRect/>
          </a:stretch>
        </p:blipFill>
        <p:spPr>
          <a:xfrm>
            <a:off x="7757283" y="3126387"/>
            <a:ext cx="69358" cy="187947"/>
          </a:xfrm>
          <a:prstGeom prst="rect">
            <a:avLst/>
          </a:prstGeom>
        </p:spPr>
      </p:pic>
      <p:grpSp>
        <p:nvGrpSpPr>
          <p:cNvPr id="62" name="object 62"/>
          <p:cNvGrpSpPr/>
          <p:nvPr/>
        </p:nvGrpSpPr>
        <p:grpSpPr>
          <a:xfrm>
            <a:off x="3472617" y="2782601"/>
            <a:ext cx="4639310" cy="87630"/>
            <a:chOff x="3472617" y="2782601"/>
            <a:chExt cx="4639310" cy="87630"/>
          </a:xfrm>
        </p:grpSpPr>
        <p:sp>
          <p:nvSpPr>
            <p:cNvPr id="63" name="object 63"/>
            <p:cNvSpPr/>
            <p:nvPr/>
          </p:nvSpPr>
          <p:spPr>
            <a:xfrm>
              <a:off x="3612184" y="2819831"/>
              <a:ext cx="4499610" cy="16510"/>
            </a:xfrm>
            <a:custGeom>
              <a:avLst/>
              <a:gdLst/>
              <a:ahLst/>
              <a:cxnLst/>
              <a:rect l="l" t="t" r="r" b="b"/>
              <a:pathLst>
                <a:path w="4499609" h="16510">
                  <a:moveTo>
                    <a:pt x="4499445" y="0"/>
                  </a:moveTo>
                  <a:lnTo>
                    <a:pt x="0" y="0"/>
                  </a:lnTo>
                  <a:lnTo>
                    <a:pt x="0" y="16027"/>
                  </a:lnTo>
                  <a:lnTo>
                    <a:pt x="4499445" y="16027"/>
                  </a:lnTo>
                  <a:lnTo>
                    <a:pt x="449944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4" name="object 64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3472617" y="2782601"/>
              <a:ext cx="164326" cy="87476"/>
            </a:xfrm>
            <a:prstGeom prst="rect">
              <a:avLst/>
            </a:prstGeom>
          </p:spPr>
        </p:pic>
      </p:grpSp>
      <p:grpSp>
        <p:nvGrpSpPr>
          <p:cNvPr id="65" name="object 65"/>
          <p:cNvGrpSpPr/>
          <p:nvPr/>
        </p:nvGrpSpPr>
        <p:grpSpPr>
          <a:xfrm>
            <a:off x="2547431" y="3599838"/>
            <a:ext cx="1486535" cy="749300"/>
            <a:chOff x="2547431" y="3599838"/>
            <a:chExt cx="1486535" cy="749300"/>
          </a:xfrm>
        </p:grpSpPr>
        <p:pic>
          <p:nvPicPr>
            <p:cNvPr id="66" name="object 66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2547431" y="3881866"/>
              <a:ext cx="122328" cy="141875"/>
            </a:xfrm>
            <a:prstGeom prst="rect">
              <a:avLst/>
            </a:prstGeom>
          </p:spPr>
        </p:pic>
        <p:pic>
          <p:nvPicPr>
            <p:cNvPr id="67" name="object 67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2695501" y="3884197"/>
              <a:ext cx="108541" cy="137214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2828299" y="3962303"/>
              <a:ext cx="67613" cy="104585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2974213" y="3881866"/>
              <a:ext cx="122328" cy="141875"/>
            </a:xfrm>
            <a:prstGeom prst="rect">
              <a:avLst/>
            </a:prstGeom>
          </p:spPr>
        </p:pic>
        <p:pic>
          <p:nvPicPr>
            <p:cNvPr id="70" name="object 70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3122280" y="3884197"/>
              <a:ext cx="108561" cy="137214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3253300" y="3962303"/>
              <a:ext cx="68324" cy="102783"/>
            </a:xfrm>
            <a:prstGeom prst="rect">
              <a:avLst/>
            </a:prstGeom>
          </p:spPr>
        </p:pic>
        <p:sp>
          <p:nvSpPr>
            <p:cNvPr id="72" name="object 72"/>
            <p:cNvSpPr/>
            <p:nvPr/>
          </p:nvSpPr>
          <p:spPr>
            <a:xfrm>
              <a:off x="2920624" y="3941151"/>
              <a:ext cx="29209" cy="19050"/>
            </a:xfrm>
            <a:custGeom>
              <a:avLst/>
              <a:gdLst/>
              <a:ahLst/>
              <a:cxnLst/>
              <a:rect l="l" t="t" r="r" b="b"/>
              <a:pathLst>
                <a:path w="29210" h="19050">
                  <a:moveTo>
                    <a:pt x="22992" y="0"/>
                  </a:moveTo>
                  <a:lnTo>
                    <a:pt x="4681" y="6482"/>
                  </a:lnTo>
                  <a:lnTo>
                    <a:pt x="1599" y="7559"/>
                  </a:lnTo>
                  <a:lnTo>
                    <a:pt x="0" y="10928"/>
                  </a:lnTo>
                  <a:lnTo>
                    <a:pt x="2192" y="17039"/>
                  </a:lnTo>
                  <a:lnTo>
                    <a:pt x="5590" y="18645"/>
                  </a:lnTo>
                  <a:lnTo>
                    <a:pt x="26982" y="11065"/>
                  </a:lnTo>
                  <a:lnTo>
                    <a:pt x="28582" y="7716"/>
                  </a:lnTo>
                  <a:lnTo>
                    <a:pt x="26389" y="1605"/>
                  </a:lnTo>
                  <a:lnTo>
                    <a:pt x="2299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3" name="object 73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3400991" y="3881866"/>
              <a:ext cx="122328" cy="141875"/>
            </a:xfrm>
            <a:prstGeom prst="rect">
              <a:avLst/>
            </a:prstGeom>
          </p:spPr>
        </p:pic>
        <p:sp>
          <p:nvSpPr>
            <p:cNvPr id="74" name="object 74"/>
            <p:cNvSpPr/>
            <p:nvPr/>
          </p:nvSpPr>
          <p:spPr>
            <a:xfrm>
              <a:off x="3347402" y="3941151"/>
              <a:ext cx="29209" cy="19050"/>
            </a:xfrm>
            <a:custGeom>
              <a:avLst/>
              <a:gdLst/>
              <a:ahLst/>
              <a:cxnLst/>
              <a:rect l="l" t="t" r="r" b="b"/>
              <a:pathLst>
                <a:path w="29210" h="19050">
                  <a:moveTo>
                    <a:pt x="22992" y="0"/>
                  </a:moveTo>
                  <a:lnTo>
                    <a:pt x="4681" y="6482"/>
                  </a:lnTo>
                  <a:lnTo>
                    <a:pt x="1599" y="7559"/>
                  </a:lnTo>
                  <a:lnTo>
                    <a:pt x="0" y="10928"/>
                  </a:lnTo>
                  <a:lnTo>
                    <a:pt x="2192" y="17039"/>
                  </a:lnTo>
                  <a:lnTo>
                    <a:pt x="5590" y="18645"/>
                  </a:lnTo>
                  <a:lnTo>
                    <a:pt x="26982" y="11065"/>
                  </a:lnTo>
                  <a:lnTo>
                    <a:pt x="28582" y="7716"/>
                  </a:lnTo>
                  <a:lnTo>
                    <a:pt x="26389" y="1605"/>
                  </a:lnTo>
                  <a:lnTo>
                    <a:pt x="2299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5" name="object 75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3685431" y="3881866"/>
              <a:ext cx="122328" cy="141875"/>
            </a:xfrm>
            <a:prstGeom prst="rect">
              <a:avLst/>
            </a:prstGeom>
          </p:spPr>
        </p:pic>
        <p:pic>
          <p:nvPicPr>
            <p:cNvPr id="76" name="object 76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3833517" y="3884197"/>
              <a:ext cx="108541" cy="137214"/>
            </a:xfrm>
            <a:prstGeom prst="rect">
              <a:avLst/>
            </a:prstGeom>
          </p:spPr>
        </p:pic>
        <p:pic>
          <p:nvPicPr>
            <p:cNvPr id="77" name="object 77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3966315" y="3962303"/>
              <a:ext cx="67593" cy="104585"/>
            </a:xfrm>
            <a:prstGeom prst="rect">
              <a:avLst/>
            </a:prstGeom>
          </p:spPr>
        </p:pic>
        <p:sp>
          <p:nvSpPr>
            <p:cNvPr id="78" name="object 78"/>
            <p:cNvSpPr/>
            <p:nvPr/>
          </p:nvSpPr>
          <p:spPr>
            <a:xfrm>
              <a:off x="3552179" y="3941895"/>
              <a:ext cx="107950" cy="12065"/>
            </a:xfrm>
            <a:custGeom>
              <a:avLst/>
              <a:gdLst/>
              <a:ahLst/>
              <a:cxnLst/>
              <a:rect l="l" t="t" r="r" b="b"/>
              <a:pathLst>
                <a:path w="107950" h="12064">
                  <a:moveTo>
                    <a:pt x="104808" y="0"/>
                  </a:moveTo>
                  <a:lnTo>
                    <a:pt x="5925" y="0"/>
                  </a:lnTo>
                  <a:lnTo>
                    <a:pt x="2666" y="0"/>
                  </a:lnTo>
                  <a:lnTo>
                    <a:pt x="0" y="2644"/>
                  </a:lnTo>
                  <a:lnTo>
                    <a:pt x="0" y="9126"/>
                  </a:lnTo>
                  <a:lnTo>
                    <a:pt x="2666" y="11751"/>
                  </a:lnTo>
                  <a:lnTo>
                    <a:pt x="104808" y="11751"/>
                  </a:lnTo>
                  <a:lnTo>
                    <a:pt x="107455" y="9126"/>
                  </a:lnTo>
                  <a:lnTo>
                    <a:pt x="107455" y="2644"/>
                  </a:lnTo>
                  <a:lnTo>
                    <a:pt x="1048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9" name="object 79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3400991" y="4163895"/>
              <a:ext cx="122328" cy="141875"/>
            </a:xfrm>
            <a:prstGeom prst="rect">
              <a:avLst/>
            </a:prstGeom>
          </p:spPr>
        </p:pic>
        <p:pic>
          <p:nvPicPr>
            <p:cNvPr id="80" name="object 80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3549078" y="4166225"/>
              <a:ext cx="108541" cy="137214"/>
            </a:xfrm>
            <a:prstGeom prst="rect">
              <a:avLst/>
            </a:prstGeom>
          </p:spPr>
        </p:pic>
        <p:pic>
          <p:nvPicPr>
            <p:cNvPr id="81" name="object 81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3681875" y="4244332"/>
              <a:ext cx="67593" cy="104585"/>
            </a:xfrm>
            <a:prstGeom prst="rect">
              <a:avLst/>
            </a:prstGeom>
          </p:spPr>
        </p:pic>
        <p:sp>
          <p:nvSpPr>
            <p:cNvPr id="82" name="object 82"/>
            <p:cNvSpPr/>
            <p:nvPr/>
          </p:nvSpPr>
          <p:spPr>
            <a:xfrm>
              <a:off x="3456457" y="4050985"/>
              <a:ext cx="12065" cy="88265"/>
            </a:xfrm>
            <a:custGeom>
              <a:avLst/>
              <a:gdLst/>
              <a:ahLst/>
              <a:cxnLst/>
              <a:rect l="l" t="t" r="r" b="b"/>
              <a:pathLst>
                <a:path w="12064" h="88264">
                  <a:moveTo>
                    <a:pt x="9204" y="0"/>
                  </a:moveTo>
                  <a:lnTo>
                    <a:pt x="2666" y="0"/>
                  </a:lnTo>
                  <a:lnTo>
                    <a:pt x="0" y="2644"/>
                  </a:lnTo>
                  <a:lnTo>
                    <a:pt x="0" y="85117"/>
                  </a:lnTo>
                  <a:lnTo>
                    <a:pt x="2666" y="87742"/>
                  </a:lnTo>
                  <a:lnTo>
                    <a:pt x="9204" y="87742"/>
                  </a:lnTo>
                  <a:lnTo>
                    <a:pt x="11851" y="85117"/>
                  </a:lnTo>
                  <a:lnTo>
                    <a:pt x="11851" y="5875"/>
                  </a:lnTo>
                  <a:lnTo>
                    <a:pt x="11851" y="2644"/>
                  </a:lnTo>
                  <a:lnTo>
                    <a:pt x="920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3" name="object 83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3400991" y="3599838"/>
              <a:ext cx="122328" cy="141875"/>
            </a:xfrm>
            <a:prstGeom prst="rect">
              <a:avLst/>
            </a:prstGeom>
          </p:spPr>
        </p:pic>
        <p:sp>
          <p:nvSpPr>
            <p:cNvPr id="84" name="object 84"/>
            <p:cNvSpPr/>
            <p:nvPr/>
          </p:nvSpPr>
          <p:spPr>
            <a:xfrm>
              <a:off x="3456444" y="3602189"/>
              <a:ext cx="106680" cy="254635"/>
            </a:xfrm>
            <a:custGeom>
              <a:avLst/>
              <a:gdLst/>
              <a:ahLst/>
              <a:cxnLst/>
              <a:rect l="l" t="t" r="r" b="b"/>
              <a:pathLst>
                <a:path w="106679" h="254635">
                  <a:moveTo>
                    <a:pt x="11861" y="169418"/>
                  </a:moveTo>
                  <a:lnTo>
                    <a:pt x="9207" y="166776"/>
                  </a:lnTo>
                  <a:lnTo>
                    <a:pt x="2667" y="166776"/>
                  </a:lnTo>
                  <a:lnTo>
                    <a:pt x="0" y="169418"/>
                  </a:lnTo>
                  <a:lnTo>
                    <a:pt x="0" y="248640"/>
                  </a:lnTo>
                  <a:lnTo>
                    <a:pt x="0" y="251891"/>
                  </a:lnTo>
                  <a:lnTo>
                    <a:pt x="2667" y="254520"/>
                  </a:lnTo>
                  <a:lnTo>
                    <a:pt x="9207" y="254520"/>
                  </a:lnTo>
                  <a:lnTo>
                    <a:pt x="11861" y="251891"/>
                  </a:lnTo>
                  <a:lnTo>
                    <a:pt x="11861" y="169418"/>
                  </a:lnTo>
                  <a:close/>
                </a:path>
                <a:path w="106679" h="254635">
                  <a:moveTo>
                    <a:pt x="106502" y="0"/>
                  </a:moveTo>
                  <a:lnTo>
                    <a:pt x="89509" y="0"/>
                  </a:lnTo>
                  <a:lnTo>
                    <a:pt x="89509" y="137198"/>
                  </a:lnTo>
                  <a:lnTo>
                    <a:pt x="106502" y="137198"/>
                  </a:lnTo>
                  <a:lnTo>
                    <a:pt x="10650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5" name="object 85"/>
          <p:cNvGrpSpPr/>
          <p:nvPr/>
        </p:nvGrpSpPr>
        <p:grpSpPr>
          <a:xfrm>
            <a:off x="4197067" y="3705500"/>
            <a:ext cx="683260" cy="291465"/>
            <a:chOff x="4197067" y="3705500"/>
            <a:chExt cx="683260" cy="291465"/>
          </a:xfrm>
        </p:grpSpPr>
        <p:sp>
          <p:nvSpPr>
            <p:cNvPr id="86" name="object 86"/>
            <p:cNvSpPr/>
            <p:nvPr/>
          </p:nvSpPr>
          <p:spPr>
            <a:xfrm>
              <a:off x="4197058" y="3959529"/>
              <a:ext cx="580390" cy="12065"/>
            </a:xfrm>
            <a:custGeom>
              <a:avLst/>
              <a:gdLst/>
              <a:ahLst/>
              <a:cxnLst/>
              <a:rect l="l" t="t" r="r" b="b"/>
              <a:pathLst>
                <a:path w="580389" h="12064">
                  <a:moveTo>
                    <a:pt x="580136" y="0"/>
                  </a:moveTo>
                  <a:lnTo>
                    <a:pt x="0" y="0"/>
                  </a:lnTo>
                  <a:lnTo>
                    <a:pt x="0" y="11747"/>
                  </a:lnTo>
                  <a:lnTo>
                    <a:pt x="580136" y="11747"/>
                  </a:lnTo>
                  <a:lnTo>
                    <a:pt x="5801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7" name="object 87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4759132" y="3932240"/>
              <a:ext cx="120689" cy="64122"/>
            </a:xfrm>
            <a:prstGeom prst="rect">
              <a:avLst/>
            </a:prstGeom>
          </p:spPr>
        </p:pic>
        <p:pic>
          <p:nvPicPr>
            <p:cNvPr id="88" name="object 88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4331030" y="3707929"/>
              <a:ext cx="108541" cy="137214"/>
            </a:xfrm>
            <a:prstGeom prst="rect">
              <a:avLst/>
            </a:prstGeom>
          </p:spPr>
        </p:pic>
        <p:pic>
          <p:nvPicPr>
            <p:cNvPr id="89" name="object 89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4462050" y="3705500"/>
              <a:ext cx="219645" cy="183318"/>
            </a:xfrm>
            <a:prstGeom prst="rect">
              <a:avLst/>
            </a:prstGeom>
          </p:spPr>
        </p:pic>
      </p:grpSp>
      <p:grpSp>
        <p:nvGrpSpPr>
          <p:cNvPr id="90" name="object 90"/>
          <p:cNvGrpSpPr/>
          <p:nvPr/>
        </p:nvGrpSpPr>
        <p:grpSpPr>
          <a:xfrm>
            <a:off x="5169594" y="3643905"/>
            <a:ext cx="1487170" cy="467359"/>
            <a:chOff x="5169594" y="3643905"/>
            <a:chExt cx="1487170" cy="467359"/>
          </a:xfrm>
        </p:grpSpPr>
        <p:pic>
          <p:nvPicPr>
            <p:cNvPr id="91" name="object 91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5169594" y="3925933"/>
              <a:ext cx="122269" cy="141875"/>
            </a:xfrm>
            <a:prstGeom prst="rect">
              <a:avLst/>
            </a:prstGeom>
          </p:spPr>
        </p:pic>
        <p:pic>
          <p:nvPicPr>
            <p:cNvPr id="92" name="object 92"/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5317740" y="3928264"/>
              <a:ext cx="108442" cy="137214"/>
            </a:xfrm>
            <a:prstGeom prst="rect">
              <a:avLst/>
            </a:prstGeom>
          </p:spPr>
        </p:pic>
        <p:pic>
          <p:nvPicPr>
            <p:cNvPr id="93" name="object 93"/>
            <p:cNvPicPr/>
            <p:nvPr/>
          </p:nvPicPr>
          <p:blipFill>
            <a:blip r:embed="rId43" cstate="print"/>
            <a:stretch>
              <a:fillRect/>
            </a:stretch>
          </p:blipFill>
          <p:spPr>
            <a:xfrm>
              <a:off x="5450479" y="4006370"/>
              <a:ext cx="67554" cy="104585"/>
            </a:xfrm>
            <a:prstGeom prst="rect">
              <a:avLst/>
            </a:prstGeom>
          </p:spPr>
        </p:pic>
        <p:pic>
          <p:nvPicPr>
            <p:cNvPr id="94" name="object 94"/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5596452" y="3925933"/>
              <a:ext cx="122269" cy="141875"/>
            </a:xfrm>
            <a:prstGeom prst="rect">
              <a:avLst/>
            </a:prstGeom>
          </p:spPr>
        </p:pic>
        <p:pic>
          <p:nvPicPr>
            <p:cNvPr id="95" name="object 95"/>
            <p:cNvPicPr/>
            <p:nvPr/>
          </p:nvPicPr>
          <p:blipFill>
            <a:blip r:embed="rId45" cstate="print"/>
            <a:stretch>
              <a:fillRect/>
            </a:stretch>
          </p:blipFill>
          <p:spPr>
            <a:xfrm>
              <a:off x="5744400" y="3928264"/>
              <a:ext cx="108640" cy="137214"/>
            </a:xfrm>
            <a:prstGeom prst="rect">
              <a:avLst/>
            </a:prstGeom>
          </p:spPr>
        </p:pic>
        <p:sp>
          <p:nvSpPr>
            <p:cNvPr id="96" name="object 96"/>
            <p:cNvSpPr/>
            <p:nvPr/>
          </p:nvSpPr>
          <p:spPr>
            <a:xfrm>
              <a:off x="5542724" y="3985218"/>
              <a:ext cx="29209" cy="19050"/>
            </a:xfrm>
            <a:custGeom>
              <a:avLst/>
              <a:gdLst/>
              <a:ahLst/>
              <a:cxnLst/>
              <a:rect l="l" t="t" r="r" b="b"/>
              <a:pathLst>
                <a:path w="29210" h="19050">
                  <a:moveTo>
                    <a:pt x="23110" y="0"/>
                  </a:moveTo>
                  <a:lnTo>
                    <a:pt x="4740" y="6482"/>
                  </a:lnTo>
                  <a:lnTo>
                    <a:pt x="1777" y="7559"/>
                  </a:lnTo>
                  <a:lnTo>
                    <a:pt x="0" y="10928"/>
                  </a:lnTo>
                  <a:lnTo>
                    <a:pt x="2370" y="17039"/>
                  </a:lnTo>
                  <a:lnTo>
                    <a:pt x="5728" y="18645"/>
                  </a:lnTo>
                  <a:lnTo>
                    <a:pt x="8691" y="17548"/>
                  </a:lnTo>
                  <a:lnTo>
                    <a:pt x="27061" y="11065"/>
                  </a:lnTo>
                  <a:lnTo>
                    <a:pt x="28641" y="7716"/>
                  </a:lnTo>
                  <a:lnTo>
                    <a:pt x="27653" y="4661"/>
                  </a:lnTo>
                  <a:lnTo>
                    <a:pt x="26468" y="1605"/>
                  </a:lnTo>
                  <a:lnTo>
                    <a:pt x="231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7" name="object 97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6023111" y="3925933"/>
              <a:ext cx="122467" cy="141875"/>
            </a:xfrm>
            <a:prstGeom prst="rect">
              <a:avLst/>
            </a:prstGeom>
          </p:spPr>
        </p:pic>
        <p:sp>
          <p:nvSpPr>
            <p:cNvPr id="98" name="object 98"/>
            <p:cNvSpPr/>
            <p:nvPr/>
          </p:nvSpPr>
          <p:spPr>
            <a:xfrm>
              <a:off x="5877331" y="3935120"/>
              <a:ext cx="118110" cy="68580"/>
            </a:xfrm>
            <a:custGeom>
              <a:avLst/>
              <a:gdLst/>
              <a:ahLst/>
              <a:cxnLst/>
              <a:rect l="l" t="t" r="r" b="b"/>
              <a:pathLst>
                <a:path w="118110" h="68579">
                  <a:moveTo>
                    <a:pt x="115163" y="8978"/>
                  </a:moveTo>
                  <a:lnTo>
                    <a:pt x="114757" y="2489"/>
                  </a:lnTo>
                  <a:lnTo>
                    <a:pt x="112001" y="0"/>
                  </a:lnTo>
                  <a:lnTo>
                    <a:pt x="5918" y="5549"/>
                  </a:lnTo>
                  <a:lnTo>
                    <a:pt x="2565" y="5727"/>
                  </a:lnTo>
                  <a:lnTo>
                    <a:pt x="0" y="8483"/>
                  </a:lnTo>
                  <a:lnTo>
                    <a:pt x="393" y="14973"/>
                  </a:lnTo>
                  <a:lnTo>
                    <a:pt x="3162" y="17449"/>
                  </a:lnTo>
                  <a:lnTo>
                    <a:pt x="112585" y="11734"/>
                  </a:lnTo>
                  <a:lnTo>
                    <a:pt x="115163" y="8978"/>
                  </a:lnTo>
                  <a:close/>
                </a:path>
                <a:path w="118110" h="68579">
                  <a:moveTo>
                    <a:pt x="117919" y="59664"/>
                  </a:moveTo>
                  <a:lnTo>
                    <a:pt x="117525" y="53174"/>
                  </a:lnTo>
                  <a:lnTo>
                    <a:pt x="114757" y="50685"/>
                  </a:lnTo>
                  <a:lnTo>
                    <a:pt x="8496" y="56248"/>
                  </a:lnTo>
                  <a:lnTo>
                    <a:pt x="5334" y="56426"/>
                  </a:lnTo>
                  <a:lnTo>
                    <a:pt x="2768" y="59194"/>
                  </a:lnTo>
                  <a:lnTo>
                    <a:pt x="3162" y="65671"/>
                  </a:lnTo>
                  <a:lnTo>
                    <a:pt x="5918" y="68160"/>
                  </a:lnTo>
                  <a:lnTo>
                    <a:pt x="115354" y="62420"/>
                  </a:lnTo>
                  <a:lnTo>
                    <a:pt x="117919" y="596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9" name="object 99"/>
            <p:cNvPicPr/>
            <p:nvPr/>
          </p:nvPicPr>
          <p:blipFill>
            <a:blip r:embed="rId47" cstate="print"/>
            <a:stretch>
              <a:fillRect/>
            </a:stretch>
          </p:blipFill>
          <p:spPr>
            <a:xfrm>
              <a:off x="6307551" y="3925933"/>
              <a:ext cx="122467" cy="141875"/>
            </a:xfrm>
            <a:prstGeom prst="rect">
              <a:avLst/>
            </a:prstGeom>
          </p:spPr>
        </p:pic>
        <p:pic>
          <p:nvPicPr>
            <p:cNvPr id="100" name="object 100"/>
            <p:cNvPicPr/>
            <p:nvPr/>
          </p:nvPicPr>
          <p:blipFill>
            <a:blip r:embed="rId48" cstate="print"/>
            <a:stretch>
              <a:fillRect/>
            </a:stretch>
          </p:blipFill>
          <p:spPr>
            <a:xfrm>
              <a:off x="6455697" y="3928264"/>
              <a:ext cx="108442" cy="137214"/>
            </a:xfrm>
            <a:prstGeom prst="rect">
              <a:avLst/>
            </a:prstGeom>
          </p:spPr>
        </p:pic>
        <p:pic>
          <p:nvPicPr>
            <p:cNvPr id="101" name="object 101"/>
            <p:cNvPicPr/>
            <p:nvPr/>
          </p:nvPicPr>
          <p:blipFill>
            <a:blip r:embed="rId49" cstate="print"/>
            <a:stretch>
              <a:fillRect/>
            </a:stretch>
          </p:blipFill>
          <p:spPr>
            <a:xfrm>
              <a:off x="6588436" y="4006370"/>
              <a:ext cx="67751" cy="104585"/>
            </a:xfrm>
            <a:prstGeom prst="rect">
              <a:avLst/>
            </a:prstGeom>
          </p:spPr>
        </p:pic>
        <p:sp>
          <p:nvSpPr>
            <p:cNvPr id="102" name="object 102"/>
            <p:cNvSpPr/>
            <p:nvPr/>
          </p:nvSpPr>
          <p:spPr>
            <a:xfrm>
              <a:off x="6176788" y="3985962"/>
              <a:ext cx="105410" cy="12065"/>
            </a:xfrm>
            <a:custGeom>
              <a:avLst/>
              <a:gdLst/>
              <a:ahLst/>
              <a:cxnLst/>
              <a:rect l="l" t="t" r="r" b="b"/>
              <a:pathLst>
                <a:path w="105410" h="12064">
                  <a:moveTo>
                    <a:pt x="102319" y="0"/>
                  </a:moveTo>
                  <a:lnTo>
                    <a:pt x="5925" y="0"/>
                  </a:lnTo>
                  <a:lnTo>
                    <a:pt x="2567" y="0"/>
                  </a:lnTo>
                  <a:lnTo>
                    <a:pt x="0" y="2644"/>
                  </a:lnTo>
                  <a:lnTo>
                    <a:pt x="0" y="9126"/>
                  </a:lnTo>
                  <a:lnTo>
                    <a:pt x="2567" y="11751"/>
                  </a:lnTo>
                  <a:lnTo>
                    <a:pt x="102319" y="11751"/>
                  </a:lnTo>
                  <a:lnTo>
                    <a:pt x="105084" y="9126"/>
                  </a:lnTo>
                  <a:lnTo>
                    <a:pt x="105084" y="2644"/>
                  </a:lnTo>
                  <a:lnTo>
                    <a:pt x="10231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3" name="object 103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6023111" y="3643905"/>
              <a:ext cx="122467" cy="141875"/>
            </a:xfrm>
            <a:prstGeom prst="rect">
              <a:avLst/>
            </a:prstGeom>
          </p:spPr>
        </p:pic>
        <p:pic>
          <p:nvPicPr>
            <p:cNvPr id="104" name="object 104"/>
            <p:cNvPicPr/>
            <p:nvPr/>
          </p:nvPicPr>
          <p:blipFill>
            <a:blip r:embed="rId50" cstate="print"/>
            <a:stretch>
              <a:fillRect/>
            </a:stretch>
          </p:blipFill>
          <p:spPr>
            <a:xfrm>
              <a:off x="6171257" y="3646235"/>
              <a:ext cx="108442" cy="137214"/>
            </a:xfrm>
            <a:prstGeom prst="rect">
              <a:avLst/>
            </a:prstGeom>
          </p:spPr>
        </p:pic>
        <p:pic>
          <p:nvPicPr>
            <p:cNvPr id="105" name="object 105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6303996" y="3724341"/>
              <a:ext cx="67751" cy="104585"/>
            </a:xfrm>
            <a:prstGeom prst="rect">
              <a:avLst/>
            </a:prstGeom>
          </p:spPr>
        </p:pic>
        <p:sp>
          <p:nvSpPr>
            <p:cNvPr id="106" name="object 106"/>
            <p:cNvSpPr/>
            <p:nvPr/>
          </p:nvSpPr>
          <p:spPr>
            <a:xfrm>
              <a:off x="6078617" y="3815374"/>
              <a:ext cx="12065" cy="85725"/>
            </a:xfrm>
            <a:custGeom>
              <a:avLst/>
              <a:gdLst/>
              <a:ahLst/>
              <a:cxnLst/>
              <a:rect l="l" t="t" r="r" b="b"/>
              <a:pathLst>
                <a:path w="12064" h="85725">
                  <a:moveTo>
                    <a:pt x="9283" y="0"/>
                  </a:moveTo>
                  <a:lnTo>
                    <a:pt x="2765" y="0"/>
                  </a:lnTo>
                  <a:lnTo>
                    <a:pt x="0" y="2644"/>
                  </a:lnTo>
                  <a:lnTo>
                    <a:pt x="0" y="79516"/>
                  </a:lnTo>
                  <a:lnTo>
                    <a:pt x="0" y="82767"/>
                  </a:lnTo>
                  <a:lnTo>
                    <a:pt x="2765" y="85391"/>
                  </a:lnTo>
                  <a:lnTo>
                    <a:pt x="9283" y="85391"/>
                  </a:lnTo>
                  <a:lnTo>
                    <a:pt x="11851" y="82767"/>
                  </a:lnTo>
                  <a:lnTo>
                    <a:pt x="11851" y="2644"/>
                  </a:lnTo>
                  <a:lnTo>
                    <a:pt x="928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07" name="object 107"/>
          <p:cNvGrpSpPr/>
          <p:nvPr/>
        </p:nvGrpSpPr>
        <p:grpSpPr>
          <a:xfrm>
            <a:off x="5061942" y="4250873"/>
            <a:ext cx="1581785" cy="178435"/>
            <a:chOff x="5061942" y="4250873"/>
            <a:chExt cx="1581785" cy="178435"/>
          </a:xfrm>
        </p:grpSpPr>
        <p:sp>
          <p:nvSpPr>
            <p:cNvPr id="108" name="object 108"/>
            <p:cNvSpPr/>
            <p:nvPr/>
          </p:nvSpPr>
          <p:spPr>
            <a:xfrm>
              <a:off x="5061940" y="4250880"/>
              <a:ext cx="162560" cy="137795"/>
            </a:xfrm>
            <a:custGeom>
              <a:avLst/>
              <a:gdLst/>
              <a:ahLst/>
              <a:cxnLst/>
              <a:rect l="l" t="t" r="r" b="b"/>
              <a:pathLst>
                <a:path w="162560" h="137795">
                  <a:moveTo>
                    <a:pt x="91643" y="121564"/>
                  </a:moveTo>
                  <a:lnTo>
                    <a:pt x="23698" y="121564"/>
                  </a:lnTo>
                  <a:lnTo>
                    <a:pt x="25679" y="118503"/>
                  </a:lnTo>
                  <a:lnTo>
                    <a:pt x="28041" y="115468"/>
                  </a:lnTo>
                  <a:lnTo>
                    <a:pt x="33807" y="109664"/>
                  </a:lnTo>
                  <a:lnTo>
                    <a:pt x="59080" y="87909"/>
                  </a:lnTo>
                  <a:lnTo>
                    <a:pt x="72199" y="75844"/>
                  </a:lnTo>
                  <a:lnTo>
                    <a:pt x="91452" y="43573"/>
                  </a:lnTo>
                  <a:lnTo>
                    <a:pt x="91452" y="38087"/>
                  </a:lnTo>
                  <a:lnTo>
                    <a:pt x="66167" y="2730"/>
                  </a:lnTo>
                  <a:lnTo>
                    <a:pt x="48387" y="0"/>
                  </a:lnTo>
                  <a:lnTo>
                    <a:pt x="38976" y="635"/>
                  </a:lnTo>
                  <a:lnTo>
                    <a:pt x="7645" y="22606"/>
                  </a:lnTo>
                  <a:lnTo>
                    <a:pt x="3352" y="39674"/>
                  </a:lnTo>
                  <a:lnTo>
                    <a:pt x="20929" y="41465"/>
                  </a:lnTo>
                  <a:lnTo>
                    <a:pt x="20929" y="32842"/>
                  </a:lnTo>
                  <a:lnTo>
                    <a:pt x="23495" y="26111"/>
                  </a:lnTo>
                  <a:lnTo>
                    <a:pt x="33185" y="16370"/>
                  </a:lnTo>
                  <a:lnTo>
                    <a:pt x="39700" y="13944"/>
                  </a:lnTo>
                  <a:lnTo>
                    <a:pt x="55702" y="13944"/>
                  </a:lnTo>
                  <a:lnTo>
                    <a:pt x="62014" y="16230"/>
                  </a:lnTo>
                  <a:lnTo>
                    <a:pt x="71501" y="25400"/>
                  </a:lnTo>
                  <a:lnTo>
                    <a:pt x="74066" y="31038"/>
                  </a:lnTo>
                  <a:lnTo>
                    <a:pt x="74066" y="44069"/>
                  </a:lnTo>
                  <a:lnTo>
                    <a:pt x="45923" y="78333"/>
                  </a:lnTo>
                  <a:lnTo>
                    <a:pt x="28727" y="92748"/>
                  </a:lnTo>
                  <a:lnTo>
                    <a:pt x="22783" y="98120"/>
                  </a:lnTo>
                  <a:lnTo>
                    <a:pt x="787" y="129794"/>
                  </a:lnTo>
                  <a:lnTo>
                    <a:pt x="0" y="133705"/>
                  </a:lnTo>
                  <a:lnTo>
                    <a:pt x="190" y="137756"/>
                  </a:lnTo>
                  <a:lnTo>
                    <a:pt x="91643" y="137756"/>
                  </a:lnTo>
                  <a:lnTo>
                    <a:pt x="91643" y="121564"/>
                  </a:lnTo>
                  <a:close/>
                </a:path>
                <a:path w="162560" h="137795">
                  <a:moveTo>
                    <a:pt x="162217" y="79641"/>
                  </a:moveTo>
                  <a:lnTo>
                    <a:pt x="110020" y="79641"/>
                  </a:lnTo>
                  <a:lnTo>
                    <a:pt x="110020" y="96570"/>
                  </a:lnTo>
                  <a:lnTo>
                    <a:pt x="162217" y="96570"/>
                  </a:lnTo>
                  <a:lnTo>
                    <a:pt x="162217" y="7964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9" name="object 109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5243865" y="4286988"/>
              <a:ext cx="135701" cy="101647"/>
            </a:xfrm>
            <a:prstGeom prst="rect">
              <a:avLst/>
            </a:prstGeom>
          </p:spPr>
        </p:pic>
        <p:pic>
          <p:nvPicPr>
            <p:cNvPr id="110" name="object 110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5402085" y="4251421"/>
              <a:ext cx="394663" cy="177540"/>
            </a:xfrm>
            <a:prstGeom prst="rect">
              <a:avLst/>
            </a:prstGeom>
          </p:spPr>
        </p:pic>
        <p:pic>
          <p:nvPicPr>
            <p:cNvPr id="111" name="object 111"/>
            <p:cNvPicPr/>
            <p:nvPr/>
          </p:nvPicPr>
          <p:blipFill>
            <a:blip r:embed="rId54" cstate="print"/>
            <a:stretch>
              <a:fillRect/>
            </a:stretch>
          </p:blipFill>
          <p:spPr>
            <a:xfrm>
              <a:off x="5823411" y="4251421"/>
              <a:ext cx="86822" cy="139447"/>
            </a:xfrm>
            <a:prstGeom prst="rect">
              <a:avLst/>
            </a:prstGeom>
          </p:spPr>
        </p:pic>
        <p:pic>
          <p:nvPicPr>
            <p:cNvPr id="112" name="object 112"/>
            <p:cNvPicPr/>
            <p:nvPr/>
          </p:nvPicPr>
          <p:blipFill>
            <a:blip r:embed="rId55" cstate="print"/>
            <a:stretch>
              <a:fillRect/>
            </a:stretch>
          </p:blipFill>
          <p:spPr>
            <a:xfrm>
              <a:off x="5932842" y="4289241"/>
              <a:ext cx="81183" cy="101628"/>
            </a:xfrm>
            <a:prstGeom prst="rect">
              <a:avLst/>
            </a:prstGeom>
          </p:spPr>
        </p:pic>
        <p:pic>
          <p:nvPicPr>
            <p:cNvPr id="113" name="object 113"/>
            <p:cNvPicPr/>
            <p:nvPr/>
          </p:nvPicPr>
          <p:blipFill>
            <a:blip r:embed="rId56" cstate="print"/>
            <a:stretch>
              <a:fillRect/>
            </a:stretch>
          </p:blipFill>
          <p:spPr>
            <a:xfrm>
              <a:off x="6033581" y="4250873"/>
              <a:ext cx="390314" cy="139995"/>
            </a:xfrm>
            <a:prstGeom prst="rect">
              <a:avLst/>
            </a:prstGeom>
          </p:spPr>
        </p:pic>
        <p:pic>
          <p:nvPicPr>
            <p:cNvPr id="114" name="object 114"/>
            <p:cNvPicPr/>
            <p:nvPr/>
          </p:nvPicPr>
          <p:blipFill>
            <a:blip r:embed="rId57" cstate="print"/>
            <a:stretch>
              <a:fillRect/>
            </a:stretch>
          </p:blipFill>
          <p:spPr>
            <a:xfrm>
              <a:off x="6550708" y="4286988"/>
              <a:ext cx="92442" cy="103880"/>
            </a:xfrm>
            <a:prstGeom prst="rect">
              <a:avLst/>
            </a:prstGeom>
          </p:spPr>
        </p:pic>
        <p:pic>
          <p:nvPicPr>
            <p:cNvPr id="115" name="object 115"/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6446808" y="4286988"/>
              <a:ext cx="81381" cy="101647"/>
            </a:xfrm>
            <a:prstGeom prst="rect">
              <a:avLst/>
            </a:prstGeom>
          </p:spPr>
        </p:pic>
      </p:grpSp>
      <p:grpSp>
        <p:nvGrpSpPr>
          <p:cNvPr id="116" name="object 116"/>
          <p:cNvGrpSpPr/>
          <p:nvPr/>
        </p:nvGrpSpPr>
        <p:grpSpPr>
          <a:xfrm>
            <a:off x="5589143" y="4572150"/>
            <a:ext cx="670560" cy="142240"/>
            <a:chOff x="5589143" y="4572150"/>
            <a:chExt cx="670560" cy="142240"/>
          </a:xfrm>
        </p:grpSpPr>
        <p:pic>
          <p:nvPicPr>
            <p:cNvPr id="117" name="object 117"/>
            <p:cNvPicPr/>
            <p:nvPr/>
          </p:nvPicPr>
          <p:blipFill>
            <a:blip r:embed="rId59" cstate="print"/>
            <a:stretch>
              <a:fillRect/>
            </a:stretch>
          </p:blipFill>
          <p:spPr>
            <a:xfrm>
              <a:off x="5589143" y="4574579"/>
              <a:ext cx="362660" cy="139547"/>
            </a:xfrm>
            <a:prstGeom prst="rect">
              <a:avLst/>
            </a:prstGeom>
          </p:spPr>
        </p:pic>
        <p:pic>
          <p:nvPicPr>
            <p:cNvPr id="118" name="object 118"/>
            <p:cNvPicPr/>
            <p:nvPr/>
          </p:nvPicPr>
          <p:blipFill>
            <a:blip r:embed="rId60" cstate="print"/>
            <a:stretch>
              <a:fillRect/>
            </a:stretch>
          </p:blipFill>
          <p:spPr>
            <a:xfrm>
              <a:off x="5978288" y="4572150"/>
              <a:ext cx="132323" cy="141975"/>
            </a:xfrm>
            <a:prstGeom prst="rect">
              <a:avLst/>
            </a:prstGeom>
          </p:spPr>
        </p:pic>
        <p:pic>
          <p:nvPicPr>
            <p:cNvPr id="119" name="object 119"/>
            <p:cNvPicPr/>
            <p:nvPr/>
          </p:nvPicPr>
          <p:blipFill>
            <a:blip r:embed="rId61" cstate="print"/>
            <a:stretch>
              <a:fillRect/>
            </a:stretch>
          </p:blipFill>
          <p:spPr>
            <a:xfrm>
              <a:off x="6137085" y="4574579"/>
              <a:ext cx="122072" cy="137208"/>
            </a:xfrm>
            <a:prstGeom prst="rect">
              <a:avLst/>
            </a:prstGeom>
          </p:spPr>
        </p:pic>
      </p:grpSp>
      <p:grpSp>
        <p:nvGrpSpPr>
          <p:cNvPr id="120" name="object 120"/>
          <p:cNvGrpSpPr/>
          <p:nvPr/>
        </p:nvGrpSpPr>
        <p:grpSpPr>
          <a:xfrm>
            <a:off x="7184376" y="3643905"/>
            <a:ext cx="1485900" cy="467359"/>
            <a:chOff x="7184376" y="3643905"/>
            <a:chExt cx="1485900" cy="467359"/>
          </a:xfrm>
        </p:grpSpPr>
        <p:pic>
          <p:nvPicPr>
            <p:cNvPr id="121" name="object 121"/>
            <p:cNvPicPr/>
            <p:nvPr/>
          </p:nvPicPr>
          <p:blipFill>
            <a:blip r:embed="rId62" cstate="print"/>
            <a:stretch>
              <a:fillRect/>
            </a:stretch>
          </p:blipFill>
          <p:spPr>
            <a:xfrm>
              <a:off x="7184376" y="3925933"/>
              <a:ext cx="122269" cy="141875"/>
            </a:xfrm>
            <a:prstGeom prst="rect">
              <a:avLst/>
            </a:prstGeom>
          </p:spPr>
        </p:pic>
        <p:pic>
          <p:nvPicPr>
            <p:cNvPr id="122" name="object 122"/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7332522" y="3928264"/>
              <a:ext cx="108442" cy="137214"/>
            </a:xfrm>
            <a:prstGeom prst="rect">
              <a:avLst/>
            </a:prstGeom>
          </p:spPr>
        </p:pic>
        <p:pic>
          <p:nvPicPr>
            <p:cNvPr id="123" name="object 123"/>
            <p:cNvPicPr/>
            <p:nvPr/>
          </p:nvPicPr>
          <p:blipFill>
            <a:blip r:embed="rId63" cstate="print"/>
            <a:stretch>
              <a:fillRect/>
            </a:stretch>
          </p:blipFill>
          <p:spPr>
            <a:xfrm>
              <a:off x="7465261" y="4006370"/>
              <a:ext cx="67554" cy="104585"/>
            </a:xfrm>
            <a:prstGeom prst="rect">
              <a:avLst/>
            </a:prstGeom>
          </p:spPr>
        </p:pic>
        <p:pic>
          <p:nvPicPr>
            <p:cNvPr id="124" name="object 124"/>
            <p:cNvPicPr/>
            <p:nvPr/>
          </p:nvPicPr>
          <p:blipFill>
            <a:blip r:embed="rId45" cstate="print"/>
            <a:stretch>
              <a:fillRect/>
            </a:stretch>
          </p:blipFill>
          <p:spPr>
            <a:xfrm>
              <a:off x="7759182" y="3928264"/>
              <a:ext cx="108640" cy="137214"/>
            </a:xfrm>
            <a:prstGeom prst="rect">
              <a:avLst/>
            </a:prstGeom>
          </p:spPr>
        </p:pic>
        <p:pic>
          <p:nvPicPr>
            <p:cNvPr id="125" name="object 125"/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7611234" y="3925933"/>
              <a:ext cx="122269" cy="141875"/>
            </a:xfrm>
            <a:prstGeom prst="rect">
              <a:avLst/>
            </a:prstGeom>
          </p:spPr>
        </p:pic>
        <p:pic>
          <p:nvPicPr>
            <p:cNvPr id="126" name="object 126"/>
            <p:cNvPicPr/>
            <p:nvPr/>
          </p:nvPicPr>
          <p:blipFill>
            <a:blip r:embed="rId64" cstate="print"/>
            <a:stretch>
              <a:fillRect/>
            </a:stretch>
          </p:blipFill>
          <p:spPr>
            <a:xfrm>
              <a:off x="7890340" y="4006370"/>
              <a:ext cx="68344" cy="102783"/>
            </a:xfrm>
            <a:prstGeom prst="rect">
              <a:avLst/>
            </a:prstGeom>
          </p:spPr>
        </p:pic>
        <p:sp>
          <p:nvSpPr>
            <p:cNvPr id="127" name="object 127"/>
            <p:cNvSpPr/>
            <p:nvPr/>
          </p:nvSpPr>
          <p:spPr>
            <a:xfrm>
              <a:off x="7557506" y="3985218"/>
              <a:ext cx="29209" cy="19050"/>
            </a:xfrm>
            <a:custGeom>
              <a:avLst/>
              <a:gdLst/>
              <a:ahLst/>
              <a:cxnLst/>
              <a:rect l="l" t="t" r="r" b="b"/>
              <a:pathLst>
                <a:path w="29209" h="19050">
                  <a:moveTo>
                    <a:pt x="23110" y="0"/>
                  </a:moveTo>
                  <a:lnTo>
                    <a:pt x="4740" y="6482"/>
                  </a:lnTo>
                  <a:lnTo>
                    <a:pt x="1777" y="7559"/>
                  </a:lnTo>
                  <a:lnTo>
                    <a:pt x="0" y="10928"/>
                  </a:lnTo>
                  <a:lnTo>
                    <a:pt x="2370" y="17039"/>
                  </a:lnTo>
                  <a:lnTo>
                    <a:pt x="5728" y="18645"/>
                  </a:lnTo>
                  <a:lnTo>
                    <a:pt x="8691" y="17548"/>
                  </a:lnTo>
                  <a:lnTo>
                    <a:pt x="27061" y="11065"/>
                  </a:lnTo>
                  <a:lnTo>
                    <a:pt x="28641" y="7716"/>
                  </a:lnTo>
                  <a:lnTo>
                    <a:pt x="27653" y="4661"/>
                  </a:lnTo>
                  <a:lnTo>
                    <a:pt x="26468" y="1605"/>
                  </a:lnTo>
                  <a:lnTo>
                    <a:pt x="231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8" name="object 128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8037893" y="3925933"/>
              <a:ext cx="122467" cy="141875"/>
            </a:xfrm>
            <a:prstGeom prst="rect">
              <a:avLst/>
            </a:prstGeom>
          </p:spPr>
        </p:pic>
        <p:sp>
          <p:nvSpPr>
            <p:cNvPr id="129" name="object 129"/>
            <p:cNvSpPr/>
            <p:nvPr/>
          </p:nvSpPr>
          <p:spPr>
            <a:xfrm>
              <a:off x="7984363" y="3985179"/>
              <a:ext cx="26670" cy="19050"/>
            </a:xfrm>
            <a:custGeom>
              <a:avLst/>
              <a:gdLst/>
              <a:ahLst/>
              <a:cxnLst/>
              <a:rect l="l" t="t" r="r" b="b"/>
              <a:pathLst>
                <a:path w="26670" h="19050">
                  <a:moveTo>
                    <a:pt x="20147" y="0"/>
                  </a:moveTo>
                  <a:lnTo>
                    <a:pt x="4345" y="6639"/>
                  </a:lnTo>
                  <a:lnTo>
                    <a:pt x="1382" y="7912"/>
                  </a:lnTo>
                  <a:lnTo>
                    <a:pt x="0" y="11359"/>
                  </a:lnTo>
                  <a:lnTo>
                    <a:pt x="1185" y="14336"/>
                  </a:lnTo>
                  <a:lnTo>
                    <a:pt x="2567" y="17332"/>
                  </a:lnTo>
                  <a:lnTo>
                    <a:pt x="5925" y="18723"/>
                  </a:lnTo>
                  <a:lnTo>
                    <a:pt x="9086" y="17470"/>
                  </a:lnTo>
                  <a:lnTo>
                    <a:pt x="24888" y="10811"/>
                  </a:lnTo>
                  <a:lnTo>
                    <a:pt x="26271" y="7364"/>
                  </a:lnTo>
                  <a:lnTo>
                    <a:pt x="25086" y="4387"/>
                  </a:lnTo>
                  <a:lnTo>
                    <a:pt x="23703" y="1390"/>
                  </a:lnTo>
                  <a:lnTo>
                    <a:pt x="2014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0" name="object 130"/>
            <p:cNvPicPr/>
            <p:nvPr/>
          </p:nvPicPr>
          <p:blipFill>
            <a:blip r:embed="rId65" cstate="print"/>
            <a:stretch>
              <a:fillRect/>
            </a:stretch>
          </p:blipFill>
          <p:spPr>
            <a:xfrm>
              <a:off x="8322333" y="3900550"/>
              <a:ext cx="122467" cy="141875"/>
            </a:xfrm>
            <a:prstGeom prst="rect">
              <a:avLst/>
            </a:prstGeom>
          </p:spPr>
        </p:pic>
        <p:pic>
          <p:nvPicPr>
            <p:cNvPr id="131" name="object 131"/>
            <p:cNvPicPr/>
            <p:nvPr/>
          </p:nvPicPr>
          <p:blipFill>
            <a:blip r:embed="rId66" cstate="print"/>
            <a:stretch>
              <a:fillRect/>
            </a:stretch>
          </p:blipFill>
          <p:spPr>
            <a:xfrm>
              <a:off x="8470479" y="3902881"/>
              <a:ext cx="108442" cy="137214"/>
            </a:xfrm>
            <a:prstGeom prst="rect">
              <a:avLst/>
            </a:prstGeom>
          </p:spPr>
        </p:pic>
        <p:pic>
          <p:nvPicPr>
            <p:cNvPr id="132" name="object 132"/>
            <p:cNvPicPr/>
            <p:nvPr/>
          </p:nvPicPr>
          <p:blipFill>
            <a:blip r:embed="rId67" cstate="print"/>
            <a:stretch>
              <a:fillRect/>
            </a:stretch>
          </p:blipFill>
          <p:spPr>
            <a:xfrm>
              <a:off x="8601440" y="3980987"/>
              <a:ext cx="68344" cy="102783"/>
            </a:xfrm>
            <a:prstGeom prst="rect">
              <a:avLst/>
            </a:prstGeom>
          </p:spPr>
        </p:pic>
        <p:sp>
          <p:nvSpPr>
            <p:cNvPr id="133" name="object 133"/>
            <p:cNvSpPr/>
            <p:nvPr/>
          </p:nvSpPr>
          <p:spPr>
            <a:xfrm>
              <a:off x="8191563" y="3935209"/>
              <a:ext cx="105410" cy="62865"/>
            </a:xfrm>
            <a:custGeom>
              <a:avLst/>
              <a:gdLst/>
              <a:ahLst/>
              <a:cxnLst/>
              <a:rect l="l" t="t" r="r" b="b"/>
              <a:pathLst>
                <a:path w="105409" h="62864">
                  <a:moveTo>
                    <a:pt x="105079" y="53403"/>
                  </a:moveTo>
                  <a:lnTo>
                    <a:pt x="102323" y="50761"/>
                  </a:lnTo>
                  <a:lnTo>
                    <a:pt x="5930" y="50761"/>
                  </a:lnTo>
                  <a:lnTo>
                    <a:pt x="2565" y="50761"/>
                  </a:lnTo>
                  <a:lnTo>
                    <a:pt x="0" y="53403"/>
                  </a:lnTo>
                  <a:lnTo>
                    <a:pt x="0" y="59880"/>
                  </a:lnTo>
                  <a:lnTo>
                    <a:pt x="2565" y="62509"/>
                  </a:lnTo>
                  <a:lnTo>
                    <a:pt x="102323" y="62509"/>
                  </a:lnTo>
                  <a:lnTo>
                    <a:pt x="105079" y="59880"/>
                  </a:lnTo>
                  <a:lnTo>
                    <a:pt x="105079" y="53403"/>
                  </a:lnTo>
                  <a:close/>
                </a:path>
                <a:path w="105409" h="62864">
                  <a:moveTo>
                    <a:pt x="105079" y="2641"/>
                  </a:moveTo>
                  <a:lnTo>
                    <a:pt x="102323" y="0"/>
                  </a:lnTo>
                  <a:lnTo>
                    <a:pt x="5930" y="0"/>
                  </a:lnTo>
                  <a:lnTo>
                    <a:pt x="2565" y="0"/>
                  </a:lnTo>
                  <a:lnTo>
                    <a:pt x="0" y="2641"/>
                  </a:lnTo>
                  <a:lnTo>
                    <a:pt x="0" y="9118"/>
                  </a:lnTo>
                  <a:lnTo>
                    <a:pt x="2565" y="11747"/>
                  </a:lnTo>
                  <a:lnTo>
                    <a:pt x="102323" y="11747"/>
                  </a:lnTo>
                  <a:lnTo>
                    <a:pt x="105079" y="9118"/>
                  </a:lnTo>
                  <a:lnTo>
                    <a:pt x="105079" y="264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4" name="object 134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8037893" y="3643905"/>
              <a:ext cx="122467" cy="141875"/>
            </a:xfrm>
            <a:prstGeom prst="rect">
              <a:avLst/>
            </a:prstGeom>
          </p:spPr>
        </p:pic>
        <p:pic>
          <p:nvPicPr>
            <p:cNvPr id="135" name="object 135"/>
            <p:cNvPicPr/>
            <p:nvPr/>
          </p:nvPicPr>
          <p:blipFill>
            <a:blip r:embed="rId50" cstate="print"/>
            <a:stretch>
              <a:fillRect/>
            </a:stretch>
          </p:blipFill>
          <p:spPr>
            <a:xfrm>
              <a:off x="8186039" y="3646235"/>
              <a:ext cx="108442" cy="137214"/>
            </a:xfrm>
            <a:prstGeom prst="rect">
              <a:avLst/>
            </a:prstGeom>
          </p:spPr>
        </p:pic>
        <p:pic>
          <p:nvPicPr>
            <p:cNvPr id="136" name="object 136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8318778" y="3724341"/>
              <a:ext cx="67751" cy="104585"/>
            </a:xfrm>
            <a:prstGeom prst="rect">
              <a:avLst/>
            </a:prstGeom>
          </p:spPr>
        </p:pic>
        <p:sp>
          <p:nvSpPr>
            <p:cNvPr id="137" name="object 137"/>
            <p:cNvSpPr/>
            <p:nvPr/>
          </p:nvSpPr>
          <p:spPr>
            <a:xfrm>
              <a:off x="8093399" y="3815374"/>
              <a:ext cx="12065" cy="85725"/>
            </a:xfrm>
            <a:custGeom>
              <a:avLst/>
              <a:gdLst/>
              <a:ahLst/>
              <a:cxnLst/>
              <a:rect l="l" t="t" r="r" b="b"/>
              <a:pathLst>
                <a:path w="12065" h="85725">
                  <a:moveTo>
                    <a:pt x="9283" y="0"/>
                  </a:moveTo>
                  <a:lnTo>
                    <a:pt x="2765" y="0"/>
                  </a:lnTo>
                  <a:lnTo>
                    <a:pt x="0" y="2644"/>
                  </a:lnTo>
                  <a:lnTo>
                    <a:pt x="0" y="79516"/>
                  </a:lnTo>
                  <a:lnTo>
                    <a:pt x="0" y="82767"/>
                  </a:lnTo>
                  <a:lnTo>
                    <a:pt x="2765" y="85391"/>
                  </a:lnTo>
                  <a:lnTo>
                    <a:pt x="9283" y="85391"/>
                  </a:lnTo>
                  <a:lnTo>
                    <a:pt x="11851" y="82767"/>
                  </a:lnTo>
                  <a:lnTo>
                    <a:pt x="11851" y="2644"/>
                  </a:lnTo>
                  <a:lnTo>
                    <a:pt x="928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38" name="object 138"/>
          <p:cNvPicPr/>
          <p:nvPr/>
        </p:nvPicPr>
        <p:blipFill>
          <a:blip r:embed="rId68" cstate="print"/>
          <a:stretch>
            <a:fillRect/>
          </a:stretch>
        </p:blipFill>
        <p:spPr>
          <a:xfrm>
            <a:off x="6889270" y="3952608"/>
            <a:ext cx="91257" cy="90679"/>
          </a:xfrm>
          <a:prstGeom prst="rect">
            <a:avLst/>
          </a:prstGeom>
        </p:spPr>
      </p:pic>
      <p:grpSp>
        <p:nvGrpSpPr>
          <p:cNvPr id="139" name="object 139"/>
          <p:cNvGrpSpPr/>
          <p:nvPr/>
        </p:nvGrpSpPr>
        <p:grpSpPr>
          <a:xfrm>
            <a:off x="7091539" y="4265562"/>
            <a:ext cx="1581785" cy="178435"/>
            <a:chOff x="7091539" y="4265562"/>
            <a:chExt cx="1581785" cy="178435"/>
          </a:xfrm>
        </p:grpSpPr>
        <p:sp>
          <p:nvSpPr>
            <p:cNvPr id="140" name="object 140"/>
            <p:cNvSpPr/>
            <p:nvPr/>
          </p:nvSpPr>
          <p:spPr>
            <a:xfrm>
              <a:off x="7091528" y="4265574"/>
              <a:ext cx="162560" cy="137795"/>
            </a:xfrm>
            <a:custGeom>
              <a:avLst/>
              <a:gdLst/>
              <a:ahLst/>
              <a:cxnLst/>
              <a:rect l="l" t="t" r="r" b="b"/>
              <a:pathLst>
                <a:path w="162559" h="137795">
                  <a:moveTo>
                    <a:pt x="91655" y="121564"/>
                  </a:moveTo>
                  <a:lnTo>
                    <a:pt x="23710" y="121564"/>
                  </a:lnTo>
                  <a:lnTo>
                    <a:pt x="25679" y="118503"/>
                  </a:lnTo>
                  <a:lnTo>
                    <a:pt x="28054" y="115468"/>
                  </a:lnTo>
                  <a:lnTo>
                    <a:pt x="33820" y="109651"/>
                  </a:lnTo>
                  <a:lnTo>
                    <a:pt x="59093" y="87896"/>
                  </a:lnTo>
                  <a:lnTo>
                    <a:pt x="72212" y="75831"/>
                  </a:lnTo>
                  <a:lnTo>
                    <a:pt x="91465" y="43573"/>
                  </a:lnTo>
                  <a:lnTo>
                    <a:pt x="91465" y="38087"/>
                  </a:lnTo>
                  <a:lnTo>
                    <a:pt x="66179" y="2730"/>
                  </a:lnTo>
                  <a:lnTo>
                    <a:pt x="48399" y="0"/>
                  </a:lnTo>
                  <a:lnTo>
                    <a:pt x="38989" y="635"/>
                  </a:lnTo>
                  <a:lnTo>
                    <a:pt x="7658" y="22606"/>
                  </a:lnTo>
                  <a:lnTo>
                    <a:pt x="3365" y="39674"/>
                  </a:lnTo>
                  <a:lnTo>
                    <a:pt x="20942" y="41452"/>
                  </a:lnTo>
                  <a:lnTo>
                    <a:pt x="20942" y="32842"/>
                  </a:lnTo>
                  <a:lnTo>
                    <a:pt x="23507" y="26098"/>
                  </a:lnTo>
                  <a:lnTo>
                    <a:pt x="33185" y="16370"/>
                  </a:lnTo>
                  <a:lnTo>
                    <a:pt x="39712" y="13944"/>
                  </a:lnTo>
                  <a:lnTo>
                    <a:pt x="55702" y="13944"/>
                  </a:lnTo>
                  <a:lnTo>
                    <a:pt x="62026" y="16230"/>
                  </a:lnTo>
                  <a:lnTo>
                    <a:pt x="71513" y="25400"/>
                  </a:lnTo>
                  <a:lnTo>
                    <a:pt x="74079" y="31038"/>
                  </a:lnTo>
                  <a:lnTo>
                    <a:pt x="74079" y="44056"/>
                  </a:lnTo>
                  <a:lnTo>
                    <a:pt x="45923" y="78333"/>
                  </a:lnTo>
                  <a:lnTo>
                    <a:pt x="28740" y="92748"/>
                  </a:lnTo>
                  <a:lnTo>
                    <a:pt x="22796" y="98120"/>
                  </a:lnTo>
                  <a:lnTo>
                    <a:pt x="800" y="129781"/>
                  </a:lnTo>
                  <a:lnTo>
                    <a:pt x="0" y="133705"/>
                  </a:lnTo>
                  <a:lnTo>
                    <a:pt x="203" y="137756"/>
                  </a:lnTo>
                  <a:lnTo>
                    <a:pt x="91655" y="137756"/>
                  </a:lnTo>
                  <a:lnTo>
                    <a:pt x="91655" y="121564"/>
                  </a:lnTo>
                  <a:close/>
                </a:path>
                <a:path w="162559" h="137795">
                  <a:moveTo>
                    <a:pt x="162229" y="79629"/>
                  </a:moveTo>
                  <a:lnTo>
                    <a:pt x="110032" y="79629"/>
                  </a:lnTo>
                  <a:lnTo>
                    <a:pt x="110032" y="96570"/>
                  </a:lnTo>
                  <a:lnTo>
                    <a:pt x="162229" y="96570"/>
                  </a:lnTo>
                  <a:lnTo>
                    <a:pt x="162229" y="796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41" name="object 141"/>
            <p:cNvPicPr/>
            <p:nvPr/>
          </p:nvPicPr>
          <p:blipFill>
            <a:blip r:embed="rId69" cstate="print"/>
            <a:stretch>
              <a:fillRect/>
            </a:stretch>
          </p:blipFill>
          <p:spPr>
            <a:xfrm>
              <a:off x="7273462" y="4301677"/>
              <a:ext cx="135701" cy="101647"/>
            </a:xfrm>
            <a:prstGeom prst="rect">
              <a:avLst/>
            </a:prstGeom>
          </p:spPr>
        </p:pic>
        <p:pic>
          <p:nvPicPr>
            <p:cNvPr id="142" name="object 142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7431681" y="4266110"/>
              <a:ext cx="394663" cy="177540"/>
            </a:xfrm>
            <a:prstGeom prst="rect">
              <a:avLst/>
            </a:prstGeom>
          </p:spPr>
        </p:pic>
        <p:pic>
          <p:nvPicPr>
            <p:cNvPr id="143" name="object 143"/>
            <p:cNvPicPr/>
            <p:nvPr/>
          </p:nvPicPr>
          <p:blipFill>
            <a:blip r:embed="rId54" cstate="print"/>
            <a:stretch>
              <a:fillRect/>
            </a:stretch>
          </p:blipFill>
          <p:spPr>
            <a:xfrm>
              <a:off x="7853008" y="4266110"/>
              <a:ext cx="86822" cy="139447"/>
            </a:xfrm>
            <a:prstGeom prst="rect">
              <a:avLst/>
            </a:prstGeom>
          </p:spPr>
        </p:pic>
        <p:pic>
          <p:nvPicPr>
            <p:cNvPr id="144" name="object 144"/>
            <p:cNvPicPr/>
            <p:nvPr/>
          </p:nvPicPr>
          <p:blipFill>
            <a:blip r:embed="rId55" cstate="print"/>
            <a:stretch>
              <a:fillRect/>
            </a:stretch>
          </p:blipFill>
          <p:spPr>
            <a:xfrm>
              <a:off x="7962438" y="4303930"/>
              <a:ext cx="81183" cy="101628"/>
            </a:xfrm>
            <a:prstGeom prst="rect">
              <a:avLst/>
            </a:prstGeom>
          </p:spPr>
        </p:pic>
        <p:sp>
          <p:nvSpPr>
            <p:cNvPr id="145" name="object 145"/>
            <p:cNvSpPr/>
            <p:nvPr/>
          </p:nvSpPr>
          <p:spPr>
            <a:xfrm>
              <a:off x="8063166" y="4265574"/>
              <a:ext cx="390525" cy="140335"/>
            </a:xfrm>
            <a:custGeom>
              <a:avLst/>
              <a:gdLst/>
              <a:ahLst/>
              <a:cxnLst/>
              <a:rect l="l" t="t" r="r" b="b"/>
              <a:pathLst>
                <a:path w="390525" h="140335">
                  <a:moveTo>
                    <a:pt x="48793" y="137566"/>
                  </a:moveTo>
                  <a:lnTo>
                    <a:pt x="46418" y="122682"/>
                  </a:lnTo>
                  <a:lnTo>
                    <a:pt x="43268" y="123126"/>
                  </a:lnTo>
                  <a:lnTo>
                    <a:pt x="36347" y="123342"/>
                  </a:lnTo>
                  <a:lnTo>
                    <a:pt x="29235" y="114388"/>
                  </a:lnTo>
                  <a:lnTo>
                    <a:pt x="29235" y="51460"/>
                  </a:lnTo>
                  <a:lnTo>
                    <a:pt x="46418" y="51460"/>
                  </a:lnTo>
                  <a:lnTo>
                    <a:pt x="46418" y="38366"/>
                  </a:lnTo>
                  <a:lnTo>
                    <a:pt x="29235" y="38366"/>
                  </a:lnTo>
                  <a:lnTo>
                    <a:pt x="29235" y="3632"/>
                  </a:lnTo>
                  <a:lnTo>
                    <a:pt x="12446" y="13741"/>
                  </a:lnTo>
                  <a:lnTo>
                    <a:pt x="12446" y="38366"/>
                  </a:lnTo>
                  <a:lnTo>
                    <a:pt x="0" y="38366"/>
                  </a:lnTo>
                  <a:lnTo>
                    <a:pt x="0" y="51460"/>
                  </a:lnTo>
                  <a:lnTo>
                    <a:pt x="12446" y="51460"/>
                  </a:lnTo>
                  <a:lnTo>
                    <a:pt x="12446" y="118757"/>
                  </a:lnTo>
                  <a:lnTo>
                    <a:pt x="13042" y="125374"/>
                  </a:lnTo>
                  <a:lnTo>
                    <a:pt x="15811" y="131686"/>
                  </a:lnTo>
                  <a:lnTo>
                    <a:pt x="18173" y="134226"/>
                  </a:lnTo>
                  <a:lnTo>
                    <a:pt x="25095" y="138087"/>
                  </a:lnTo>
                  <a:lnTo>
                    <a:pt x="29832" y="139065"/>
                  </a:lnTo>
                  <a:lnTo>
                    <a:pt x="39712" y="139065"/>
                  </a:lnTo>
                  <a:lnTo>
                    <a:pt x="44056" y="138557"/>
                  </a:lnTo>
                  <a:lnTo>
                    <a:pt x="48793" y="137566"/>
                  </a:lnTo>
                  <a:close/>
                </a:path>
                <a:path w="390525" h="140335">
                  <a:moveTo>
                    <a:pt x="109093" y="79629"/>
                  </a:moveTo>
                  <a:lnTo>
                    <a:pt x="56896" y="79629"/>
                  </a:lnTo>
                  <a:lnTo>
                    <a:pt x="56896" y="96570"/>
                  </a:lnTo>
                  <a:lnTo>
                    <a:pt x="109093" y="96570"/>
                  </a:lnTo>
                  <a:lnTo>
                    <a:pt x="109093" y="79629"/>
                  </a:lnTo>
                  <a:close/>
                </a:path>
                <a:path w="390525" h="140335">
                  <a:moveTo>
                    <a:pt x="188048" y="0"/>
                  </a:moveTo>
                  <a:lnTo>
                    <a:pt x="177190" y="0"/>
                  </a:lnTo>
                  <a:lnTo>
                    <a:pt x="174218" y="5905"/>
                  </a:lnTo>
                  <a:lnTo>
                    <a:pt x="169087" y="12039"/>
                  </a:lnTo>
                  <a:lnTo>
                    <a:pt x="137083" y="34429"/>
                  </a:lnTo>
                  <a:lnTo>
                    <a:pt x="137083" y="50723"/>
                  </a:lnTo>
                  <a:lnTo>
                    <a:pt x="171069" y="30416"/>
                  </a:lnTo>
                  <a:lnTo>
                    <a:pt x="171069" y="137756"/>
                  </a:lnTo>
                  <a:lnTo>
                    <a:pt x="188048" y="137756"/>
                  </a:lnTo>
                  <a:lnTo>
                    <a:pt x="188048" y="0"/>
                  </a:lnTo>
                  <a:close/>
                </a:path>
                <a:path w="390525" h="140335">
                  <a:moveTo>
                    <a:pt x="283908" y="79629"/>
                  </a:moveTo>
                  <a:lnTo>
                    <a:pt x="231698" y="79629"/>
                  </a:lnTo>
                  <a:lnTo>
                    <a:pt x="231698" y="96570"/>
                  </a:lnTo>
                  <a:lnTo>
                    <a:pt x="283908" y="96570"/>
                  </a:lnTo>
                  <a:lnTo>
                    <a:pt x="283908" y="79629"/>
                  </a:lnTo>
                  <a:close/>
                </a:path>
                <a:path w="390525" h="140335">
                  <a:moveTo>
                    <a:pt x="390321" y="87871"/>
                  </a:moveTo>
                  <a:lnTo>
                    <a:pt x="389661" y="78511"/>
                  </a:lnTo>
                  <a:lnTo>
                    <a:pt x="389509" y="76250"/>
                  </a:lnTo>
                  <a:lnTo>
                    <a:pt x="387083" y="66014"/>
                  </a:lnTo>
                  <a:lnTo>
                    <a:pt x="383070" y="57162"/>
                  </a:lnTo>
                  <a:lnTo>
                    <a:pt x="377685" y="49961"/>
                  </a:lnTo>
                  <a:lnTo>
                    <a:pt x="377482" y="49682"/>
                  </a:lnTo>
                  <a:lnTo>
                    <a:pt x="372338" y="45212"/>
                  </a:lnTo>
                  <a:lnTo>
                    <a:pt x="372338" y="78511"/>
                  </a:lnTo>
                  <a:lnTo>
                    <a:pt x="316445" y="78511"/>
                  </a:lnTo>
                  <a:lnTo>
                    <a:pt x="317030" y="69837"/>
                  </a:lnTo>
                  <a:lnTo>
                    <a:pt x="320001" y="62903"/>
                  </a:lnTo>
                  <a:lnTo>
                    <a:pt x="325335" y="57734"/>
                  </a:lnTo>
                  <a:lnTo>
                    <a:pt x="330466" y="52565"/>
                  </a:lnTo>
                  <a:lnTo>
                    <a:pt x="337185" y="49961"/>
                  </a:lnTo>
                  <a:lnTo>
                    <a:pt x="353580" y="49961"/>
                  </a:lnTo>
                  <a:lnTo>
                    <a:pt x="360489" y="53213"/>
                  </a:lnTo>
                  <a:lnTo>
                    <a:pt x="369582" y="63881"/>
                  </a:lnTo>
                  <a:lnTo>
                    <a:pt x="371551" y="70154"/>
                  </a:lnTo>
                  <a:lnTo>
                    <a:pt x="372338" y="78511"/>
                  </a:lnTo>
                  <a:lnTo>
                    <a:pt x="372338" y="45212"/>
                  </a:lnTo>
                  <a:lnTo>
                    <a:pt x="370662" y="43738"/>
                  </a:lnTo>
                  <a:lnTo>
                    <a:pt x="362940" y="39497"/>
                  </a:lnTo>
                  <a:lnTo>
                    <a:pt x="354291" y="36957"/>
                  </a:lnTo>
                  <a:lnTo>
                    <a:pt x="344690" y="36106"/>
                  </a:lnTo>
                  <a:lnTo>
                    <a:pt x="334797" y="36969"/>
                  </a:lnTo>
                  <a:lnTo>
                    <a:pt x="301129" y="66624"/>
                  </a:lnTo>
                  <a:lnTo>
                    <a:pt x="297878" y="88887"/>
                  </a:lnTo>
                  <a:lnTo>
                    <a:pt x="298691" y="100342"/>
                  </a:lnTo>
                  <a:lnTo>
                    <a:pt x="325970" y="136639"/>
                  </a:lnTo>
                  <a:lnTo>
                    <a:pt x="345681" y="139992"/>
                  </a:lnTo>
                  <a:lnTo>
                    <a:pt x="354012" y="139458"/>
                  </a:lnTo>
                  <a:lnTo>
                    <a:pt x="387210" y="115100"/>
                  </a:lnTo>
                  <a:lnTo>
                    <a:pt x="389724" y="107886"/>
                  </a:lnTo>
                  <a:lnTo>
                    <a:pt x="372148" y="105740"/>
                  </a:lnTo>
                  <a:lnTo>
                    <a:pt x="369582" y="112864"/>
                  </a:lnTo>
                  <a:lnTo>
                    <a:pt x="366217" y="118033"/>
                  </a:lnTo>
                  <a:lnTo>
                    <a:pt x="361683" y="121285"/>
                  </a:lnTo>
                  <a:lnTo>
                    <a:pt x="357327" y="124523"/>
                  </a:lnTo>
                  <a:lnTo>
                    <a:pt x="351993" y="126149"/>
                  </a:lnTo>
                  <a:lnTo>
                    <a:pt x="337375" y="126149"/>
                  </a:lnTo>
                  <a:lnTo>
                    <a:pt x="330466" y="123240"/>
                  </a:lnTo>
                  <a:lnTo>
                    <a:pt x="315455" y="92354"/>
                  </a:lnTo>
                  <a:lnTo>
                    <a:pt x="390321" y="92354"/>
                  </a:lnTo>
                  <a:lnTo>
                    <a:pt x="390321" y="8787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46" name="object 146"/>
            <p:cNvPicPr/>
            <p:nvPr/>
          </p:nvPicPr>
          <p:blipFill>
            <a:blip r:embed="rId70" cstate="print"/>
            <a:stretch>
              <a:fillRect/>
            </a:stretch>
          </p:blipFill>
          <p:spPr>
            <a:xfrm>
              <a:off x="8476405" y="4301677"/>
              <a:ext cx="81381" cy="101647"/>
            </a:xfrm>
            <a:prstGeom prst="rect">
              <a:avLst/>
            </a:prstGeom>
          </p:spPr>
        </p:pic>
        <p:pic>
          <p:nvPicPr>
            <p:cNvPr id="147" name="object 147"/>
            <p:cNvPicPr/>
            <p:nvPr/>
          </p:nvPicPr>
          <p:blipFill>
            <a:blip r:embed="rId71" cstate="print"/>
            <a:stretch>
              <a:fillRect/>
            </a:stretch>
          </p:blipFill>
          <p:spPr>
            <a:xfrm>
              <a:off x="8580304" y="4301677"/>
              <a:ext cx="92442" cy="103880"/>
            </a:xfrm>
            <a:prstGeom prst="rect">
              <a:avLst/>
            </a:prstGeom>
          </p:spPr>
        </p:pic>
      </p:grpSp>
      <p:grpSp>
        <p:nvGrpSpPr>
          <p:cNvPr id="148" name="object 148"/>
          <p:cNvGrpSpPr/>
          <p:nvPr/>
        </p:nvGrpSpPr>
        <p:grpSpPr>
          <a:xfrm>
            <a:off x="7455779" y="4586839"/>
            <a:ext cx="636905" cy="142240"/>
            <a:chOff x="7455779" y="4586839"/>
            <a:chExt cx="636905" cy="142240"/>
          </a:xfrm>
        </p:grpSpPr>
        <p:pic>
          <p:nvPicPr>
            <p:cNvPr id="149" name="object 149"/>
            <p:cNvPicPr/>
            <p:nvPr/>
          </p:nvPicPr>
          <p:blipFill>
            <a:blip r:embed="rId72" cstate="print"/>
            <a:stretch>
              <a:fillRect/>
            </a:stretch>
          </p:blipFill>
          <p:spPr>
            <a:xfrm>
              <a:off x="7455779" y="4589268"/>
              <a:ext cx="131948" cy="137208"/>
            </a:xfrm>
            <a:prstGeom prst="rect">
              <a:avLst/>
            </a:prstGeom>
          </p:spPr>
        </p:pic>
        <p:sp>
          <p:nvSpPr>
            <p:cNvPr id="150" name="object 150"/>
            <p:cNvSpPr/>
            <p:nvPr/>
          </p:nvSpPr>
          <p:spPr>
            <a:xfrm>
              <a:off x="7623480" y="4589274"/>
              <a:ext cx="18415" cy="137795"/>
            </a:xfrm>
            <a:custGeom>
              <a:avLst/>
              <a:gdLst/>
              <a:ahLst/>
              <a:cxnLst/>
              <a:rect l="l" t="t" r="r" b="b"/>
              <a:pathLst>
                <a:path w="18415" h="137795">
                  <a:moveTo>
                    <a:pt x="18311" y="0"/>
                  </a:moveTo>
                  <a:lnTo>
                    <a:pt x="0" y="0"/>
                  </a:lnTo>
                  <a:lnTo>
                    <a:pt x="0" y="137202"/>
                  </a:lnTo>
                  <a:lnTo>
                    <a:pt x="18312" y="137202"/>
                  </a:lnTo>
                  <a:lnTo>
                    <a:pt x="1831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51" name="object 151"/>
            <p:cNvPicPr/>
            <p:nvPr/>
          </p:nvPicPr>
          <p:blipFill>
            <a:blip r:embed="rId73" cstate="print"/>
            <a:stretch>
              <a:fillRect/>
            </a:stretch>
          </p:blipFill>
          <p:spPr>
            <a:xfrm>
              <a:off x="7674442" y="4589268"/>
              <a:ext cx="109035" cy="137208"/>
            </a:xfrm>
            <a:prstGeom prst="rect">
              <a:avLst/>
            </a:prstGeom>
          </p:spPr>
        </p:pic>
        <p:pic>
          <p:nvPicPr>
            <p:cNvPr id="152" name="object 152"/>
            <p:cNvPicPr/>
            <p:nvPr/>
          </p:nvPicPr>
          <p:blipFill>
            <a:blip r:embed="rId74" cstate="print"/>
            <a:stretch>
              <a:fillRect/>
            </a:stretch>
          </p:blipFill>
          <p:spPr>
            <a:xfrm>
              <a:off x="7811344" y="4586839"/>
              <a:ext cx="132323" cy="141975"/>
            </a:xfrm>
            <a:prstGeom prst="rect">
              <a:avLst/>
            </a:prstGeom>
          </p:spPr>
        </p:pic>
        <p:pic>
          <p:nvPicPr>
            <p:cNvPr id="153" name="object 153"/>
            <p:cNvPicPr/>
            <p:nvPr/>
          </p:nvPicPr>
          <p:blipFill>
            <a:blip r:embed="rId75" cstate="print"/>
            <a:stretch>
              <a:fillRect/>
            </a:stretch>
          </p:blipFill>
          <p:spPr>
            <a:xfrm>
              <a:off x="7970141" y="4589268"/>
              <a:ext cx="122072" cy="137208"/>
            </a:xfrm>
            <a:prstGeom prst="rect">
              <a:avLst/>
            </a:prstGeom>
          </p:spPr>
        </p:pic>
      </p:grpSp>
      <p:sp>
        <p:nvSpPr>
          <p:cNvPr id="154" name="object 15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54</a:t>
            </a:r>
            <a:endParaRPr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749802" y="382269"/>
            <a:ext cx="469201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Elimination</a:t>
            </a:r>
            <a:r>
              <a:rPr spc="-35" dirty="0"/>
              <a:t> </a:t>
            </a:r>
            <a:r>
              <a:rPr spc="-5" dirty="0"/>
              <a:t>of</a:t>
            </a:r>
            <a:r>
              <a:rPr spc="-30" dirty="0"/>
              <a:t> </a:t>
            </a:r>
            <a:r>
              <a:rPr spc="-10" dirty="0"/>
              <a:t>alcohols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6858889" y="2167585"/>
            <a:ext cx="5015230" cy="29184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6700" indent="-228600">
              <a:lnSpc>
                <a:spcPts val="2160"/>
              </a:lnSpc>
              <a:spcBef>
                <a:spcPts val="105"/>
              </a:spcBef>
              <a:buFont typeface="Arial MT"/>
              <a:buChar char="•"/>
              <a:tabLst>
                <a:tab pos="266065" algn="l"/>
                <a:tab pos="266700" algn="l"/>
              </a:tabLst>
            </a:pPr>
            <a:r>
              <a:rPr sz="2000" dirty="0">
                <a:latin typeface="Calibri" panose="020F0502020204030204"/>
                <a:cs typeface="Calibri" panose="020F0502020204030204"/>
              </a:rPr>
              <a:t>Under</a:t>
            </a:r>
            <a:r>
              <a:rPr sz="20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acidic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conditions</a:t>
            </a:r>
            <a:r>
              <a:rPr sz="20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i="1" dirty="0">
                <a:latin typeface="Calibri" panose="020F0502020204030204"/>
                <a:cs typeface="Calibri" panose="020F0502020204030204"/>
              </a:rPr>
              <a:t>without</a:t>
            </a:r>
            <a:r>
              <a:rPr sz="2000" i="1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i="1" dirty="0">
                <a:latin typeface="Calibri" panose="020F0502020204030204"/>
                <a:cs typeface="Calibri" panose="020F0502020204030204"/>
              </a:rPr>
              <a:t>a</a:t>
            </a:r>
            <a:r>
              <a:rPr sz="2000" i="1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i="1" dirty="0">
                <a:latin typeface="Calibri" panose="020F0502020204030204"/>
                <a:cs typeface="Calibri" panose="020F0502020204030204"/>
              </a:rPr>
              <a:t>nucleophile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66700">
              <a:lnSpc>
                <a:spcPts val="2160"/>
              </a:lnSpc>
            </a:pPr>
            <a:r>
              <a:rPr sz="2000" i="1" spc="-5" dirty="0">
                <a:latin typeface="Calibri" panose="020F0502020204030204"/>
                <a:cs typeface="Calibri" panose="020F0502020204030204"/>
              </a:rPr>
              <a:t>present</a:t>
            </a:r>
            <a:r>
              <a:rPr sz="2000" i="1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alcohols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can</a:t>
            </a:r>
            <a:r>
              <a:rPr sz="20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undergo</a:t>
            </a:r>
            <a:r>
              <a:rPr sz="20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E1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ct val="100000"/>
              </a:lnSpc>
              <a:spcBef>
                <a:spcPts val="515"/>
              </a:spcBef>
              <a:buFont typeface="Arial MT"/>
              <a:buChar char="•"/>
              <a:tabLst>
                <a:tab pos="266065" algn="l"/>
                <a:tab pos="266700" algn="l"/>
              </a:tabLst>
            </a:pPr>
            <a:r>
              <a:rPr sz="2000" dirty="0">
                <a:latin typeface="Calibri" panose="020F0502020204030204"/>
                <a:cs typeface="Calibri" panose="020F0502020204030204"/>
              </a:rPr>
              <a:t>As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usual,</a:t>
            </a:r>
            <a:r>
              <a:rPr sz="2000" dirty="0">
                <a:latin typeface="Calibri" panose="020F0502020204030204"/>
                <a:cs typeface="Calibri" panose="020F0502020204030204"/>
              </a:rPr>
              <a:t> E1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favoured</a:t>
            </a:r>
            <a:r>
              <a:rPr sz="200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by</a:t>
            </a:r>
            <a:r>
              <a:rPr sz="20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3</a:t>
            </a:r>
            <a:r>
              <a:rPr sz="1950" spc="15" baseline="26000" dirty="0">
                <a:latin typeface="Calibri" panose="020F0502020204030204"/>
                <a:cs typeface="Calibri" panose="020F0502020204030204"/>
              </a:rPr>
              <a:t>o</a:t>
            </a:r>
            <a:r>
              <a:rPr sz="1950" spc="217" baseline="2600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and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2</a:t>
            </a:r>
            <a:r>
              <a:rPr sz="1950" spc="7" baseline="26000" dirty="0">
                <a:latin typeface="Calibri" panose="020F0502020204030204"/>
                <a:cs typeface="Calibri" panose="020F0502020204030204"/>
              </a:rPr>
              <a:t>o</a:t>
            </a:r>
            <a:r>
              <a:rPr sz="1950" spc="209" baseline="2600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alcohols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ct val="100000"/>
              </a:lnSpc>
              <a:spcBef>
                <a:spcPts val="530"/>
              </a:spcBef>
              <a:buFont typeface="Arial MT"/>
              <a:buChar char="•"/>
              <a:tabLst>
                <a:tab pos="266065" algn="l"/>
                <a:tab pos="266700" algn="l"/>
              </a:tabLst>
            </a:pPr>
            <a:r>
              <a:rPr sz="2000" spc="5" dirty="0">
                <a:latin typeface="Calibri" panose="020F0502020204030204"/>
                <a:cs typeface="Calibri" panose="020F0502020204030204"/>
              </a:rPr>
              <a:t>1</a:t>
            </a:r>
            <a:r>
              <a:rPr sz="1950" spc="7" baseline="26000" dirty="0">
                <a:latin typeface="Calibri" panose="020F0502020204030204"/>
                <a:cs typeface="Calibri" panose="020F0502020204030204"/>
              </a:rPr>
              <a:t>o</a:t>
            </a:r>
            <a:r>
              <a:rPr sz="1950" spc="195" baseline="2600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alcohols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require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high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temperatures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ct val="100000"/>
              </a:lnSpc>
              <a:spcBef>
                <a:spcPts val="515"/>
              </a:spcBef>
              <a:buFont typeface="Arial MT"/>
              <a:buChar char="•"/>
              <a:tabLst>
                <a:tab pos="266065" algn="l"/>
                <a:tab pos="266700" algn="l"/>
              </a:tabLst>
            </a:pPr>
            <a:r>
              <a:rPr sz="2000" spc="-5" dirty="0">
                <a:latin typeface="Calibri" panose="020F0502020204030204"/>
                <a:cs typeface="Calibri" panose="020F0502020204030204"/>
              </a:rPr>
              <a:t>The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leaving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group</a:t>
            </a:r>
            <a:r>
              <a:rPr sz="20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–O</a:t>
            </a:r>
            <a:r>
              <a:rPr sz="1950" spc="7" baseline="26000" dirty="0">
                <a:latin typeface="Calibri" panose="020F0502020204030204"/>
                <a:cs typeface="Calibri" panose="020F0502020204030204"/>
              </a:rPr>
              <a:t>+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H</a:t>
            </a:r>
            <a:r>
              <a:rPr sz="1950" spc="7" baseline="-21000" dirty="0">
                <a:latin typeface="Calibri" panose="020F0502020204030204"/>
                <a:cs typeface="Calibri" panose="020F0502020204030204"/>
              </a:rPr>
              <a:t>2</a:t>
            </a:r>
            <a:endParaRPr sz="1950" baseline="-21000">
              <a:latin typeface="Calibri" panose="020F0502020204030204"/>
              <a:cs typeface="Calibri" panose="020F0502020204030204"/>
            </a:endParaRPr>
          </a:p>
          <a:p>
            <a:pPr marL="266700" marR="792480" indent="-228600">
              <a:lnSpc>
                <a:spcPct val="80000"/>
              </a:lnSpc>
              <a:spcBef>
                <a:spcPts val="1000"/>
              </a:spcBef>
              <a:buFont typeface="Arial MT"/>
              <a:buChar char="•"/>
              <a:tabLst>
                <a:tab pos="266065" algn="l"/>
                <a:tab pos="266700" algn="l"/>
              </a:tabLst>
            </a:pPr>
            <a:r>
              <a:rPr sz="2000" spc="5" dirty="0">
                <a:latin typeface="Calibri" panose="020F0502020204030204"/>
                <a:cs typeface="Calibri" panose="020F0502020204030204"/>
              </a:rPr>
              <a:t>H</a:t>
            </a:r>
            <a:r>
              <a:rPr sz="1950" spc="7" baseline="-21000" dirty="0">
                <a:latin typeface="Calibri" panose="020F0502020204030204"/>
                <a:cs typeface="Calibri" panose="020F0502020204030204"/>
              </a:rPr>
              <a:t>2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SO</a:t>
            </a:r>
            <a:r>
              <a:rPr sz="1950" spc="7" baseline="-21000" dirty="0">
                <a:latin typeface="Calibri" panose="020F0502020204030204"/>
                <a:cs typeface="Calibri" panose="020F0502020204030204"/>
              </a:rPr>
              <a:t>4</a:t>
            </a:r>
            <a:r>
              <a:rPr sz="1950" spc="15" baseline="-2100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or 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H</a:t>
            </a:r>
            <a:r>
              <a:rPr sz="1950" spc="7" baseline="-21000" dirty="0">
                <a:latin typeface="Calibri" panose="020F0502020204030204"/>
                <a:cs typeface="Calibri" panose="020F0502020204030204"/>
              </a:rPr>
              <a:t>3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PO</a:t>
            </a:r>
            <a:r>
              <a:rPr sz="1950" spc="7" baseline="-21000" dirty="0">
                <a:latin typeface="Calibri" panose="020F0502020204030204"/>
                <a:cs typeface="Calibri" panose="020F0502020204030204"/>
              </a:rPr>
              <a:t>4</a:t>
            </a:r>
            <a:r>
              <a:rPr sz="1950" spc="15" baseline="-2100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are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used,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having </a:t>
            </a:r>
            <a:r>
              <a:rPr sz="2000" dirty="0">
                <a:latin typeface="Calibri" panose="020F0502020204030204"/>
                <a:cs typeface="Calibri" panose="020F0502020204030204"/>
              </a:rPr>
              <a:t>non- 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nucleophilic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conjugate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bases (so 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S</a:t>
            </a:r>
            <a:r>
              <a:rPr sz="1950" spc="15" baseline="-21000" dirty="0">
                <a:latin typeface="Calibri" panose="020F0502020204030204"/>
                <a:cs typeface="Calibri" panose="020F0502020204030204"/>
              </a:rPr>
              <a:t>N</a:t>
            </a:r>
            <a:r>
              <a:rPr sz="2000" spc="10" dirty="0">
                <a:latin typeface="Calibri" panose="020F0502020204030204"/>
                <a:cs typeface="Calibri" panose="020F0502020204030204"/>
              </a:rPr>
              <a:t>1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is </a:t>
            </a:r>
            <a:r>
              <a:rPr sz="2000" spc="-44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minimised)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 marL="266700" indent="-228600">
              <a:lnSpc>
                <a:spcPct val="100000"/>
              </a:lnSpc>
              <a:spcBef>
                <a:spcPts val="525"/>
              </a:spcBef>
              <a:buFont typeface="Arial MT"/>
              <a:buChar char="•"/>
              <a:tabLst>
                <a:tab pos="266065" algn="l"/>
                <a:tab pos="266700" algn="l"/>
              </a:tabLst>
            </a:pPr>
            <a:r>
              <a:rPr sz="2000" dirty="0">
                <a:latin typeface="Calibri" panose="020F0502020204030204"/>
                <a:cs typeface="Calibri" panose="020F0502020204030204"/>
              </a:rPr>
              <a:t>E2</a:t>
            </a:r>
            <a:r>
              <a:rPr sz="20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is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not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easy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for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any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alcohol</a:t>
            </a:r>
            <a:endParaRPr sz="20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45147" y="1479079"/>
            <a:ext cx="457834" cy="834390"/>
            <a:chOff x="645147" y="1479079"/>
            <a:chExt cx="457834" cy="834390"/>
          </a:xfrm>
        </p:grpSpPr>
        <p:sp>
          <p:nvSpPr>
            <p:cNvPr id="5" name="object 5"/>
            <p:cNvSpPr/>
            <p:nvPr/>
          </p:nvSpPr>
          <p:spPr>
            <a:xfrm>
              <a:off x="650519" y="1793478"/>
              <a:ext cx="447040" cy="514350"/>
            </a:xfrm>
            <a:custGeom>
              <a:avLst/>
              <a:gdLst/>
              <a:ahLst/>
              <a:cxnLst/>
              <a:rect l="l" t="t" r="r" b="b"/>
              <a:pathLst>
                <a:path w="447040" h="514350">
                  <a:moveTo>
                    <a:pt x="0" y="128522"/>
                  </a:moveTo>
                  <a:lnTo>
                    <a:pt x="0" y="385567"/>
                  </a:lnTo>
                </a:path>
                <a:path w="447040" h="514350">
                  <a:moveTo>
                    <a:pt x="0" y="385567"/>
                  </a:moveTo>
                  <a:lnTo>
                    <a:pt x="223327" y="514090"/>
                  </a:lnTo>
                </a:path>
                <a:path w="447040" h="514350">
                  <a:moveTo>
                    <a:pt x="223327" y="514090"/>
                  </a:moveTo>
                  <a:lnTo>
                    <a:pt x="446654" y="385567"/>
                  </a:lnTo>
                </a:path>
                <a:path w="447040" h="514350">
                  <a:moveTo>
                    <a:pt x="446654" y="385567"/>
                  </a:moveTo>
                  <a:lnTo>
                    <a:pt x="446654" y="128522"/>
                  </a:lnTo>
                </a:path>
                <a:path w="447040" h="514350">
                  <a:moveTo>
                    <a:pt x="446654" y="128522"/>
                  </a:moveTo>
                  <a:lnTo>
                    <a:pt x="223327" y="0"/>
                  </a:lnTo>
                </a:path>
                <a:path w="447040" h="514350">
                  <a:moveTo>
                    <a:pt x="223327" y="0"/>
                  </a:moveTo>
                  <a:lnTo>
                    <a:pt x="0" y="128522"/>
                  </a:lnTo>
                </a:path>
              </a:pathLst>
            </a:custGeom>
            <a:ln w="107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812598" y="1479079"/>
              <a:ext cx="242438" cy="128344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873846" y="1635556"/>
              <a:ext cx="0" cy="158115"/>
            </a:xfrm>
            <a:custGeom>
              <a:avLst/>
              <a:gdLst/>
              <a:ahLst/>
              <a:cxnLst/>
              <a:rect l="l" t="t" r="r" b="b"/>
              <a:pathLst>
                <a:path h="158114">
                  <a:moveTo>
                    <a:pt x="0" y="157922"/>
                  </a:moveTo>
                  <a:lnTo>
                    <a:pt x="0" y="0"/>
                  </a:lnTo>
                </a:path>
              </a:pathLst>
            </a:custGeom>
            <a:ln w="107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" name="object 8"/>
          <p:cNvGrpSpPr/>
          <p:nvPr/>
        </p:nvGrpSpPr>
        <p:grpSpPr>
          <a:xfrm>
            <a:off x="1248659" y="1965894"/>
            <a:ext cx="686435" cy="89535"/>
            <a:chOff x="1248659" y="1965894"/>
            <a:chExt cx="686435" cy="89535"/>
          </a:xfrm>
        </p:grpSpPr>
        <p:sp>
          <p:nvSpPr>
            <p:cNvPr id="9" name="object 9"/>
            <p:cNvSpPr/>
            <p:nvPr/>
          </p:nvSpPr>
          <p:spPr>
            <a:xfrm>
              <a:off x="1341767" y="1988946"/>
              <a:ext cx="593725" cy="43180"/>
            </a:xfrm>
            <a:custGeom>
              <a:avLst/>
              <a:gdLst/>
              <a:ahLst/>
              <a:cxnLst/>
              <a:rect l="l" t="t" r="r" b="b"/>
              <a:pathLst>
                <a:path w="593725" h="43180">
                  <a:moveTo>
                    <a:pt x="304253" y="0"/>
                  </a:moveTo>
                  <a:lnTo>
                    <a:pt x="105117" y="0"/>
                  </a:lnTo>
                  <a:lnTo>
                    <a:pt x="105117" y="10706"/>
                  </a:lnTo>
                  <a:lnTo>
                    <a:pt x="304253" y="10706"/>
                  </a:lnTo>
                  <a:lnTo>
                    <a:pt x="304253" y="0"/>
                  </a:lnTo>
                  <a:close/>
                </a:path>
                <a:path w="593725" h="43180">
                  <a:moveTo>
                    <a:pt x="593102" y="32131"/>
                  </a:moveTo>
                  <a:lnTo>
                    <a:pt x="0" y="32131"/>
                  </a:lnTo>
                  <a:lnTo>
                    <a:pt x="0" y="42837"/>
                  </a:lnTo>
                  <a:lnTo>
                    <a:pt x="593102" y="42837"/>
                  </a:lnTo>
                  <a:lnTo>
                    <a:pt x="593102" y="321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249909" y="2021070"/>
              <a:ext cx="107950" cy="33020"/>
            </a:xfrm>
            <a:custGeom>
              <a:avLst/>
              <a:gdLst/>
              <a:ahLst/>
              <a:cxnLst/>
              <a:rect l="l" t="t" r="r" b="b"/>
              <a:pathLst>
                <a:path w="107950" h="33019">
                  <a:moveTo>
                    <a:pt x="0" y="0"/>
                  </a:moveTo>
                  <a:lnTo>
                    <a:pt x="14689" y="0"/>
                  </a:lnTo>
                  <a:lnTo>
                    <a:pt x="47007" y="0"/>
                  </a:lnTo>
                  <a:lnTo>
                    <a:pt x="79325" y="0"/>
                  </a:lnTo>
                  <a:lnTo>
                    <a:pt x="94015" y="0"/>
                  </a:lnTo>
                  <a:lnTo>
                    <a:pt x="96114" y="12343"/>
                  </a:lnTo>
                  <a:lnTo>
                    <a:pt x="100730" y="22703"/>
                  </a:lnTo>
                  <a:lnTo>
                    <a:pt x="105347" y="29833"/>
                  </a:lnTo>
                  <a:lnTo>
                    <a:pt x="107446" y="32487"/>
                  </a:lnTo>
                  <a:lnTo>
                    <a:pt x="90657" y="27411"/>
                  </a:lnTo>
                  <a:lnTo>
                    <a:pt x="53723" y="16243"/>
                  </a:lnTo>
                  <a:lnTo>
                    <a:pt x="16788" y="5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249909" y="2021070"/>
              <a:ext cx="107950" cy="33020"/>
            </a:xfrm>
            <a:custGeom>
              <a:avLst/>
              <a:gdLst/>
              <a:ahLst/>
              <a:cxnLst/>
              <a:rect l="l" t="t" r="r" b="b"/>
              <a:pathLst>
                <a:path w="107950" h="33019">
                  <a:moveTo>
                    <a:pt x="94015" y="0"/>
                  </a:moveTo>
                  <a:lnTo>
                    <a:pt x="0" y="0"/>
                  </a:lnTo>
                  <a:lnTo>
                    <a:pt x="107446" y="32487"/>
                  </a:lnTo>
                  <a:lnTo>
                    <a:pt x="105347" y="29833"/>
                  </a:lnTo>
                  <a:lnTo>
                    <a:pt x="100730" y="22703"/>
                  </a:lnTo>
                  <a:lnTo>
                    <a:pt x="96114" y="12343"/>
                  </a:lnTo>
                  <a:lnTo>
                    <a:pt x="9401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1630448" y="1967144"/>
              <a:ext cx="107950" cy="33020"/>
            </a:xfrm>
            <a:custGeom>
              <a:avLst/>
              <a:gdLst/>
              <a:ahLst/>
              <a:cxnLst/>
              <a:rect l="l" t="t" r="r" b="b"/>
              <a:pathLst>
                <a:path w="107950" h="33019">
                  <a:moveTo>
                    <a:pt x="107446" y="32505"/>
                  </a:moveTo>
                  <a:lnTo>
                    <a:pt x="90657" y="27426"/>
                  </a:lnTo>
                  <a:lnTo>
                    <a:pt x="53723" y="16252"/>
                  </a:lnTo>
                  <a:lnTo>
                    <a:pt x="16788" y="5078"/>
                  </a:lnTo>
                  <a:lnTo>
                    <a:pt x="0" y="0"/>
                  </a:lnTo>
                  <a:lnTo>
                    <a:pt x="2098" y="4160"/>
                  </a:lnTo>
                  <a:lnTo>
                    <a:pt x="6715" y="13802"/>
                  </a:lnTo>
                  <a:lnTo>
                    <a:pt x="11332" y="24670"/>
                  </a:lnTo>
                  <a:lnTo>
                    <a:pt x="13430" y="32505"/>
                  </a:lnTo>
                  <a:lnTo>
                    <a:pt x="28120" y="32505"/>
                  </a:lnTo>
                  <a:lnTo>
                    <a:pt x="60438" y="32505"/>
                  </a:lnTo>
                  <a:lnTo>
                    <a:pt x="92756" y="32505"/>
                  </a:lnTo>
                  <a:lnTo>
                    <a:pt x="107446" y="32505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1630448" y="1967144"/>
              <a:ext cx="107950" cy="33020"/>
            </a:xfrm>
            <a:custGeom>
              <a:avLst/>
              <a:gdLst/>
              <a:ahLst/>
              <a:cxnLst/>
              <a:rect l="l" t="t" r="r" b="b"/>
              <a:pathLst>
                <a:path w="107950" h="33019">
                  <a:moveTo>
                    <a:pt x="0" y="0"/>
                  </a:moveTo>
                  <a:lnTo>
                    <a:pt x="2098" y="4160"/>
                  </a:lnTo>
                  <a:lnTo>
                    <a:pt x="6715" y="13802"/>
                  </a:lnTo>
                  <a:lnTo>
                    <a:pt x="11332" y="24670"/>
                  </a:lnTo>
                  <a:lnTo>
                    <a:pt x="13430" y="32505"/>
                  </a:lnTo>
                  <a:lnTo>
                    <a:pt x="107446" y="325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4" name="object 14"/>
          <p:cNvGrpSpPr/>
          <p:nvPr/>
        </p:nvGrpSpPr>
        <p:grpSpPr>
          <a:xfrm>
            <a:off x="1303793" y="1721826"/>
            <a:ext cx="515620" cy="165100"/>
            <a:chOff x="1303793" y="1721826"/>
            <a:chExt cx="515620" cy="16510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03793" y="1724022"/>
              <a:ext cx="97615" cy="12406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23058" y="1721826"/>
              <a:ext cx="395778" cy="164848"/>
            </a:xfrm>
            <a:prstGeom prst="rect">
              <a:avLst/>
            </a:prstGeom>
          </p:spPr>
        </p:pic>
      </p:grpSp>
      <p:grpSp>
        <p:nvGrpSpPr>
          <p:cNvPr id="17" name="object 17"/>
          <p:cNvGrpSpPr/>
          <p:nvPr/>
        </p:nvGrpSpPr>
        <p:grpSpPr>
          <a:xfrm>
            <a:off x="2054816" y="1389096"/>
            <a:ext cx="785495" cy="1122045"/>
            <a:chOff x="2054816" y="1389096"/>
            <a:chExt cx="785495" cy="1122045"/>
          </a:xfrm>
        </p:grpSpPr>
        <p:sp>
          <p:nvSpPr>
            <p:cNvPr id="18" name="object 18"/>
            <p:cNvSpPr/>
            <p:nvPr/>
          </p:nvSpPr>
          <p:spPr>
            <a:xfrm>
              <a:off x="2087543" y="1793478"/>
              <a:ext cx="447040" cy="514350"/>
            </a:xfrm>
            <a:custGeom>
              <a:avLst/>
              <a:gdLst/>
              <a:ahLst/>
              <a:cxnLst/>
              <a:rect l="l" t="t" r="r" b="b"/>
              <a:pathLst>
                <a:path w="447039" h="514350">
                  <a:moveTo>
                    <a:pt x="0" y="128522"/>
                  </a:moveTo>
                  <a:lnTo>
                    <a:pt x="0" y="385567"/>
                  </a:lnTo>
                </a:path>
                <a:path w="447039" h="514350">
                  <a:moveTo>
                    <a:pt x="0" y="385567"/>
                  </a:moveTo>
                  <a:lnTo>
                    <a:pt x="223309" y="514090"/>
                  </a:lnTo>
                </a:path>
                <a:path w="447039" h="514350">
                  <a:moveTo>
                    <a:pt x="223309" y="514090"/>
                  </a:moveTo>
                  <a:lnTo>
                    <a:pt x="446797" y="385567"/>
                  </a:lnTo>
                </a:path>
                <a:path w="447039" h="514350">
                  <a:moveTo>
                    <a:pt x="446797" y="385567"/>
                  </a:moveTo>
                  <a:lnTo>
                    <a:pt x="446797" y="128522"/>
                  </a:lnTo>
                </a:path>
                <a:path w="447039" h="514350">
                  <a:moveTo>
                    <a:pt x="446797" y="128522"/>
                  </a:moveTo>
                  <a:lnTo>
                    <a:pt x="223309" y="0"/>
                  </a:lnTo>
                </a:path>
                <a:path w="447039" h="514350">
                  <a:moveTo>
                    <a:pt x="223309" y="0"/>
                  </a:moveTo>
                  <a:lnTo>
                    <a:pt x="0" y="128522"/>
                  </a:lnTo>
                </a:path>
              </a:pathLst>
            </a:custGeom>
            <a:ln w="107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9" name="object 1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249622" y="1479079"/>
              <a:ext cx="242456" cy="128344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2513736" y="1458556"/>
              <a:ext cx="139700" cy="185420"/>
            </a:xfrm>
            <a:custGeom>
              <a:avLst/>
              <a:gdLst/>
              <a:ahLst/>
              <a:cxnLst/>
              <a:rect l="l" t="t" r="r" b="b"/>
              <a:pathLst>
                <a:path w="139700" h="185419">
                  <a:moveTo>
                    <a:pt x="61785" y="174383"/>
                  </a:moveTo>
                  <a:lnTo>
                    <a:pt x="15938" y="174383"/>
                  </a:lnTo>
                  <a:lnTo>
                    <a:pt x="18986" y="170256"/>
                  </a:lnTo>
                  <a:lnTo>
                    <a:pt x="22745" y="166154"/>
                  </a:lnTo>
                  <a:lnTo>
                    <a:pt x="42265" y="149555"/>
                  </a:lnTo>
                  <a:lnTo>
                    <a:pt x="48171" y="144094"/>
                  </a:lnTo>
                  <a:lnTo>
                    <a:pt x="55333" y="136131"/>
                  </a:lnTo>
                  <a:lnTo>
                    <a:pt x="57848" y="132346"/>
                  </a:lnTo>
                  <a:lnTo>
                    <a:pt x="60896" y="125145"/>
                  </a:lnTo>
                  <a:lnTo>
                    <a:pt x="61607" y="121488"/>
                  </a:lnTo>
                  <a:lnTo>
                    <a:pt x="61607" y="110464"/>
                  </a:lnTo>
                  <a:lnTo>
                    <a:pt x="59105" y="104317"/>
                  </a:lnTo>
                  <a:lnTo>
                    <a:pt x="48539" y="94411"/>
                  </a:lnTo>
                  <a:lnTo>
                    <a:pt x="41554" y="91948"/>
                  </a:lnTo>
                  <a:lnTo>
                    <a:pt x="23647" y="91948"/>
                  </a:lnTo>
                  <a:lnTo>
                    <a:pt x="16662" y="94234"/>
                  </a:lnTo>
                  <a:lnTo>
                    <a:pt x="6096" y="103428"/>
                  </a:lnTo>
                  <a:lnTo>
                    <a:pt x="3048" y="110096"/>
                  </a:lnTo>
                  <a:lnTo>
                    <a:pt x="2336" y="118846"/>
                  </a:lnTo>
                  <a:lnTo>
                    <a:pt x="13970" y="120065"/>
                  </a:lnTo>
                  <a:lnTo>
                    <a:pt x="14147" y="114223"/>
                  </a:lnTo>
                  <a:lnTo>
                    <a:pt x="15760" y="109651"/>
                  </a:lnTo>
                  <a:lnTo>
                    <a:pt x="22390" y="103047"/>
                  </a:lnTo>
                  <a:lnTo>
                    <a:pt x="26860" y="101409"/>
                  </a:lnTo>
                  <a:lnTo>
                    <a:pt x="37604" y="101409"/>
                  </a:lnTo>
                  <a:lnTo>
                    <a:pt x="41732" y="102958"/>
                  </a:lnTo>
                  <a:lnTo>
                    <a:pt x="48171" y="109169"/>
                  </a:lnTo>
                  <a:lnTo>
                    <a:pt x="49961" y="112991"/>
                  </a:lnTo>
                  <a:lnTo>
                    <a:pt x="49961" y="121831"/>
                  </a:lnTo>
                  <a:lnTo>
                    <a:pt x="24003" y="150964"/>
                  </a:lnTo>
                  <a:lnTo>
                    <a:pt x="17373" y="156298"/>
                  </a:lnTo>
                  <a:lnTo>
                    <a:pt x="12357" y="160997"/>
                  </a:lnTo>
                  <a:lnTo>
                    <a:pt x="5549" y="169113"/>
                  </a:lnTo>
                  <a:lnTo>
                    <a:pt x="3048" y="173240"/>
                  </a:lnTo>
                  <a:lnTo>
                    <a:pt x="546" y="179971"/>
                  </a:lnTo>
                  <a:lnTo>
                    <a:pt x="0" y="182613"/>
                  </a:lnTo>
                  <a:lnTo>
                    <a:pt x="177" y="185356"/>
                  </a:lnTo>
                  <a:lnTo>
                    <a:pt x="61785" y="185356"/>
                  </a:lnTo>
                  <a:lnTo>
                    <a:pt x="61785" y="174383"/>
                  </a:lnTo>
                  <a:close/>
                </a:path>
                <a:path w="139700" h="185419">
                  <a:moveTo>
                    <a:pt x="139687" y="25349"/>
                  </a:moveTo>
                  <a:lnTo>
                    <a:pt x="114261" y="25349"/>
                  </a:lnTo>
                  <a:lnTo>
                    <a:pt x="114261" y="0"/>
                  </a:lnTo>
                  <a:lnTo>
                    <a:pt x="103505" y="0"/>
                  </a:lnTo>
                  <a:lnTo>
                    <a:pt x="103505" y="25349"/>
                  </a:lnTo>
                  <a:lnTo>
                    <a:pt x="78079" y="25349"/>
                  </a:lnTo>
                  <a:lnTo>
                    <a:pt x="78079" y="35877"/>
                  </a:lnTo>
                  <a:lnTo>
                    <a:pt x="103505" y="35877"/>
                  </a:lnTo>
                  <a:lnTo>
                    <a:pt x="103505" y="61442"/>
                  </a:lnTo>
                  <a:lnTo>
                    <a:pt x="114261" y="61442"/>
                  </a:lnTo>
                  <a:lnTo>
                    <a:pt x="114261" y="35877"/>
                  </a:lnTo>
                  <a:lnTo>
                    <a:pt x="139687" y="35877"/>
                  </a:lnTo>
                  <a:lnTo>
                    <a:pt x="139687" y="2534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2310852" y="1638179"/>
              <a:ext cx="0" cy="155575"/>
            </a:xfrm>
            <a:custGeom>
              <a:avLst/>
              <a:gdLst/>
              <a:ahLst/>
              <a:cxnLst/>
              <a:rect l="l" t="t" r="r" b="b"/>
              <a:pathLst>
                <a:path h="155575">
                  <a:moveTo>
                    <a:pt x="0" y="155298"/>
                  </a:moveTo>
                  <a:lnTo>
                    <a:pt x="0" y="0"/>
                  </a:lnTo>
                </a:path>
              </a:pathLst>
            </a:custGeom>
            <a:ln w="107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2673842" y="1394468"/>
              <a:ext cx="160655" cy="1111250"/>
            </a:xfrm>
            <a:custGeom>
              <a:avLst/>
              <a:gdLst/>
              <a:ahLst/>
              <a:cxnLst/>
              <a:rect l="l" t="t" r="r" b="b"/>
              <a:pathLst>
                <a:path w="160655" h="1111250">
                  <a:moveTo>
                    <a:pt x="0" y="1111238"/>
                  </a:moveTo>
                  <a:lnTo>
                    <a:pt x="31195" y="1104935"/>
                  </a:lnTo>
                  <a:lnTo>
                    <a:pt x="56700" y="1087752"/>
                  </a:lnTo>
                  <a:lnTo>
                    <a:pt x="73911" y="1062274"/>
                  </a:lnTo>
                  <a:lnTo>
                    <a:pt x="80226" y="1031090"/>
                  </a:lnTo>
                  <a:lnTo>
                    <a:pt x="80226" y="969322"/>
                  </a:lnTo>
                  <a:lnTo>
                    <a:pt x="80226" y="833433"/>
                  </a:lnTo>
                  <a:lnTo>
                    <a:pt x="80226" y="697544"/>
                  </a:lnTo>
                  <a:lnTo>
                    <a:pt x="80226" y="635776"/>
                  </a:lnTo>
                  <a:lnTo>
                    <a:pt x="86569" y="604595"/>
                  </a:lnTo>
                  <a:lnTo>
                    <a:pt x="103842" y="579123"/>
                  </a:lnTo>
                  <a:lnTo>
                    <a:pt x="129408" y="561946"/>
                  </a:lnTo>
                  <a:lnTo>
                    <a:pt x="160632" y="555646"/>
                  </a:lnTo>
                  <a:lnTo>
                    <a:pt x="129408" y="549343"/>
                  </a:lnTo>
                  <a:lnTo>
                    <a:pt x="103842" y="532159"/>
                  </a:lnTo>
                  <a:lnTo>
                    <a:pt x="86569" y="506682"/>
                  </a:lnTo>
                  <a:lnTo>
                    <a:pt x="80226" y="475498"/>
                  </a:lnTo>
                  <a:lnTo>
                    <a:pt x="80226" y="413724"/>
                  </a:lnTo>
                  <a:lnTo>
                    <a:pt x="80226" y="277823"/>
                  </a:lnTo>
                  <a:lnTo>
                    <a:pt x="80226" y="141921"/>
                  </a:lnTo>
                  <a:lnTo>
                    <a:pt x="80226" y="80148"/>
                  </a:lnTo>
                  <a:lnTo>
                    <a:pt x="73911" y="48949"/>
                  </a:lnTo>
                  <a:lnTo>
                    <a:pt x="56700" y="23473"/>
                  </a:lnTo>
                  <a:lnTo>
                    <a:pt x="31195" y="6297"/>
                  </a:lnTo>
                  <a:lnTo>
                    <a:pt x="0" y="0"/>
                  </a:lnTo>
                </a:path>
              </a:pathLst>
            </a:custGeom>
            <a:ln w="1074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054816" y="1444805"/>
              <a:ext cx="177057" cy="267322"/>
            </a:xfrm>
            <a:prstGeom prst="rect">
              <a:avLst/>
            </a:prstGeom>
          </p:spPr>
        </p:pic>
      </p:grpSp>
      <p:grpSp>
        <p:nvGrpSpPr>
          <p:cNvPr id="24" name="object 24"/>
          <p:cNvGrpSpPr/>
          <p:nvPr/>
        </p:nvGrpSpPr>
        <p:grpSpPr>
          <a:xfrm>
            <a:off x="2982392" y="1993205"/>
            <a:ext cx="839469" cy="59055"/>
            <a:chOff x="2982392" y="1993205"/>
            <a:chExt cx="839469" cy="59055"/>
          </a:xfrm>
        </p:grpSpPr>
        <p:sp>
          <p:nvSpPr>
            <p:cNvPr id="25" name="object 25"/>
            <p:cNvSpPr/>
            <p:nvPr/>
          </p:nvSpPr>
          <p:spPr>
            <a:xfrm>
              <a:off x="2982392" y="2018392"/>
              <a:ext cx="746125" cy="10795"/>
            </a:xfrm>
            <a:custGeom>
              <a:avLst/>
              <a:gdLst/>
              <a:ahLst/>
              <a:cxnLst/>
              <a:rect l="l" t="t" r="r" b="b"/>
              <a:pathLst>
                <a:path w="746125" h="10794">
                  <a:moveTo>
                    <a:pt x="745946" y="0"/>
                  </a:moveTo>
                  <a:lnTo>
                    <a:pt x="0" y="0"/>
                  </a:lnTo>
                  <a:lnTo>
                    <a:pt x="0" y="10710"/>
                  </a:lnTo>
                  <a:lnTo>
                    <a:pt x="745946" y="10710"/>
                  </a:lnTo>
                  <a:lnTo>
                    <a:pt x="74594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3712848" y="1994455"/>
              <a:ext cx="107950" cy="56515"/>
            </a:xfrm>
            <a:custGeom>
              <a:avLst/>
              <a:gdLst/>
              <a:ahLst/>
              <a:cxnLst/>
              <a:rect l="l" t="t" r="r" b="b"/>
              <a:pathLst>
                <a:path w="107950" h="56514">
                  <a:moveTo>
                    <a:pt x="107446" y="29292"/>
                  </a:moveTo>
                  <a:lnTo>
                    <a:pt x="90657" y="33531"/>
                  </a:lnTo>
                  <a:lnTo>
                    <a:pt x="53723" y="42858"/>
                  </a:lnTo>
                  <a:lnTo>
                    <a:pt x="16788" y="52185"/>
                  </a:lnTo>
                  <a:lnTo>
                    <a:pt x="0" y="56425"/>
                  </a:lnTo>
                  <a:lnTo>
                    <a:pt x="2098" y="53854"/>
                  </a:lnTo>
                  <a:lnTo>
                    <a:pt x="6715" y="47310"/>
                  </a:lnTo>
                  <a:lnTo>
                    <a:pt x="11332" y="38539"/>
                  </a:lnTo>
                  <a:lnTo>
                    <a:pt x="13430" y="29292"/>
                  </a:lnTo>
                  <a:lnTo>
                    <a:pt x="11332" y="19308"/>
                  </a:lnTo>
                  <a:lnTo>
                    <a:pt x="6715" y="9840"/>
                  </a:lnTo>
                  <a:lnTo>
                    <a:pt x="2098" y="2774"/>
                  </a:lnTo>
                  <a:lnTo>
                    <a:pt x="0" y="0"/>
                  </a:lnTo>
                  <a:lnTo>
                    <a:pt x="16788" y="4576"/>
                  </a:lnTo>
                  <a:lnTo>
                    <a:pt x="53723" y="14646"/>
                  </a:lnTo>
                  <a:lnTo>
                    <a:pt x="90657" y="24715"/>
                  </a:lnTo>
                  <a:lnTo>
                    <a:pt x="107446" y="29292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3712848" y="1994455"/>
              <a:ext cx="107950" cy="56515"/>
            </a:xfrm>
            <a:custGeom>
              <a:avLst/>
              <a:gdLst/>
              <a:ahLst/>
              <a:cxnLst/>
              <a:rect l="l" t="t" r="r" b="b"/>
              <a:pathLst>
                <a:path w="107950" h="56514">
                  <a:moveTo>
                    <a:pt x="0" y="0"/>
                  </a:moveTo>
                  <a:lnTo>
                    <a:pt x="2098" y="2774"/>
                  </a:lnTo>
                  <a:lnTo>
                    <a:pt x="6715" y="9840"/>
                  </a:lnTo>
                  <a:lnTo>
                    <a:pt x="11332" y="19308"/>
                  </a:lnTo>
                  <a:lnTo>
                    <a:pt x="13430" y="29292"/>
                  </a:lnTo>
                  <a:lnTo>
                    <a:pt x="11332" y="38539"/>
                  </a:lnTo>
                  <a:lnTo>
                    <a:pt x="6715" y="47310"/>
                  </a:lnTo>
                  <a:lnTo>
                    <a:pt x="2098" y="53854"/>
                  </a:lnTo>
                  <a:lnTo>
                    <a:pt x="0" y="56425"/>
                  </a:lnTo>
                  <a:lnTo>
                    <a:pt x="107446" y="292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8" name="object 28"/>
          <p:cNvSpPr/>
          <p:nvPr/>
        </p:nvSpPr>
        <p:spPr>
          <a:xfrm>
            <a:off x="296515" y="1394468"/>
            <a:ext cx="161290" cy="1111250"/>
          </a:xfrm>
          <a:custGeom>
            <a:avLst/>
            <a:gdLst/>
            <a:ahLst/>
            <a:cxnLst/>
            <a:rect l="l" t="t" r="r" b="b"/>
            <a:pathLst>
              <a:path w="161290" h="1111250">
                <a:moveTo>
                  <a:pt x="160779" y="0"/>
                </a:moveTo>
                <a:lnTo>
                  <a:pt x="129499" y="6297"/>
                </a:lnTo>
                <a:lnTo>
                  <a:pt x="103946" y="23473"/>
                </a:lnTo>
                <a:lnTo>
                  <a:pt x="86712" y="48949"/>
                </a:lnTo>
                <a:lnTo>
                  <a:pt x="80391" y="80148"/>
                </a:lnTo>
                <a:lnTo>
                  <a:pt x="80391" y="141921"/>
                </a:lnTo>
                <a:lnTo>
                  <a:pt x="80391" y="277823"/>
                </a:lnTo>
                <a:lnTo>
                  <a:pt x="80391" y="413724"/>
                </a:lnTo>
                <a:lnTo>
                  <a:pt x="80391" y="475498"/>
                </a:lnTo>
                <a:lnTo>
                  <a:pt x="74070" y="506682"/>
                </a:lnTo>
                <a:lnTo>
                  <a:pt x="56835" y="532159"/>
                </a:lnTo>
                <a:lnTo>
                  <a:pt x="31281" y="549343"/>
                </a:lnTo>
                <a:lnTo>
                  <a:pt x="0" y="555646"/>
                </a:lnTo>
                <a:lnTo>
                  <a:pt x="31281" y="561946"/>
                </a:lnTo>
                <a:lnTo>
                  <a:pt x="56835" y="579123"/>
                </a:lnTo>
                <a:lnTo>
                  <a:pt x="74070" y="604595"/>
                </a:lnTo>
                <a:lnTo>
                  <a:pt x="80391" y="635776"/>
                </a:lnTo>
                <a:lnTo>
                  <a:pt x="80391" y="697544"/>
                </a:lnTo>
                <a:lnTo>
                  <a:pt x="80391" y="833433"/>
                </a:lnTo>
                <a:lnTo>
                  <a:pt x="80391" y="969322"/>
                </a:lnTo>
                <a:lnTo>
                  <a:pt x="80391" y="1031090"/>
                </a:lnTo>
                <a:lnTo>
                  <a:pt x="86712" y="1062274"/>
                </a:lnTo>
                <a:lnTo>
                  <a:pt x="103946" y="1087752"/>
                </a:lnTo>
                <a:lnTo>
                  <a:pt x="129499" y="1104935"/>
                </a:lnTo>
                <a:lnTo>
                  <a:pt x="160779" y="1111238"/>
                </a:lnTo>
              </a:path>
            </a:pathLst>
          </a:custGeom>
          <a:ln w="10743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29" name="object 29"/>
          <p:cNvGrpSpPr/>
          <p:nvPr/>
        </p:nvGrpSpPr>
        <p:grpSpPr>
          <a:xfrm>
            <a:off x="839893" y="2645654"/>
            <a:ext cx="1700530" cy="366395"/>
            <a:chOff x="839893" y="2645654"/>
            <a:chExt cx="1700530" cy="366395"/>
          </a:xfrm>
        </p:grpSpPr>
        <p:sp>
          <p:nvSpPr>
            <p:cNvPr id="30" name="object 30"/>
            <p:cNvSpPr/>
            <p:nvPr/>
          </p:nvSpPr>
          <p:spPr>
            <a:xfrm>
              <a:off x="1760655" y="2647778"/>
              <a:ext cx="565785" cy="126364"/>
            </a:xfrm>
            <a:custGeom>
              <a:avLst/>
              <a:gdLst/>
              <a:ahLst/>
              <a:cxnLst/>
              <a:rect l="l" t="t" r="r" b="b"/>
              <a:pathLst>
                <a:path w="565785" h="126364">
                  <a:moveTo>
                    <a:pt x="13663" y="34183"/>
                  </a:moveTo>
                  <a:lnTo>
                    <a:pt x="0" y="34183"/>
                  </a:lnTo>
                  <a:lnTo>
                    <a:pt x="0" y="124060"/>
                  </a:lnTo>
                  <a:lnTo>
                    <a:pt x="15275" y="124060"/>
                  </a:lnTo>
                  <a:lnTo>
                    <a:pt x="15275" y="69241"/>
                  </a:lnTo>
                  <a:lnTo>
                    <a:pt x="16099" y="62976"/>
                  </a:lnTo>
                  <a:lnTo>
                    <a:pt x="19394" y="54300"/>
                  </a:lnTo>
                  <a:lnTo>
                    <a:pt x="22026" y="50998"/>
                  </a:lnTo>
                  <a:lnTo>
                    <a:pt x="28841" y="46785"/>
                  </a:lnTo>
                  <a:lnTo>
                    <a:pt x="13663" y="46785"/>
                  </a:lnTo>
                  <a:lnTo>
                    <a:pt x="13663" y="34183"/>
                  </a:lnTo>
                  <a:close/>
                </a:path>
                <a:path w="565785" h="126364">
                  <a:moveTo>
                    <a:pt x="65577" y="45357"/>
                  </a:moveTo>
                  <a:lnTo>
                    <a:pt x="43265" y="45357"/>
                  </a:lnTo>
                  <a:lnTo>
                    <a:pt x="47348" y="47053"/>
                  </a:lnTo>
                  <a:lnTo>
                    <a:pt x="52326" y="53818"/>
                  </a:lnTo>
                  <a:lnTo>
                    <a:pt x="53562" y="58888"/>
                  </a:lnTo>
                  <a:lnTo>
                    <a:pt x="53562" y="124060"/>
                  </a:lnTo>
                  <a:lnTo>
                    <a:pt x="68855" y="124060"/>
                  </a:lnTo>
                  <a:lnTo>
                    <a:pt x="68855" y="62583"/>
                  </a:lnTo>
                  <a:lnTo>
                    <a:pt x="70950" y="55871"/>
                  </a:lnTo>
                  <a:lnTo>
                    <a:pt x="78887" y="47892"/>
                  </a:lnTo>
                  <a:lnTo>
                    <a:pt x="66473" y="47892"/>
                  </a:lnTo>
                  <a:lnTo>
                    <a:pt x="65577" y="45357"/>
                  </a:lnTo>
                  <a:close/>
                </a:path>
                <a:path w="565785" h="126364">
                  <a:moveTo>
                    <a:pt x="120037" y="45357"/>
                  </a:moveTo>
                  <a:lnTo>
                    <a:pt x="94427" y="45357"/>
                  </a:lnTo>
                  <a:lnTo>
                    <a:pt x="97489" y="46178"/>
                  </a:lnTo>
                  <a:lnTo>
                    <a:pt x="102700" y="49445"/>
                  </a:lnTo>
                  <a:lnTo>
                    <a:pt x="104491" y="51605"/>
                  </a:lnTo>
                  <a:lnTo>
                    <a:pt x="106479" y="56960"/>
                  </a:lnTo>
                  <a:lnTo>
                    <a:pt x="106962" y="61351"/>
                  </a:lnTo>
                  <a:lnTo>
                    <a:pt x="106962" y="124060"/>
                  </a:lnTo>
                  <a:lnTo>
                    <a:pt x="122166" y="124060"/>
                  </a:lnTo>
                  <a:lnTo>
                    <a:pt x="122166" y="52105"/>
                  </a:lnTo>
                  <a:lnTo>
                    <a:pt x="120037" y="45357"/>
                  </a:lnTo>
                  <a:close/>
                </a:path>
                <a:path w="565785" h="126364">
                  <a:moveTo>
                    <a:pt x="103255" y="32148"/>
                  </a:moveTo>
                  <a:lnTo>
                    <a:pt x="94320" y="32148"/>
                  </a:lnTo>
                  <a:lnTo>
                    <a:pt x="86151" y="33132"/>
                  </a:lnTo>
                  <a:lnTo>
                    <a:pt x="78785" y="36084"/>
                  </a:lnTo>
                  <a:lnTo>
                    <a:pt x="72224" y="41004"/>
                  </a:lnTo>
                  <a:lnTo>
                    <a:pt x="66473" y="47892"/>
                  </a:lnTo>
                  <a:lnTo>
                    <a:pt x="78887" y="47892"/>
                  </a:lnTo>
                  <a:lnTo>
                    <a:pt x="79313" y="47464"/>
                  </a:lnTo>
                  <a:lnTo>
                    <a:pt x="84578" y="45357"/>
                  </a:lnTo>
                  <a:lnTo>
                    <a:pt x="120037" y="45357"/>
                  </a:lnTo>
                  <a:lnTo>
                    <a:pt x="119766" y="44500"/>
                  </a:lnTo>
                  <a:lnTo>
                    <a:pt x="110132" y="34629"/>
                  </a:lnTo>
                  <a:lnTo>
                    <a:pt x="103255" y="32148"/>
                  </a:lnTo>
                  <a:close/>
                </a:path>
                <a:path w="565785" h="126364">
                  <a:moveTo>
                    <a:pt x="47688" y="32148"/>
                  </a:moveTo>
                  <a:lnTo>
                    <a:pt x="35009" y="32148"/>
                  </a:lnTo>
                  <a:lnTo>
                    <a:pt x="29655" y="33487"/>
                  </a:lnTo>
                  <a:lnTo>
                    <a:pt x="20271" y="38860"/>
                  </a:lnTo>
                  <a:lnTo>
                    <a:pt x="16493" y="42394"/>
                  </a:lnTo>
                  <a:lnTo>
                    <a:pt x="13663" y="46785"/>
                  </a:lnTo>
                  <a:lnTo>
                    <a:pt x="28841" y="46785"/>
                  </a:lnTo>
                  <a:lnTo>
                    <a:pt x="29332" y="46482"/>
                  </a:lnTo>
                  <a:lnTo>
                    <a:pt x="33308" y="45357"/>
                  </a:lnTo>
                  <a:lnTo>
                    <a:pt x="65577" y="45357"/>
                  </a:lnTo>
                  <a:lnTo>
                    <a:pt x="64718" y="42930"/>
                  </a:lnTo>
                  <a:lnTo>
                    <a:pt x="61710" y="39056"/>
                  </a:lnTo>
                  <a:lnTo>
                    <a:pt x="53168" y="33540"/>
                  </a:lnTo>
                  <a:lnTo>
                    <a:pt x="47688" y="32148"/>
                  </a:lnTo>
                  <a:close/>
                </a:path>
                <a:path w="565785" h="126364">
                  <a:moveTo>
                    <a:pt x="164518" y="0"/>
                  </a:moveTo>
                  <a:lnTo>
                    <a:pt x="149243" y="0"/>
                  </a:lnTo>
                  <a:lnTo>
                    <a:pt x="149243" y="17511"/>
                  </a:lnTo>
                  <a:lnTo>
                    <a:pt x="164518" y="17511"/>
                  </a:lnTo>
                  <a:lnTo>
                    <a:pt x="164518" y="0"/>
                  </a:lnTo>
                  <a:close/>
                </a:path>
                <a:path w="565785" h="126364">
                  <a:moveTo>
                    <a:pt x="164518" y="34183"/>
                  </a:moveTo>
                  <a:lnTo>
                    <a:pt x="149243" y="34183"/>
                  </a:lnTo>
                  <a:lnTo>
                    <a:pt x="149243" y="124060"/>
                  </a:lnTo>
                  <a:lnTo>
                    <a:pt x="164518" y="124060"/>
                  </a:lnTo>
                  <a:lnTo>
                    <a:pt x="164518" y="34183"/>
                  </a:lnTo>
                  <a:close/>
                </a:path>
                <a:path w="565785" h="126364">
                  <a:moveTo>
                    <a:pt x="200351" y="34183"/>
                  </a:moveTo>
                  <a:lnTo>
                    <a:pt x="181244" y="34183"/>
                  </a:lnTo>
                  <a:lnTo>
                    <a:pt x="211723" y="77345"/>
                  </a:lnTo>
                  <a:lnTo>
                    <a:pt x="178790" y="124060"/>
                  </a:lnTo>
                  <a:lnTo>
                    <a:pt x="197289" y="124060"/>
                  </a:lnTo>
                  <a:lnTo>
                    <a:pt x="220981" y="88591"/>
                  </a:lnTo>
                  <a:lnTo>
                    <a:pt x="238163" y="88591"/>
                  </a:lnTo>
                  <a:lnTo>
                    <a:pt x="229630" y="76488"/>
                  </a:lnTo>
                  <a:lnTo>
                    <a:pt x="237847" y="65332"/>
                  </a:lnTo>
                  <a:lnTo>
                    <a:pt x="220462" y="65332"/>
                  </a:lnTo>
                  <a:lnTo>
                    <a:pt x="218886" y="62619"/>
                  </a:lnTo>
                  <a:lnTo>
                    <a:pt x="216790" y="59263"/>
                  </a:lnTo>
                  <a:lnTo>
                    <a:pt x="214194" y="55264"/>
                  </a:lnTo>
                  <a:lnTo>
                    <a:pt x="200351" y="34183"/>
                  </a:lnTo>
                  <a:close/>
                </a:path>
                <a:path w="565785" h="126364">
                  <a:moveTo>
                    <a:pt x="238163" y="88591"/>
                  </a:moveTo>
                  <a:lnTo>
                    <a:pt x="220981" y="88591"/>
                  </a:lnTo>
                  <a:lnTo>
                    <a:pt x="225906" y="96124"/>
                  </a:lnTo>
                  <a:lnTo>
                    <a:pt x="244404" y="124060"/>
                  </a:lnTo>
                  <a:lnTo>
                    <a:pt x="263171" y="124060"/>
                  </a:lnTo>
                  <a:lnTo>
                    <a:pt x="238163" y="88591"/>
                  </a:lnTo>
                  <a:close/>
                </a:path>
                <a:path w="565785" h="126364">
                  <a:moveTo>
                    <a:pt x="260790" y="34183"/>
                  </a:moveTo>
                  <a:lnTo>
                    <a:pt x="242542" y="34183"/>
                  </a:lnTo>
                  <a:lnTo>
                    <a:pt x="227338" y="55425"/>
                  </a:lnTo>
                  <a:lnTo>
                    <a:pt x="225261" y="58299"/>
                  </a:lnTo>
                  <a:lnTo>
                    <a:pt x="222969" y="61601"/>
                  </a:lnTo>
                  <a:lnTo>
                    <a:pt x="220462" y="65332"/>
                  </a:lnTo>
                  <a:lnTo>
                    <a:pt x="237847" y="65332"/>
                  </a:lnTo>
                  <a:lnTo>
                    <a:pt x="260790" y="34183"/>
                  </a:lnTo>
                  <a:close/>
                </a:path>
                <a:path w="565785" h="126364">
                  <a:moveTo>
                    <a:pt x="296623" y="46036"/>
                  </a:moveTo>
                  <a:lnTo>
                    <a:pt x="281330" y="46036"/>
                  </a:lnTo>
                  <a:lnTo>
                    <a:pt x="281330" y="106870"/>
                  </a:lnTo>
                  <a:lnTo>
                    <a:pt x="296981" y="125238"/>
                  </a:lnTo>
                  <a:lnTo>
                    <a:pt x="305935" y="125238"/>
                  </a:lnTo>
                  <a:lnTo>
                    <a:pt x="309875" y="124791"/>
                  </a:lnTo>
                  <a:lnTo>
                    <a:pt x="314173" y="123881"/>
                  </a:lnTo>
                  <a:lnTo>
                    <a:pt x="311950" y="111029"/>
                  </a:lnTo>
                  <a:lnTo>
                    <a:pt x="302891" y="111029"/>
                  </a:lnTo>
                  <a:lnTo>
                    <a:pt x="301100" y="110654"/>
                  </a:lnTo>
                  <a:lnTo>
                    <a:pt x="300026" y="109922"/>
                  </a:lnTo>
                  <a:lnTo>
                    <a:pt x="298772" y="109190"/>
                  </a:lnTo>
                  <a:lnTo>
                    <a:pt x="297877" y="108208"/>
                  </a:lnTo>
                  <a:lnTo>
                    <a:pt x="296802" y="105709"/>
                  </a:lnTo>
                  <a:lnTo>
                    <a:pt x="296623" y="102925"/>
                  </a:lnTo>
                  <a:lnTo>
                    <a:pt x="296623" y="46036"/>
                  </a:lnTo>
                  <a:close/>
                </a:path>
                <a:path w="565785" h="126364">
                  <a:moveTo>
                    <a:pt x="311845" y="110422"/>
                  </a:moveTo>
                  <a:lnTo>
                    <a:pt x="309159" y="110832"/>
                  </a:lnTo>
                  <a:lnTo>
                    <a:pt x="306831" y="111029"/>
                  </a:lnTo>
                  <a:lnTo>
                    <a:pt x="311950" y="111029"/>
                  </a:lnTo>
                  <a:lnTo>
                    <a:pt x="311845" y="110422"/>
                  </a:lnTo>
                  <a:close/>
                </a:path>
                <a:path w="565785" h="126364">
                  <a:moveTo>
                    <a:pt x="311845" y="34183"/>
                  </a:moveTo>
                  <a:lnTo>
                    <a:pt x="270138" y="34183"/>
                  </a:lnTo>
                  <a:lnTo>
                    <a:pt x="270138" y="46036"/>
                  </a:lnTo>
                  <a:lnTo>
                    <a:pt x="311845" y="46036"/>
                  </a:lnTo>
                  <a:lnTo>
                    <a:pt x="311845" y="34183"/>
                  </a:lnTo>
                  <a:close/>
                </a:path>
                <a:path w="565785" h="126364">
                  <a:moveTo>
                    <a:pt x="296623" y="2784"/>
                  </a:moveTo>
                  <a:lnTo>
                    <a:pt x="281330" y="11924"/>
                  </a:lnTo>
                  <a:lnTo>
                    <a:pt x="281330" y="34183"/>
                  </a:lnTo>
                  <a:lnTo>
                    <a:pt x="296623" y="34183"/>
                  </a:lnTo>
                  <a:lnTo>
                    <a:pt x="296623" y="2784"/>
                  </a:lnTo>
                  <a:close/>
                </a:path>
                <a:path w="565785" h="126364">
                  <a:moveTo>
                    <a:pt x="343183" y="34183"/>
                  </a:moveTo>
                  <a:lnTo>
                    <a:pt x="327962" y="34183"/>
                  </a:lnTo>
                  <a:lnTo>
                    <a:pt x="328036" y="97338"/>
                  </a:lnTo>
                  <a:lnTo>
                    <a:pt x="353391" y="126077"/>
                  </a:lnTo>
                  <a:lnTo>
                    <a:pt x="358763" y="126077"/>
                  </a:lnTo>
                  <a:lnTo>
                    <a:pt x="367319" y="125126"/>
                  </a:lnTo>
                  <a:lnTo>
                    <a:pt x="374969" y="122272"/>
                  </a:lnTo>
                  <a:lnTo>
                    <a:pt x="381679" y="117514"/>
                  </a:lnTo>
                  <a:lnTo>
                    <a:pt x="385587" y="112974"/>
                  </a:lnTo>
                  <a:lnTo>
                    <a:pt x="357151" y="112974"/>
                  </a:lnTo>
                  <a:lnTo>
                    <a:pt x="353391" y="111832"/>
                  </a:lnTo>
                  <a:lnTo>
                    <a:pt x="350220" y="109458"/>
                  </a:lnTo>
                  <a:lnTo>
                    <a:pt x="347123" y="107262"/>
                  </a:lnTo>
                  <a:lnTo>
                    <a:pt x="345153" y="104103"/>
                  </a:lnTo>
                  <a:lnTo>
                    <a:pt x="344079" y="100104"/>
                  </a:lnTo>
                  <a:lnTo>
                    <a:pt x="343541" y="97338"/>
                  </a:lnTo>
                  <a:lnTo>
                    <a:pt x="343183" y="91982"/>
                  </a:lnTo>
                  <a:lnTo>
                    <a:pt x="343183" y="34183"/>
                  </a:lnTo>
                  <a:close/>
                </a:path>
                <a:path w="565785" h="126364">
                  <a:moveTo>
                    <a:pt x="401025" y="110850"/>
                  </a:moveTo>
                  <a:lnTo>
                    <a:pt x="387415" y="110850"/>
                  </a:lnTo>
                  <a:lnTo>
                    <a:pt x="387415" y="124060"/>
                  </a:lnTo>
                  <a:lnTo>
                    <a:pt x="401025" y="124060"/>
                  </a:lnTo>
                  <a:lnTo>
                    <a:pt x="401025" y="110850"/>
                  </a:lnTo>
                  <a:close/>
                </a:path>
                <a:path w="565785" h="126364">
                  <a:moveTo>
                    <a:pt x="401025" y="34183"/>
                  </a:moveTo>
                  <a:lnTo>
                    <a:pt x="385804" y="34183"/>
                  </a:lnTo>
                  <a:lnTo>
                    <a:pt x="385804" y="90001"/>
                  </a:lnTo>
                  <a:lnTo>
                    <a:pt x="384908" y="95856"/>
                  </a:lnTo>
                  <a:lnTo>
                    <a:pt x="383201" y="100104"/>
                  </a:lnTo>
                  <a:lnTo>
                    <a:pt x="381506" y="103924"/>
                  </a:lnTo>
                  <a:lnTo>
                    <a:pt x="378820" y="107120"/>
                  </a:lnTo>
                  <a:lnTo>
                    <a:pt x="374701" y="109458"/>
                  </a:lnTo>
                  <a:lnTo>
                    <a:pt x="370761" y="111796"/>
                  </a:lnTo>
                  <a:lnTo>
                    <a:pt x="366463" y="112974"/>
                  </a:lnTo>
                  <a:lnTo>
                    <a:pt x="385587" y="112974"/>
                  </a:lnTo>
                  <a:lnTo>
                    <a:pt x="387415" y="110850"/>
                  </a:lnTo>
                  <a:lnTo>
                    <a:pt x="401025" y="110850"/>
                  </a:lnTo>
                  <a:lnTo>
                    <a:pt x="401025" y="34183"/>
                  </a:lnTo>
                  <a:close/>
                </a:path>
                <a:path w="565785" h="126364">
                  <a:moveTo>
                    <a:pt x="441497" y="34183"/>
                  </a:moveTo>
                  <a:lnTo>
                    <a:pt x="427708" y="34183"/>
                  </a:lnTo>
                  <a:lnTo>
                    <a:pt x="427708" y="124060"/>
                  </a:lnTo>
                  <a:lnTo>
                    <a:pt x="442929" y="124060"/>
                  </a:lnTo>
                  <a:lnTo>
                    <a:pt x="442929" y="70580"/>
                  </a:lnTo>
                  <a:lnTo>
                    <a:pt x="443825" y="64654"/>
                  </a:lnTo>
                  <a:lnTo>
                    <a:pt x="456897" y="47892"/>
                  </a:lnTo>
                  <a:lnTo>
                    <a:pt x="472616" y="47892"/>
                  </a:lnTo>
                  <a:lnTo>
                    <a:pt x="441497" y="47803"/>
                  </a:lnTo>
                  <a:lnTo>
                    <a:pt x="441497" y="34183"/>
                  </a:lnTo>
                  <a:close/>
                </a:path>
                <a:path w="565785" h="126364">
                  <a:moveTo>
                    <a:pt x="472616" y="47892"/>
                  </a:moveTo>
                  <a:lnTo>
                    <a:pt x="463881" y="47892"/>
                  </a:lnTo>
                  <a:lnTo>
                    <a:pt x="467642" y="48999"/>
                  </a:lnTo>
                  <a:lnTo>
                    <a:pt x="471403" y="51194"/>
                  </a:lnTo>
                  <a:lnTo>
                    <a:pt x="472616" y="47892"/>
                  </a:lnTo>
                  <a:close/>
                </a:path>
                <a:path w="565785" h="126364">
                  <a:moveTo>
                    <a:pt x="466209" y="32148"/>
                  </a:moveTo>
                  <a:lnTo>
                    <a:pt x="457435" y="32148"/>
                  </a:lnTo>
                  <a:lnTo>
                    <a:pt x="454211" y="33165"/>
                  </a:lnTo>
                  <a:lnTo>
                    <a:pt x="448123" y="37235"/>
                  </a:lnTo>
                  <a:lnTo>
                    <a:pt x="444899" y="41430"/>
                  </a:lnTo>
                  <a:lnTo>
                    <a:pt x="441497" y="47803"/>
                  </a:lnTo>
                  <a:lnTo>
                    <a:pt x="472648" y="47803"/>
                  </a:lnTo>
                  <a:lnTo>
                    <a:pt x="476596" y="37057"/>
                  </a:lnTo>
                  <a:lnTo>
                    <a:pt x="471403" y="33790"/>
                  </a:lnTo>
                  <a:lnTo>
                    <a:pt x="466209" y="32148"/>
                  </a:lnTo>
                  <a:close/>
                </a:path>
                <a:path w="565785" h="126364">
                  <a:moveTo>
                    <a:pt x="524409" y="32148"/>
                  </a:moveTo>
                  <a:lnTo>
                    <a:pt x="488975" y="51577"/>
                  </a:lnTo>
                  <a:lnTo>
                    <a:pt x="482326" y="79880"/>
                  </a:lnTo>
                  <a:lnTo>
                    <a:pt x="483062" y="90232"/>
                  </a:lnTo>
                  <a:lnTo>
                    <a:pt x="507554" y="123047"/>
                  </a:lnTo>
                  <a:lnTo>
                    <a:pt x="525305" y="126077"/>
                  </a:lnTo>
                  <a:lnTo>
                    <a:pt x="532860" y="125601"/>
                  </a:lnTo>
                  <a:lnTo>
                    <a:pt x="556342" y="113564"/>
                  </a:lnTo>
                  <a:lnTo>
                    <a:pt x="517963" y="113564"/>
                  </a:lnTo>
                  <a:lnTo>
                    <a:pt x="511516" y="110940"/>
                  </a:lnTo>
                  <a:lnTo>
                    <a:pt x="501488" y="100444"/>
                  </a:lnTo>
                  <a:lnTo>
                    <a:pt x="498801" y="92875"/>
                  </a:lnTo>
                  <a:lnTo>
                    <a:pt x="498085" y="83004"/>
                  </a:lnTo>
                  <a:lnTo>
                    <a:pt x="565418" y="83004"/>
                  </a:lnTo>
                  <a:lnTo>
                    <a:pt x="565418" y="78952"/>
                  </a:lnTo>
                  <a:lnTo>
                    <a:pt x="564848" y="70491"/>
                  </a:lnTo>
                  <a:lnTo>
                    <a:pt x="498980" y="70491"/>
                  </a:lnTo>
                  <a:lnTo>
                    <a:pt x="499518" y="62654"/>
                  </a:lnTo>
                  <a:lnTo>
                    <a:pt x="502204" y="56389"/>
                  </a:lnTo>
                  <a:lnTo>
                    <a:pt x="506981" y="51577"/>
                  </a:lnTo>
                  <a:lnTo>
                    <a:pt x="511695" y="47017"/>
                  </a:lnTo>
                  <a:lnTo>
                    <a:pt x="517605" y="44679"/>
                  </a:lnTo>
                  <a:lnTo>
                    <a:pt x="554144" y="44679"/>
                  </a:lnTo>
                  <a:lnTo>
                    <a:pt x="553957" y="44429"/>
                  </a:lnTo>
                  <a:lnTo>
                    <a:pt x="547880" y="39054"/>
                  </a:lnTo>
                  <a:lnTo>
                    <a:pt x="540929" y="35216"/>
                  </a:lnTo>
                  <a:lnTo>
                    <a:pt x="533106" y="32915"/>
                  </a:lnTo>
                  <a:lnTo>
                    <a:pt x="524409" y="32148"/>
                  </a:lnTo>
                  <a:close/>
                </a:path>
                <a:path w="565785" h="126364">
                  <a:moveTo>
                    <a:pt x="549122" y="95106"/>
                  </a:moveTo>
                  <a:lnTo>
                    <a:pt x="546794" y="101550"/>
                  </a:lnTo>
                  <a:lnTo>
                    <a:pt x="543750" y="106227"/>
                  </a:lnTo>
                  <a:lnTo>
                    <a:pt x="535870" y="112100"/>
                  </a:lnTo>
                  <a:lnTo>
                    <a:pt x="531035" y="113564"/>
                  </a:lnTo>
                  <a:lnTo>
                    <a:pt x="556342" y="113564"/>
                  </a:lnTo>
                  <a:lnTo>
                    <a:pt x="559665" y="109302"/>
                  </a:lnTo>
                  <a:lnTo>
                    <a:pt x="562701" y="103562"/>
                  </a:lnTo>
                  <a:lnTo>
                    <a:pt x="564881" y="97052"/>
                  </a:lnTo>
                  <a:lnTo>
                    <a:pt x="549122" y="95106"/>
                  </a:lnTo>
                  <a:close/>
                </a:path>
                <a:path w="565785" h="126364">
                  <a:moveTo>
                    <a:pt x="554144" y="44679"/>
                  </a:moveTo>
                  <a:lnTo>
                    <a:pt x="532468" y="44679"/>
                  </a:lnTo>
                  <a:lnTo>
                    <a:pt x="538736" y="47606"/>
                  </a:lnTo>
                  <a:lnTo>
                    <a:pt x="543571" y="53479"/>
                  </a:lnTo>
                  <a:lnTo>
                    <a:pt x="546794" y="57263"/>
                  </a:lnTo>
                  <a:lnTo>
                    <a:pt x="548585" y="62922"/>
                  </a:lnTo>
                  <a:lnTo>
                    <a:pt x="549301" y="70491"/>
                  </a:lnTo>
                  <a:lnTo>
                    <a:pt x="564848" y="70491"/>
                  </a:lnTo>
                  <a:lnTo>
                    <a:pt x="564710" y="68449"/>
                  </a:lnTo>
                  <a:lnTo>
                    <a:pt x="562575" y="59194"/>
                  </a:lnTo>
                  <a:lnTo>
                    <a:pt x="558997" y="51186"/>
                  </a:lnTo>
                  <a:lnTo>
                    <a:pt x="554144" y="4467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1" name="object 3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391795" y="2645654"/>
              <a:ext cx="148096" cy="128201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39893" y="2647778"/>
              <a:ext cx="1609564" cy="363772"/>
            </a:xfrm>
            <a:prstGeom prst="rect">
              <a:avLst/>
            </a:prstGeom>
          </p:spPr>
        </p:pic>
      </p:grpSp>
      <p:sp>
        <p:nvSpPr>
          <p:cNvPr id="33" name="object 33"/>
          <p:cNvSpPr/>
          <p:nvPr/>
        </p:nvSpPr>
        <p:spPr>
          <a:xfrm>
            <a:off x="838873" y="3058337"/>
            <a:ext cx="567690" cy="160655"/>
          </a:xfrm>
          <a:custGeom>
            <a:avLst/>
            <a:gdLst/>
            <a:ahLst/>
            <a:cxnLst/>
            <a:rect l="l" t="t" r="r" b="b"/>
            <a:pathLst>
              <a:path w="567690" h="160655">
                <a:moveTo>
                  <a:pt x="15114" y="94858"/>
                </a:moveTo>
                <a:lnTo>
                  <a:pt x="0" y="97227"/>
                </a:lnTo>
                <a:lnTo>
                  <a:pt x="1701" y="106763"/>
                </a:lnTo>
                <a:lnTo>
                  <a:pt x="5623" y="113954"/>
                </a:lnTo>
                <a:lnTo>
                  <a:pt x="38537" y="126084"/>
                </a:lnTo>
                <a:lnTo>
                  <a:pt x="45610" y="126084"/>
                </a:lnTo>
                <a:lnTo>
                  <a:pt x="51950" y="124856"/>
                </a:lnTo>
                <a:lnTo>
                  <a:pt x="63160" y="119949"/>
                </a:lnTo>
                <a:lnTo>
                  <a:pt x="67440" y="116478"/>
                </a:lnTo>
                <a:lnTo>
                  <a:pt x="69374" y="113560"/>
                </a:lnTo>
                <a:lnTo>
                  <a:pt x="31499" y="113560"/>
                </a:lnTo>
                <a:lnTo>
                  <a:pt x="26073" y="111952"/>
                </a:lnTo>
                <a:lnTo>
                  <a:pt x="18319" y="105520"/>
                </a:lnTo>
                <a:lnTo>
                  <a:pt x="15955" y="100893"/>
                </a:lnTo>
                <a:lnTo>
                  <a:pt x="15114" y="94858"/>
                </a:lnTo>
                <a:close/>
              </a:path>
              <a:path w="567690" h="160655">
                <a:moveTo>
                  <a:pt x="42817" y="32148"/>
                </a:moveTo>
                <a:lnTo>
                  <a:pt x="31052" y="32148"/>
                </a:lnTo>
                <a:lnTo>
                  <a:pt x="26646" y="32755"/>
                </a:lnTo>
                <a:lnTo>
                  <a:pt x="18444" y="35183"/>
                </a:lnTo>
                <a:lnTo>
                  <a:pt x="15203" y="36664"/>
                </a:lnTo>
                <a:lnTo>
                  <a:pt x="12821" y="38413"/>
                </a:lnTo>
                <a:lnTo>
                  <a:pt x="9652" y="40680"/>
                </a:lnTo>
                <a:lnTo>
                  <a:pt x="7145" y="43501"/>
                </a:lnTo>
                <a:lnTo>
                  <a:pt x="3474" y="50338"/>
                </a:lnTo>
                <a:lnTo>
                  <a:pt x="2542" y="54050"/>
                </a:lnTo>
                <a:lnTo>
                  <a:pt x="2542" y="62440"/>
                </a:lnTo>
                <a:lnTo>
                  <a:pt x="47365" y="88059"/>
                </a:lnTo>
                <a:lnTo>
                  <a:pt x="52577" y="89781"/>
                </a:lnTo>
                <a:lnTo>
                  <a:pt x="54672" y="91135"/>
                </a:lnTo>
                <a:lnTo>
                  <a:pt x="57662" y="93109"/>
                </a:lnTo>
                <a:lnTo>
                  <a:pt x="59167" y="95817"/>
                </a:lnTo>
                <a:lnTo>
                  <a:pt x="59167" y="103094"/>
                </a:lnTo>
                <a:lnTo>
                  <a:pt x="57465" y="106438"/>
                </a:lnTo>
                <a:lnTo>
                  <a:pt x="50678" y="112134"/>
                </a:lnTo>
                <a:lnTo>
                  <a:pt x="45467" y="113560"/>
                </a:lnTo>
                <a:lnTo>
                  <a:pt x="69374" y="113560"/>
                </a:lnTo>
                <a:lnTo>
                  <a:pt x="73385" y="107509"/>
                </a:lnTo>
                <a:lnTo>
                  <a:pt x="74757" y="103094"/>
                </a:lnTo>
                <a:lnTo>
                  <a:pt x="74872" y="92461"/>
                </a:lnTo>
                <a:lnTo>
                  <a:pt x="73654" y="88116"/>
                </a:lnTo>
                <a:lnTo>
                  <a:pt x="31069" y="67524"/>
                </a:lnTo>
                <a:lnTo>
                  <a:pt x="26575" y="66228"/>
                </a:lnTo>
                <a:lnTo>
                  <a:pt x="25052" y="65662"/>
                </a:lnTo>
                <a:lnTo>
                  <a:pt x="22384" y="64591"/>
                </a:lnTo>
                <a:lnTo>
                  <a:pt x="20432" y="63238"/>
                </a:lnTo>
                <a:lnTo>
                  <a:pt x="19179" y="61601"/>
                </a:lnTo>
                <a:lnTo>
                  <a:pt x="17943" y="60030"/>
                </a:lnTo>
                <a:lnTo>
                  <a:pt x="17316" y="58245"/>
                </a:lnTo>
                <a:lnTo>
                  <a:pt x="17316" y="53176"/>
                </a:lnTo>
                <a:lnTo>
                  <a:pt x="18821" y="50462"/>
                </a:lnTo>
                <a:lnTo>
                  <a:pt x="24820" y="45839"/>
                </a:lnTo>
                <a:lnTo>
                  <a:pt x="29834" y="44679"/>
                </a:lnTo>
                <a:lnTo>
                  <a:pt x="67112" y="44679"/>
                </a:lnTo>
                <a:lnTo>
                  <a:pt x="63661" y="39984"/>
                </a:lnTo>
                <a:lnTo>
                  <a:pt x="59722" y="37235"/>
                </a:lnTo>
                <a:lnTo>
                  <a:pt x="49031" y="33165"/>
                </a:lnTo>
                <a:lnTo>
                  <a:pt x="42817" y="32148"/>
                </a:lnTo>
                <a:close/>
              </a:path>
              <a:path w="567690" h="160655">
                <a:moveTo>
                  <a:pt x="67112" y="44679"/>
                </a:moveTo>
                <a:lnTo>
                  <a:pt x="42781" y="44679"/>
                </a:lnTo>
                <a:lnTo>
                  <a:pt x="47383" y="45982"/>
                </a:lnTo>
                <a:lnTo>
                  <a:pt x="53902" y="51159"/>
                </a:lnTo>
                <a:lnTo>
                  <a:pt x="55854" y="54782"/>
                </a:lnTo>
                <a:lnTo>
                  <a:pt x="56534" y="59406"/>
                </a:lnTo>
                <a:lnTo>
                  <a:pt x="71487" y="57371"/>
                </a:lnTo>
                <a:lnTo>
                  <a:pt x="70520" y="51551"/>
                </a:lnTo>
                <a:lnTo>
                  <a:pt x="68765" y="46928"/>
                </a:lnTo>
                <a:lnTo>
                  <a:pt x="67112" y="44679"/>
                </a:lnTo>
                <a:close/>
              </a:path>
              <a:path w="567690" h="160655">
                <a:moveTo>
                  <a:pt x="113678" y="46036"/>
                </a:moveTo>
                <a:lnTo>
                  <a:pt x="98474" y="46036"/>
                </a:lnTo>
                <a:lnTo>
                  <a:pt x="98474" y="106873"/>
                </a:lnTo>
                <a:lnTo>
                  <a:pt x="114161" y="125236"/>
                </a:lnTo>
                <a:lnTo>
                  <a:pt x="123097" y="125236"/>
                </a:lnTo>
                <a:lnTo>
                  <a:pt x="126947" y="124786"/>
                </a:lnTo>
                <a:lnTo>
                  <a:pt x="131245" y="123883"/>
                </a:lnTo>
                <a:lnTo>
                  <a:pt x="129140" y="111020"/>
                </a:lnTo>
                <a:lnTo>
                  <a:pt x="120071" y="111020"/>
                </a:lnTo>
                <a:lnTo>
                  <a:pt x="118334" y="110654"/>
                </a:lnTo>
                <a:lnTo>
                  <a:pt x="115898" y="109187"/>
                </a:lnTo>
                <a:lnTo>
                  <a:pt x="115021" y="108199"/>
                </a:lnTo>
                <a:lnTo>
                  <a:pt x="113946" y="105718"/>
                </a:lnTo>
                <a:lnTo>
                  <a:pt x="113678" y="102925"/>
                </a:lnTo>
                <a:lnTo>
                  <a:pt x="113678" y="46036"/>
                </a:lnTo>
                <a:close/>
              </a:path>
              <a:path w="567690" h="160655">
                <a:moveTo>
                  <a:pt x="129043" y="110427"/>
                </a:moveTo>
                <a:lnTo>
                  <a:pt x="126267" y="110822"/>
                </a:lnTo>
                <a:lnTo>
                  <a:pt x="124028" y="111020"/>
                </a:lnTo>
                <a:lnTo>
                  <a:pt x="129140" y="111020"/>
                </a:lnTo>
                <a:lnTo>
                  <a:pt x="129043" y="110427"/>
                </a:lnTo>
                <a:close/>
              </a:path>
              <a:path w="567690" h="160655">
                <a:moveTo>
                  <a:pt x="129043" y="34183"/>
                </a:moveTo>
                <a:lnTo>
                  <a:pt x="87264" y="34183"/>
                </a:lnTo>
                <a:lnTo>
                  <a:pt x="87264" y="46036"/>
                </a:lnTo>
                <a:lnTo>
                  <a:pt x="129043" y="46036"/>
                </a:lnTo>
                <a:lnTo>
                  <a:pt x="129043" y="34183"/>
                </a:lnTo>
                <a:close/>
              </a:path>
              <a:path w="567690" h="160655">
                <a:moveTo>
                  <a:pt x="113678" y="2784"/>
                </a:moveTo>
                <a:lnTo>
                  <a:pt x="98474" y="11924"/>
                </a:lnTo>
                <a:lnTo>
                  <a:pt x="98474" y="34183"/>
                </a:lnTo>
                <a:lnTo>
                  <a:pt x="113678" y="34183"/>
                </a:lnTo>
                <a:lnTo>
                  <a:pt x="113678" y="2784"/>
                </a:lnTo>
                <a:close/>
              </a:path>
              <a:path w="567690" h="160655">
                <a:moveTo>
                  <a:pt x="215342" y="44768"/>
                </a:moveTo>
                <a:lnTo>
                  <a:pt x="189033" y="44768"/>
                </a:lnTo>
                <a:lnTo>
                  <a:pt x="194836" y="46482"/>
                </a:lnTo>
                <a:lnTo>
                  <a:pt x="201623" y="52462"/>
                </a:lnTo>
                <a:lnTo>
                  <a:pt x="203073" y="56835"/>
                </a:lnTo>
                <a:lnTo>
                  <a:pt x="202984" y="67019"/>
                </a:lnTo>
                <a:lnTo>
                  <a:pt x="197997" y="68488"/>
                </a:lnTo>
                <a:lnTo>
                  <a:pt x="191794" y="69852"/>
                </a:lnTo>
                <a:lnTo>
                  <a:pt x="184371" y="71111"/>
                </a:lnTo>
                <a:lnTo>
                  <a:pt x="175728" y="72263"/>
                </a:lnTo>
                <a:lnTo>
                  <a:pt x="169675" y="72997"/>
                </a:lnTo>
                <a:lnTo>
                  <a:pt x="165145" y="73759"/>
                </a:lnTo>
                <a:lnTo>
                  <a:pt x="140235" y="95958"/>
                </a:lnTo>
                <a:lnTo>
                  <a:pt x="140235" y="107860"/>
                </a:lnTo>
                <a:lnTo>
                  <a:pt x="142903" y="114024"/>
                </a:lnTo>
                <a:lnTo>
                  <a:pt x="153540" y="123670"/>
                </a:lnTo>
                <a:lnTo>
                  <a:pt x="161151" y="126084"/>
                </a:lnTo>
                <a:lnTo>
                  <a:pt x="177053" y="126084"/>
                </a:lnTo>
                <a:lnTo>
                  <a:pt x="182676" y="125097"/>
                </a:lnTo>
                <a:lnTo>
                  <a:pt x="193152" y="121148"/>
                </a:lnTo>
                <a:lnTo>
                  <a:pt x="198596" y="117762"/>
                </a:lnTo>
                <a:lnTo>
                  <a:pt x="202858" y="114151"/>
                </a:lnTo>
                <a:lnTo>
                  <a:pt x="168762" y="114151"/>
                </a:lnTo>
                <a:lnTo>
                  <a:pt x="164249" y="112798"/>
                </a:lnTo>
                <a:lnTo>
                  <a:pt x="158089" y="107382"/>
                </a:lnTo>
                <a:lnTo>
                  <a:pt x="156651" y="104222"/>
                </a:lnTo>
                <a:lnTo>
                  <a:pt x="156549" y="97284"/>
                </a:lnTo>
                <a:lnTo>
                  <a:pt x="157247" y="94871"/>
                </a:lnTo>
                <a:lnTo>
                  <a:pt x="178020" y="84703"/>
                </a:lnTo>
                <a:lnTo>
                  <a:pt x="185817" y="83455"/>
                </a:lnTo>
                <a:lnTo>
                  <a:pt x="192577" y="82080"/>
                </a:lnTo>
                <a:lnTo>
                  <a:pt x="198300" y="80579"/>
                </a:lnTo>
                <a:lnTo>
                  <a:pt x="202984" y="78950"/>
                </a:lnTo>
                <a:lnTo>
                  <a:pt x="218438" y="78950"/>
                </a:lnTo>
                <a:lnTo>
                  <a:pt x="218438" y="59316"/>
                </a:lnTo>
                <a:lnTo>
                  <a:pt x="218169" y="54639"/>
                </a:lnTo>
                <a:lnTo>
                  <a:pt x="217668" y="52033"/>
                </a:lnTo>
                <a:lnTo>
                  <a:pt x="216755" y="47856"/>
                </a:lnTo>
                <a:lnTo>
                  <a:pt x="215342" y="44768"/>
                </a:lnTo>
                <a:close/>
              </a:path>
              <a:path w="567690" h="160655">
                <a:moveTo>
                  <a:pt x="219372" y="112967"/>
                </a:moveTo>
                <a:lnTo>
                  <a:pt x="204255" y="112967"/>
                </a:lnTo>
                <a:lnTo>
                  <a:pt x="204703" y="117198"/>
                </a:lnTo>
                <a:lnTo>
                  <a:pt x="205723" y="120893"/>
                </a:lnTo>
                <a:lnTo>
                  <a:pt x="207317" y="124052"/>
                </a:lnTo>
                <a:lnTo>
                  <a:pt x="223273" y="124052"/>
                </a:lnTo>
                <a:lnTo>
                  <a:pt x="221339" y="120611"/>
                </a:lnTo>
                <a:lnTo>
                  <a:pt x="220050" y="117016"/>
                </a:lnTo>
                <a:lnTo>
                  <a:pt x="219405" y="113264"/>
                </a:lnTo>
                <a:lnTo>
                  <a:pt x="219372" y="112967"/>
                </a:lnTo>
                <a:close/>
              </a:path>
              <a:path w="567690" h="160655">
                <a:moveTo>
                  <a:pt x="218438" y="78950"/>
                </a:moveTo>
                <a:lnTo>
                  <a:pt x="202984" y="78950"/>
                </a:lnTo>
                <a:lnTo>
                  <a:pt x="202871" y="91940"/>
                </a:lnTo>
                <a:lnTo>
                  <a:pt x="202160" y="96324"/>
                </a:lnTo>
                <a:lnTo>
                  <a:pt x="198363" y="104222"/>
                </a:lnTo>
                <a:lnTo>
                  <a:pt x="194997" y="107734"/>
                </a:lnTo>
                <a:lnTo>
                  <a:pt x="185828" y="112867"/>
                </a:lnTo>
                <a:lnTo>
                  <a:pt x="180599" y="114151"/>
                </a:lnTo>
                <a:lnTo>
                  <a:pt x="202858" y="114151"/>
                </a:lnTo>
                <a:lnTo>
                  <a:pt x="204255" y="112967"/>
                </a:lnTo>
                <a:lnTo>
                  <a:pt x="219372" y="112967"/>
                </a:lnTo>
                <a:lnTo>
                  <a:pt x="218982" y="109474"/>
                </a:lnTo>
                <a:lnTo>
                  <a:pt x="218680" y="103733"/>
                </a:lnTo>
                <a:lnTo>
                  <a:pt x="218528" y="97284"/>
                </a:lnTo>
                <a:lnTo>
                  <a:pt x="218438" y="78950"/>
                </a:lnTo>
                <a:close/>
              </a:path>
              <a:path w="567690" h="160655">
                <a:moveTo>
                  <a:pt x="191236" y="32148"/>
                </a:moveTo>
                <a:lnTo>
                  <a:pt x="175782" y="32148"/>
                </a:lnTo>
                <a:lnTo>
                  <a:pt x="168959" y="33219"/>
                </a:lnTo>
                <a:lnTo>
                  <a:pt x="142867" y="59834"/>
                </a:lnTo>
                <a:lnTo>
                  <a:pt x="157820" y="61851"/>
                </a:lnTo>
                <a:lnTo>
                  <a:pt x="159450" y="55478"/>
                </a:lnTo>
                <a:lnTo>
                  <a:pt x="161993" y="51034"/>
                </a:lnTo>
                <a:lnTo>
                  <a:pt x="168834" y="46018"/>
                </a:lnTo>
                <a:lnTo>
                  <a:pt x="174152" y="44768"/>
                </a:lnTo>
                <a:lnTo>
                  <a:pt x="215342" y="44768"/>
                </a:lnTo>
                <a:lnTo>
                  <a:pt x="215179" y="44411"/>
                </a:lnTo>
                <a:lnTo>
                  <a:pt x="210648" y="38931"/>
                </a:lnTo>
                <a:lnTo>
                  <a:pt x="207120" y="36664"/>
                </a:lnTo>
                <a:lnTo>
                  <a:pt x="197486" y="33058"/>
                </a:lnTo>
                <a:lnTo>
                  <a:pt x="191236" y="32148"/>
                </a:lnTo>
                <a:close/>
              </a:path>
              <a:path w="567690" h="160655">
                <a:moveTo>
                  <a:pt x="258587" y="34183"/>
                </a:moveTo>
                <a:lnTo>
                  <a:pt x="244834" y="34183"/>
                </a:lnTo>
                <a:lnTo>
                  <a:pt x="244834" y="124052"/>
                </a:lnTo>
                <a:lnTo>
                  <a:pt x="260109" y="124052"/>
                </a:lnTo>
                <a:lnTo>
                  <a:pt x="260109" y="70573"/>
                </a:lnTo>
                <a:lnTo>
                  <a:pt x="260969" y="64646"/>
                </a:lnTo>
                <a:lnTo>
                  <a:pt x="274006" y="47892"/>
                </a:lnTo>
                <a:lnTo>
                  <a:pt x="289777" y="47892"/>
                </a:lnTo>
                <a:lnTo>
                  <a:pt x="258587" y="47803"/>
                </a:lnTo>
                <a:lnTo>
                  <a:pt x="258587" y="34183"/>
                </a:lnTo>
                <a:close/>
              </a:path>
              <a:path w="567690" h="160655">
                <a:moveTo>
                  <a:pt x="289777" y="47892"/>
                </a:moveTo>
                <a:lnTo>
                  <a:pt x="281079" y="47892"/>
                </a:lnTo>
                <a:lnTo>
                  <a:pt x="284822" y="48999"/>
                </a:lnTo>
                <a:lnTo>
                  <a:pt x="288547" y="51194"/>
                </a:lnTo>
                <a:lnTo>
                  <a:pt x="289777" y="47892"/>
                </a:lnTo>
                <a:close/>
              </a:path>
              <a:path w="567690" h="160655">
                <a:moveTo>
                  <a:pt x="283264" y="32148"/>
                </a:moveTo>
                <a:lnTo>
                  <a:pt x="274543" y="32148"/>
                </a:lnTo>
                <a:lnTo>
                  <a:pt x="271284" y="33165"/>
                </a:lnTo>
                <a:lnTo>
                  <a:pt x="265338" y="37235"/>
                </a:lnTo>
                <a:lnTo>
                  <a:pt x="262097" y="41430"/>
                </a:lnTo>
                <a:lnTo>
                  <a:pt x="258587" y="47803"/>
                </a:lnTo>
                <a:lnTo>
                  <a:pt x="289810" y="47803"/>
                </a:lnTo>
                <a:lnTo>
                  <a:pt x="293812" y="37057"/>
                </a:lnTo>
                <a:lnTo>
                  <a:pt x="288493" y="33790"/>
                </a:lnTo>
                <a:lnTo>
                  <a:pt x="283264" y="32148"/>
                </a:lnTo>
                <a:close/>
              </a:path>
              <a:path w="567690" h="160655">
                <a:moveTo>
                  <a:pt x="322589" y="46036"/>
                </a:moveTo>
                <a:lnTo>
                  <a:pt x="307404" y="46036"/>
                </a:lnTo>
                <a:lnTo>
                  <a:pt x="307404" y="106873"/>
                </a:lnTo>
                <a:lnTo>
                  <a:pt x="323073" y="125236"/>
                </a:lnTo>
                <a:lnTo>
                  <a:pt x="332009" y="125236"/>
                </a:lnTo>
                <a:lnTo>
                  <a:pt x="335859" y="124786"/>
                </a:lnTo>
                <a:lnTo>
                  <a:pt x="340175" y="123883"/>
                </a:lnTo>
                <a:lnTo>
                  <a:pt x="338052" y="111020"/>
                </a:lnTo>
                <a:lnTo>
                  <a:pt x="328982" y="111020"/>
                </a:lnTo>
                <a:lnTo>
                  <a:pt x="327245" y="110654"/>
                </a:lnTo>
                <a:lnTo>
                  <a:pt x="324810" y="109187"/>
                </a:lnTo>
                <a:lnTo>
                  <a:pt x="323932" y="108199"/>
                </a:lnTo>
                <a:lnTo>
                  <a:pt x="322858" y="105718"/>
                </a:lnTo>
                <a:lnTo>
                  <a:pt x="322589" y="102925"/>
                </a:lnTo>
                <a:lnTo>
                  <a:pt x="322589" y="46036"/>
                </a:lnTo>
                <a:close/>
              </a:path>
              <a:path w="567690" h="160655">
                <a:moveTo>
                  <a:pt x="337954" y="110427"/>
                </a:moveTo>
                <a:lnTo>
                  <a:pt x="335178" y="110822"/>
                </a:lnTo>
                <a:lnTo>
                  <a:pt x="332958" y="111020"/>
                </a:lnTo>
                <a:lnTo>
                  <a:pt x="338052" y="111020"/>
                </a:lnTo>
                <a:lnTo>
                  <a:pt x="337954" y="110427"/>
                </a:lnTo>
                <a:close/>
              </a:path>
              <a:path w="567690" h="160655">
                <a:moveTo>
                  <a:pt x="337954" y="34183"/>
                </a:moveTo>
                <a:lnTo>
                  <a:pt x="296193" y="34183"/>
                </a:lnTo>
                <a:lnTo>
                  <a:pt x="296193" y="46036"/>
                </a:lnTo>
                <a:lnTo>
                  <a:pt x="337954" y="46036"/>
                </a:lnTo>
                <a:lnTo>
                  <a:pt x="337954" y="34183"/>
                </a:lnTo>
                <a:close/>
              </a:path>
              <a:path w="567690" h="160655">
                <a:moveTo>
                  <a:pt x="322589" y="2784"/>
                </a:moveTo>
                <a:lnTo>
                  <a:pt x="307404" y="11924"/>
                </a:lnTo>
                <a:lnTo>
                  <a:pt x="307404" y="34183"/>
                </a:lnTo>
                <a:lnTo>
                  <a:pt x="322589" y="34183"/>
                </a:lnTo>
                <a:lnTo>
                  <a:pt x="322589" y="2784"/>
                </a:lnTo>
                <a:close/>
              </a:path>
              <a:path w="567690" h="160655">
                <a:moveTo>
                  <a:pt x="369705" y="0"/>
                </a:moveTo>
                <a:lnTo>
                  <a:pt x="354429" y="0"/>
                </a:lnTo>
                <a:lnTo>
                  <a:pt x="354429" y="17511"/>
                </a:lnTo>
                <a:lnTo>
                  <a:pt x="369705" y="17511"/>
                </a:lnTo>
                <a:lnTo>
                  <a:pt x="369705" y="0"/>
                </a:lnTo>
                <a:close/>
              </a:path>
              <a:path w="567690" h="160655">
                <a:moveTo>
                  <a:pt x="369705" y="34183"/>
                </a:moveTo>
                <a:lnTo>
                  <a:pt x="354429" y="34183"/>
                </a:lnTo>
                <a:lnTo>
                  <a:pt x="354429" y="124052"/>
                </a:lnTo>
                <a:lnTo>
                  <a:pt x="369705" y="124052"/>
                </a:lnTo>
                <a:lnTo>
                  <a:pt x="369705" y="34183"/>
                </a:lnTo>
                <a:close/>
              </a:path>
              <a:path w="567690" h="160655">
                <a:moveTo>
                  <a:pt x="407920" y="34183"/>
                </a:moveTo>
                <a:lnTo>
                  <a:pt x="394167" y="34183"/>
                </a:lnTo>
                <a:lnTo>
                  <a:pt x="394167" y="124052"/>
                </a:lnTo>
                <a:lnTo>
                  <a:pt x="409442" y="124052"/>
                </a:lnTo>
                <a:lnTo>
                  <a:pt x="409528" y="63181"/>
                </a:lnTo>
                <a:lnTo>
                  <a:pt x="411806" y="55657"/>
                </a:lnTo>
                <a:lnTo>
                  <a:pt x="421261" y="47410"/>
                </a:lnTo>
                <a:lnTo>
                  <a:pt x="422479" y="46964"/>
                </a:lnTo>
                <a:lnTo>
                  <a:pt x="407920" y="46964"/>
                </a:lnTo>
                <a:lnTo>
                  <a:pt x="407920" y="34183"/>
                </a:lnTo>
                <a:close/>
              </a:path>
              <a:path w="567690" h="160655">
                <a:moveTo>
                  <a:pt x="463694" y="45357"/>
                </a:moveTo>
                <a:lnTo>
                  <a:pt x="437450" y="45357"/>
                </a:lnTo>
                <a:lnTo>
                  <a:pt x="441013" y="46268"/>
                </a:lnTo>
                <a:lnTo>
                  <a:pt x="447066" y="49945"/>
                </a:lnTo>
                <a:lnTo>
                  <a:pt x="449161" y="52390"/>
                </a:lnTo>
                <a:lnTo>
                  <a:pt x="451543" y="58549"/>
                </a:lnTo>
                <a:lnTo>
                  <a:pt x="452134" y="63181"/>
                </a:lnTo>
                <a:lnTo>
                  <a:pt x="452134" y="124052"/>
                </a:lnTo>
                <a:lnTo>
                  <a:pt x="467427" y="124052"/>
                </a:lnTo>
                <a:lnTo>
                  <a:pt x="467427" y="61744"/>
                </a:lnTo>
                <a:lnTo>
                  <a:pt x="467141" y="56799"/>
                </a:lnTo>
                <a:lnTo>
                  <a:pt x="465672" y="49641"/>
                </a:lnTo>
                <a:lnTo>
                  <a:pt x="464078" y="45893"/>
                </a:lnTo>
                <a:lnTo>
                  <a:pt x="463694" y="45357"/>
                </a:lnTo>
                <a:close/>
              </a:path>
              <a:path w="567690" h="160655">
                <a:moveTo>
                  <a:pt x="442034" y="32148"/>
                </a:moveTo>
                <a:lnTo>
                  <a:pt x="436608" y="32148"/>
                </a:lnTo>
                <a:lnTo>
                  <a:pt x="427774" y="33075"/>
                </a:lnTo>
                <a:lnTo>
                  <a:pt x="420048" y="35854"/>
                </a:lnTo>
                <a:lnTo>
                  <a:pt x="413430" y="40484"/>
                </a:lnTo>
                <a:lnTo>
                  <a:pt x="407920" y="46964"/>
                </a:lnTo>
                <a:lnTo>
                  <a:pt x="422479" y="46964"/>
                </a:lnTo>
                <a:lnTo>
                  <a:pt x="426866" y="45357"/>
                </a:lnTo>
                <a:lnTo>
                  <a:pt x="463694" y="45357"/>
                </a:lnTo>
                <a:lnTo>
                  <a:pt x="459548" y="39574"/>
                </a:lnTo>
                <a:lnTo>
                  <a:pt x="456145" y="37021"/>
                </a:lnTo>
                <a:lnTo>
                  <a:pt x="447030" y="33130"/>
                </a:lnTo>
                <a:lnTo>
                  <a:pt x="442034" y="32148"/>
                </a:lnTo>
                <a:close/>
              </a:path>
              <a:path w="567690" h="160655">
                <a:moveTo>
                  <a:pt x="490940" y="131500"/>
                </a:moveTo>
                <a:lnTo>
                  <a:pt x="518912" y="160072"/>
                </a:lnTo>
                <a:lnTo>
                  <a:pt x="526594" y="160524"/>
                </a:lnTo>
                <a:lnTo>
                  <a:pt x="535655" y="160524"/>
                </a:lnTo>
                <a:lnTo>
                  <a:pt x="543266" y="158832"/>
                </a:lnTo>
                <a:lnTo>
                  <a:pt x="555676" y="152061"/>
                </a:lnTo>
                <a:lnTo>
                  <a:pt x="559735" y="147915"/>
                </a:lnTo>
                <a:lnTo>
                  <a:pt x="519950" y="147915"/>
                </a:lnTo>
                <a:lnTo>
                  <a:pt x="514757" y="146506"/>
                </a:lnTo>
                <a:lnTo>
                  <a:pt x="508149" y="141596"/>
                </a:lnTo>
                <a:lnTo>
                  <a:pt x="506412" y="138268"/>
                </a:lnTo>
                <a:lnTo>
                  <a:pt x="505785" y="133699"/>
                </a:lnTo>
                <a:lnTo>
                  <a:pt x="490940" y="131500"/>
                </a:lnTo>
                <a:close/>
              </a:path>
              <a:path w="567690" h="160655">
                <a:moveTo>
                  <a:pt x="567323" y="112291"/>
                </a:moveTo>
                <a:lnTo>
                  <a:pt x="551808" y="112291"/>
                </a:lnTo>
                <a:lnTo>
                  <a:pt x="551756" y="124052"/>
                </a:lnTo>
                <a:lnTo>
                  <a:pt x="551486" y="128735"/>
                </a:lnTo>
                <a:lnTo>
                  <a:pt x="533578" y="147915"/>
                </a:lnTo>
                <a:lnTo>
                  <a:pt x="559735" y="147915"/>
                </a:lnTo>
                <a:lnTo>
                  <a:pt x="567093" y="120710"/>
                </a:lnTo>
                <a:lnTo>
                  <a:pt x="567323" y="112291"/>
                </a:lnTo>
                <a:close/>
              </a:path>
              <a:path w="567690" h="160655">
                <a:moveTo>
                  <a:pt x="526934" y="32148"/>
                </a:moveTo>
                <a:lnTo>
                  <a:pt x="518948" y="32148"/>
                </a:lnTo>
                <a:lnTo>
                  <a:pt x="511999" y="34129"/>
                </a:lnTo>
                <a:lnTo>
                  <a:pt x="487907" y="69886"/>
                </a:lnTo>
                <a:lnTo>
                  <a:pt x="487878" y="78611"/>
                </a:lnTo>
                <a:lnTo>
                  <a:pt x="488515" y="87628"/>
                </a:lnTo>
                <a:lnTo>
                  <a:pt x="510354" y="120710"/>
                </a:lnTo>
                <a:lnTo>
                  <a:pt x="526845" y="124052"/>
                </a:lnTo>
                <a:lnTo>
                  <a:pt x="534007" y="123317"/>
                </a:lnTo>
                <a:lnTo>
                  <a:pt x="540555" y="121112"/>
                </a:lnTo>
                <a:lnTo>
                  <a:pt x="546490" y="117436"/>
                </a:lnTo>
                <a:lnTo>
                  <a:pt x="551808" y="112291"/>
                </a:lnTo>
                <a:lnTo>
                  <a:pt x="567323" y="112291"/>
                </a:lnTo>
                <a:lnTo>
                  <a:pt x="567334" y="111443"/>
                </a:lnTo>
                <a:lnTo>
                  <a:pt x="521222" y="111443"/>
                </a:lnTo>
                <a:lnTo>
                  <a:pt x="515330" y="108735"/>
                </a:lnTo>
                <a:lnTo>
                  <a:pt x="503583" y="77509"/>
                </a:lnTo>
                <a:lnTo>
                  <a:pt x="504029" y="69886"/>
                </a:lnTo>
                <a:lnTo>
                  <a:pt x="521240" y="44768"/>
                </a:lnTo>
                <a:lnTo>
                  <a:pt x="552996" y="44768"/>
                </a:lnTo>
                <a:lnTo>
                  <a:pt x="547718" y="39392"/>
                </a:lnTo>
                <a:lnTo>
                  <a:pt x="541491" y="35370"/>
                </a:lnTo>
                <a:lnTo>
                  <a:pt x="534563" y="32954"/>
                </a:lnTo>
                <a:lnTo>
                  <a:pt x="526934" y="32148"/>
                </a:lnTo>
                <a:close/>
              </a:path>
              <a:path w="567690" h="160655">
                <a:moveTo>
                  <a:pt x="552996" y="44768"/>
                </a:moveTo>
                <a:lnTo>
                  <a:pt x="534939" y="44768"/>
                </a:lnTo>
                <a:lnTo>
                  <a:pt x="540849" y="47553"/>
                </a:lnTo>
                <a:lnTo>
                  <a:pt x="545738" y="53140"/>
                </a:lnTo>
                <a:lnTo>
                  <a:pt x="548947" y="57838"/>
                </a:lnTo>
                <a:lnTo>
                  <a:pt x="551242" y="63549"/>
                </a:lnTo>
                <a:lnTo>
                  <a:pt x="552620" y="70276"/>
                </a:lnTo>
                <a:lnTo>
                  <a:pt x="553050" y="77509"/>
                </a:lnTo>
                <a:lnTo>
                  <a:pt x="553047" y="78611"/>
                </a:lnTo>
                <a:lnTo>
                  <a:pt x="535315" y="111443"/>
                </a:lnTo>
                <a:lnTo>
                  <a:pt x="567334" y="111443"/>
                </a:lnTo>
                <a:lnTo>
                  <a:pt x="567334" y="45018"/>
                </a:lnTo>
                <a:lnTo>
                  <a:pt x="553241" y="45018"/>
                </a:lnTo>
                <a:lnTo>
                  <a:pt x="552996" y="44768"/>
                </a:lnTo>
                <a:close/>
              </a:path>
              <a:path w="567690" h="160655">
                <a:moveTo>
                  <a:pt x="567334" y="34183"/>
                </a:moveTo>
                <a:lnTo>
                  <a:pt x="553241" y="34183"/>
                </a:lnTo>
                <a:lnTo>
                  <a:pt x="553241" y="45018"/>
                </a:lnTo>
                <a:lnTo>
                  <a:pt x="567334" y="45018"/>
                </a:lnTo>
                <a:lnTo>
                  <a:pt x="567334" y="3418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4" name="object 34"/>
          <p:cNvSpPr/>
          <p:nvPr/>
        </p:nvSpPr>
        <p:spPr>
          <a:xfrm>
            <a:off x="1481993" y="3058337"/>
            <a:ext cx="612140" cy="126364"/>
          </a:xfrm>
          <a:custGeom>
            <a:avLst/>
            <a:gdLst/>
            <a:ahLst/>
            <a:cxnLst/>
            <a:rect l="l" t="t" r="r" b="b"/>
            <a:pathLst>
              <a:path w="612139" h="126364">
                <a:moveTo>
                  <a:pt x="13663" y="34183"/>
                </a:moveTo>
                <a:lnTo>
                  <a:pt x="0" y="34183"/>
                </a:lnTo>
                <a:lnTo>
                  <a:pt x="0" y="124052"/>
                </a:lnTo>
                <a:lnTo>
                  <a:pt x="15275" y="124052"/>
                </a:lnTo>
                <a:lnTo>
                  <a:pt x="15275" y="69245"/>
                </a:lnTo>
                <a:lnTo>
                  <a:pt x="16099" y="62983"/>
                </a:lnTo>
                <a:lnTo>
                  <a:pt x="19376" y="54300"/>
                </a:lnTo>
                <a:lnTo>
                  <a:pt x="22026" y="50998"/>
                </a:lnTo>
                <a:lnTo>
                  <a:pt x="28841" y="46785"/>
                </a:lnTo>
                <a:lnTo>
                  <a:pt x="13663" y="46785"/>
                </a:lnTo>
                <a:lnTo>
                  <a:pt x="13663" y="34183"/>
                </a:lnTo>
                <a:close/>
              </a:path>
              <a:path w="612139" h="126364">
                <a:moveTo>
                  <a:pt x="65577" y="45357"/>
                </a:moveTo>
                <a:lnTo>
                  <a:pt x="43265" y="45357"/>
                </a:lnTo>
                <a:lnTo>
                  <a:pt x="47330" y="47053"/>
                </a:lnTo>
                <a:lnTo>
                  <a:pt x="52308" y="53818"/>
                </a:lnTo>
                <a:lnTo>
                  <a:pt x="53562" y="58888"/>
                </a:lnTo>
                <a:lnTo>
                  <a:pt x="53562" y="124052"/>
                </a:lnTo>
                <a:lnTo>
                  <a:pt x="68837" y="124052"/>
                </a:lnTo>
                <a:lnTo>
                  <a:pt x="68837" y="62583"/>
                </a:lnTo>
                <a:lnTo>
                  <a:pt x="70932" y="55853"/>
                </a:lnTo>
                <a:lnTo>
                  <a:pt x="78885" y="47892"/>
                </a:lnTo>
                <a:lnTo>
                  <a:pt x="66473" y="47892"/>
                </a:lnTo>
                <a:lnTo>
                  <a:pt x="65577" y="45357"/>
                </a:lnTo>
                <a:close/>
              </a:path>
              <a:path w="612139" h="126364">
                <a:moveTo>
                  <a:pt x="120020" y="45357"/>
                </a:moveTo>
                <a:lnTo>
                  <a:pt x="94427" y="45357"/>
                </a:lnTo>
                <a:lnTo>
                  <a:pt x="97471" y="46178"/>
                </a:lnTo>
                <a:lnTo>
                  <a:pt x="102682" y="49445"/>
                </a:lnTo>
                <a:lnTo>
                  <a:pt x="104491" y="51605"/>
                </a:lnTo>
                <a:lnTo>
                  <a:pt x="106461" y="56960"/>
                </a:lnTo>
                <a:lnTo>
                  <a:pt x="106962" y="61351"/>
                </a:lnTo>
                <a:lnTo>
                  <a:pt x="106962" y="124052"/>
                </a:lnTo>
                <a:lnTo>
                  <a:pt x="122148" y="124052"/>
                </a:lnTo>
                <a:lnTo>
                  <a:pt x="122148" y="52087"/>
                </a:lnTo>
                <a:lnTo>
                  <a:pt x="120020" y="45357"/>
                </a:lnTo>
                <a:close/>
              </a:path>
              <a:path w="612139" h="126364">
                <a:moveTo>
                  <a:pt x="103255" y="32148"/>
                </a:moveTo>
                <a:lnTo>
                  <a:pt x="94302" y="32148"/>
                </a:lnTo>
                <a:lnTo>
                  <a:pt x="86136" y="33132"/>
                </a:lnTo>
                <a:lnTo>
                  <a:pt x="78776" y="36084"/>
                </a:lnTo>
                <a:lnTo>
                  <a:pt x="72221" y="41004"/>
                </a:lnTo>
                <a:lnTo>
                  <a:pt x="66473" y="47892"/>
                </a:lnTo>
                <a:lnTo>
                  <a:pt x="78885" y="47892"/>
                </a:lnTo>
                <a:lnTo>
                  <a:pt x="79313" y="47464"/>
                </a:lnTo>
                <a:lnTo>
                  <a:pt x="84578" y="45357"/>
                </a:lnTo>
                <a:lnTo>
                  <a:pt x="120020" y="45357"/>
                </a:lnTo>
                <a:lnTo>
                  <a:pt x="119748" y="44500"/>
                </a:lnTo>
                <a:lnTo>
                  <a:pt x="110132" y="34629"/>
                </a:lnTo>
                <a:lnTo>
                  <a:pt x="103255" y="32148"/>
                </a:lnTo>
                <a:close/>
              </a:path>
              <a:path w="612139" h="126364">
                <a:moveTo>
                  <a:pt x="47670" y="32148"/>
                </a:moveTo>
                <a:lnTo>
                  <a:pt x="34991" y="32148"/>
                </a:lnTo>
                <a:lnTo>
                  <a:pt x="29655" y="33487"/>
                </a:lnTo>
                <a:lnTo>
                  <a:pt x="20253" y="38860"/>
                </a:lnTo>
                <a:lnTo>
                  <a:pt x="16493" y="42394"/>
                </a:lnTo>
                <a:lnTo>
                  <a:pt x="13663" y="46785"/>
                </a:lnTo>
                <a:lnTo>
                  <a:pt x="28841" y="46785"/>
                </a:lnTo>
                <a:lnTo>
                  <a:pt x="29332" y="46482"/>
                </a:lnTo>
                <a:lnTo>
                  <a:pt x="33308" y="45357"/>
                </a:lnTo>
                <a:lnTo>
                  <a:pt x="65577" y="45357"/>
                </a:lnTo>
                <a:lnTo>
                  <a:pt x="64718" y="42930"/>
                </a:lnTo>
                <a:lnTo>
                  <a:pt x="61692" y="39056"/>
                </a:lnTo>
                <a:lnTo>
                  <a:pt x="53150" y="33540"/>
                </a:lnTo>
                <a:lnTo>
                  <a:pt x="47670" y="32148"/>
                </a:lnTo>
                <a:close/>
              </a:path>
              <a:path w="612139" h="126364">
                <a:moveTo>
                  <a:pt x="219069" y="44768"/>
                </a:moveTo>
                <a:lnTo>
                  <a:pt x="192758" y="44768"/>
                </a:lnTo>
                <a:lnTo>
                  <a:pt x="198560" y="46482"/>
                </a:lnTo>
                <a:lnTo>
                  <a:pt x="205347" y="52462"/>
                </a:lnTo>
                <a:lnTo>
                  <a:pt x="206798" y="56835"/>
                </a:lnTo>
                <a:lnTo>
                  <a:pt x="206708" y="67019"/>
                </a:lnTo>
                <a:lnTo>
                  <a:pt x="201722" y="68488"/>
                </a:lnTo>
                <a:lnTo>
                  <a:pt x="195518" y="69852"/>
                </a:lnTo>
                <a:lnTo>
                  <a:pt x="188096" y="71111"/>
                </a:lnTo>
                <a:lnTo>
                  <a:pt x="179453" y="72263"/>
                </a:lnTo>
                <a:lnTo>
                  <a:pt x="173400" y="72997"/>
                </a:lnTo>
                <a:lnTo>
                  <a:pt x="168869" y="73759"/>
                </a:lnTo>
                <a:lnTo>
                  <a:pt x="143978" y="95958"/>
                </a:lnTo>
                <a:lnTo>
                  <a:pt x="143978" y="107860"/>
                </a:lnTo>
                <a:lnTo>
                  <a:pt x="146628" y="114024"/>
                </a:lnTo>
                <a:lnTo>
                  <a:pt x="157265" y="123670"/>
                </a:lnTo>
                <a:lnTo>
                  <a:pt x="164876" y="126084"/>
                </a:lnTo>
                <a:lnTo>
                  <a:pt x="180796" y="126084"/>
                </a:lnTo>
                <a:lnTo>
                  <a:pt x="186401" y="125097"/>
                </a:lnTo>
                <a:lnTo>
                  <a:pt x="196877" y="121148"/>
                </a:lnTo>
                <a:lnTo>
                  <a:pt x="202321" y="117762"/>
                </a:lnTo>
                <a:lnTo>
                  <a:pt x="206583" y="114151"/>
                </a:lnTo>
                <a:lnTo>
                  <a:pt x="172505" y="114151"/>
                </a:lnTo>
                <a:lnTo>
                  <a:pt x="167992" y="112798"/>
                </a:lnTo>
                <a:lnTo>
                  <a:pt x="161814" y="107382"/>
                </a:lnTo>
                <a:lnTo>
                  <a:pt x="160376" y="104222"/>
                </a:lnTo>
                <a:lnTo>
                  <a:pt x="160274" y="97284"/>
                </a:lnTo>
                <a:lnTo>
                  <a:pt x="160972" y="94871"/>
                </a:lnTo>
                <a:lnTo>
                  <a:pt x="181745" y="84703"/>
                </a:lnTo>
                <a:lnTo>
                  <a:pt x="189549" y="83455"/>
                </a:lnTo>
                <a:lnTo>
                  <a:pt x="196309" y="82080"/>
                </a:lnTo>
                <a:lnTo>
                  <a:pt x="202027" y="80579"/>
                </a:lnTo>
                <a:lnTo>
                  <a:pt x="206708" y="78950"/>
                </a:lnTo>
                <a:lnTo>
                  <a:pt x="222163" y="78950"/>
                </a:lnTo>
                <a:lnTo>
                  <a:pt x="222163" y="59316"/>
                </a:lnTo>
                <a:lnTo>
                  <a:pt x="221912" y="54639"/>
                </a:lnTo>
                <a:lnTo>
                  <a:pt x="221393" y="52033"/>
                </a:lnTo>
                <a:lnTo>
                  <a:pt x="220497" y="47856"/>
                </a:lnTo>
                <a:lnTo>
                  <a:pt x="219069" y="44768"/>
                </a:lnTo>
                <a:close/>
              </a:path>
              <a:path w="612139" h="126364">
                <a:moveTo>
                  <a:pt x="223097" y="112967"/>
                </a:moveTo>
                <a:lnTo>
                  <a:pt x="207980" y="112967"/>
                </a:lnTo>
                <a:lnTo>
                  <a:pt x="208428" y="117198"/>
                </a:lnTo>
                <a:lnTo>
                  <a:pt x="209448" y="120893"/>
                </a:lnTo>
                <a:lnTo>
                  <a:pt x="211042" y="124052"/>
                </a:lnTo>
                <a:lnTo>
                  <a:pt x="226998" y="124052"/>
                </a:lnTo>
                <a:lnTo>
                  <a:pt x="225082" y="120611"/>
                </a:lnTo>
                <a:lnTo>
                  <a:pt x="223792" y="117016"/>
                </a:lnTo>
                <a:lnTo>
                  <a:pt x="223130" y="113264"/>
                </a:lnTo>
                <a:lnTo>
                  <a:pt x="223097" y="112967"/>
                </a:lnTo>
                <a:close/>
              </a:path>
              <a:path w="612139" h="126364">
                <a:moveTo>
                  <a:pt x="222163" y="78950"/>
                </a:moveTo>
                <a:lnTo>
                  <a:pt x="206708" y="78950"/>
                </a:lnTo>
                <a:lnTo>
                  <a:pt x="206596" y="91940"/>
                </a:lnTo>
                <a:lnTo>
                  <a:pt x="205885" y="96324"/>
                </a:lnTo>
                <a:lnTo>
                  <a:pt x="184324" y="114151"/>
                </a:lnTo>
                <a:lnTo>
                  <a:pt x="206583" y="114151"/>
                </a:lnTo>
                <a:lnTo>
                  <a:pt x="207980" y="112967"/>
                </a:lnTo>
                <a:lnTo>
                  <a:pt x="223097" y="112967"/>
                </a:lnTo>
                <a:lnTo>
                  <a:pt x="222707" y="109474"/>
                </a:lnTo>
                <a:lnTo>
                  <a:pt x="222430" y="104222"/>
                </a:lnTo>
                <a:lnTo>
                  <a:pt x="222311" y="99765"/>
                </a:lnTo>
                <a:lnTo>
                  <a:pt x="222189" y="90528"/>
                </a:lnTo>
                <a:lnTo>
                  <a:pt x="222163" y="78950"/>
                </a:lnTo>
                <a:close/>
              </a:path>
              <a:path w="612139" h="126364">
                <a:moveTo>
                  <a:pt x="194961" y="32148"/>
                </a:moveTo>
                <a:lnTo>
                  <a:pt x="179507" y="32148"/>
                </a:lnTo>
                <a:lnTo>
                  <a:pt x="172702" y="33219"/>
                </a:lnTo>
                <a:lnTo>
                  <a:pt x="146610" y="59834"/>
                </a:lnTo>
                <a:lnTo>
                  <a:pt x="161545" y="61851"/>
                </a:lnTo>
                <a:lnTo>
                  <a:pt x="163193" y="55478"/>
                </a:lnTo>
                <a:lnTo>
                  <a:pt x="165718" y="51034"/>
                </a:lnTo>
                <a:lnTo>
                  <a:pt x="172558" y="46018"/>
                </a:lnTo>
                <a:lnTo>
                  <a:pt x="177877" y="44768"/>
                </a:lnTo>
                <a:lnTo>
                  <a:pt x="219069" y="44768"/>
                </a:lnTo>
                <a:lnTo>
                  <a:pt x="218904" y="44411"/>
                </a:lnTo>
                <a:lnTo>
                  <a:pt x="214373" y="38931"/>
                </a:lnTo>
                <a:lnTo>
                  <a:pt x="210845" y="36664"/>
                </a:lnTo>
                <a:lnTo>
                  <a:pt x="201211" y="33058"/>
                </a:lnTo>
                <a:lnTo>
                  <a:pt x="194961" y="32148"/>
                </a:lnTo>
                <a:close/>
              </a:path>
              <a:path w="612139" h="126364">
                <a:moveTo>
                  <a:pt x="266735" y="46036"/>
                </a:moveTo>
                <a:lnTo>
                  <a:pt x="251531" y="46036"/>
                </a:lnTo>
                <a:lnTo>
                  <a:pt x="251531" y="106873"/>
                </a:lnTo>
                <a:lnTo>
                  <a:pt x="267201" y="125236"/>
                </a:lnTo>
                <a:lnTo>
                  <a:pt x="276155" y="125236"/>
                </a:lnTo>
                <a:lnTo>
                  <a:pt x="280005" y="124786"/>
                </a:lnTo>
                <a:lnTo>
                  <a:pt x="284303" y="123883"/>
                </a:lnTo>
                <a:lnTo>
                  <a:pt x="282197" y="111020"/>
                </a:lnTo>
                <a:lnTo>
                  <a:pt x="273128" y="111020"/>
                </a:lnTo>
                <a:lnTo>
                  <a:pt x="271391" y="110654"/>
                </a:lnTo>
                <a:lnTo>
                  <a:pt x="268956" y="109187"/>
                </a:lnTo>
                <a:lnTo>
                  <a:pt x="268078" y="108199"/>
                </a:lnTo>
                <a:lnTo>
                  <a:pt x="267004" y="105718"/>
                </a:lnTo>
                <a:lnTo>
                  <a:pt x="266735" y="102925"/>
                </a:lnTo>
                <a:lnTo>
                  <a:pt x="266735" y="46036"/>
                </a:lnTo>
                <a:close/>
              </a:path>
              <a:path w="612139" h="126364">
                <a:moveTo>
                  <a:pt x="282100" y="110427"/>
                </a:moveTo>
                <a:lnTo>
                  <a:pt x="279324" y="110822"/>
                </a:lnTo>
                <a:lnTo>
                  <a:pt x="277086" y="111020"/>
                </a:lnTo>
                <a:lnTo>
                  <a:pt x="282197" y="111020"/>
                </a:lnTo>
                <a:lnTo>
                  <a:pt x="282100" y="110427"/>
                </a:lnTo>
                <a:close/>
              </a:path>
              <a:path w="612139" h="126364">
                <a:moveTo>
                  <a:pt x="282100" y="34183"/>
                </a:moveTo>
                <a:lnTo>
                  <a:pt x="240321" y="34183"/>
                </a:lnTo>
                <a:lnTo>
                  <a:pt x="240321" y="46036"/>
                </a:lnTo>
                <a:lnTo>
                  <a:pt x="282100" y="46036"/>
                </a:lnTo>
                <a:lnTo>
                  <a:pt x="282100" y="34183"/>
                </a:lnTo>
                <a:close/>
              </a:path>
              <a:path w="612139" h="126364">
                <a:moveTo>
                  <a:pt x="266735" y="2784"/>
                </a:moveTo>
                <a:lnTo>
                  <a:pt x="251531" y="11924"/>
                </a:lnTo>
                <a:lnTo>
                  <a:pt x="251531" y="34183"/>
                </a:lnTo>
                <a:lnTo>
                  <a:pt x="266735" y="34183"/>
                </a:lnTo>
                <a:lnTo>
                  <a:pt x="266735" y="2784"/>
                </a:lnTo>
                <a:close/>
              </a:path>
              <a:path w="612139" h="126364">
                <a:moveTo>
                  <a:pt x="335483" y="32148"/>
                </a:moveTo>
                <a:lnTo>
                  <a:pt x="299970" y="51577"/>
                </a:lnTo>
                <a:lnTo>
                  <a:pt x="293445" y="78950"/>
                </a:lnTo>
                <a:lnTo>
                  <a:pt x="293475" y="81206"/>
                </a:lnTo>
                <a:lnTo>
                  <a:pt x="311281" y="119253"/>
                </a:lnTo>
                <a:lnTo>
                  <a:pt x="336342" y="126084"/>
                </a:lnTo>
                <a:lnTo>
                  <a:pt x="343847" y="125608"/>
                </a:lnTo>
                <a:lnTo>
                  <a:pt x="367355" y="113560"/>
                </a:lnTo>
                <a:lnTo>
                  <a:pt x="328893" y="113560"/>
                </a:lnTo>
                <a:lnTo>
                  <a:pt x="322607" y="110936"/>
                </a:lnTo>
                <a:lnTo>
                  <a:pt x="312543" y="100444"/>
                </a:lnTo>
                <a:lnTo>
                  <a:pt x="309732" y="92882"/>
                </a:lnTo>
                <a:lnTo>
                  <a:pt x="309176" y="83011"/>
                </a:lnTo>
                <a:lnTo>
                  <a:pt x="376402" y="83011"/>
                </a:lnTo>
                <a:lnTo>
                  <a:pt x="376492" y="78950"/>
                </a:lnTo>
                <a:lnTo>
                  <a:pt x="375915" y="70487"/>
                </a:lnTo>
                <a:lnTo>
                  <a:pt x="310018" y="70487"/>
                </a:lnTo>
                <a:lnTo>
                  <a:pt x="310537" y="62645"/>
                </a:lnTo>
                <a:lnTo>
                  <a:pt x="313170" y="56389"/>
                </a:lnTo>
                <a:lnTo>
                  <a:pt x="322751" y="47017"/>
                </a:lnTo>
                <a:lnTo>
                  <a:pt x="328642" y="44679"/>
                </a:lnTo>
                <a:lnTo>
                  <a:pt x="365216" y="44679"/>
                </a:lnTo>
                <a:lnTo>
                  <a:pt x="365031" y="44429"/>
                </a:lnTo>
                <a:lnTo>
                  <a:pt x="358893" y="39054"/>
                </a:lnTo>
                <a:lnTo>
                  <a:pt x="351922" y="35216"/>
                </a:lnTo>
                <a:lnTo>
                  <a:pt x="344119" y="32915"/>
                </a:lnTo>
                <a:lnTo>
                  <a:pt x="335483" y="32148"/>
                </a:lnTo>
                <a:close/>
              </a:path>
              <a:path w="612139" h="126364">
                <a:moveTo>
                  <a:pt x="360196" y="95112"/>
                </a:moveTo>
                <a:lnTo>
                  <a:pt x="357868" y="101541"/>
                </a:lnTo>
                <a:lnTo>
                  <a:pt x="354734" y="106225"/>
                </a:lnTo>
                <a:lnTo>
                  <a:pt x="346818" y="112093"/>
                </a:lnTo>
                <a:lnTo>
                  <a:pt x="342019" y="113560"/>
                </a:lnTo>
                <a:lnTo>
                  <a:pt x="367355" y="113560"/>
                </a:lnTo>
                <a:lnTo>
                  <a:pt x="370660" y="109306"/>
                </a:lnTo>
                <a:lnTo>
                  <a:pt x="373724" y="103568"/>
                </a:lnTo>
                <a:lnTo>
                  <a:pt x="375990" y="97057"/>
                </a:lnTo>
                <a:lnTo>
                  <a:pt x="360196" y="95112"/>
                </a:lnTo>
                <a:close/>
              </a:path>
              <a:path w="612139" h="126364">
                <a:moveTo>
                  <a:pt x="365216" y="44679"/>
                </a:moveTo>
                <a:lnTo>
                  <a:pt x="343416" y="44679"/>
                </a:lnTo>
                <a:lnTo>
                  <a:pt x="349720" y="47606"/>
                </a:lnTo>
                <a:lnTo>
                  <a:pt x="354590" y="53479"/>
                </a:lnTo>
                <a:lnTo>
                  <a:pt x="357760" y="57263"/>
                </a:lnTo>
                <a:lnTo>
                  <a:pt x="359694" y="62927"/>
                </a:lnTo>
                <a:lnTo>
                  <a:pt x="360357" y="70487"/>
                </a:lnTo>
                <a:lnTo>
                  <a:pt x="375915" y="70487"/>
                </a:lnTo>
                <a:lnTo>
                  <a:pt x="375776" y="68446"/>
                </a:lnTo>
                <a:lnTo>
                  <a:pt x="373629" y="59191"/>
                </a:lnTo>
                <a:lnTo>
                  <a:pt x="370047" y="51185"/>
                </a:lnTo>
                <a:lnTo>
                  <a:pt x="365216" y="44679"/>
                </a:lnTo>
                <a:close/>
              </a:path>
              <a:path w="612139" h="126364">
                <a:moveTo>
                  <a:pt x="411644" y="34183"/>
                </a:moveTo>
                <a:lnTo>
                  <a:pt x="397891" y="34183"/>
                </a:lnTo>
                <a:lnTo>
                  <a:pt x="397891" y="124052"/>
                </a:lnTo>
                <a:lnTo>
                  <a:pt x="413167" y="124052"/>
                </a:lnTo>
                <a:lnTo>
                  <a:pt x="413167" y="70573"/>
                </a:lnTo>
                <a:lnTo>
                  <a:pt x="414026" y="64646"/>
                </a:lnTo>
                <a:lnTo>
                  <a:pt x="427063" y="47892"/>
                </a:lnTo>
                <a:lnTo>
                  <a:pt x="442834" y="47892"/>
                </a:lnTo>
                <a:lnTo>
                  <a:pt x="411644" y="47803"/>
                </a:lnTo>
                <a:lnTo>
                  <a:pt x="411644" y="34183"/>
                </a:lnTo>
                <a:close/>
              </a:path>
              <a:path w="612139" h="126364">
                <a:moveTo>
                  <a:pt x="442834" y="47892"/>
                </a:moveTo>
                <a:lnTo>
                  <a:pt x="434137" y="47892"/>
                </a:lnTo>
                <a:lnTo>
                  <a:pt x="437879" y="48999"/>
                </a:lnTo>
                <a:lnTo>
                  <a:pt x="441604" y="51194"/>
                </a:lnTo>
                <a:lnTo>
                  <a:pt x="442834" y="47892"/>
                </a:lnTo>
                <a:close/>
              </a:path>
              <a:path w="612139" h="126364">
                <a:moveTo>
                  <a:pt x="436321" y="32148"/>
                </a:moveTo>
                <a:lnTo>
                  <a:pt x="427600" y="32148"/>
                </a:lnTo>
                <a:lnTo>
                  <a:pt x="424323" y="33165"/>
                </a:lnTo>
                <a:lnTo>
                  <a:pt x="418396" y="37235"/>
                </a:lnTo>
                <a:lnTo>
                  <a:pt x="415154" y="41430"/>
                </a:lnTo>
                <a:lnTo>
                  <a:pt x="411644" y="47803"/>
                </a:lnTo>
                <a:lnTo>
                  <a:pt x="442867" y="47803"/>
                </a:lnTo>
                <a:lnTo>
                  <a:pt x="446869" y="37057"/>
                </a:lnTo>
                <a:lnTo>
                  <a:pt x="441550" y="33790"/>
                </a:lnTo>
                <a:lnTo>
                  <a:pt x="436321" y="32148"/>
                </a:lnTo>
                <a:close/>
              </a:path>
              <a:path w="612139" h="126364">
                <a:moveTo>
                  <a:pt x="473014" y="0"/>
                </a:moveTo>
                <a:lnTo>
                  <a:pt x="457739" y="0"/>
                </a:lnTo>
                <a:lnTo>
                  <a:pt x="457739" y="17511"/>
                </a:lnTo>
                <a:lnTo>
                  <a:pt x="473014" y="17511"/>
                </a:lnTo>
                <a:lnTo>
                  <a:pt x="473014" y="0"/>
                </a:lnTo>
                <a:close/>
              </a:path>
              <a:path w="612139" h="126364">
                <a:moveTo>
                  <a:pt x="473014" y="34183"/>
                </a:moveTo>
                <a:lnTo>
                  <a:pt x="457739" y="34183"/>
                </a:lnTo>
                <a:lnTo>
                  <a:pt x="457739" y="124052"/>
                </a:lnTo>
                <a:lnTo>
                  <a:pt x="473014" y="124052"/>
                </a:lnTo>
                <a:lnTo>
                  <a:pt x="473014" y="34183"/>
                </a:lnTo>
                <a:close/>
              </a:path>
              <a:path w="612139" h="126364">
                <a:moveTo>
                  <a:pt x="567394" y="44768"/>
                </a:moveTo>
                <a:lnTo>
                  <a:pt x="541082" y="44768"/>
                </a:lnTo>
                <a:lnTo>
                  <a:pt x="546884" y="46482"/>
                </a:lnTo>
                <a:lnTo>
                  <a:pt x="553671" y="52462"/>
                </a:lnTo>
                <a:lnTo>
                  <a:pt x="555103" y="56835"/>
                </a:lnTo>
                <a:lnTo>
                  <a:pt x="555032" y="67019"/>
                </a:lnTo>
                <a:lnTo>
                  <a:pt x="550045" y="68488"/>
                </a:lnTo>
                <a:lnTo>
                  <a:pt x="543842" y="69852"/>
                </a:lnTo>
                <a:lnTo>
                  <a:pt x="536419" y="71111"/>
                </a:lnTo>
                <a:lnTo>
                  <a:pt x="527776" y="72263"/>
                </a:lnTo>
                <a:lnTo>
                  <a:pt x="521723" y="72997"/>
                </a:lnTo>
                <a:lnTo>
                  <a:pt x="517193" y="73759"/>
                </a:lnTo>
                <a:lnTo>
                  <a:pt x="492283" y="95958"/>
                </a:lnTo>
                <a:lnTo>
                  <a:pt x="492283" y="107860"/>
                </a:lnTo>
                <a:lnTo>
                  <a:pt x="494951" y="114024"/>
                </a:lnTo>
                <a:lnTo>
                  <a:pt x="505588" y="123670"/>
                </a:lnTo>
                <a:lnTo>
                  <a:pt x="513199" y="126084"/>
                </a:lnTo>
                <a:lnTo>
                  <a:pt x="529101" y="126084"/>
                </a:lnTo>
                <a:lnTo>
                  <a:pt x="534724" y="125097"/>
                </a:lnTo>
                <a:lnTo>
                  <a:pt x="545182" y="121148"/>
                </a:lnTo>
                <a:lnTo>
                  <a:pt x="550644" y="117762"/>
                </a:lnTo>
                <a:lnTo>
                  <a:pt x="554906" y="114151"/>
                </a:lnTo>
                <a:lnTo>
                  <a:pt x="520810" y="114151"/>
                </a:lnTo>
                <a:lnTo>
                  <a:pt x="516297" y="112798"/>
                </a:lnTo>
                <a:lnTo>
                  <a:pt x="510137" y="107382"/>
                </a:lnTo>
                <a:lnTo>
                  <a:pt x="508699" y="104222"/>
                </a:lnTo>
                <a:lnTo>
                  <a:pt x="508597" y="97284"/>
                </a:lnTo>
                <a:lnTo>
                  <a:pt x="509295" y="94871"/>
                </a:lnTo>
                <a:lnTo>
                  <a:pt x="530068" y="84703"/>
                </a:lnTo>
                <a:lnTo>
                  <a:pt x="537865" y="83455"/>
                </a:lnTo>
                <a:lnTo>
                  <a:pt x="544625" y="82080"/>
                </a:lnTo>
                <a:lnTo>
                  <a:pt x="550348" y="80579"/>
                </a:lnTo>
                <a:lnTo>
                  <a:pt x="555032" y="78950"/>
                </a:lnTo>
                <a:lnTo>
                  <a:pt x="570450" y="78950"/>
                </a:lnTo>
                <a:lnTo>
                  <a:pt x="570355" y="56835"/>
                </a:lnTo>
                <a:lnTo>
                  <a:pt x="570271" y="54639"/>
                </a:lnTo>
                <a:lnTo>
                  <a:pt x="568839" y="47856"/>
                </a:lnTo>
                <a:lnTo>
                  <a:pt x="567394" y="44768"/>
                </a:lnTo>
                <a:close/>
              </a:path>
              <a:path w="612139" h="126364">
                <a:moveTo>
                  <a:pt x="571488" y="112967"/>
                </a:moveTo>
                <a:lnTo>
                  <a:pt x="556303" y="112967"/>
                </a:lnTo>
                <a:lnTo>
                  <a:pt x="556751" y="117198"/>
                </a:lnTo>
                <a:lnTo>
                  <a:pt x="557772" y="120893"/>
                </a:lnTo>
                <a:lnTo>
                  <a:pt x="559347" y="124052"/>
                </a:lnTo>
                <a:lnTo>
                  <a:pt x="575285" y="124052"/>
                </a:lnTo>
                <a:lnTo>
                  <a:pt x="573315" y="120611"/>
                </a:lnTo>
                <a:lnTo>
                  <a:pt x="572062" y="117016"/>
                </a:lnTo>
                <a:lnTo>
                  <a:pt x="571488" y="112967"/>
                </a:lnTo>
                <a:close/>
              </a:path>
              <a:path w="612139" h="126364">
                <a:moveTo>
                  <a:pt x="570450" y="78950"/>
                </a:moveTo>
                <a:lnTo>
                  <a:pt x="555032" y="78950"/>
                </a:lnTo>
                <a:lnTo>
                  <a:pt x="554919" y="91940"/>
                </a:lnTo>
                <a:lnTo>
                  <a:pt x="554208" y="96324"/>
                </a:lnTo>
                <a:lnTo>
                  <a:pt x="550411" y="104222"/>
                </a:lnTo>
                <a:lnTo>
                  <a:pt x="547045" y="107734"/>
                </a:lnTo>
                <a:lnTo>
                  <a:pt x="537876" y="112867"/>
                </a:lnTo>
                <a:lnTo>
                  <a:pt x="532647" y="114151"/>
                </a:lnTo>
                <a:lnTo>
                  <a:pt x="554906" y="114151"/>
                </a:lnTo>
                <a:lnTo>
                  <a:pt x="556303" y="112967"/>
                </a:lnTo>
                <a:lnTo>
                  <a:pt x="571488" y="112967"/>
                </a:lnTo>
                <a:lnTo>
                  <a:pt x="571055" y="109474"/>
                </a:lnTo>
                <a:lnTo>
                  <a:pt x="570719" y="103733"/>
                </a:lnTo>
                <a:lnTo>
                  <a:pt x="570550" y="97284"/>
                </a:lnTo>
                <a:lnTo>
                  <a:pt x="570450" y="78950"/>
                </a:lnTo>
                <a:close/>
              </a:path>
              <a:path w="612139" h="126364">
                <a:moveTo>
                  <a:pt x="543284" y="32148"/>
                </a:moveTo>
                <a:lnTo>
                  <a:pt x="527830" y="32148"/>
                </a:lnTo>
                <a:lnTo>
                  <a:pt x="521007" y="33219"/>
                </a:lnTo>
                <a:lnTo>
                  <a:pt x="494915" y="59834"/>
                </a:lnTo>
                <a:lnTo>
                  <a:pt x="509868" y="61851"/>
                </a:lnTo>
                <a:lnTo>
                  <a:pt x="511498" y="55478"/>
                </a:lnTo>
                <a:lnTo>
                  <a:pt x="514041" y="51034"/>
                </a:lnTo>
                <a:lnTo>
                  <a:pt x="520882" y="46018"/>
                </a:lnTo>
                <a:lnTo>
                  <a:pt x="526182" y="44768"/>
                </a:lnTo>
                <a:lnTo>
                  <a:pt x="567394" y="44768"/>
                </a:lnTo>
                <a:lnTo>
                  <a:pt x="567227" y="44411"/>
                </a:lnTo>
                <a:lnTo>
                  <a:pt x="564899" y="41680"/>
                </a:lnTo>
                <a:lnTo>
                  <a:pt x="562696" y="38931"/>
                </a:lnTo>
                <a:lnTo>
                  <a:pt x="559150" y="36664"/>
                </a:lnTo>
                <a:lnTo>
                  <a:pt x="549534" y="33058"/>
                </a:lnTo>
                <a:lnTo>
                  <a:pt x="543284" y="32148"/>
                </a:lnTo>
                <a:close/>
              </a:path>
              <a:path w="612139" h="126364">
                <a:moveTo>
                  <a:pt x="611996" y="0"/>
                </a:moveTo>
                <a:lnTo>
                  <a:pt x="596775" y="0"/>
                </a:lnTo>
                <a:lnTo>
                  <a:pt x="596775" y="124052"/>
                </a:lnTo>
                <a:lnTo>
                  <a:pt x="611996" y="124052"/>
                </a:lnTo>
                <a:lnTo>
                  <a:pt x="61199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35" name="object 35"/>
          <p:cNvGrpSpPr/>
          <p:nvPr/>
        </p:nvGrpSpPr>
        <p:grpSpPr>
          <a:xfrm>
            <a:off x="4069928" y="1649741"/>
            <a:ext cx="722630" cy="623570"/>
            <a:chOff x="4069928" y="1649741"/>
            <a:chExt cx="722630" cy="623570"/>
          </a:xfrm>
        </p:grpSpPr>
        <p:sp>
          <p:nvSpPr>
            <p:cNvPr id="36" name="object 36"/>
            <p:cNvSpPr/>
            <p:nvPr/>
          </p:nvSpPr>
          <p:spPr>
            <a:xfrm>
              <a:off x="4075301" y="1753314"/>
              <a:ext cx="447040" cy="514350"/>
            </a:xfrm>
            <a:custGeom>
              <a:avLst/>
              <a:gdLst/>
              <a:ahLst/>
              <a:cxnLst/>
              <a:rect l="l" t="t" r="r" b="b"/>
              <a:pathLst>
                <a:path w="447039" h="514350">
                  <a:moveTo>
                    <a:pt x="0" y="128522"/>
                  </a:moveTo>
                  <a:lnTo>
                    <a:pt x="0" y="385567"/>
                  </a:lnTo>
                </a:path>
                <a:path w="447039" h="514350">
                  <a:moveTo>
                    <a:pt x="0" y="385567"/>
                  </a:moveTo>
                  <a:lnTo>
                    <a:pt x="223309" y="514090"/>
                  </a:lnTo>
                </a:path>
                <a:path w="447039" h="514350">
                  <a:moveTo>
                    <a:pt x="223309" y="514090"/>
                  </a:moveTo>
                  <a:lnTo>
                    <a:pt x="446797" y="385567"/>
                  </a:lnTo>
                </a:path>
                <a:path w="447039" h="514350">
                  <a:moveTo>
                    <a:pt x="446797" y="385567"/>
                  </a:moveTo>
                  <a:lnTo>
                    <a:pt x="446797" y="128522"/>
                  </a:lnTo>
                </a:path>
                <a:path w="447039" h="514350">
                  <a:moveTo>
                    <a:pt x="446797" y="128522"/>
                  </a:moveTo>
                  <a:lnTo>
                    <a:pt x="223309" y="0"/>
                  </a:lnTo>
                </a:path>
                <a:path w="447039" h="514350">
                  <a:moveTo>
                    <a:pt x="223309" y="0"/>
                  </a:moveTo>
                  <a:lnTo>
                    <a:pt x="0" y="128522"/>
                  </a:lnTo>
                </a:path>
              </a:pathLst>
            </a:custGeom>
            <a:ln w="107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4259034" y="1649742"/>
              <a:ext cx="70485" cy="70485"/>
            </a:xfrm>
            <a:custGeom>
              <a:avLst/>
              <a:gdLst/>
              <a:ahLst/>
              <a:cxnLst/>
              <a:rect l="l" t="t" r="r" b="b"/>
              <a:pathLst>
                <a:path w="70485" h="70485">
                  <a:moveTo>
                    <a:pt x="70434" y="30822"/>
                  </a:moveTo>
                  <a:lnTo>
                    <a:pt x="39573" y="30822"/>
                  </a:lnTo>
                  <a:lnTo>
                    <a:pt x="39573" y="0"/>
                  </a:lnTo>
                  <a:lnTo>
                    <a:pt x="30975" y="0"/>
                  </a:lnTo>
                  <a:lnTo>
                    <a:pt x="30975" y="30822"/>
                  </a:lnTo>
                  <a:lnTo>
                    <a:pt x="0" y="30822"/>
                  </a:lnTo>
                  <a:lnTo>
                    <a:pt x="0" y="39382"/>
                  </a:lnTo>
                  <a:lnTo>
                    <a:pt x="30975" y="39382"/>
                  </a:lnTo>
                  <a:lnTo>
                    <a:pt x="30975" y="70218"/>
                  </a:lnTo>
                  <a:lnTo>
                    <a:pt x="39573" y="70218"/>
                  </a:lnTo>
                  <a:lnTo>
                    <a:pt x="39573" y="39382"/>
                  </a:lnTo>
                  <a:lnTo>
                    <a:pt x="70434" y="39382"/>
                  </a:lnTo>
                  <a:lnTo>
                    <a:pt x="70434" y="3082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8" name="object 3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694550" y="1697246"/>
              <a:ext cx="97597" cy="124060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4522098" y="1807062"/>
              <a:ext cx="130175" cy="74930"/>
            </a:xfrm>
            <a:custGeom>
              <a:avLst/>
              <a:gdLst/>
              <a:ahLst/>
              <a:cxnLst/>
              <a:rect l="l" t="t" r="r" b="b"/>
              <a:pathLst>
                <a:path w="130175" h="74930">
                  <a:moveTo>
                    <a:pt x="0" y="74775"/>
                  </a:moveTo>
                  <a:lnTo>
                    <a:pt x="129831" y="0"/>
                  </a:lnTo>
                </a:path>
              </a:pathLst>
            </a:custGeom>
            <a:ln w="1071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0" name="object 4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458527" y="1699511"/>
              <a:ext cx="127489" cy="75229"/>
            </a:xfrm>
            <a:prstGeom prst="rect">
              <a:avLst/>
            </a:prstGeom>
          </p:spPr>
        </p:pic>
      </p:grpSp>
      <p:sp>
        <p:nvSpPr>
          <p:cNvPr id="41" name="object 41"/>
          <p:cNvSpPr/>
          <p:nvPr/>
        </p:nvSpPr>
        <p:spPr>
          <a:xfrm>
            <a:off x="3987553" y="2585302"/>
            <a:ext cx="605790" cy="126364"/>
          </a:xfrm>
          <a:custGeom>
            <a:avLst/>
            <a:gdLst/>
            <a:ahLst/>
            <a:cxnLst/>
            <a:rect l="l" t="t" r="r" b="b"/>
            <a:pathLst>
              <a:path w="605789" h="126364">
                <a:moveTo>
                  <a:pt x="13788" y="34183"/>
                </a:moveTo>
                <a:lnTo>
                  <a:pt x="0" y="34183"/>
                </a:lnTo>
                <a:lnTo>
                  <a:pt x="0" y="124060"/>
                </a:lnTo>
                <a:lnTo>
                  <a:pt x="15400" y="124060"/>
                </a:lnTo>
                <a:lnTo>
                  <a:pt x="15400" y="70580"/>
                </a:lnTo>
                <a:lnTo>
                  <a:pt x="16116" y="64654"/>
                </a:lnTo>
                <a:lnTo>
                  <a:pt x="17907" y="59227"/>
                </a:lnTo>
                <a:lnTo>
                  <a:pt x="18982" y="55675"/>
                </a:lnTo>
                <a:lnTo>
                  <a:pt x="20952" y="52908"/>
                </a:lnTo>
                <a:lnTo>
                  <a:pt x="26324" y="48892"/>
                </a:lnTo>
                <a:lnTo>
                  <a:pt x="29189" y="47892"/>
                </a:lnTo>
                <a:lnTo>
                  <a:pt x="45087" y="47892"/>
                </a:lnTo>
                <a:lnTo>
                  <a:pt x="13788" y="47803"/>
                </a:lnTo>
                <a:lnTo>
                  <a:pt x="13788" y="34183"/>
                </a:lnTo>
                <a:close/>
              </a:path>
              <a:path w="605789" h="126364">
                <a:moveTo>
                  <a:pt x="45087" y="47892"/>
                </a:moveTo>
                <a:lnTo>
                  <a:pt x="36352" y="47892"/>
                </a:lnTo>
                <a:lnTo>
                  <a:pt x="40113" y="48999"/>
                </a:lnTo>
                <a:lnTo>
                  <a:pt x="43873" y="51194"/>
                </a:lnTo>
                <a:lnTo>
                  <a:pt x="45087" y="47892"/>
                </a:lnTo>
                <a:close/>
              </a:path>
              <a:path w="605789" h="126364">
                <a:moveTo>
                  <a:pt x="38501" y="32148"/>
                </a:moveTo>
                <a:lnTo>
                  <a:pt x="29726" y="32148"/>
                </a:lnTo>
                <a:lnTo>
                  <a:pt x="26503" y="33165"/>
                </a:lnTo>
                <a:lnTo>
                  <a:pt x="23459" y="35200"/>
                </a:lnTo>
                <a:lnTo>
                  <a:pt x="20593" y="37235"/>
                </a:lnTo>
                <a:lnTo>
                  <a:pt x="17370" y="41430"/>
                </a:lnTo>
                <a:lnTo>
                  <a:pt x="13788" y="47803"/>
                </a:lnTo>
                <a:lnTo>
                  <a:pt x="45119" y="47803"/>
                </a:lnTo>
                <a:lnTo>
                  <a:pt x="49067" y="37057"/>
                </a:lnTo>
                <a:lnTo>
                  <a:pt x="43694" y="33790"/>
                </a:lnTo>
                <a:lnTo>
                  <a:pt x="38501" y="32148"/>
                </a:lnTo>
                <a:close/>
              </a:path>
              <a:path w="605789" h="126364">
                <a:moveTo>
                  <a:pt x="96880" y="32148"/>
                </a:moveTo>
                <a:lnTo>
                  <a:pt x="61294" y="51577"/>
                </a:lnTo>
                <a:lnTo>
                  <a:pt x="54859" y="78952"/>
                </a:lnTo>
                <a:lnTo>
                  <a:pt x="54887" y="81201"/>
                </a:lnTo>
                <a:lnTo>
                  <a:pt x="72643" y="119254"/>
                </a:lnTo>
                <a:lnTo>
                  <a:pt x="97776" y="126077"/>
                </a:lnTo>
                <a:lnTo>
                  <a:pt x="105230" y="125601"/>
                </a:lnTo>
                <a:lnTo>
                  <a:pt x="128710" y="113564"/>
                </a:lnTo>
                <a:lnTo>
                  <a:pt x="90254" y="113564"/>
                </a:lnTo>
                <a:lnTo>
                  <a:pt x="83987" y="110940"/>
                </a:lnTo>
                <a:lnTo>
                  <a:pt x="73958" y="100444"/>
                </a:lnTo>
                <a:lnTo>
                  <a:pt x="71093" y="92875"/>
                </a:lnTo>
                <a:lnTo>
                  <a:pt x="70556" y="83004"/>
                </a:lnTo>
                <a:lnTo>
                  <a:pt x="137710" y="83004"/>
                </a:lnTo>
                <a:lnTo>
                  <a:pt x="137889" y="81201"/>
                </a:lnTo>
                <a:lnTo>
                  <a:pt x="137889" y="78952"/>
                </a:lnTo>
                <a:lnTo>
                  <a:pt x="137298" y="70491"/>
                </a:lnTo>
                <a:lnTo>
                  <a:pt x="71451" y="70491"/>
                </a:lnTo>
                <a:lnTo>
                  <a:pt x="71809" y="62654"/>
                </a:lnTo>
                <a:lnTo>
                  <a:pt x="74496" y="56389"/>
                </a:lnTo>
                <a:lnTo>
                  <a:pt x="84166" y="47017"/>
                </a:lnTo>
                <a:lnTo>
                  <a:pt x="90075" y="44679"/>
                </a:lnTo>
                <a:lnTo>
                  <a:pt x="126612" y="44679"/>
                </a:lnTo>
                <a:lnTo>
                  <a:pt x="126428" y="44429"/>
                </a:lnTo>
                <a:lnTo>
                  <a:pt x="120250" y="39054"/>
                </a:lnTo>
                <a:lnTo>
                  <a:pt x="113266" y="35216"/>
                </a:lnTo>
                <a:lnTo>
                  <a:pt x="105476" y="32915"/>
                </a:lnTo>
                <a:lnTo>
                  <a:pt x="96880" y="32148"/>
                </a:lnTo>
                <a:close/>
              </a:path>
              <a:path w="605789" h="126364">
                <a:moveTo>
                  <a:pt x="121593" y="95106"/>
                </a:moveTo>
                <a:lnTo>
                  <a:pt x="119265" y="101550"/>
                </a:lnTo>
                <a:lnTo>
                  <a:pt x="116042" y="106227"/>
                </a:lnTo>
                <a:lnTo>
                  <a:pt x="108162" y="112100"/>
                </a:lnTo>
                <a:lnTo>
                  <a:pt x="103327" y="113564"/>
                </a:lnTo>
                <a:lnTo>
                  <a:pt x="128710" y="113564"/>
                </a:lnTo>
                <a:lnTo>
                  <a:pt x="132002" y="109308"/>
                </a:lnTo>
                <a:lnTo>
                  <a:pt x="135071" y="103569"/>
                </a:lnTo>
                <a:lnTo>
                  <a:pt x="137352" y="97052"/>
                </a:lnTo>
                <a:lnTo>
                  <a:pt x="121593" y="95106"/>
                </a:lnTo>
                <a:close/>
              </a:path>
              <a:path w="605789" h="126364">
                <a:moveTo>
                  <a:pt x="126612" y="44679"/>
                </a:moveTo>
                <a:lnTo>
                  <a:pt x="104760" y="44679"/>
                </a:lnTo>
                <a:lnTo>
                  <a:pt x="111027" y="47606"/>
                </a:lnTo>
                <a:lnTo>
                  <a:pt x="115863" y="53479"/>
                </a:lnTo>
                <a:lnTo>
                  <a:pt x="119086" y="57263"/>
                </a:lnTo>
                <a:lnTo>
                  <a:pt x="121056" y="62922"/>
                </a:lnTo>
                <a:lnTo>
                  <a:pt x="121772" y="70491"/>
                </a:lnTo>
                <a:lnTo>
                  <a:pt x="137298" y="70491"/>
                </a:lnTo>
                <a:lnTo>
                  <a:pt x="137156" y="68449"/>
                </a:lnTo>
                <a:lnTo>
                  <a:pt x="134979" y="59194"/>
                </a:lnTo>
                <a:lnTo>
                  <a:pt x="131392" y="51186"/>
                </a:lnTo>
                <a:lnTo>
                  <a:pt x="126612" y="44679"/>
                </a:lnTo>
                <a:close/>
              </a:path>
              <a:path w="605789" h="126364">
                <a:moveTo>
                  <a:pt x="229385" y="44768"/>
                </a:moveTo>
                <a:lnTo>
                  <a:pt x="203073" y="44768"/>
                </a:lnTo>
                <a:lnTo>
                  <a:pt x="208804" y="46482"/>
                </a:lnTo>
                <a:lnTo>
                  <a:pt x="212743" y="49927"/>
                </a:lnTo>
                <a:lnTo>
                  <a:pt x="215609" y="52462"/>
                </a:lnTo>
                <a:lnTo>
                  <a:pt x="217041" y="56835"/>
                </a:lnTo>
                <a:lnTo>
                  <a:pt x="217041" y="67010"/>
                </a:lnTo>
                <a:lnTo>
                  <a:pt x="212005" y="68482"/>
                </a:lnTo>
                <a:lnTo>
                  <a:pt x="205759" y="69848"/>
                </a:lnTo>
                <a:lnTo>
                  <a:pt x="198305" y="71106"/>
                </a:lnTo>
                <a:lnTo>
                  <a:pt x="183733" y="72990"/>
                </a:lnTo>
                <a:lnTo>
                  <a:pt x="179077" y="73757"/>
                </a:lnTo>
                <a:lnTo>
                  <a:pt x="154185" y="95963"/>
                </a:lnTo>
                <a:lnTo>
                  <a:pt x="154185" y="107869"/>
                </a:lnTo>
                <a:lnTo>
                  <a:pt x="156871" y="114028"/>
                </a:lnTo>
                <a:lnTo>
                  <a:pt x="167616" y="123667"/>
                </a:lnTo>
                <a:lnTo>
                  <a:pt x="175137" y="126077"/>
                </a:lnTo>
                <a:lnTo>
                  <a:pt x="191075" y="126077"/>
                </a:lnTo>
                <a:lnTo>
                  <a:pt x="196626" y="125095"/>
                </a:lnTo>
                <a:lnTo>
                  <a:pt x="207192" y="121150"/>
                </a:lnTo>
                <a:lnTo>
                  <a:pt x="212564" y="117758"/>
                </a:lnTo>
                <a:lnTo>
                  <a:pt x="216883" y="114153"/>
                </a:lnTo>
                <a:lnTo>
                  <a:pt x="182837" y="114153"/>
                </a:lnTo>
                <a:lnTo>
                  <a:pt x="178181" y="112796"/>
                </a:lnTo>
                <a:lnTo>
                  <a:pt x="172093" y="107387"/>
                </a:lnTo>
                <a:lnTo>
                  <a:pt x="170591" y="104228"/>
                </a:lnTo>
                <a:lnTo>
                  <a:pt x="170481" y="97284"/>
                </a:lnTo>
                <a:lnTo>
                  <a:pt x="171197" y="94874"/>
                </a:lnTo>
                <a:lnTo>
                  <a:pt x="174063" y="90537"/>
                </a:lnTo>
                <a:lnTo>
                  <a:pt x="176032" y="88876"/>
                </a:lnTo>
                <a:lnTo>
                  <a:pt x="178719" y="87752"/>
                </a:lnTo>
                <a:lnTo>
                  <a:pt x="181226" y="86627"/>
                </a:lnTo>
                <a:lnTo>
                  <a:pt x="185703" y="85610"/>
                </a:lnTo>
                <a:lnTo>
                  <a:pt x="191970" y="84699"/>
                </a:lnTo>
                <a:lnTo>
                  <a:pt x="199791" y="83455"/>
                </a:lnTo>
                <a:lnTo>
                  <a:pt x="206588" y="82080"/>
                </a:lnTo>
                <a:lnTo>
                  <a:pt x="212343" y="80578"/>
                </a:lnTo>
                <a:lnTo>
                  <a:pt x="217041" y="78952"/>
                </a:lnTo>
                <a:lnTo>
                  <a:pt x="232442" y="78952"/>
                </a:lnTo>
                <a:lnTo>
                  <a:pt x="232442" y="59316"/>
                </a:lnTo>
                <a:lnTo>
                  <a:pt x="232084" y="54639"/>
                </a:lnTo>
                <a:lnTo>
                  <a:pt x="231726" y="52033"/>
                </a:lnTo>
                <a:lnTo>
                  <a:pt x="230830" y="47874"/>
                </a:lnTo>
                <a:lnTo>
                  <a:pt x="229385" y="44768"/>
                </a:lnTo>
                <a:close/>
              </a:path>
              <a:path w="605789" h="126364">
                <a:moveTo>
                  <a:pt x="233310" y="112974"/>
                </a:moveTo>
                <a:lnTo>
                  <a:pt x="218295" y="112974"/>
                </a:lnTo>
                <a:lnTo>
                  <a:pt x="218653" y="117205"/>
                </a:lnTo>
                <a:lnTo>
                  <a:pt x="219727" y="120900"/>
                </a:lnTo>
                <a:lnTo>
                  <a:pt x="221339" y="124060"/>
                </a:lnTo>
                <a:lnTo>
                  <a:pt x="237277" y="124060"/>
                </a:lnTo>
                <a:lnTo>
                  <a:pt x="235307" y="120614"/>
                </a:lnTo>
                <a:lnTo>
                  <a:pt x="234054" y="117009"/>
                </a:lnTo>
                <a:lnTo>
                  <a:pt x="233337" y="113260"/>
                </a:lnTo>
                <a:lnTo>
                  <a:pt x="233310" y="112974"/>
                </a:lnTo>
                <a:close/>
              </a:path>
              <a:path w="605789" h="126364">
                <a:moveTo>
                  <a:pt x="232442" y="78952"/>
                </a:moveTo>
                <a:lnTo>
                  <a:pt x="217041" y="78952"/>
                </a:lnTo>
                <a:lnTo>
                  <a:pt x="216918" y="91947"/>
                </a:lnTo>
                <a:lnTo>
                  <a:pt x="216146" y="96320"/>
                </a:lnTo>
                <a:lnTo>
                  <a:pt x="214534" y="99765"/>
                </a:lnTo>
                <a:lnTo>
                  <a:pt x="212385" y="104228"/>
                </a:lnTo>
                <a:lnTo>
                  <a:pt x="208983" y="107726"/>
                </a:lnTo>
                <a:lnTo>
                  <a:pt x="204327" y="110297"/>
                </a:lnTo>
                <a:lnTo>
                  <a:pt x="199850" y="112867"/>
                </a:lnTo>
                <a:lnTo>
                  <a:pt x="194657" y="114153"/>
                </a:lnTo>
                <a:lnTo>
                  <a:pt x="216883" y="114153"/>
                </a:lnTo>
                <a:lnTo>
                  <a:pt x="218295" y="112974"/>
                </a:lnTo>
                <a:lnTo>
                  <a:pt x="233310" y="112974"/>
                </a:lnTo>
                <a:lnTo>
                  <a:pt x="232971" y="109472"/>
                </a:lnTo>
                <a:lnTo>
                  <a:pt x="232713" y="104228"/>
                </a:lnTo>
                <a:lnTo>
                  <a:pt x="232594" y="99765"/>
                </a:lnTo>
                <a:lnTo>
                  <a:pt x="232469" y="90537"/>
                </a:lnTo>
                <a:lnTo>
                  <a:pt x="232442" y="78952"/>
                </a:lnTo>
                <a:close/>
              </a:path>
              <a:path w="605789" h="126364">
                <a:moveTo>
                  <a:pt x="205222" y="32148"/>
                </a:moveTo>
                <a:lnTo>
                  <a:pt x="189821" y="32148"/>
                </a:lnTo>
                <a:lnTo>
                  <a:pt x="183016" y="33219"/>
                </a:lnTo>
                <a:lnTo>
                  <a:pt x="156871" y="59834"/>
                </a:lnTo>
                <a:lnTo>
                  <a:pt x="171735" y="61851"/>
                </a:lnTo>
                <a:lnTo>
                  <a:pt x="173525" y="55478"/>
                </a:lnTo>
                <a:lnTo>
                  <a:pt x="176032" y="51034"/>
                </a:lnTo>
                <a:lnTo>
                  <a:pt x="182837" y="46018"/>
                </a:lnTo>
                <a:lnTo>
                  <a:pt x="188210" y="44768"/>
                </a:lnTo>
                <a:lnTo>
                  <a:pt x="229385" y="44768"/>
                </a:lnTo>
                <a:lnTo>
                  <a:pt x="229188" y="44376"/>
                </a:lnTo>
                <a:lnTo>
                  <a:pt x="224562" y="38931"/>
                </a:lnTo>
                <a:lnTo>
                  <a:pt x="221160" y="36664"/>
                </a:lnTo>
                <a:lnTo>
                  <a:pt x="211490" y="33058"/>
                </a:lnTo>
                <a:lnTo>
                  <a:pt x="205222" y="32148"/>
                </a:lnTo>
                <a:close/>
              </a:path>
              <a:path w="605789" h="126364">
                <a:moveTo>
                  <a:pt x="305147" y="32148"/>
                </a:moveTo>
                <a:lnTo>
                  <a:pt x="287598" y="32148"/>
                </a:lnTo>
                <a:lnTo>
                  <a:pt x="280435" y="33969"/>
                </a:lnTo>
                <a:lnTo>
                  <a:pt x="255498" y="65812"/>
                </a:lnTo>
                <a:lnTo>
                  <a:pt x="254289" y="79451"/>
                </a:lnTo>
                <a:lnTo>
                  <a:pt x="254994" y="90058"/>
                </a:lnTo>
                <a:lnTo>
                  <a:pt x="278621" y="123064"/>
                </a:lnTo>
                <a:lnTo>
                  <a:pt x="295298" y="126077"/>
                </a:lnTo>
                <a:lnTo>
                  <a:pt x="302411" y="125531"/>
                </a:lnTo>
                <a:lnTo>
                  <a:pt x="308953" y="123892"/>
                </a:lnTo>
                <a:lnTo>
                  <a:pt x="314890" y="121159"/>
                </a:lnTo>
                <a:lnTo>
                  <a:pt x="320190" y="117330"/>
                </a:lnTo>
                <a:lnTo>
                  <a:pt x="323824" y="113564"/>
                </a:lnTo>
                <a:lnTo>
                  <a:pt x="287598" y="113564"/>
                </a:lnTo>
                <a:lnTo>
                  <a:pt x="281688" y="110832"/>
                </a:lnTo>
                <a:lnTo>
                  <a:pt x="270048" y="79041"/>
                </a:lnTo>
                <a:lnTo>
                  <a:pt x="270487" y="70711"/>
                </a:lnTo>
                <a:lnTo>
                  <a:pt x="288314" y="44679"/>
                </a:lnTo>
                <a:lnTo>
                  <a:pt x="325842" y="44679"/>
                </a:lnTo>
                <a:lnTo>
                  <a:pt x="325741" y="44500"/>
                </a:lnTo>
                <a:lnTo>
                  <a:pt x="313206" y="34629"/>
                </a:lnTo>
                <a:lnTo>
                  <a:pt x="305147" y="32148"/>
                </a:lnTo>
                <a:close/>
              </a:path>
              <a:path w="605789" h="126364">
                <a:moveTo>
                  <a:pt x="317862" y="91143"/>
                </a:moveTo>
                <a:lnTo>
                  <a:pt x="316787" y="98748"/>
                </a:lnTo>
                <a:lnTo>
                  <a:pt x="314280" y="104388"/>
                </a:lnTo>
                <a:lnTo>
                  <a:pt x="310161" y="108066"/>
                </a:lnTo>
                <a:lnTo>
                  <a:pt x="306222" y="111725"/>
                </a:lnTo>
                <a:lnTo>
                  <a:pt x="301208" y="113564"/>
                </a:lnTo>
                <a:lnTo>
                  <a:pt x="323824" y="113564"/>
                </a:lnTo>
                <a:lnTo>
                  <a:pt x="324821" y="112531"/>
                </a:lnTo>
                <a:lnTo>
                  <a:pt x="328494" y="106890"/>
                </a:lnTo>
                <a:lnTo>
                  <a:pt x="331195" y="100409"/>
                </a:lnTo>
                <a:lnTo>
                  <a:pt x="332904" y="93089"/>
                </a:lnTo>
                <a:lnTo>
                  <a:pt x="317862" y="91143"/>
                </a:lnTo>
                <a:close/>
              </a:path>
              <a:path w="605789" h="126364">
                <a:moveTo>
                  <a:pt x="325842" y="44679"/>
                </a:moveTo>
                <a:lnTo>
                  <a:pt x="301028" y="44679"/>
                </a:lnTo>
                <a:lnTo>
                  <a:pt x="305505" y="46196"/>
                </a:lnTo>
                <a:lnTo>
                  <a:pt x="312668" y="52301"/>
                </a:lnTo>
                <a:lnTo>
                  <a:pt x="315176" y="56835"/>
                </a:lnTo>
                <a:lnTo>
                  <a:pt x="316608" y="62868"/>
                </a:lnTo>
                <a:lnTo>
                  <a:pt x="331472" y="60584"/>
                </a:lnTo>
                <a:lnTo>
                  <a:pt x="329681" y="51498"/>
                </a:lnTo>
                <a:lnTo>
                  <a:pt x="325842" y="44679"/>
                </a:lnTo>
                <a:close/>
              </a:path>
              <a:path w="605789" h="126364">
                <a:moveTo>
                  <a:pt x="366571" y="46036"/>
                </a:moveTo>
                <a:lnTo>
                  <a:pt x="351349" y="46036"/>
                </a:lnTo>
                <a:lnTo>
                  <a:pt x="351349" y="106870"/>
                </a:lnTo>
                <a:lnTo>
                  <a:pt x="367108" y="125238"/>
                </a:lnTo>
                <a:lnTo>
                  <a:pt x="376062" y="125238"/>
                </a:lnTo>
                <a:lnTo>
                  <a:pt x="379822" y="124791"/>
                </a:lnTo>
                <a:lnTo>
                  <a:pt x="384120" y="123881"/>
                </a:lnTo>
                <a:lnTo>
                  <a:pt x="382068" y="111029"/>
                </a:lnTo>
                <a:lnTo>
                  <a:pt x="373017" y="111029"/>
                </a:lnTo>
                <a:lnTo>
                  <a:pt x="371227" y="110654"/>
                </a:lnTo>
                <a:lnTo>
                  <a:pt x="368720" y="109190"/>
                </a:lnTo>
                <a:lnTo>
                  <a:pt x="367824" y="108208"/>
                </a:lnTo>
                <a:lnTo>
                  <a:pt x="366750" y="105709"/>
                </a:lnTo>
                <a:lnTo>
                  <a:pt x="366571" y="102925"/>
                </a:lnTo>
                <a:lnTo>
                  <a:pt x="366571" y="46036"/>
                </a:lnTo>
                <a:close/>
              </a:path>
              <a:path w="605789" h="126364">
                <a:moveTo>
                  <a:pt x="381971" y="110422"/>
                </a:moveTo>
                <a:lnTo>
                  <a:pt x="379106" y="110832"/>
                </a:lnTo>
                <a:lnTo>
                  <a:pt x="376957" y="111029"/>
                </a:lnTo>
                <a:lnTo>
                  <a:pt x="382068" y="111029"/>
                </a:lnTo>
                <a:lnTo>
                  <a:pt x="381971" y="110422"/>
                </a:lnTo>
                <a:close/>
              </a:path>
              <a:path w="605789" h="126364">
                <a:moveTo>
                  <a:pt x="381971" y="34183"/>
                </a:moveTo>
                <a:lnTo>
                  <a:pt x="340067" y="34183"/>
                </a:lnTo>
                <a:lnTo>
                  <a:pt x="340067" y="46036"/>
                </a:lnTo>
                <a:lnTo>
                  <a:pt x="381971" y="46036"/>
                </a:lnTo>
                <a:lnTo>
                  <a:pt x="381971" y="34183"/>
                </a:lnTo>
                <a:close/>
              </a:path>
              <a:path w="605789" h="126364">
                <a:moveTo>
                  <a:pt x="366571" y="2784"/>
                </a:moveTo>
                <a:lnTo>
                  <a:pt x="351349" y="11924"/>
                </a:lnTo>
                <a:lnTo>
                  <a:pt x="351349" y="34183"/>
                </a:lnTo>
                <a:lnTo>
                  <a:pt x="366571" y="34183"/>
                </a:lnTo>
                <a:lnTo>
                  <a:pt x="366571" y="2784"/>
                </a:lnTo>
                <a:close/>
              </a:path>
              <a:path w="605789" h="126364">
                <a:moveTo>
                  <a:pt x="413668" y="0"/>
                </a:moveTo>
                <a:lnTo>
                  <a:pt x="398446" y="0"/>
                </a:lnTo>
                <a:lnTo>
                  <a:pt x="398446" y="17511"/>
                </a:lnTo>
                <a:lnTo>
                  <a:pt x="413668" y="17511"/>
                </a:lnTo>
                <a:lnTo>
                  <a:pt x="413668" y="0"/>
                </a:lnTo>
                <a:close/>
              </a:path>
              <a:path w="605789" h="126364">
                <a:moveTo>
                  <a:pt x="413668" y="34183"/>
                </a:moveTo>
                <a:lnTo>
                  <a:pt x="398446" y="34183"/>
                </a:lnTo>
                <a:lnTo>
                  <a:pt x="398446" y="124060"/>
                </a:lnTo>
                <a:lnTo>
                  <a:pt x="413668" y="124060"/>
                </a:lnTo>
                <a:lnTo>
                  <a:pt x="413668" y="34183"/>
                </a:lnTo>
                <a:close/>
              </a:path>
              <a:path w="605789" h="126364">
                <a:moveTo>
                  <a:pt x="445007" y="34183"/>
                </a:moveTo>
                <a:lnTo>
                  <a:pt x="428890" y="34183"/>
                </a:lnTo>
                <a:lnTo>
                  <a:pt x="463093" y="124060"/>
                </a:lnTo>
                <a:lnTo>
                  <a:pt x="477420" y="124060"/>
                </a:lnTo>
                <a:lnTo>
                  <a:pt x="484247" y="106120"/>
                </a:lnTo>
                <a:lnTo>
                  <a:pt x="470077" y="106120"/>
                </a:lnTo>
                <a:lnTo>
                  <a:pt x="468287" y="99854"/>
                </a:lnTo>
                <a:lnTo>
                  <a:pt x="466496" y="93821"/>
                </a:lnTo>
                <a:lnTo>
                  <a:pt x="464347" y="88002"/>
                </a:lnTo>
                <a:lnTo>
                  <a:pt x="445007" y="34183"/>
                </a:lnTo>
                <a:close/>
              </a:path>
              <a:path w="605789" h="126364">
                <a:moveTo>
                  <a:pt x="511623" y="34183"/>
                </a:moveTo>
                <a:lnTo>
                  <a:pt x="495865" y="34183"/>
                </a:lnTo>
                <a:lnTo>
                  <a:pt x="475808" y="89019"/>
                </a:lnTo>
                <a:lnTo>
                  <a:pt x="473301" y="95677"/>
                </a:lnTo>
                <a:lnTo>
                  <a:pt x="471510" y="101372"/>
                </a:lnTo>
                <a:lnTo>
                  <a:pt x="470077" y="106120"/>
                </a:lnTo>
                <a:lnTo>
                  <a:pt x="484247" y="106120"/>
                </a:lnTo>
                <a:lnTo>
                  <a:pt x="511623" y="34183"/>
                </a:lnTo>
                <a:close/>
              </a:path>
              <a:path w="605789" h="126364">
                <a:moveTo>
                  <a:pt x="564630" y="32148"/>
                </a:moveTo>
                <a:lnTo>
                  <a:pt x="529195" y="51577"/>
                </a:lnTo>
                <a:lnTo>
                  <a:pt x="522547" y="79880"/>
                </a:lnTo>
                <a:lnTo>
                  <a:pt x="523283" y="90232"/>
                </a:lnTo>
                <a:lnTo>
                  <a:pt x="547775" y="123047"/>
                </a:lnTo>
                <a:lnTo>
                  <a:pt x="565526" y="126077"/>
                </a:lnTo>
                <a:lnTo>
                  <a:pt x="573080" y="125601"/>
                </a:lnTo>
                <a:lnTo>
                  <a:pt x="596565" y="113564"/>
                </a:lnTo>
                <a:lnTo>
                  <a:pt x="558183" y="113564"/>
                </a:lnTo>
                <a:lnTo>
                  <a:pt x="551737" y="110940"/>
                </a:lnTo>
                <a:lnTo>
                  <a:pt x="541708" y="100444"/>
                </a:lnTo>
                <a:lnTo>
                  <a:pt x="539022" y="92875"/>
                </a:lnTo>
                <a:lnTo>
                  <a:pt x="538306" y="83004"/>
                </a:lnTo>
                <a:lnTo>
                  <a:pt x="605639" y="83004"/>
                </a:lnTo>
                <a:lnTo>
                  <a:pt x="605639" y="78952"/>
                </a:lnTo>
                <a:lnTo>
                  <a:pt x="605069" y="70491"/>
                </a:lnTo>
                <a:lnTo>
                  <a:pt x="539201" y="70491"/>
                </a:lnTo>
                <a:lnTo>
                  <a:pt x="539738" y="62654"/>
                </a:lnTo>
                <a:lnTo>
                  <a:pt x="542425" y="56389"/>
                </a:lnTo>
                <a:lnTo>
                  <a:pt x="547201" y="51577"/>
                </a:lnTo>
                <a:lnTo>
                  <a:pt x="551916" y="47017"/>
                </a:lnTo>
                <a:lnTo>
                  <a:pt x="557825" y="44679"/>
                </a:lnTo>
                <a:lnTo>
                  <a:pt x="594364" y="44679"/>
                </a:lnTo>
                <a:lnTo>
                  <a:pt x="594178" y="44429"/>
                </a:lnTo>
                <a:lnTo>
                  <a:pt x="588101" y="39054"/>
                </a:lnTo>
                <a:lnTo>
                  <a:pt x="581150" y="35216"/>
                </a:lnTo>
                <a:lnTo>
                  <a:pt x="573327" y="32915"/>
                </a:lnTo>
                <a:lnTo>
                  <a:pt x="564630" y="32148"/>
                </a:lnTo>
                <a:close/>
              </a:path>
              <a:path w="605789" h="126364">
                <a:moveTo>
                  <a:pt x="589343" y="95106"/>
                </a:moveTo>
                <a:lnTo>
                  <a:pt x="587015" y="101550"/>
                </a:lnTo>
                <a:lnTo>
                  <a:pt x="583971" y="106227"/>
                </a:lnTo>
                <a:lnTo>
                  <a:pt x="576091" y="112100"/>
                </a:lnTo>
                <a:lnTo>
                  <a:pt x="571256" y="113564"/>
                </a:lnTo>
                <a:lnTo>
                  <a:pt x="596565" y="113564"/>
                </a:lnTo>
                <a:lnTo>
                  <a:pt x="599886" y="109308"/>
                </a:lnTo>
                <a:lnTo>
                  <a:pt x="602922" y="103569"/>
                </a:lnTo>
                <a:lnTo>
                  <a:pt x="605102" y="97052"/>
                </a:lnTo>
                <a:lnTo>
                  <a:pt x="589343" y="95106"/>
                </a:lnTo>
                <a:close/>
              </a:path>
              <a:path w="605789" h="126364">
                <a:moveTo>
                  <a:pt x="594364" y="44679"/>
                </a:moveTo>
                <a:lnTo>
                  <a:pt x="572689" y="44679"/>
                </a:lnTo>
                <a:lnTo>
                  <a:pt x="578956" y="47606"/>
                </a:lnTo>
                <a:lnTo>
                  <a:pt x="583791" y="53479"/>
                </a:lnTo>
                <a:lnTo>
                  <a:pt x="587015" y="57263"/>
                </a:lnTo>
                <a:lnTo>
                  <a:pt x="588806" y="62922"/>
                </a:lnTo>
                <a:lnTo>
                  <a:pt x="589522" y="70491"/>
                </a:lnTo>
                <a:lnTo>
                  <a:pt x="605069" y="70491"/>
                </a:lnTo>
                <a:lnTo>
                  <a:pt x="604931" y="68449"/>
                </a:lnTo>
                <a:lnTo>
                  <a:pt x="602796" y="59194"/>
                </a:lnTo>
                <a:lnTo>
                  <a:pt x="599217" y="51186"/>
                </a:lnTo>
                <a:lnTo>
                  <a:pt x="594364" y="4467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42" name="object 4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658197" y="2570147"/>
            <a:ext cx="162243" cy="139214"/>
          </a:xfrm>
          <a:prstGeom prst="rect">
            <a:avLst/>
          </a:prstGeom>
        </p:spPr>
      </p:pic>
      <p:pic>
        <p:nvPicPr>
          <p:cNvPr id="43" name="object 4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3983076" y="2837885"/>
            <a:ext cx="813727" cy="126077"/>
          </a:xfrm>
          <a:prstGeom prst="rect">
            <a:avLst/>
          </a:prstGeom>
        </p:spPr>
      </p:pic>
      <p:pic>
        <p:nvPicPr>
          <p:cNvPr id="44" name="object 4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4873806" y="2837885"/>
            <a:ext cx="212564" cy="126077"/>
          </a:xfrm>
          <a:prstGeom prst="rect">
            <a:avLst/>
          </a:prstGeom>
        </p:spPr>
      </p:pic>
      <p:pic>
        <p:nvPicPr>
          <p:cNvPr id="45" name="object 45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3987911" y="3090467"/>
            <a:ext cx="963614" cy="126082"/>
          </a:xfrm>
          <a:prstGeom prst="rect">
            <a:avLst/>
          </a:prstGeom>
        </p:spPr>
      </p:pic>
      <p:grpSp>
        <p:nvGrpSpPr>
          <p:cNvPr id="46" name="object 46"/>
          <p:cNvGrpSpPr/>
          <p:nvPr/>
        </p:nvGrpSpPr>
        <p:grpSpPr>
          <a:xfrm>
            <a:off x="4862703" y="1966429"/>
            <a:ext cx="920115" cy="59055"/>
            <a:chOff x="4862703" y="1966429"/>
            <a:chExt cx="920115" cy="59055"/>
          </a:xfrm>
        </p:grpSpPr>
        <p:sp>
          <p:nvSpPr>
            <p:cNvPr id="47" name="object 47"/>
            <p:cNvSpPr/>
            <p:nvPr/>
          </p:nvSpPr>
          <p:spPr>
            <a:xfrm>
              <a:off x="4862703" y="1991616"/>
              <a:ext cx="826769" cy="10795"/>
            </a:xfrm>
            <a:custGeom>
              <a:avLst/>
              <a:gdLst/>
              <a:ahLst/>
              <a:cxnLst/>
              <a:rect l="l" t="t" r="r" b="b"/>
              <a:pathLst>
                <a:path w="826770" h="10794">
                  <a:moveTo>
                    <a:pt x="826531" y="0"/>
                  </a:moveTo>
                  <a:lnTo>
                    <a:pt x="0" y="0"/>
                  </a:lnTo>
                  <a:lnTo>
                    <a:pt x="0" y="10710"/>
                  </a:lnTo>
                  <a:lnTo>
                    <a:pt x="826531" y="10710"/>
                  </a:lnTo>
                  <a:lnTo>
                    <a:pt x="8265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5673745" y="1967679"/>
              <a:ext cx="107950" cy="56515"/>
            </a:xfrm>
            <a:custGeom>
              <a:avLst/>
              <a:gdLst/>
              <a:ahLst/>
              <a:cxnLst/>
              <a:rect l="l" t="t" r="r" b="b"/>
              <a:pathLst>
                <a:path w="107950" h="56514">
                  <a:moveTo>
                    <a:pt x="107446" y="29292"/>
                  </a:moveTo>
                  <a:lnTo>
                    <a:pt x="90657" y="33531"/>
                  </a:lnTo>
                  <a:lnTo>
                    <a:pt x="53723" y="42858"/>
                  </a:lnTo>
                  <a:lnTo>
                    <a:pt x="16788" y="52185"/>
                  </a:lnTo>
                  <a:lnTo>
                    <a:pt x="0" y="56425"/>
                  </a:lnTo>
                  <a:lnTo>
                    <a:pt x="2098" y="53854"/>
                  </a:lnTo>
                  <a:lnTo>
                    <a:pt x="6715" y="47310"/>
                  </a:lnTo>
                  <a:lnTo>
                    <a:pt x="11332" y="38539"/>
                  </a:lnTo>
                  <a:lnTo>
                    <a:pt x="13430" y="29292"/>
                  </a:lnTo>
                  <a:lnTo>
                    <a:pt x="11332" y="19308"/>
                  </a:lnTo>
                  <a:lnTo>
                    <a:pt x="6715" y="9840"/>
                  </a:lnTo>
                  <a:lnTo>
                    <a:pt x="2098" y="2774"/>
                  </a:lnTo>
                  <a:lnTo>
                    <a:pt x="0" y="0"/>
                  </a:lnTo>
                  <a:lnTo>
                    <a:pt x="16788" y="4576"/>
                  </a:lnTo>
                  <a:lnTo>
                    <a:pt x="53723" y="14646"/>
                  </a:lnTo>
                  <a:lnTo>
                    <a:pt x="90657" y="24715"/>
                  </a:lnTo>
                  <a:lnTo>
                    <a:pt x="107446" y="29292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5673744" y="1967680"/>
              <a:ext cx="107950" cy="56515"/>
            </a:xfrm>
            <a:custGeom>
              <a:avLst/>
              <a:gdLst/>
              <a:ahLst/>
              <a:cxnLst/>
              <a:rect l="l" t="t" r="r" b="b"/>
              <a:pathLst>
                <a:path w="107950" h="56514">
                  <a:moveTo>
                    <a:pt x="0" y="0"/>
                  </a:moveTo>
                  <a:lnTo>
                    <a:pt x="2098" y="2774"/>
                  </a:lnTo>
                  <a:lnTo>
                    <a:pt x="6715" y="9840"/>
                  </a:lnTo>
                  <a:lnTo>
                    <a:pt x="11332" y="19308"/>
                  </a:lnTo>
                  <a:lnTo>
                    <a:pt x="13430" y="29292"/>
                  </a:lnTo>
                  <a:lnTo>
                    <a:pt x="11332" y="38539"/>
                  </a:lnTo>
                  <a:lnTo>
                    <a:pt x="6715" y="47310"/>
                  </a:lnTo>
                  <a:lnTo>
                    <a:pt x="2098" y="53854"/>
                  </a:lnTo>
                  <a:lnTo>
                    <a:pt x="0" y="56425"/>
                  </a:lnTo>
                  <a:lnTo>
                    <a:pt x="107446" y="292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0" name="object 50"/>
          <p:cNvSpPr/>
          <p:nvPr/>
        </p:nvSpPr>
        <p:spPr>
          <a:xfrm>
            <a:off x="6018289" y="1739927"/>
            <a:ext cx="447040" cy="514350"/>
          </a:xfrm>
          <a:custGeom>
            <a:avLst/>
            <a:gdLst/>
            <a:ahLst/>
            <a:cxnLst/>
            <a:rect l="l" t="t" r="r" b="b"/>
            <a:pathLst>
              <a:path w="447039" h="514350">
                <a:moveTo>
                  <a:pt x="0" y="128522"/>
                </a:moveTo>
                <a:lnTo>
                  <a:pt x="0" y="385567"/>
                </a:lnTo>
              </a:path>
              <a:path w="447039" h="514350">
                <a:moveTo>
                  <a:pt x="0" y="385567"/>
                </a:moveTo>
                <a:lnTo>
                  <a:pt x="223309" y="514090"/>
                </a:lnTo>
              </a:path>
              <a:path w="447039" h="514350">
                <a:moveTo>
                  <a:pt x="223309" y="514090"/>
                </a:moveTo>
                <a:lnTo>
                  <a:pt x="446797" y="385567"/>
                </a:lnTo>
              </a:path>
              <a:path w="447039" h="514350">
                <a:moveTo>
                  <a:pt x="446797" y="385567"/>
                </a:moveTo>
                <a:lnTo>
                  <a:pt x="446797" y="128522"/>
                </a:lnTo>
              </a:path>
              <a:path w="447039" h="514350">
                <a:moveTo>
                  <a:pt x="446797" y="128522"/>
                </a:moveTo>
                <a:lnTo>
                  <a:pt x="223309" y="0"/>
                </a:lnTo>
              </a:path>
              <a:path w="447039" h="514350">
                <a:moveTo>
                  <a:pt x="400237" y="155226"/>
                </a:moveTo>
                <a:lnTo>
                  <a:pt x="223309" y="53426"/>
                </a:lnTo>
              </a:path>
              <a:path w="447039" h="514350">
                <a:moveTo>
                  <a:pt x="223309" y="0"/>
                </a:moveTo>
                <a:lnTo>
                  <a:pt x="0" y="128522"/>
                </a:lnTo>
              </a:path>
            </a:pathLst>
          </a:custGeom>
          <a:ln w="10727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1" name="object 51"/>
          <p:cNvSpPr/>
          <p:nvPr/>
        </p:nvSpPr>
        <p:spPr>
          <a:xfrm>
            <a:off x="3057962" y="2154769"/>
            <a:ext cx="351155" cy="160655"/>
          </a:xfrm>
          <a:custGeom>
            <a:avLst/>
            <a:gdLst/>
            <a:ahLst/>
            <a:cxnLst/>
            <a:rect l="l" t="t" r="r" b="b"/>
            <a:pathLst>
              <a:path w="351154" h="160655">
                <a:moveTo>
                  <a:pt x="15579" y="84967"/>
                </a:moveTo>
                <a:lnTo>
                  <a:pt x="0" y="86324"/>
                </a:lnTo>
                <a:lnTo>
                  <a:pt x="358" y="94606"/>
                </a:lnTo>
                <a:lnTo>
                  <a:pt x="2507" y="102050"/>
                </a:lnTo>
                <a:lnTo>
                  <a:pt x="6984" y="108619"/>
                </a:lnTo>
                <a:lnTo>
                  <a:pt x="11281" y="115188"/>
                </a:lnTo>
                <a:lnTo>
                  <a:pt x="53185" y="128290"/>
                </a:lnTo>
                <a:lnTo>
                  <a:pt x="61960" y="128290"/>
                </a:lnTo>
                <a:lnTo>
                  <a:pt x="91051" y="113564"/>
                </a:lnTo>
                <a:lnTo>
                  <a:pt x="45306" y="113564"/>
                </a:lnTo>
                <a:lnTo>
                  <a:pt x="38859" y="112350"/>
                </a:lnTo>
                <a:lnTo>
                  <a:pt x="33308" y="109886"/>
                </a:lnTo>
                <a:lnTo>
                  <a:pt x="27577" y="107441"/>
                </a:lnTo>
                <a:lnTo>
                  <a:pt x="23459" y="104210"/>
                </a:lnTo>
                <a:lnTo>
                  <a:pt x="18086" y="96267"/>
                </a:lnTo>
                <a:lnTo>
                  <a:pt x="16296" y="91179"/>
                </a:lnTo>
                <a:lnTo>
                  <a:pt x="15579" y="84967"/>
                </a:lnTo>
                <a:close/>
              </a:path>
              <a:path w="351154" h="160655">
                <a:moveTo>
                  <a:pt x="57841" y="0"/>
                </a:moveTo>
                <a:lnTo>
                  <a:pt x="40292" y="0"/>
                </a:lnTo>
                <a:lnTo>
                  <a:pt x="32592" y="1410"/>
                </a:lnTo>
                <a:lnTo>
                  <a:pt x="18982" y="7050"/>
                </a:lnTo>
                <a:lnTo>
                  <a:pt x="13788" y="11192"/>
                </a:lnTo>
                <a:lnTo>
                  <a:pt x="6625" y="22080"/>
                </a:lnTo>
                <a:lnTo>
                  <a:pt x="4835" y="27935"/>
                </a:lnTo>
                <a:lnTo>
                  <a:pt x="4835" y="39895"/>
                </a:lnTo>
                <a:lnTo>
                  <a:pt x="22563" y="61191"/>
                </a:lnTo>
                <a:lnTo>
                  <a:pt x="27040" y="63618"/>
                </a:lnTo>
                <a:lnTo>
                  <a:pt x="35099" y="66189"/>
                </a:lnTo>
                <a:lnTo>
                  <a:pt x="58021" y="71669"/>
                </a:lnTo>
                <a:lnTo>
                  <a:pt x="65363" y="73686"/>
                </a:lnTo>
                <a:lnTo>
                  <a:pt x="68586" y="74989"/>
                </a:lnTo>
                <a:lnTo>
                  <a:pt x="73958" y="76952"/>
                </a:lnTo>
                <a:lnTo>
                  <a:pt x="77540" y="79398"/>
                </a:lnTo>
                <a:lnTo>
                  <a:pt x="82196" y="85199"/>
                </a:lnTo>
                <a:lnTo>
                  <a:pt x="83270" y="88609"/>
                </a:lnTo>
                <a:lnTo>
                  <a:pt x="83270" y="96338"/>
                </a:lnTo>
                <a:lnTo>
                  <a:pt x="82017" y="99872"/>
                </a:lnTo>
                <a:lnTo>
                  <a:pt x="77361" y="106370"/>
                </a:lnTo>
                <a:lnTo>
                  <a:pt x="73779" y="108922"/>
                </a:lnTo>
                <a:lnTo>
                  <a:pt x="68944" y="110779"/>
                </a:lnTo>
                <a:lnTo>
                  <a:pt x="64288" y="112635"/>
                </a:lnTo>
                <a:lnTo>
                  <a:pt x="58737" y="113564"/>
                </a:lnTo>
                <a:lnTo>
                  <a:pt x="91051" y="113564"/>
                </a:lnTo>
                <a:lnTo>
                  <a:pt x="97238" y="103960"/>
                </a:lnTo>
                <a:lnTo>
                  <a:pt x="99208" y="97748"/>
                </a:lnTo>
                <a:lnTo>
                  <a:pt x="99208" y="84485"/>
                </a:lnTo>
                <a:lnTo>
                  <a:pt x="67265" y="57179"/>
                </a:lnTo>
                <a:lnTo>
                  <a:pt x="50320" y="52944"/>
                </a:lnTo>
                <a:lnTo>
                  <a:pt x="41296" y="50692"/>
                </a:lnTo>
                <a:lnTo>
                  <a:pt x="20772" y="37557"/>
                </a:lnTo>
                <a:lnTo>
                  <a:pt x="20781" y="27935"/>
                </a:lnTo>
                <a:lnTo>
                  <a:pt x="22921" y="23580"/>
                </a:lnTo>
                <a:lnTo>
                  <a:pt x="27577" y="19938"/>
                </a:lnTo>
                <a:lnTo>
                  <a:pt x="32054" y="16297"/>
                </a:lnTo>
                <a:lnTo>
                  <a:pt x="39397" y="14476"/>
                </a:lnTo>
                <a:lnTo>
                  <a:pt x="87371" y="14476"/>
                </a:lnTo>
                <a:lnTo>
                  <a:pt x="85598" y="11763"/>
                </a:lnTo>
                <a:lnTo>
                  <a:pt x="80047" y="7407"/>
                </a:lnTo>
                <a:lnTo>
                  <a:pt x="66079" y="1481"/>
                </a:lnTo>
                <a:lnTo>
                  <a:pt x="57841" y="0"/>
                </a:lnTo>
                <a:close/>
              </a:path>
              <a:path w="351154" h="160655">
                <a:moveTo>
                  <a:pt x="87371" y="14476"/>
                </a:moveTo>
                <a:lnTo>
                  <a:pt x="58916" y="14476"/>
                </a:lnTo>
                <a:lnTo>
                  <a:pt x="66079" y="16475"/>
                </a:lnTo>
                <a:lnTo>
                  <a:pt x="71093" y="20492"/>
                </a:lnTo>
                <a:lnTo>
                  <a:pt x="75928" y="24490"/>
                </a:lnTo>
                <a:lnTo>
                  <a:pt x="78794" y="30417"/>
                </a:lnTo>
                <a:lnTo>
                  <a:pt x="79689" y="38253"/>
                </a:lnTo>
                <a:lnTo>
                  <a:pt x="95448" y="37075"/>
                </a:lnTo>
                <a:lnTo>
                  <a:pt x="95090" y="29792"/>
                </a:lnTo>
                <a:lnTo>
                  <a:pt x="93120" y="23276"/>
                </a:lnTo>
                <a:lnTo>
                  <a:pt x="87371" y="14476"/>
                </a:lnTo>
                <a:close/>
              </a:path>
              <a:path w="351154" h="160655">
                <a:moveTo>
                  <a:pt x="141112" y="48160"/>
                </a:moveTo>
                <a:lnTo>
                  <a:pt x="125891" y="48160"/>
                </a:lnTo>
                <a:lnTo>
                  <a:pt x="125891" y="108994"/>
                </a:lnTo>
                <a:lnTo>
                  <a:pt x="141650" y="127362"/>
                </a:lnTo>
                <a:lnTo>
                  <a:pt x="150604" y="127362"/>
                </a:lnTo>
                <a:lnTo>
                  <a:pt x="154364" y="126916"/>
                </a:lnTo>
                <a:lnTo>
                  <a:pt x="158662" y="126005"/>
                </a:lnTo>
                <a:lnTo>
                  <a:pt x="156610" y="113153"/>
                </a:lnTo>
                <a:lnTo>
                  <a:pt x="147559" y="113153"/>
                </a:lnTo>
                <a:lnTo>
                  <a:pt x="145768" y="112778"/>
                </a:lnTo>
                <a:lnTo>
                  <a:pt x="144694" y="112046"/>
                </a:lnTo>
                <a:lnTo>
                  <a:pt x="143440" y="111314"/>
                </a:lnTo>
                <a:lnTo>
                  <a:pt x="142545" y="110333"/>
                </a:lnTo>
                <a:lnTo>
                  <a:pt x="141471" y="107834"/>
                </a:lnTo>
                <a:lnTo>
                  <a:pt x="141112" y="105049"/>
                </a:lnTo>
                <a:lnTo>
                  <a:pt x="141112" y="48160"/>
                </a:lnTo>
                <a:close/>
              </a:path>
              <a:path w="351154" h="160655">
                <a:moveTo>
                  <a:pt x="156513" y="112546"/>
                </a:moveTo>
                <a:lnTo>
                  <a:pt x="153827" y="112957"/>
                </a:lnTo>
                <a:lnTo>
                  <a:pt x="151499" y="113153"/>
                </a:lnTo>
                <a:lnTo>
                  <a:pt x="156610" y="113153"/>
                </a:lnTo>
                <a:lnTo>
                  <a:pt x="156513" y="112546"/>
                </a:lnTo>
                <a:close/>
              </a:path>
              <a:path w="351154" h="160655">
                <a:moveTo>
                  <a:pt x="156513" y="36307"/>
                </a:moveTo>
                <a:lnTo>
                  <a:pt x="114788" y="36307"/>
                </a:lnTo>
                <a:lnTo>
                  <a:pt x="114788" y="48160"/>
                </a:lnTo>
                <a:lnTo>
                  <a:pt x="156513" y="48160"/>
                </a:lnTo>
                <a:lnTo>
                  <a:pt x="156513" y="36307"/>
                </a:lnTo>
                <a:close/>
              </a:path>
              <a:path w="351154" h="160655">
                <a:moveTo>
                  <a:pt x="141112" y="4908"/>
                </a:moveTo>
                <a:lnTo>
                  <a:pt x="125891" y="14048"/>
                </a:lnTo>
                <a:lnTo>
                  <a:pt x="125891" y="36307"/>
                </a:lnTo>
                <a:lnTo>
                  <a:pt x="141112" y="36307"/>
                </a:lnTo>
                <a:lnTo>
                  <a:pt x="141112" y="4908"/>
                </a:lnTo>
                <a:close/>
              </a:path>
              <a:path w="351154" h="160655">
                <a:moveTo>
                  <a:pt x="209878" y="34272"/>
                </a:moveTo>
                <a:lnTo>
                  <a:pt x="174443" y="53701"/>
                </a:lnTo>
                <a:lnTo>
                  <a:pt x="167795" y="82004"/>
                </a:lnTo>
                <a:lnTo>
                  <a:pt x="168531" y="92356"/>
                </a:lnTo>
                <a:lnTo>
                  <a:pt x="193022" y="125171"/>
                </a:lnTo>
                <a:lnTo>
                  <a:pt x="210773" y="128201"/>
                </a:lnTo>
                <a:lnTo>
                  <a:pt x="218328" y="127726"/>
                </a:lnTo>
                <a:lnTo>
                  <a:pt x="241813" y="115688"/>
                </a:lnTo>
                <a:lnTo>
                  <a:pt x="203431" y="115688"/>
                </a:lnTo>
                <a:lnTo>
                  <a:pt x="196985" y="113064"/>
                </a:lnTo>
                <a:lnTo>
                  <a:pt x="186956" y="102568"/>
                </a:lnTo>
                <a:lnTo>
                  <a:pt x="184270" y="94999"/>
                </a:lnTo>
                <a:lnTo>
                  <a:pt x="183554" y="85128"/>
                </a:lnTo>
                <a:lnTo>
                  <a:pt x="250887" y="85128"/>
                </a:lnTo>
                <a:lnTo>
                  <a:pt x="250887" y="81076"/>
                </a:lnTo>
                <a:lnTo>
                  <a:pt x="250316" y="72615"/>
                </a:lnTo>
                <a:lnTo>
                  <a:pt x="184449" y="72615"/>
                </a:lnTo>
                <a:lnTo>
                  <a:pt x="184986" y="64778"/>
                </a:lnTo>
                <a:lnTo>
                  <a:pt x="187673" y="58513"/>
                </a:lnTo>
                <a:lnTo>
                  <a:pt x="192449" y="53701"/>
                </a:lnTo>
                <a:lnTo>
                  <a:pt x="197164" y="49142"/>
                </a:lnTo>
                <a:lnTo>
                  <a:pt x="203073" y="46803"/>
                </a:lnTo>
                <a:lnTo>
                  <a:pt x="239612" y="46803"/>
                </a:lnTo>
                <a:lnTo>
                  <a:pt x="239426" y="46553"/>
                </a:lnTo>
                <a:lnTo>
                  <a:pt x="233348" y="41178"/>
                </a:lnTo>
                <a:lnTo>
                  <a:pt x="226398" y="37340"/>
                </a:lnTo>
                <a:lnTo>
                  <a:pt x="218575" y="35039"/>
                </a:lnTo>
                <a:lnTo>
                  <a:pt x="209878" y="34272"/>
                </a:lnTo>
                <a:close/>
              </a:path>
              <a:path w="351154" h="160655">
                <a:moveTo>
                  <a:pt x="234591" y="97230"/>
                </a:moveTo>
                <a:lnTo>
                  <a:pt x="232263" y="103674"/>
                </a:lnTo>
                <a:lnTo>
                  <a:pt x="229218" y="108351"/>
                </a:lnTo>
                <a:lnTo>
                  <a:pt x="221339" y="114224"/>
                </a:lnTo>
                <a:lnTo>
                  <a:pt x="216504" y="115688"/>
                </a:lnTo>
                <a:lnTo>
                  <a:pt x="241813" y="115688"/>
                </a:lnTo>
                <a:lnTo>
                  <a:pt x="245134" y="111433"/>
                </a:lnTo>
                <a:lnTo>
                  <a:pt x="248170" y="105693"/>
                </a:lnTo>
                <a:lnTo>
                  <a:pt x="250350" y="99176"/>
                </a:lnTo>
                <a:lnTo>
                  <a:pt x="234591" y="97230"/>
                </a:lnTo>
                <a:close/>
              </a:path>
              <a:path w="351154" h="160655">
                <a:moveTo>
                  <a:pt x="239612" y="46803"/>
                </a:moveTo>
                <a:lnTo>
                  <a:pt x="217937" y="46803"/>
                </a:lnTo>
                <a:lnTo>
                  <a:pt x="224204" y="49731"/>
                </a:lnTo>
                <a:lnTo>
                  <a:pt x="229039" y="55603"/>
                </a:lnTo>
                <a:lnTo>
                  <a:pt x="232263" y="59388"/>
                </a:lnTo>
                <a:lnTo>
                  <a:pt x="234054" y="65046"/>
                </a:lnTo>
                <a:lnTo>
                  <a:pt x="234770" y="72615"/>
                </a:lnTo>
                <a:lnTo>
                  <a:pt x="250316" y="72615"/>
                </a:lnTo>
                <a:lnTo>
                  <a:pt x="250179" y="70573"/>
                </a:lnTo>
                <a:lnTo>
                  <a:pt x="248044" y="61318"/>
                </a:lnTo>
                <a:lnTo>
                  <a:pt x="244465" y="53310"/>
                </a:lnTo>
                <a:lnTo>
                  <a:pt x="239612" y="46803"/>
                </a:lnTo>
                <a:close/>
              </a:path>
              <a:path w="351154" h="160655">
                <a:moveTo>
                  <a:pt x="286344" y="36307"/>
                </a:moveTo>
                <a:lnTo>
                  <a:pt x="272555" y="36307"/>
                </a:lnTo>
                <a:lnTo>
                  <a:pt x="272555" y="160617"/>
                </a:lnTo>
                <a:lnTo>
                  <a:pt x="287777" y="160617"/>
                </a:lnTo>
                <a:lnTo>
                  <a:pt x="287777" y="116866"/>
                </a:lnTo>
                <a:lnTo>
                  <a:pt x="339055" y="116866"/>
                </a:lnTo>
                <a:lnTo>
                  <a:pt x="340065" y="115688"/>
                </a:lnTo>
                <a:lnTo>
                  <a:pt x="303715" y="115688"/>
                </a:lnTo>
                <a:lnTo>
                  <a:pt x="298163" y="112921"/>
                </a:lnTo>
                <a:lnTo>
                  <a:pt x="286344" y="81754"/>
                </a:lnTo>
                <a:lnTo>
                  <a:pt x="286814" y="73594"/>
                </a:lnTo>
                <a:lnTo>
                  <a:pt x="301273" y="47981"/>
                </a:lnTo>
                <a:lnTo>
                  <a:pt x="286344" y="47981"/>
                </a:lnTo>
                <a:lnTo>
                  <a:pt x="286344" y="36307"/>
                </a:lnTo>
                <a:close/>
              </a:path>
              <a:path w="351154" h="160655">
                <a:moveTo>
                  <a:pt x="339055" y="116866"/>
                </a:moveTo>
                <a:lnTo>
                  <a:pt x="287777" y="116866"/>
                </a:lnTo>
                <a:lnTo>
                  <a:pt x="290463" y="120132"/>
                </a:lnTo>
                <a:lnTo>
                  <a:pt x="293686" y="122846"/>
                </a:lnTo>
                <a:lnTo>
                  <a:pt x="297805" y="124988"/>
                </a:lnTo>
                <a:lnTo>
                  <a:pt x="301745" y="127130"/>
                </a:lnTo>
                <a:lnTo>
                  <a:pt x="306401" y="128201"/>
                </a:lnTo>
                <a:lnTo>
                  <a:pt x="318399" y="128201"/>
                </a:lnTo>
                <a:lnTo>
                  <a:pt x="325025" y="126255"/>
                </a:lnTo>
                <a:lnTo>
                  <a:pt x="331292" y="122328"/>
                </a:lnTo>
                <a:lnTo>
                  <a:pt x="337739" y="118401"/>
                </a:lnTo>
                <a:lnTo>
                  <a:pt x="339055" y="116866"/>
                </a:lnTo>
                <a:close/>
              </a:path>
              <a:path w="351154" h="160655">
                <a:moveTo>
                  <a:pt x="340473" y="46214"/>
                </a:moveTo>
                <a:lnTo>
                  <a:pt x="317683" y="46214"/>
                </a:lnTo>
                <a:lnTo>
                  <a:pt x="323413" y="49052"/>
                </a:lnTo>
                <a:lnTo>
                  <a:pt x="328069" y="54764"/>
                </a:lnTo>
                <a:lnTo>
                  <a:pt x="331153" y="59574"/>
                </a:lnTo>
                <a:lnTo>
                  <a:pt x="333397" y="65463"/>
                </a:lnTo>
                <a:lnTo>
                  <a:pt x="334768" y="72434"/>
                </a:lnTo>
                <a:lnTo>
                  <a:pt x="335232" y="80487"/>
                </a:lnTo>
                <a:lnTo>
                  <a:pt x="334765" y="88908"/>
                </a:lnTo>
                <a:lnTo>
                  <a:pt x="317324" y="115688"/>
                </a:lnTo>
                <a:lnTo>
                  <a:pt x="340065" y="115688"/>
                </a:lnTo>
                <a:lnTo>
                  <a:pt x="342574" y="112760"/>
                </a:lnTo>
                <a:lnTo>
                  <a:pt x="345798" y="105406"/>
                </a:lnTo>
                <a:lnTo>
                  <a:pt x="349200" y="98034"/>
                </a:lnTo>
                <a:lnTo>
                  <a:pt x="350794" y="89861"/>
                </a:lnTo>
                <a:lnTo>
                  <a:pt x="350812" y="71990"/>
                </a:lnTo>
                <a:lnTo>
                  <a:pt x="349200" y="64100"/>
                </a:lnTo>
                <a:lnTo>
                  <a:pt x="346335" y="56906"/>
                </a:lnTo>
                <a:lnTo>
                  <a:pt x="343291" y="49731"/>
                </a:lnTo>
                <a:lnTo>
                  <a:pt x="340473" y="46214"/>
                </a:lnTo>
                <a:close/>
              </a:path>
              <a:path w="351154" h="160655">
                <a:moveTo>
                  <a:pt x="320190" y="34272"/>
                </a:moveTo>
                <a:lnTo>
                  <a:pt x="306759" y="34272"/>
                </a:lnTo>
                <a:lnTo>
                  <a:pt x="301745" y="35415"/>
                </a:lnTo>
                <a:lnTo>
                  <a:pt x="297626" y="37699"/>
                </a:lnTo>
                <a:lnTo>
                  <a:pt x="293328" y="39984"/>
                </a:lnTo>
                <a:lnTo>
                  <a:pt x="289747" y="43412"/>
                </a:lnTo>
                <a:lnTo>
                  <a:pt x="286344" y="47981"/>
                </a:lnTo>
                <a:lnTo>
                  <a:pt x="301273" y="47981"/>
                </a:lnTo>
                <a:lnTo>
                  <a:pt x="304610" y="46214"/>
                </a:lnTo>
                <a:lnTo>
                  <a:pt x="340473" y="46214"/>
                </a:lnTo>
                <a:lnTo>
                  <a:pt x="338814" y="44143"/>
                </a:lnTo>
                <a:lnTo>
                  <a:pt x="326995" y="36254"/>
                </a:lnTo>
                <a:lnTo>
                  <a:pt x="320190" y="342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2" name="object 52"/>
          <p:cNvSpPr/>
          <p:nvPr/>
        </p:nvSpPr>
        <p:spPr>
          <a:xfrm>
            <a:off x="3487390" y="2156376"/>
            <a:ext cx="46355" cy="125095"/>
          </a:xfrm>
          <a:custGeom>
            <a:avLst/>
            <a:gdLst/>
            <a:ahLst/>
            <a:cxnLst/>
            <a:rect l="l" t="t" r="r" b="b"/>
            <a:pathLst>
              <a:path w="46354" h="125094">
                <a:moveTo>
                  <a:pt x="45843" y="0"/>
                </a:moveTo>
                <a:lnTo>
                  <a:pt x="35994" y="0"/>
                </a:lnTo>
                <a:lnTo>
                  <a:pt x="33308" y="5372"/>
                </a:lnTo>
                <a:lnTo>
                  <a:pt x="28652" y="10888"/>
                </a:lnTo>
                <a:lnTo>
                  <a:pt x="0" y="31148"/>
                </a:lnTo>
                <a:lnTo>
                  <a:pt x="0" y="45875"/>
                </a:lnTo>
                <a:lnTo>
                  <a:pt x="30443" y="27507"/>
                </a:lnTo>
                <a:lnTo>
                  <a:pt x="30443" y="124577"/>
                </a:lnTo>
                <a:lnTo>
                  <a:pt x="45843" y="124577"/>
                </a:lnTo>
                <a:lnTo>
                  <a:pt x="4584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3" name="object 53"/>
          <p:cNvSpPr/>
          <p:nvPr/>
        </p:nvSpPr>
        <p:spPr>
          <a:xfrm>
            <a:off x="5018859" y="2145844"/>
            <a:ext cx="351155" cy="160655"/>
          </a:xfrm>
          <a:custGeom>
            <a:avLst/>
            <a:gdLst/>
            <a:ahLst/>
            <a:cxnLst/>
            <a:rect l="l" t="t" r="r" b="b"/>
            <a:pathLst>
              <a:path w="351154" h="160655">
                <a:moveTo>
                  <a:pt x="15579" y="84967"/>
                </a:moveTo>
                <a:lnTo>
                  <a:pt x="0" y="86324"/>
                </a:lnTo>
                <a:lnTo>
                  <a:pt x="358" y="94606"/>
                </a:lnTo>
                <a:lnTo>
                  <a:pt x="2507" y="102050"/>
                </a:lnTo>
                <a:lnTo>
                  <a:pt x="6984" y="108619"/>
                </a:lnTo>
                <a:lnTo>
                  <a:pt x="11281" y="115188"/>
                </a:lnTo>
                <a:lnTo>
                  <a:pt x="53185" y="128290"/>
                </a:lnTo>
                <a:lnTo>
                  <a:pt x="61960" y="128290"/>
                </a:lnTo>
                <a:lnTo>
                  <a:pt x="91051" y="113564"/>
                </a:lnTo>
                <a:lnTo>
                  <a:pt x="45306" y="113564"/>
                </a:lnTo>
                <a:lnTo>
                  <a:pt x="38859" y="112350"/>
                </a:lnTo>
                <a:lnTo>
                  <a:pt x="33308" y="109886"/>
                </a:lnTo>
                <a:lnTo>
                  <a:pt x="27577" y="107441"/>
                </a:lnTo>
                <a:lnTo>
                  <a:pt x="23459" y="104210"/>
                </a:lnTo>
                <a:lnTo>
                  <a:pt x="18086" y="96267"/>
                </a:lnTo>
                <a:lnTo>
                  <a:pt x="16296" y="91179"/>
                </a:lnTo>
                <a:lnTo>
                  <a:pt x="15579" y="84967"/>
                </a:lnTo>
                <a:close/>
              </a:path>
              <a:path w="351154" h="160655">
                <a:moveTo>
                  <a:pt x="57841" y="0"/>
                </a:moveTo>
                <a:lnTo>
                  <a:pt x="40292" y="0"/>
                </a:lnTo>
                <a:lnTo>
                  <a:pt x="32592" y="1410"/>
                </a:lnTo>
                <a:lnTo>
                  <a:pt x="18982" y="7050"/>
                </a:lnTo>
                <a:lnTo>
                  <a:pt x="13788" y="11192"/>
                </a:lnTo>
                <a:lnTo>
                  <a:pt x="6625" y="22080"/>
                </a:lnTo>
                <a:lnTo>
                  <a:pt x="4835" y="27935"/>
                </a:lnTo>
                <a:lnTo>
                  <a:pt x="4835" y="39895"/>
                </a:lnTo>
                <a:lnTo>
                  <a:pt x="22563" y="61191"/>
                </a:lnTo>
                <a:lnTo>
                  <a:pt x="27040" y="63618"/>
                </a:lnTo>
                <a:lnTo>
                  <a:pt x="35099" y="66189"/>
                </a:lnTo>
                <a:lnTo>
                  <a:pt x="58021" y="71669"/>
                </a:lnTo>
                <a:lnTo>
                  <a:pt x="65363" y="73686"/>
                </a:lnTo>
                <a:lnTo>
                  <a:pt x="68586" y="74971"/>
                </a:lnTo>
                <a:lnTo>
                  <a:pt x="73958" y="76952"/>
                </a:lnTo>
                <a:lnTo>
                  <a:pt x="77540" y="79398"/>
                </a:lnTo>
                <a:lnTo>
                  <a:pt x="82196" y="85199"/>
                </a:lnTo>
                <a:lnTo>
                  <a:pt x="83270" y="88609"/>
                </a:lnTo>
                <a:lnTo>
                  <a:pt x="83270" y="96338"/>
                </a:lnTo>
                <a:lnTo>
                  <a:pt x="82017" y="99872"/>
                </a:lnTo>
                <a:lnTo>
                  <a:pt x="77361" y="106352"/>
                </a:lnTo>
                <a:lnTo>
                  <a:pt x="73779" y="108922"/>
                </a:lnTo>
                <a:lnTo>
                  <a:pt x="68944" y="110779"/>
                </a:lnTo>
                <a:lnTo>
                  <a:pt x="64288" y="112635"/>
                </a:lnTo>
                <a:lnTo>
                  <a:pt x="58737" y="113564"/>
                </a:lnTo>
                <a:lnTo>
                  <a:pt x="91051" y="113564"/>
                </a:lnTo>
                <a:lnTo>
                  <a:pt x="97238" y="103960"/>
                </a:lnTo>
                <a:lnTo>
                  <a:pt x="99208" y="97748"/>
                </a:lnTo>
                <a:lnTo>
                  <a:pt x="99208" y="84485"/>
                </a:lnTo>
                <a:lnTo>
                  <a:pt x="67265" y="57179"/>
                </a:lnTo>
                <a:lnTo>
                  <a:pt x="50320" y="52944"/>
                </a:lnTo>
                <a:lnTo>
                  <a:pt x="41296" y="50692"/>
                </a:lnTo>
                <a:lnTo>
                  <a:pt x="20772" y="37557"/>
                </a:lnTo>
                <a:lnTo>
                  <a:pt x="20781" y="27935"/>
                </a:lnTo>
                <a:lnTo>
                  <a:pt x="22921" y="23580"/>
                </a:lnTo>
                <a:lnTo>
                  <a:pt x="27577" y="19938"/>
                </a:lnTo>
                <a:lnTo>
                  <a:pt x="32054" y="16297"/>
                </a:lnTo>
                <a:lnTo>
                  <a:pt x="39397" y="14476"/>
                </a:lnTo>
                <a:lnTo>
                  <a:pt x="87371" y="14476"/>
                </a:lnTo>
                <a:lnTo>
                  <a:pt x="85598" y="11763"/>
                </a:lnTo>
                <a:lnTo>
                  <a:pt x="80047" y="7407"/>
                </a:lnTo>
                <a:lnTo>
                  <a:pt x="66079" y="1481"/>
                </a:lnTo>
                <a:lnTo>
                  <a:pt x="57841" y="0"/>
                </a:lnTo>
                <a:close/>
              </a:path>
              <a:path w="351154" h="160655">
                <a:moveTo>
                  <a:pt x="87371" y="14476"/>
                </a:moveTo>
                <a:lnTo>
                  <a:pt x="58916" y="14476"/>
                </a:lnTo>
                <a:lnTo>
                  <a:pt x="66079" y="16475"/>
                </a:lnTo>
                <a:lnTo>
                  <a:pt x="71093" y="20492"/>
                </a:lnTo>
                <a:lnTo>
                  <a:pt x="75928" y="24490"/>
                </a:lnTo>
                <a:lnTo>
                  <a:pt x="78794" y="30417"/>
                </a:lnTo>
                <a:lnTo>
                  <a:pt x="79689" y="38253"/>
                </a:lnTo>
                <a:lnTo>
                  <a:pt x="95448" y="37075"/>
                </a:lnTo>
                <a:lnTo>
                  <a:pt x="95090" y="29792"/>
                </a:lnTo>
                <a:lnTo>
                  <a:pt x="93120" y="23276"/>
                </a:lnTo>
                <a:lnTo>
                  <a:pt x="87371" y="14476"/>
                </a:lnTo>
                <a:close/>
              </a:path>
              <a:path w="351154" h="160655">
                <a:moveTo>
                  <a:pt x="141112" y="48160"/>
                </a:moveTo>
                <a:lnTo>
                  <a:pt x="125891" y="48160"/>
                </a:lnTo>
                <a:lnTo>
                  <a:pt x="125891" y="108994"/>
                </a:lnTo>
                <a:lnTo>
                  <a:pt x="141650" y="127362"/>
                </a:lnTo>
                <a:lnTo>
                  <a:pt x="150604" y="127362"/>
                </a:lnTo>
                <a:lnTo>
                  <a:pt x="154364" y="126916"/>
                </a:lnTo>
                <a:lnTo>
                  <a:pt x="158662" y="126005"/>
                </a:lnTo>
                <a:lnTo>
                  <a:pt x="156610" y="113153"/>
                </a:lnTo>
                <a:lnTo>
                  <a:pt x="147559" y="113153"/>
                </a:lnTo>
                <a:lnTo>
                  <a:pt x="145768" y="112778"/>
                </a:lnTo>
                <a:lnTo>
                  <a:pt x="144694" y="112046"/>
                </a:lnTo>
                <a:lnTo>
                  <a:pt x="143440" y="111314"/>
                </a:lnTo>
                <a:lnTo>
                  <a:pt x="142545" y="110333"/>
                </a:lnTo>
                <a:lnTo>
                  <a:pt x="141471" y="107834"/>
                </a:lnTo>
                <a:lnTo>
                  <a:pt x="141112" y="105049"/>
                </a:lnTo>
                <a:lnTo>
                  <a:pt x="141112" y="48160"/>
                </a:lnTo>
                <a:close/>
              </a:path>
              <a:path w="351154" h="160655">
                <a:moveTo>
                  <a:pt x="156513" y="112546"/>
                </a:moveTo>
                <a:lnTo>
                  <a:pt x="153827" y="112939"/>
                </a:lnTo>
                <a:lnTo>
                  <a:pt x="151499" y="113153"/>
                </a:lnTo>
                <a:lnTo>
                  <a:pt x="156610" y="113153"/>
                </a:lnTo>
                <a:lnTo>
                  <a:pt x="156513" y="112546"/>
                </a:lnTo>
                <a:close/>
              </a:path>
              <a:path w="351154" h="160655">
                <a:moveTo>
                  <a:pt x="156513" y="36307"/>
                </a:moveTo>
                <a:lnTo>
                  <a:pt x="114788" y="36307"/>
                </a:lnTo>
                <a:lnTo>
                  <a:pt x="114788" y="48160"/>
                </a:lnTo>
                <a:lnTo>
                  <a:pt x="156513" y="48160"/>
                </a:lnTo>
                <a:lnTo>
                  <a:pt x="156513" y="36307"/>
                </a:lnTo>
                <a:close/>
              </a:path>
              <a:path w="351154" h="160655">
                <a:moveTo>
                  <a:pt x="141112" y="4908"/>
                </a:moveTo>
                <a:lnTo>
                  <a:pt x="125891" y="14048"/>
                </a:lnTo>
                <a:lnTo>
                  <a:pt x="125891" y="36307"/>
                </a:lnTo>
                <a:lnTo>
                  <a:pt x="141112" y="36307"/>
                </a:lnTo>
                <a:lnTo>
                  <a:pt x="141112" y="4908"/>
                </a:lnTo>
                <a:close/>
              </a:path>
              <a:path w="351154" h="160655">
                <a:moveTo>
                  <a:pt x="209878" y="34272"/>
                </a:moveTo>
                <a:lnTo>
                  <a:pt x="174443" y="53701"/>
                </a:lnTo>
                <a:lnTo>
                  <a:pt x="167795" y="82004"/>
                </a:lnTo>
                <a:lnTo>
                  <a:pt x="168531" y="92356"/>
                </a:lnTo>
                <a:lnTo>
                  <a:pt x="193022" y="125171"/>
                </a:lnTo>
                <a:lnTo>
                  <a:pt x="210773" y="128201"/>
                </a:lnTo>
                <a:lnTo>
                  <a:pt x="218328" y="127726"/>
                </a:lnTo>
                <a:lnTo>
                  <a:pt x="241811" y="115688"/>
                </a:lnTo>
                <a:lnTo>
                  <a:pt x="203431" y="115688"/>
                </a:lnTo>
                <a:lnTo>
                  <a:pt x="196985" y="113064"/>
                </a:lnTo>
                <a:lnTo>
                  <a:pt x="186956" y="102568"/>
                </a:lnTo>
                <a:lnTo>
                  <a:pt x="184270" y="94999"/>
                </a:lnTo>
                <a:lnTo>
                  <a:pt x="183554" y="85128"/>
                </a:lnTo>
                <a:lnTo>
                  <a:pt x="250887" y="85128"/>
                </a:lnTo>
                <a:lnTo>
                  <a:pt x="250887" y="81076"/>
                </a:lnTo>
                <a:lnTo>
                  <a:pt x="250316" y="72615"/>
                </a:lnTo>
                <a:lnTo>
                  <a:pt x="184449" y="72615"/>
                </a:lnTo>
                <a:lnTo>
                  <a:pt x="184986" y="64778"/>
                </a:lnTo>
                <a:lnTo>
                  <a:pt x="187673" y="58513"/>
                </a:lnTo>
                <a:lnTo>
                  <a:pt x="192449" y="53701"/>
                </a:lnTo>
                <a:lnTo>
                  <a:pt x="197164" y="49142"/>
                </a:lnTo>
                <a:lnTo>
                  <a:pt x="203073" y="46803"/>
                </a:lnTo>
                <a:lnTo>
                  <a:pt x="239612" y="46803"/>
                </a:lnTo>
                <a:lnTo>
                  <a:pt x="239426" y="46553"/>
                </a:lnTo>
                <a:lnTo>
                  <a:pt x="233348" y="41178"/>
                </a:lnTo>
                <a:lnTo>
                  <a:pt x="226398" y="37340"/>
                </a:lnTo>
                <a:lnTo>
                  <a:pt x="218575" y="35039"/>
                </a:lnTo>
                <a:lnTo>
                  <a:pt x="209878" y="34272"/>
                </a:lnTo>
                <a:close/>
              </a:path>
              <a:path w="351154" h="160655">
                <a:moveTo>
                  <a:pt x="234591" y="97230"/>
                </a:moveTo>
                <a:lnTo>
                  <a:pt x="232263" y="103674"/>
                </a:lnTo>
                <a:lnTo>
                  <a:pt x="229218" y="108351"/>
                </a:lnTo>
                <a:lnTo>
                  <a:pt x="221339" y="114224"/>
                </a:lnTo>
                <a:lnTo>
                  <a:pt x="216504" y="115688"/>
                </a:lnTo>
                <a:lnTo>
                  <a:pt x="241811" y="115688"/>
                </a:lnTo>
                <a:lnTo>
                  <a:pt x="245134" y="111426"/>
                </a:lnTo>
                <a:lnTo>
                  <a:pt x="248170" y="105686"/>
                </a:lnTo>
                <a:lnTo>
                  <a:pt x="250350" y="99176"/>
                </a:lnTo>
                <a:lnTo>
                  <a:pt x="234591" y="97230"/>
                </a:lnTo>
                <a:close/>
              </a:path>
              <a:path w="351154" h="160655">
                <a:moveTo>
                  <a:pt x="239612" y="46803"/>
                </a:moveTo>
                <a:lnTo>
                  <a:pt x="217937" y="46803"/>
                </a:lnTo>
                <a:lnTo>
                  <a:pt x="224204" y="49731"/>
                </a:lnTo>
                <a:lnTo>
                  <a:pt x="229039" y="55603"/>
                </a:lnTo>
                <a:lnTo>
                  <a:pt x="232263" y="59388"/>
                </a:lnTo>
                <a:lnTo>
                  <a:pt x="234054" y="65046"/>
                </a:lnTo>
                <a:lnTo>
                  <a:pt x="234770" y="72615"/>
                </a:lnTo>
                <a:lnTo>
                  <a:pt x="250316" y="72615"/>
                </a:lnTo>
                <a:lnTo>
                  <a:pt x="250179" y="70573"/>
                </a:lnTo>
                <a:lnTo>
                  <a:pt x="248044" y="61318"/>
                </a:lnTo>
                <a:lnTo>
                  <a:pt x="244465" y="53310"/>
                </a:lnTo>
                <a:lnTo>
                  <a:pt x="239612" y="46803"/>
                </a:lnTo>
                <a:close/>
              </a:path>
              <a:path w="351154" h="160655">
                <a:moveTo>
                  <a:pt x="286344" y="36307"/>
                </a:moveTo>
                <a:lnTo>
                  <a:pt x="272555" y="36307"/>
                </a:lnTo>
                <a:lnTo>
                  <a:pt x="272555" y="160617"/>
                </a:lnTo>
                <a:lnTo>
                  <a:pt x="287777" y="160617"/>
                </a:lnTo>
                <a:lnTo>
                  <a:pt x="287777" y="116866"/>
                </a:lnTo>
                <a:lnTo>
                  <a:pt x="339055" y="116866"/>
                </a:lnTo>
                <a:lnTo>
                  <a:pt x="340065" y="115688"/>
                </a:lnTo>
                <a:lnTo>
                  <a:pt x="303715" y="115688"/>
                </a:lnTo>
                <a:lnTo>
                  <a:pt x="298163" y="112921"/>
                </a:lnTo>
                <a:lnTo>
                  <a:pt x="286344" y="81754"/>
                </a:lnTo>
                <a:lnTo>
                  <a:pt x="286814" y="73594"/>
                </a:lnTo>
                <a:lnTo>
                  <a:pt x="301273" y="47981"/>
                </a:lnTo>
                <a:lnTo>
                  <a:pt x="286344" y="47981"/>
                </a:lnTo>
                <a:lnTo>
                  <a:pt x="286344" y="36307"/>
                </a:lnTo>
                <a:close/>
              </a:path>
              <a:path w="351154" h="160655">
                <a:moveTo>
                  <a:pt x="339055" y="116866"/>
                </a:moveTo>
                <a:lnTo>
                  <a:pt x="287777" y="116866"/>
                </a:lnTo>
                <a:lnTo>
                  <a:pt x="290463" y="120132"/>
                </a:lnTo>
                <a:lnTo>
                  <a:pt x="293686" y="122846"/>
                </a:lnTo>
                <a:lnTo>
                  <a:pt x="297805" y="124988"/>
                </a:lnTo>
                <a:lnTo>
                  <a:pt x="301745" y="127130"/>
                </a:lnTo>
                <a:lnTo>
                  <a:pt x="306401" y="128201"/>
                </a:lnTo>
                <a:lnTo>
                  <a:pt x="318399" y="128201"/>
                </a:lnTo>
                <a:lnTo>
                  <a:pt x="325025" y="126255"/>
                </a:lnTo>
                <a:lnTo>
                  <a:pt x="331292" y="122328"/>
                </a:lnTo>
                <a:lnTo>
                  <a:pt x="337739" y="118401"/>
                </a:lnTo>
                <a:lnTo>
                  <a:pt x="339055" y="116866"/>
                </a:lnTo>
                <a:close/>
              </a:path>
              <a:path w="351154" h="160655">
                <a:moveTo>
                  <a:pt x="340478" y="46214"/>
                </a:moveTo>
                <a:lnTo>
                  <a:pt x="317683" y="46214"/>
                </a:lnTo>
                <a:lnTo>
                  <a:pt x="323413" y="49052"/>
                </a:lnTo>
                <a:lnTo>
                  <a:pt x="328069" y="54764"/>
                </a:lnTo>
                <a:lnTo>
                  <a:pt x="331153" y="59574"/>
                </a:lnTo>
                <a:lnTo>
                  <a:pt x="333397" y="65463"/>
                </a:lnTo>
                <a:lnTo>
                  <a:pt x="334768" y="72434"/>
                </a:lnTo>
                <a:lnTo>
                  <a:pt x="335232" y="80487"/>
                </a:lnTo>
                <a:lnTo>
                  <a:pt x="334765" y="88908"/>
                </a:lnTo>
                <a:lnTo>
                  <a:pt x="317324" y="115688"/>
                </a:lnTo>
                <a:lnTo>
                  <a:pt x="340065" y="115688"/>
                </a:lnTo>
                <a:lnTo>
                  <a:pt x="342574" y="112760"/>
                </a:lnTo>
                <a:lnTo>
                  <a:pt x="345798" y="105406"/>
                </a:lnTo>
                <a:lnTo>
                  <a:pt x="349200" y="98034"/>
                </a:lnTo>
                <a:lnTo>
                  <a:pt x="350794" y="89861"/>
                </a:lnTo>
                <a:lnTo>
                  <a:pt x="350812" y="71990"/>
                </a:lnTo>
                <a:lnTo>
                  <a:pt x="349200" y="64100"/>
                </a:lnTo>
                <a:lnTo>
                  <a:pt x="346335" y="56906"/>
                </a:lnTo>
                <a:lnTo>
                  <a:pt x="343291" y="49713"/>
                </a:lnTo>
                <a:lnTo>
                  <a:pt x="340478" y="46214"/>
                </a:lnTo>
                <a:close/>
              </a:path>
              <a:path w="351154" h="160655">
                <a:moveTo>
                  <a:pt x="320190" y="34272"/>
                </a:moveTo>
                <a:lnTo>
                  <a:pt x="306759" y="34272"/>
                </a:lnTo>
                <a:lnTo>
                  <a:pt x="301745" y="35415"/>
                </a:lnTo>
                <a:lnTo>
                  <a:pt x="297626" y="37699"/>
                </a:lnTo>
                <a:lnTo>
                  <a:pt x="293328" y="39984"/>
                </a:lnTo>
                <a:lnTo>
                  <a:pt x="289747" y="43412"/>
                </a:lnTo>
                <a:lnTo>
                  <a:pt x="286344" y="47981"/>
                </a:lnTo>
                <a:lnTo>
                  <a:pt x="301273" y="47981"/>
                </a:lnTo>
                <a:lnTo>
                  <a:pt x="304610" y="46214"/>
                </a:lnTo>
                <a:lnTo>
                  <a:pt x="340478" y="46214"/>
                </a:lnTo>
                <a:lnTo>
                  <a:pt x="338814" y="44143"/>
                </a:lnTo>
                <a:lnTo>
                  <a:pt x="326995" y="36254"/>
                </a:lnTo>
                <a:lnTo>
                  <a:pt x="320190" y="342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54" name="object 54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5434497" y="2147450"/>
            <a:ext cx="82375" cy="124577"/>
          </a:xfrm>
          <a:prstGeom prst="rect">
            <a:avLst/>
          </a:prstGeom>
        </p:spPr>
      </p:pic>
      <p:grpSp>
        <p:nvGrpSpPr>
          <p:cNvPr id="55" name="object 55"/>
          <p:cNvGrpSpPr/>
          <p:nvPr/>
        </p:nvGrpSpPr>
        <p:grpSpPr>
          <a:xfrm>
            <a:off x="4684344" y="1257817"/>
            <a:ext cx="827405" cy="330200"/>
            <a:chOff x="4684344" y="1257817"/>
            <a:chExt cx="827405" cy="330200"/>
          </a:xfrm>
        </p:grpSpPr>
        <p:sp>
          <p:nvSpPr>
            <p:cNvPr id="56" name="object 56"/>
            <p:cNvSpPr/>
            <p:nvPr/>
          </p:nvSpPr>
          <p:spPr>
            <a:xfrm>
              <a:off x="5018859" y="1381259"/>
              <a:ext cx="364490" cy="128905"/>
            </a:xfrm>
            <a:custGeom>
              <a:avLst/>
              <a:gdLst/>
              <a:ahLst/>
              <a:cxnLst/>
              <a:rect l="l" t="t" r="r" b="b"/>
              <a:pathLst>
                <a:path w="364489" h="128905">
                  <a:moveTo>
                    <a:pt x="25249" y="2142"/>
                  </a:moveTo>
                  <a:lnTo>
                    <a:pt x="0" y="2142"/>
                  </a:lnTo>
                  <a:lnTo>
                    <a:pt x="0" y="126202"/>
                  </a:lnTo>
                  <a:lnTo>
                    <a:pt x="25249" y="126202"/>
                  </a:lnTo>
                  <a:lnTo>
                    <a:pt x="25249" y="71936"/>
                  </a:lnTo>
                  <a:lnTo>
                    <a:pt x="99566" y="71936"/>
                  </a:lnTo>
                  <a:lnTo>
                    <a:pt x="99566" y="50873"/>
                  </a:lnTo>
                  <a:lnTo>
                    <a:pt x="25249" y="50873"/>
                  </a:lnTo>
                  <a:lnTo>
                    <a:pt x="25249" y="2142"/>
                  </a:lnTo>
                  <a:close/>
                </a:path>
                <a:path w="364489" h="128905">
                  <a:moveTo>
                    <a:pt x="99566" y="71936"/>
                  </a:moveTo>
                  <a:lnTo>
                    <a:pt x="74496" y="71936"/>
                  </a:lnTo>
                  <a:lnTo>
                    <a:pt x="74496" y="126202"/>
                  </a:lnTo>
                  <a:lnTo>
                    <a:pt x="99566" y="126202"/>
                  </a:lnTo>
                  <a:lnTo>
                    <a:pt x="99566" y="71936"/>
                  </a:lnTo>
                  <a:close/>
                </a:path>
                <a:path w="364489" h="128905">
                  <a:moveTo>
                    <a:pt x="99566" y="2142"/>
                  </a:moveTo>
                  <a:lnTo>
                    <a:pt x="74496" y="2142"/>
                  </a:lnTo>
                  <a:lnTo>
                    <a:pt x="74496" y="50873"/>
                  </a:lnTo>
                  <a:lnTo>
                    <a:pt x="99566" y="50873"/>
                  </a:lnTo>
                  <a:lnTo>
                    <a:pt x="99566" y="2142"/>
                  </a:lnTo>
                  <a:close/>
                </a:path>
                <a:path w="364489" h="128905">
                  <a:moveTo>
                    <a:pt x="147380" y="83361"/>
                  </a:moveTo>
                  <a:lnTo>
                    <a:pt x="122847" y="85860"/>
                  </a:lnTo>
                  <a:lnTo>
                    <a:pt x="124721" y="95566"/>
                  </a:lnTo>
                  <a:lnTo>
                    <a:pt x="127905" y="104067"/>
                  </a:lnTo>
                  <a:lnTo>
                    <a:pt x="163125" y="127671"/>
                  </a:lnTo>
                  <a:lnTo>
                    <a:pt x="174242" y="128344"/>
                  </a:lnTo>
                  <a:lnTo>
                    <a:pt x="181992" y="128073"/>
                  </a:lnTo>
                  <a:lnTo>
                    <a:pt x="219917" y="107102"/>
                  </a:lnTo>
                  <a:lnTo>
                    <a:pt x="166900" y="107102"/>
                  </a:lnTo>
                  <a:lnTo>
                    <a:pt x="160811" y="105317"/>
                  </a:lnTo>
                  <a:lnTo>
                    <a:pt x="156334" y="101390"/>
                  </a:lnTo>
                  <a:lnTo>
                    <a:pt x="151857" y="97641"/>
                  </a:lnTo>
                  <a:lnTo>
                    <a:pt x="148813" y="91572"/>
                  </a:lnTo>
                  <a:lnTo>
                    <a:pt x="147380" y="83361"/>
                  </a:lnTo>
                  <a:close/>
                </a:path>
                <a:path w="364489" h="128905">
                  <a:moveTo>
                    <a:pt x="172809" y="0"/>
                  </a:moveTo>
                  <a:lnTo>
                    <a:pt x="163318" y="0"/>
                  </a:lnTo>
                  <a:lnTo>
                    <a:pt x="155080" y="1428"/>
                  </a:lnTo>
                  <a:lnTo>
                    <a:pt x="148275" y="4284"/>
                  </a:lnTo>
                  <a:lnTo>
                    <a:pt x="141650" y="7140"/>
                  </a:lnTo>
                  <a:lnTo>
                    <a:pt x="136456" y="11424"/>
                  </a:lnTo>
                  <a:lnTo>
                    <a:pt x="132875" y="16779"/>
                  </a:lnTo>
                  <a:lnTo>
                    <a:pt x="129114" y="22312"/>
                  </a:lnTo>
                  <a:lnTo>
                    <a:pt x="127323" y="28203"/>
                  </a:lnTo>
                  <a:lnTo>
                    <a:pt x="127323" y="34629"/>
                  </a:lnTo>
                  <a:lnTo>
                    <a:pt x="150066" y="66291"/>
                  </a:lnTo>
                  <a:lnTo>
                    <a:pt x="184449" y="76221"/>
                  </a:lnTo>
                  <a:lnTo>
                    <a:pt x="187314" y="77292"/>
                  </a:lnTo>
                  <a:lnTo>
                    <a:pt x="191612" y="78720"/>
                  </a:lnTo>
                  <a:lnTo>
                    <a:pt x="194657" y="80505"/>
                  </a:lnTo>
                  <a:lnTo>
                    <a:pt x="198059" y="84610"/>
                  </a:lnTo>
                  <a:lnTo>
                    <a:pt x="198954" y="87109"/>
                  </a:lnTo>
                  <a:lnTo>
                    <a:pt x="198954" y="94606"/>
                  </a:lnTo>
                  <a:lnTo>
                    <a:pt x="196985" y="98712"/>
                  </a:lnTo>
                  <a:lnTo>
                    <a:pt x="188747" y="105495"/>
                  </a:lnTo>
                  <a:lnTo>
                    <a:pt x="182658" y="107102"/>
                  </a:lnTo>
                  <a:lnTo>
                    <a:pt x="219917" y="107102"/>
                  </a:lnTo>
                  <a:lnTo>
                    <a:pt x="222055" y="103710"/>
                  </a:lnTo>
                  <a:lnTo>
                    <a:pt x="224025" y="97105"/>
                  </a:lnTo>
                  <a:lnTo>
                    <a:pt x="224025" y="82111"/>
                  </a:lnTo>
                  <a:lnTo>
                    <a:pt x="194209" y="53127"/>
                  </a:lnTo>
                  <a:lnTo>
                    <a:pt x="166004" y="45875"/>
                  </a:lnTo>
                  <a:lnTo>
                    <a:pt x="158304" y="43019"/>
                  </a:lnTo>
                  <a:lnTo>
                    <a:pt x="155080" y="40341"/>
                  </a:lnTo>
                  <a:lnTo>
                    <a:pt x="152752" y="38378"/>
                  </a:lnTo>
                  <a:lnTo>
                    <a:pt x="151499" y="35879"/>
                  </a:lnTo>
                  <a:lnTo>
                    <a:pt x="151499" y="29631"/>
                  </a:lnTo>
                  <a:lnTo>
                    <a:pt x="152752" y="27132"/>
                  </a:lnTo>
                  <a:lnTo>
                    <a:pt x="159557" y="22134"/>
                  </a:lnTo>
                  <a:lnTo>
                    <a:pt x="165288" y="20706"/>
                  </a:lnTo>
                  <a:lnTo>
                    <a:pt x="216265" y="20706"/>
                  </a:lnTo>
                  <a:lnTo>
                    <a:pt x="213292" y="15697"/>
                  </a:lnTo>
                  <a:lnTo>
                    <a:pt x="208087" y="10174"/>
                  </a:lnTo>
                  <a:lnTo>
                    <a:pt x="201442" y="5723"/>
                  </a:lnTo>
                  <a:lnTo>
                    <a:pt x="193336" y="2543"/>
                  </a:lnTo>
                  <a:lnTo>
                    <a:pt x="183786" y="635"/>
                  </a:lnTo>
                  <a:lnTo>
                    <a:pt x="172809" y="0"/>
                  </a:lnTo>
                  <a:close/>
                </a:path>
                <a:path w="364489" h="128905">
                  <a:moveTo>
                    <a:pt x="216265" y="20706"/>
                  </a:moveTo>
                  <a:lnTo>
                    <a:pt x="179614" y="20706"/>
                  </a:lnTo>
                  <a:lnTo>
                    <a:pt x="184986" y="22134"/>
                  </a:lnTo>
                  <a:lnTo>
                    <a:pt x="188568" y="24812"/>
                  </a:lnTo>
                  <a:lnTo>
                    <a:pt x="191970" y="27668"/>
                  </a:lnTo>
                  <a:lnTo>
                    <a:pt x="194298" y="32309"/>
                  </a:lnTo>
                  <a:lnTo>
                    <a:pt x="195373" y="38556"/>
                  </a:lnTo>
                  <a:lnTo>
                    <a:pt x="220444" y="37485"/>
                  </a:lnTo>
                  <a:lnTo>
                    <a:pt x="219470" y="29352"/>
                  </a:lnTo>
                  <a:lnTo>
                    <a:pt x="217086" y="22089"/>
                  </a:lnTo>
                  <a:lnTo>
                    <a:pt x="216265" y="20706"/>
                  </a:lnTo>
                  <a:close/>
                </a:path>
                <a:path w="364489" h="128905">
                  <a:moveTo>
                    <a:pt x="303894" y="0"/>
                  </a:moveTo>
                  <a:lnTo>
                    <a:pt x="265750" y="11067"/>
                  </a:lnTo>
                  <a:lnTo>
                    <a:pt x="245000" y="47437"/>
                  </a:lnTo>
                  <a:lnTo>
                    <a:pt x="243545" y="64796"/>
                  </a:lnTo>
                  <a:lnTo>
                    <a:pt x="244583" y="78853"/>
                  </a:lnTo>
                  <a:lnTo>
                    <a:pt x="268918" y="118780"/>
                  </a:lnTo>
                  <a:lnTo>
                    <a:pt x="304073" y="128344"/>
                  </a:lnTo>
                  <a:lnTo>
                    <a:pt x="317173" y="127273"/>
                  </a:lnTo>
                  <a:lnTo>
                    <a:pt x="328830" y="124060"/>
                  </a:lnTo>
                  <a:lnTo>
                    <a:pt x="339077" y="118704"/>
                  </a:lnTo>
                  <a:lnTo>
                    <a:pt x="347947" y="111207"/>
                  </a:lnTo>
                  <a:lnTo>
                    <a:pt x="351267" y="106923"/>
                  </a:lnTo>
                  <a:lnTo>
                    <a:pt x="304073" y="106923"/>
                  </a:lnTo>
                  <a:lnTo>
                    <a:pt x="296887" y="106226"/>
                  </a:lnTo>
                  <a:lnTo>
                    <a:pt x="270118" y="73920"/>
                  </a:lnTo>
                  <a:lnTo>
                    <a:pt x="269532" y="63725"/>
                  </a:lnTo>
                  <a:lnTo>
                    <a:pt x="270112" y="54041"/>
                  </a:lnTo>
                  <a:lnTo>
                    <a:pt x="296680" y="22087"/>
                  </a:lnTo>
                  <a:lnTo>
                    <a:pt x="304073" y="21420"/>
                  </a:lnTo>
                  <a:lnTo>
                    <a:pt x="351236" y="21420"/>
                  </a:lnTo>
                  <a:lnTo>
                    <a:pt x="347768" y="16957"/>
                  </a:lnTo>
                  <a:lnTo>
                    <a:pt x="338872" y="9563"/>
                  </a:lnTo>
                  <a:lnTo>
                    <a:pt x="328584" y="4261"/>
                  </a:lnTo>
                  <a:lnTo>
                    <a:pt x="316919" y="1068"/>
                  </a:lnTo>
                  <a:lnTo>
                    <a:pt x="303894" y="0"/>
                  </a:lnTo>
                  <a:close/>
                </a:path>
                <a:path w="364489" h="128905">
                  <a:moveTo>
                    <a:pt x="351236" y="21420"/>
                  </a:moveTo>
                  <a:lnTo>
                    <a:pt x="304073" y="21420"/>
                  </a:lnTo>
                  <a:lnTo>
                    <a:pt x="311462" y="22061"/>
                  </a:lnTo>
                  <a:lnTo>
                    <a:pt x="318063" y="24008"/>
                  </a:lnTo>
                  <a:lnTo>
                    <a:pt x="338277" y="63725"/>
                  </a:lnTo>
                  <a:lnTo>
                    <a:pt x="337700" y="73794"/>
                  </a:lnTo>
                  <a:lnTo>
                    <a:pt x="311258" y="106226"/>
                  </a:lnTo>
                  <a:lnTo>
                    <a:pt x="304073" y="106923"/>
                  </a:lnTo>
                  <a:lnTo>
                    <a:pt x="351267" y="106923"/>
                  </a:lnTo>
                  <a:lnTo>
                    <a:pt x="364383" y="64796"/>
                  </a:lnTo>
                  <a:lnTo>
                    <a:pt x="364383" y="63725"/>
                  </a:lnTo>
                  <a:lnTo>
                    <a:pt x="363381" y="49967"/>
                  </a:lnTo>
                  <a:lnTo>
                    <a:pt x="360258" y="37329"/>
                  </a:lnTo>
                  <a:lnTo>
                    <a:pt x="355054" y="26332"/>
                  </a:lnTo>
                  <a:lnTo>
                    <a:pt x="351236" y="214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7" name="object 57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396712" y="1456052"/>
              <a:ext cx="67153" cy="93339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5476222" y="1398233"/>
              <a:ext cx="35560" cy="18415"/>
            </a:xfrm>
            <a:custGeom>
              <a:avLst/>
              <a:gdLst/>
              <a:ahLst/>
              <a:cxnLst/>
              <a:rect l="l" t="t" r="r" b="b"/>
              <a:pathLst>
                <a:path w="35560" h="18415">
                  <a:moveTo>
                    <a:pt x="35145" y="0"/>
                  </a:moveTo>
                  <a:lnTo>
                    <a:pt x="0" y="0"/>
                  </a:lnTo>
                  <a:lnTo>
                    <a:pt x="0" y="17833"/>
                  </a:lnTo>
                  <a:lnTo>
                    <a:pt x="35145" y="17833"/>
                  </a:lnTo>
                  <a:lnTo>
                    <a:pt x="3514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4697087" y="1263179"/>
              <a:ext cx="323215" cy="260985"/>
            </a:xfrm>
            <a:custGeom>
              <a:avLst/>
              <a:gdLst/>
              <a:ahLst/>
              <a:cxnLst/>
              <a:rect l="l" t="t" r="r" b="b"/>
              <a:pathLst>
                <a:path w="323214" h="260984">
                  <a:moveTo>
                    <a:pt x="323025" y="55425"/>
                  </a:moveTo>
                  <a:lnTo>
                    <a:pt x="282520" y="24633"/>
                  </a:lnTo>
                  <a:lnTo>
                    <a:pt x="236862" y="6158"/>
                  </a:lnTo>
                  <a:lnTo>
                    <a:pt x="188627" y="0"/>
                  </a:lnTo>
                  <a:lnTo>
                    <a:pt x="140393" y="6158"/>
                  </a:lnTo>
                  <a:lnTo>
                    <a:pt x="94734" y="24633"/>
                  </a:lnTo>
                  <a:lnTo>
                    <a:pt x="54230" y="55425"/>
                  </a:lnTo>
                  <a:lnTo>
                    <a:pt x="26993" y="90348"/>
                  </a:lnTo>
                  <a:lnTo>
                    <a:pt x="8764" y="130627"/>
                  </a:lnTo>
                  <a:lnTo>
                    <a:pt x="0" y="173995"/>
                  </a:lnTo>
                  <a:lnTo>
                    <a:pt x="1154" y="218181"/>
                  </a:lnTo>
                  <a:lnTo>
                    <a:pt x="12684" y="260918"/>
                  </a:lnTo>
                </a:path>
              </a:pathLst>
            </a:custGeom>
            <a:ln w="10723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0" name="object 60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4684344" y="1501747"/>
              <a:ext cx="68225" cy="86061"/>
            </a:xfrm>
            <a:prstGeom prst="rect">
              <a:avLst/>
            </a:prstGeom>
          </p:spPr>
        </p:pic>
      </p:grpSp>
      <p:grpSp>
        <p:nvGrpSpPr>
          <p:cNvPr id="61" name="object 61"/>
          <p:cNvGrpSpPr/>
          <p:nvPr/>
        </p:nvGrpSpPr>
        <p:grpSpPr>
          <a:xfrm>
            <a:off x="1612623" y="3706206"/>
            <a:ext cx="539750" cy="986155"/>
            <a:chOff x="1612623" y="3706206"/>
            <a:chExt cx="539750" cy="986155"/>
          </a:xfrm>
        </p:grpSpPr>
        <p:sp>
          <p:nvSpPr>
            <p:cNvPr id="62" name="object 62"/>
            <p:cNvSpPr/>
            <p:nvPr/>
          </p:nvSpPr>
          <p:spPr>
            <a:xfrm>
              <a:off x="1612620" y="4072254"/>
              <a:ext cx="539750" cy="619760"/>
            </a:xfrm>
            <a:custGeom>
              <a:avLst/>
              <a:gdLst/>
              <a:ahLst/>
              <a:cxnLst/>
              <a:rect l="l" t="t" r="r" b="b"/>
              <a:pathLst>
                <a:path w="539750" h="619760">
                  <a:moveTo>
                    <a:pt x="539711" y="158635"/>
                  </a:moveTo>
                  <a:lnTo>
                    <a:pt x="538822" y="155422"/>
                  </a:lnTo>
                  <a:lnTo>
                    <a:pt x="538822" y="155067"/>
                  </a:lnTo>
                  <a:lnTo>
                    <a:pt x="538683" y="154940"/>
                  </a:lnTo>
                  <a:lnTo>
                    <a:pt x="538518" y="154787"/>
                  </a:lnTo>
                  <a:lnTo>
                    <a:pt x="536003" y="152336"/>
                  </a:lnTo>
                  <a:lnTo>
                    <a:pt x="534276" y="152336"/>
                  </a:lnTo>
                  <a:lnTo>
                    <a:pt x="526186" y="147675"/>
                  </a:lnTo>
                  <a:lnTo>
                    <a:pt x="526186" y="162293"/>
                  </a:lnTo>
                  <a:lnTo>
                    <a:pt x="526186" y="457530"/>
                  </a:lnTo>
                  <a:lnTo>
                    <a:pt x="269849" y="605193"/>
                  </a:lnTo>
                  <a:lnTo>
                    <a:pt x="13512" y="457530"/>
                  </a:lnTo>
                  <a:lnTo>
                    <a:pt x="13512" y="162242"/>
                  </a:lnTo>
                  <a:lnTo>
                    <a:pt x="269976" y="14566"/>
                  </a:lnTo>
                  <a:lnTo>
                    <a:pt x="526186" y="162293"/>
                  </a:lnTo>
                  <a:lnTo>
                    <a:pt x="526186" y="147675"/>
                  </a:lnTo>
                  <a:lnTo>
                    <a:pt x="274447" y="2578"/>
                  </a:lnTo>
                  <a:lnTo>
                    <a:pt x="273583" y="1041"/>
                  </a:lnTo>
                  <a:lnTo>
                    <a:pt x="270243" y="152"/>
                  </a:lnTo>
                  <a:lnTo>
                    <a:pt x="270002" y="0"/>
                  </a:lnTo>
                  <a:lnTo>
                    <a:pt x="269849" y="38"/>
                  </a:lnTo>
                  <a:lnTo>
                    <a:pt x="269722" y="0"/>
                  </a:lnTo>
                  <a:lnTo>
                    <a:pt x="269468" y="152"/>
                  </a:lnTo>
                  <a:lnTo>
                    <a:pt x="266128" y="1041"/>
                  </a:lnTo>
                  <a:lnTo>
                    <a:pt x="265239" y="2590"/>
                  </a:lnTo>
                  <a:lnTo>
                    <a:pt x="5410" y="152336"/>
                  </a:lnTo>
                  <a:lnTo>
                    <a:pt x="3721" y="152336"/>
                  </a:lnTo>
                  <a:lnTo>
                    <a:pt x="1168" y="154787"/>
                  </a:lnTo>
                  <a:lnTo>
                    <a:pt x="1028" y="154863"/>
                  </a:lnTo>
                  <a:lnTo>
                    <a:pt x="876" y="155067"/>
                  </a:lnTo>
                  <a:lnTo>
                    <a:pt x="876" y="155422"/>
                  </a:lnTo>
                  <a:lnTo>
                    <a:pt x="0" y="158635"/>
                  </a:lnTo>
                  <a:lnTo>
                    <a:pt x="876" y="160185"/>
                  </a:lnTo>
                  <a:lnTo>
                    <a:pt x="876" y="459511"/>
                  </a:lnTo>
                  <a:lnTo>
                    <a:pt x="0" y="461035"/>
                  </a:lnTo>
                  <a:lnTo>
                    <a:pt x="876" y="464324"/>
                  </a:lnTo>
                  <a:lnTo>
                    <a:pt x="876" y="464642"/>
                  </a:lnTo>
                  <a:lnTo>
                    <a:pt x="990" y="464769"/>
                  </a:lnTo>
                  <a:lnTo>
                    <a:pt x="1028" y="464896"/>
                  </a:lnTo>
                  <a:lnTo>
                    <a:pt x="1257" y="465035"/>
                  </a:lnTo>
                  <a:lnTo>
                    <a:pt x="3721" y="467487"/>
                  </a:lnTo>
                  <a:lnTo>
                    <a:pt x="5524" y="467487"/>
                  </a:lnTo>
                  <a:lnTo>
                    <a:pt x="265214" y="617067"/>
                  </a:lnTo>
                  <a:lnTo>
                    <a:pt x="266128" y="618629"/>
                  </a:lnTo>
                  <a:lnTo>
                    <a:pt x="269481" y="619531"/>
                  </a:lnTo>
                  <a:lnTo>
                    <a:pt x="269722" y="619658"/>
                  </a:lnTo>
                  <a:lnTo>
                    <a:pt x="269849" y="619633"/>
                  </a:lnTo>
                  <a:lnTo>
                    <a:pt x="270002" y="619658"/>
                  </a:lnTo>
                  <a:lnTo>
                    <a:pt x="270230" y="619531"/>
                  </a:lnTo>
                  <a:lnTo>
                    <a:pt x="273583" y="618629"/>
                  </a:lnTo>
                  <a:lnTo>
                    <a:pt x="274472" y="617080"/>
                  </a:lnTo>
                  <a:lnTo>
                    <a:pt x="534162" y="467487"/>
                  </a:lnTo>
                  <a:lnTo>
                    <a:pt x="536003" y="467487"/>
                  </a:lnTo>
                  <a:lnTo>
                    <a:pt x="538429" y="465035"/>
                  </a:lnTo>
                  <a:lnTo>
                    <a:pt x="538670" y="464896"/>
                  </a:lnTo>
                  <a:lnTo>
                    <a:pt x="538695" y="464769"/>
                  </a:lnTo>
                  <a:lnTo>
                    <a:pt x="538822" y="464642"/>
                  </a:lnTo>
                  <a:lnTo>
                    <a:pt x="538822" y="464337"/>
                  </a:lnTo>
                  <a:lnTo>
                    <a:pt x="539711" y="461035"/>
                  </a:lnTo>
                  <a:lnTo>
                    <a:pt x="538822" y="459498"/>
                  </a:lnTo>
                  <a:lnTo>
                    <a:pt x="538822" y="160197"/>
                  </a:lnTo>
                  <a:lnTo>
                    <a:pt x="539711" y="15863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3" name="object 63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810145" y="3706206"/>
              <a:ext cx="141097" cy="152340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979906" y="3708728"/>
              <a:ext cx="115730" cy="147297"/>
            </a:xfrm>
            <a:prstGeom prst="rect">
              <a:avLst/>
            </a:prstGeom>
          </p:spPr>
        </p:pic>
        <p:sp>
          <p:nvSpPr>
            <p:cNvPr id="65" name="object 65"/>
            <p:cNvSpPr/>
            <p:nvPr/>
          </p:nvSpPr>
          <p:spPr>
            <a:xfrm>
              <a:off x="1876159" y="3887754"/>
              <a:ext cx="12700" cy="198755"/>
            </a:xfrm>
            <a:custGeom>
              <a:avLst/>
              <a:gdLst/>
              <a:ahLst/>
              <a:cxnLst/>
              <a:rect l="l" t="t" r="r" b="b"/>
              <a:pathLst>
                <a:path w="12700" h="198754">
                  <a:moveTo>
                    <a:pt x="9814" y="0"/>
                  </a:moveTo>
                  <a:lnTo>
                    <a:pt x="2822" y="0"/>
                  </a:lnTo>
                  <a:lnTo>
                    <a:pt x="0" y="2731"/>
                  </a:lnTo>
                  <a:lnTo>
                    <a:pt x="0" y="191844"/>
                  </a:lnTo>
                  <a:lnTo>
                    <a:pt x="0" y="195206"/>
                  </a:lnTo>
                  <a:lnTo>
                    <a:pt x="2822" y="198147"/>
                  </a:lnTo>
                  <a:lnTo>
                    <a:pt x="9814" y="198147"/>
                  </a:lnTo>
                  <a:lnTo>
                    <a:pt x="12636" y="195206"/>
                  </a:lnTo>
                  <a:lnTo>
                    <a:pt x="12636" y="2731"/>
                  </a:lnTo>
                  <a:lnTo>
                    <a:pt x="981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66" name="object 66"/>
          <p:cNvGrpSpPr/>
          <p:nvPr/>
        </p:nvGrpSpPr>
        <p:grpSpPr>
          <a:xfrm>
            <a:off x="2573658" y="3906665"/>
            <a:ext cx="217170" cy="150495"/>
            <a:chOff x="2573658" y="3906665"/>
            <a:chExt cx="217170" cy="150495"/>
          </a:xfrm>
        </p:grpSpPr>
        <p:pic>
          <p:nvPicPr>
            <p:cNvPr id="67" name="object 67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2573658" y="3906665"/>
              <a:ext cx="97638" cy="147928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2692989" y="3909397"/>
              <a:ext cx="97828" cy="147717"/>
            </a:xfrm>
            <a:prstGeom prst="rect">
              <a:avLst/>
            </a:prstGeom>
          </p:spPr>
        </p:pic>
      </p:grpSp>
      <p:grpSp>
        <p:nvGrpSpPr>
          <p:cNvPr id="69" name="object 69"/>
          <p:cNvGrpSpPr/>
          <p:nvPr/>
        </p:nvGrpSpPr>
        <p:grpSpPr>
          <a:xfrm>
            <a:off x="2872829" y="3907395"/>
            <a:ext cx="309880" cy="149860"/>
            <a:chOff x="2872829" y="3907395"/>
            <a:chExt cx="309880" cy="149860"/>
          </a:xfrm>
        </p:grpSpPr>
        <p:pic>
          <p:nvPicPr>
            <p:cNvPr id="70" name="object 70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2872829" y="3945539"/>
              <a:ext cx="144815" cy="109054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3040896" y="3945539"/>
              <a:ext cx="100124" cy="111366"/>
            </a:xfrm>
            <a:prstGeom prst="rect">
              <a:avLst/>
            </a:prstGeom>
          </p:spPr>
        </p:pic>
        <p:sp>
          <p:nvSpPr>
            <p:cNvPr id="72" name="object 72"/>
            <p:cNvSpPr/>
            <p:nvPr/>
          </p:nvSpPr>
          <p:spPr>
            <a:xfrm>
              <a:off x="3164124" y="3907395"/>
              <a:ext cx="18415" cy="147320"/>
            </a:xfrm>
            <a:custGeom>
              <a:avLst/>
              <a:gdLst/>
              <a:ahLst/>
              <a:cxnLst/>
              <a:rect l="l" t="t" r="r" b="b"/>
              <a:pathLst>
                <a:path w="18414" h="147320">
                  <a:moveTo>
                    <a:pt x="18116" y="0"/>
                  </a:moveTo>
                  <a:lnTo>
                    <a:pt x="0" y="0"/>
                  </a:lnTo>
                  <a:lnTo>
                    <a:pt x="0" y="147198"/>
                  </a:lnTo>
                  <a:lnTo>
                    <a:pt x="18116" y="147198"/>
                  </a:lnTo>
                  <a:lnTo>
                    <a:pt x="1811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73" name="object 73"/>
          <p:cNvGrpSpPr/>
          <p:nvPr/>
        </p:nvGrpSpPr>
        <p:grpSpPr>
          <a:xfrm>
            <a:off x="3513021" y="3907296"/>
            <a:ext cx="309245" cy="147320"/>
            <a:chOff x="3513021" y="3907296"/>
            <a:chExt cx="309245" cy="147320"/>
          </a:xfrm>
        </p:grpSpPr>
        <p:pic>
          <p:nvPicPr>
            <p:cNvPr id="74" name="object 74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3513021" y="3945539"/>
              <a:ext cx="144899" cy="109054"/>
            </a:xfrm>
            <a:prstGeom prst="rect">
              <a:avLst/>
            </a:prstGeom>
          </p:spPr>
        </p:pic>
        <p:sp>
          <p:nvSpPr>
            <p:cNvPr id="75" name="object 75"/>
            <p:cNvSpPr/>
            <p:nvPr/>
          </p:nvSpPr>
          <p:spPr>
            <a:xfrm>
              <a:off x="3688029" y="3907307"/>
              <a:ext cx="134620" cy="147320"/>
            </a:xfrm>
            <a:custGeom>
              <a:avLst/>
              <a:gdLst/>
              <a:ahLst/>
              <a:cxnLst/>
              <a:rect l="l" t="t" r="r" b="b"/>
              <a:pathLst>
                <a:path w="134620" h="147320">
                  <a:moveTo>
                    <a:pt x="18110" y="40551"/>
                  </a:moveTo>
                  <a:lnTo>
                    <a:pt x="0" y="40551"/>
                  </a:lnTo>
                  <a:lnTo>
                    <a:pt x="0" y="147294"/>
                  </a:lnTo>
                  <a:lnTo>
                    <a:pt x="18110" y="147294"/>
                  </a:lnTo>
                  <a:lnTo>
                    <a:pt x="18110" y="40551"/>
                  </a:lnTo>
                  <a:close/>
                </a:path>
                <a:path w="134620" h="147320">
                  <a:moveTo>
                    <a:pt x="18110" y="0"/>
                  </a:moveTo>
                  <a:lnTo>
                    <a:pt x="0" y="0"/>
                  </a:lnTo>
                  <a:lnTo>
                    <a:pt x="0" y="20802"/>
                  </a:lnTo>
                  <a:lnTo>
                    <a:pt x="18110" y="20802"/>
                  </a:lnTo>
                  <a:lnTo>
                    <a:pt x="18110" y="0"/>
                  </a:lnTo>
                  <a:close/>
                </a:path>
                <a:path w="134620" h="147320">
                  <a:moveTo>
                    <a:pt x="134162" y="147294"/>
                  </a:moveTo>
                  <a:lnTo>
                    <a:pt x="94361" y="90766"/>
                  </a:lnTo>
                  <a:lnTo>
                    <a:pt x="131419" y="40551"/>
                  </a:lnTo>
                  <a:lnTo>
                    <a:pt x="109728" y="40551"/>
                  </a:lnTo>
                  <a:lnTo>
                    <a:pt x="89090" y="69126"/>
                  </a:lnTo>
                  <a:lnTo>
                    <a:pt x="83616" y="77533"/>
                  </a:lnTo>
                  <a:lnTo>
                    <a:pt x="81724" y="74383"/>
                  </a:lnTo>
                  <a:lnTo>
                    <a:pt x="59601" y="40551"/>
                  </a:lnTo>
                  <a:lnTo>
                    <a:pt x="37071" y="40551"/>
                  </a:lnTo>
                  <a:lnTo>
                    <a:pt x="73088" y="91821"/>
                  </a:lnTo>
                  <a:lnTo>
                    <a:pt x="34124" y="147294"/>
                  </a:lnTo>
                  <a:lnTo>
                    <a:pt x="56019" y="147294"/>
                  </a:lnTo>
                  <a:lnTo>
                    <a:pt x="84035" y="105054"/>
                  </a:lnTo>
                  <a:lnTo>
                    <a:pt x="111836" y="147294"/>
                  </a:lnTo>
                  <a:lnTo>
                    <a:pt x="134162" y="1472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76" name="object 76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3267154" y="3904774"/>
            <a:ext cx="158673" cy="155072"/>
          </a:xfrm>
          <a:prstGeom prst="rect">
            <a:avLst/>
          </a:prstGeom>
        </p:spPr>
      </p:pic>
      <p:pic>
        <p:nvPicPr>
          <p:cNvPr id="77" name="object 77"/>
          <p:cNvPicPr/>
          <p:nvPr/>
        </p:nvPicPr>
        <p:blipFill>
          <a:blip r:embed="rId25" cstate="print"/>
          <a:stretch>
            <a:fillRect/>
          </a:stretch>
        </p:blipFill>
        <p:spPr>
          <a:xfrm>
            <a:off x="3890644" y="3904774"/>
            <a:ext cx="174595" cy="152130"/>
          </a:xfrm>
          <a:prstGeom prst="rect">
            <a:avLst/>
          </a:prstGeom>
        </p:spPr>
      </p:pic>
      <p:grpSp>
        <p:nvGrpSpPr>
          <p:cNvPr id="78" name="object 78"/>
          <p:cNvGrpSpPr/>
          <p:nvPr/>
        </p:nvGrpSpPr>
        <p:grpSpPr>
          <a:xfrm>
            <a:off x="2314839" y="4129608"/>
            <a:ext cx="2228850" cy="276860"/>
            <a:chOff x="2314839" y="4129608"/>
            <a:chExt cx="2228850" cy="276860"/>
          </a:xfrm>
        </p:grpSpPr>
        <p:pic>
          <p:nvPicPr>
            <p:cNvPr id="79" name="object 79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2584041" y="4132129"/>
              <a:ext cx="115751" cy="147297"/>
            </a:xfrm>
            <a:prstGeom prst="rect">
              <a:avLst/>
            </a:prstGeom>
          </p:spPr>
        </p:pic>
        <p:pic>
          <p:nvPicPr>
            <p:cNvPr id="80" name="object 80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2725655" y="4215969"/>
              <a:ext cx="72070" cy="112206"/>
            </a:xfrm>
            <a:prstGeom prst="rect">
              <a:avLst/>
            </a:prstGeom>
          </p:spPr>
        </p:pic>
        <p:pic>
          <p:nvPicPr>
            <p:cNvPr id="81" name="object 81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2822746" y="4132129"/>
              <a:ext cx="112613" cy="147297"/>
            </a:xfrm>
            <a:prstGeom prst="rect">
              <a:avLst/>
            </a:prstGeom>
          </p:spPr>
        </p:pic>
        <p:pic>
          <p:nvPicPr>
            <p:cNvPr id="82" name="object 82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2956874" y="4129608"/>
              <a:ext cx="231343" cy="196677"/>
            </a:xfrm>
            <a:prstGeom prst="rect">
              <a:avLst/>
            </a:prstGeom>
          </p:spPr>
        </p:pic>
        <p:sp>
          <p:nvSpPr>
            <p:cNvPr id="83" name="object 83"/>
            <p:cNvSpPr/>
            <p:nvPr/>
          </p:nvSpPr>
          <p:spPr>
            <a:xfrm>
              <a:off x="2316103" y="4371036"/>
              <a:ext cx="2114550" cy="1270"/>
            </a:xfrm>
            <a:custGeom>
              <a:avLst/>
              <a:gdLst/>
              <a:ahLst/>
              <a:cxnLst/>
              <a:rect l="l" t="t" r="r" b="b"/>
              <a:pathLst>
                <a:path w="2114550" h="1270">
                  <a:moveTo>
                    <a:pt x="0" y="1268"/>
                  </a:moveTo>
                  <a:lnTo>
                    <a:pt x="2114124" y="1268"/>
                  </a:lnTo>
                  <a:lnTo>
                    <a:pt x="2114124" y="0"/>
                  </a:lnTo>
                  <a:lnTo>
                    <a:pt x="0" y="0"/>
                  </a:lnTo>
                  <a:lnTo>
                    <a:pt x="0" y="12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4" name="object 84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3680877" y="4132129"/>
              <a:ext cx="115624" cy="147297"/>
            </a:xfrm>
            <a:prstGeom prst="rect">
              <a:avLst/>
            </a:prstGeom>
          </p:spPr>
        </p:pic>
        <p:pic>
          <p:nvPicPr>
            <p:cNvPr id="85" name="object 85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3820511" y="4215969"/>
              <a:ext cx="72871" cy="110315"/>
            </a:xfrm>
            <a:prstGeom prst="rect">
              <a:avLst/>
            </a:prstGeom>
          </p:spPr>
        </p:pic>
        <p:pic>
          <p:nvPicPr>
            <p:cNvPr id="86" name="object 86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3912758" y="4129608"/>
              <a:ext cx="117520" cy="152340"/>
            </a:xfrm>
            <a:prstGeom prst="rect">
              <a:avLst/>
            </a:prstGeom>
          </p:spPr>
        </p:pic>
        <p:pic>
          <p:nvPicPr>
            <p:cNvPr id="87" name="object 87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4053668" y="4129608"/>
              <a:ext cx="231238" cy="196677"/>
            </a:xfrm>
            <a:prstGeom prst="rect">
              <a:avLst/>
            </a:prstGeom>
          </p:spPr>
        </p:pic>
        <p:sp>
          <p:nvSpPr>
            <p:cNvPr id="88" name="object 88"/>
            <p:cNvSpPr/>
            <p:nvPr/>
          </p:nvSpPr>
          <p:spPr>
            <a:xfrm>
              <a:off x="2314829" y="4366424"/>
              <a:ext cx="2119630" cy="12700"/>
            </a:xfrm>
            <a:custGeom>
              <a:avLst/>
              <a:gdLst/>
              <a:ahLst/>
              <a:cxnLst/>
              <a:rect l="l" t="t" r="r" b="b"/>
              <a:pathLst>
                <a:path w="2119629" h="12700">
                  <a:moveTo>
                    <a:pt x="2119160" y="0"/>
                  </a:moveTo>
                  <a:lnTo>
                    <a:pt x="0" y="0"/>
                  </a:lnTo>
                  <a:lnTo>
                    <a:pt x="0" y="12611"/>
                  </a:lnTo>
                  <a:lnTo>
                    <a:pt x="2119160" y="12611"/>
                  </a:lnTo>
                  <a:lnTo>
                    <a:pt x="211916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9" name="object 89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4414853" y="4337001"/>
              <a:ext cx="128682" cy="68921"/>
            </a:xfrm>
            <a:prstGeom prst="rect">
              <a:avLst/>
            </a:prstGeom>
          </p:spPr>
        </p:pic>
      </p:grpSp>
      <p:grpSp>
        <p:nvGrpSpPr>
          <p:cNvPr id="90" name="object 90"/>
          <p:cNvGrpSpPr/>
          <p:nvPr/>
        </p:nvGrpSpPr>
        <p:grpSpPr>
          <a:xfrm>
            <a:off x="3263153" y="4132129"/>
            <a:ext cx="326390" cy="149860"/>
            <a:chOff x="3263153" y="4132129"/>
            <a:chExt cx="326390" cy="149860"/>
          </a:xfrm>
        </p:grpSpPr>
        <p:pic>
          <p:nvPicPr>
            <p:cNvPr id="91" name="object 91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3263153" y="4170372"/>
              <a:ext cx="98439" cy="111366"/>
            </a:xfrm>
            <a:prstGeom prst="rect">
              <a:avLst/>
            </a:prstGeom>
          </p:spPr>
        </p:pic>
        <p:pic>
          <p:nvPicPr>
            <p:cNvPr id="92" name="object 92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3386234" y="4170372"/>
              <a:ext cx="86771" cy="109054"/>
            </a:xfrm>
            <a:prstGeom prst="rect">
              <a:avLst/>
            </a:prstGeom>
          </p:spPr>
        </p:pic>
        <p:pic>
          <p:nvPicPr>
            <p:cNvPr id="93" name="object 93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3496593" y="4132129"/>
              <a:ext cx="92668" cy="149609"/>
            </a:xfrm>
            <a:prstGeom prst="rect">
              <a:avLst/>
            </a:prstGeom>
          </p:spPr>
        </p:pic>
      </p:grpSp>
      <p:grpSp>
        <p:nvGrpSpPr>
          <p:cNvPr id="94" name="object 94"/>
          <p:cNvGrpSpPr/>
          <p:nvPr/>
        </p:nvGrpSpPr>
        <p:grpSpPr>
          <a:xfrm>
            <a:off x="2511401" y="4490429"/>
            <a:ext cx="443865" cy="149860"/>
            <a:chOff x="2511401" y="4490429"/>
            <a:chExt cx="443865" cy="149860"/>
          </a:xfrm>
        </p:grpSpPr>
        <p:pic>
          <p:nvPicPr>
            <p:cNvPr id="95" name="object 95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2511401" y="4490435"/>
              <a:ext cx="92689" cy="149609"/>
            </a:xfrm>
            <a:prstGeom prst="rect">
              <a:avLst/>
            </a:prstGeom>
          </p:spPr>
        </p:pic>
        <p:sp>
          <p:nvSpPr>
            <p:cNvPr id="96" name="object 96"/>
            <p:cNvSpPr/>
            <p:nvPr/>
          </p:nvSpPr>
          <p:spPr>
            <a:xfrm>
              <a:off x="2634945" y="4490440"/>
              <a:ext cx="18415" cy="147320"/>
            </a:xfrm>
            <a:custGeom>
              <a:avLst/>
              <a:gdLst/>
              <a:ahLst/>
              <a:cxnLst/>
              <a:rect l="l" t="t" r="r" b="b"/>
              <a:pathLst>
                <a:path w="18414" h="147320">
                  <a:moveTo>
                    <a:pt x="18110" y="40551"/>
                  </a:moveTo>
                  <a:lnTo>
                    <a:pt x="0" y="40551"/>
                  </a:lnTo>
                  <a:lnTo>
                    <a:pt x="0" y="147193"/>
                  </a:lnTo>
                  <a:lnTo>
                    <a:pt x="18110" y="147193"/>
                  </a:lnTo>
                  <a:lnTo>
                    <a:pt x="18110" y="40551"/>
                  </a:lnTo>
                  <a:close/>
                </a:path>
                <a:path w="18414" h="147320">
                  <a:moveTo>
                    <a:pt x="18110" y="0"/>
                  </a:moveTo>
                  <a:lnTo>
                    <a:pt x="0" y="0"/>
                  </a:lnTo>
                  <a:lnTo>
                    <a:pt x="0" y="20777"/>
                  </a:lnTo>
                  <a:lnTo>
                    <a:pt x="18110" y="20777"/>
                  </a:lnTo>
                  <a:lnTo>
                    <a:pt x="181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7" name="object 97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2673929" y="4490435"/>
              <a:ext cx="188685" cy="149609"/>
            </a:xfrm>
            <a:prstGeom prst="rect">
              <a:avLst/>
            </a:prstGeom>
          </p:spPr>
        </p:pic>
        <p:sp>
          <p:nvSpPr>
            <p:cNvPr id="98" name="object 98"/>
            <p:cNvSpPr/>
            <p:nvPr/>
          </p:nvSpPr>
          <p:spPr>
            <a:xfrm>
              <a:off x="2890329" y="4490440"/>
              <a:ext cx="64769" cy="147320"/>
            </a:xfrm>
            <a:custGeom>
              <a:avLst/>
              <a:gdLst/>
              <a:ahLst/>
              <a:cxnLst/>
              <a:rect l="l" t="t" r="r" b="b"/>
              <a:pathLst>
                <a:path w="64769" h="147320">
                  <a:moveTo>
                    <a:pt x="18110" y="0"/>
                  </a:moveTo>
                  <a:lnTo>
                    <a:pt x="0" y="0"/>
                  </a:lnTo>
                  <a:lnTo>
                    <a:pt x="0" y="147193"/>
                  </a:lnTo>
                  <a:lnTo>
                    <a:pt x="18110" y="147193"/>
                  </a:lnTo>
                  <a:lnTo>
                    <a:pt x="18110" y="0"/>
                  </a:lnTo>
                  <a:close/>
                </a:path>
                <a:path w="64769" h="147320">
                  <a:moveTo>
                    <a:pt x="64439" y="0"/>
                  </a:moveTo>
                  <a:lnTo>
                    <a:pt x="46329" y="0"/>
                  </a:lnTo>
                  <a:lnTo>
                    <a:pt x="46329" y="147193"/>
                  </a:lnTo>
                  <a:lnTo>
                    <a:pt x="64439" y="147193"/>
                  </a:lnTo>
                  <a:lnTo>
                    <a:pt x="6443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9" name="object 99"/>
          <p:cNvGrpSpPr/>
          <p:nvPr/>
        </p:nvGrpSpPr>
        <p:grpSpPr>
          <a:xfrm>
            <a:off x="3035168" y="4490429"/>
            <a:ext cx="601345" cy="149860"/>
            <a:chOff x="3035168" y="4490429"/>
            <a:chExt cx="601345" cy="149860"/>
          </a:xfrm>
        </p:grpSpPr>
        <p:pic>
          <p:nvPicPr>
            <p:cNvPr id="100" name="object 100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3035168" y="4528572"/>
              <a:ext cx="98439" cy="111471"/>
            </a:xfrm>
            <a:prstGeom prst="rect">
              <a:avLst/>
            </a:prstGeom>
          </p:spPr>
        </p:pic>
        <p:sp>
          <p:nvSpPr>
            <p:cNvPr id="101" name="object 101"/>
            <p:cNvSpPr/>
            <p:nvPr/>
          </p:nvSpPr>
          <p:spPr>
            <a:xfrm>
              <a:off x="3157806" y="4490429"/>
              <a:ext cx="18415" cy="147320"/>
            </a:xfrm>
            <a:custGeom>
              <a:avLst/>
              <a:gdLst/>
              <a:ahLst/>
              <a:cxnLst/>
              <a:rect l="l" t="t" r="r" b="b"/>
              <a:pathLst>
                <a:path w="18414" h="147320">
                  <a:moveTo>
                    <a:pt x="18115" y="0"/>
                  </a:moveTo>
                  <a:lnTo>
                    <a:pt x="0" y="0"/>
                  </a:lnTo>
                  <a:lnTo>
                    <a:pt x="0" y="147198"/>
                  </a:lnTo>
                  <a:lnTo>
                    <a:pt x="18115" y="147198"/>
                  </a:lnTo>
                  <a:lnTo>
                    <a:pt x="1811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2" name="object 102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3204645" y="4490435"/>
              <a:ext cx="197594" cy="149608"/>
            </a:xfrm>
            <a:prstGeom prst="rect">
              <a:avLst/>
            </a:prstGeom>
          </p:spPr>
        </p:pic>
        <p:pic>
          <p:nvPicPr>
            <p:cNvPr id="103" name="object 103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3426670" y="4528573"/>
              <a:ext cx="86981" cy="109054"/>
            </a:xfrm>
            <a:prstGeom prst="rect">
              <a:avLst/>
            </a:prstGeom>
          </p:spPr>
        </p:pic>
        <p:pic>
          <p:nvPicPr>
            <p:cNvPr id="104" name="object 104"/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3537662" y="4528572"/>
              <a:ext cx="98354" cy="111471"/>
            </a:xfrm>
            <a:prstGeom prst="rect">
              <a:avLst/>
            </a:prstGeom>
          </p:spPr>
        </p:pic>
      </p:grpSp>
      <p:sp>
        <p:nvSpPr>
          <p:cNvPr id="105" name="object 105"/>
          <p:cNvSpPr/>
          <p:nvPr/>
        </p:nvSpPr>
        <p:spPr>
          <a:xfrm>
            <a:off x="3713521" y="4548766"/>
            <a:ext cx="103505" cy="33020"/>
          </a:xfrm>
          <a:custGeom>
            <a:avLst/>
            <a:gdLst/>
            <a:ahLst/>
            <a:cxnLst/>
            <a:rect l="l" t="t" r="r" b="b"/>
            <a:pathLst>
              <a:path w="103504" h="33020">
                <a:moveTo>
                  <a:pt x="102988" y="0"/>
                </a:moveTo>
                <a:lnTo>
                  <a:pt x="99407" y="3950"/>
                </a:lnTo>
                <a:lnTo>
                  <a:pt x="95195" y="7228"/>
                </a:lnTo>
                <a:lnTo>
                  <a:pt x="85928" y="12439"/>
                </a:lnTo>
                <a:lnTo>
                  <a:pt x="81506" y="13763"/>
                </a:lnTo>
                <a:lnTo>
                  <a:pt x="74766" y="13763"/>
                </a:lnTo>
                <a:lnTo>
                  <a:pt x="72449" y="13448"/>
                </a:lnTo>
                <a:lnTo>
                  <a:pt x="67816" y="12250"/>
                </a:lnTo>
                <a:lnTo>
                  <a:pt x="64236" y="10968"/>
                </a:lnTo>
                <a:lnTo>
                  <a:pt x="51388" y="5547"/>
                </a:lnTo>
                <a:lnTo>
                  <a:pt x="45070" y="3235"/>
                </a:lnTo>
                <a:lnTo>
                  <a:pt x="36224" y="882"/>
                </a:lnTo>
                <a:lnTo>
                  <a:pt x="32012" y="294"/>
                </a:lnTo>
                <a:lnTo>
                  <a:pt x="28011" y="294"/>
                </a:lnTo>
                <a:lnTo>
                  <a:pt x="19754" y="1047"/>
                </a:lnTo>
                <a:lnTo>
                  <a:pt x="12347" y="3306"/>
                </a:lnTo>
                <a:lnTo>
                  <a:pt x="5768" y="7075"/>
                </a:lnTo>
                <a:lnTo>
                  <a:pt x="0" y="12355"/>
                </a:lnTo>
                <a:lnTo>
                  <a:pt x="0" y="32926"/>
                </a:lnTo>
                <a:lnTo>
                  <a:pt x="5686" y="27505"/>
                </a:lnTo>
                <a:lnTo>
                  <a:pt x="10319" y="23870"/>
                </a:lnTo>
                <a:lnTo>
                  <a:pt x="17901" y="20193"/>
                </a:lnTo>
                <a:lnTo>
                  <a:pt x="22114" y="19268"/>
                </a:lnTo>
                <a:lnTo>
                  <a:pt x="31591" y="19268"/>
                </a:lnTo>
                <a:lnTo>
                  <a:pt x="38331" y="21054"/>
                </a:lnTo>
                <a:lnTo>
                  <a:pt x="54126" y="28135"/>
                </a:lnTo>
                <a:lnTo>
                  <a:pt x="60023" y="30384"/>
                </a:lnTo>
                <a:lnTo>
                  <a:pt x="67184" y="32254"/>
                </a:lnTo>
                <a:lnTo>
                  <a:pt x="71186" y="32737"/>
                </a:lnTo>
                <a:lnTo>
                  <a:pt x="80663" y="32737"/>
                </a:lnTo>
                <a:lnTo>
                  <a:pt x="85507" y="31833"/>
                </a:lnTo>
                <a:lnTo>
                  <a:pt x="94353" y="28219"/>
                </a:lnTo>
                <a:lnTo>
                  <a:pt x="98776" y="25299"/>
                </a:lnTo>
                <a:lnTo>
                  <a:pt x="102988" y="21285"/>
                </a:lnTo>
                <a:lnTo>
                  <a:pt x="10298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06" name="object 106"/>
          <p:cNvGrpSpPr/>
          <p:nvPr/>
        </p:nvGrpSpPr>
        <p:grpSpPr>
          <a:xfrm>
            <a:off x="3893172" y="4489825"/>
            <a:ext cx="213360" cy="150495"/>
            <a:chOff x="3893172" y="4489825"/>
            <a:chExt cx="213360" cy="150495"/>
          </a:xfrm>
        </p:grpSpPr>
        <p:pic>
          <p:nvPicPr>
            <p:cNvPr id="107" name="object 107"/>
            <p:cNvPicPr/>
            <p:nvPr/>
          </p:nvPicPr>
          <p:blipFill>
            <a:blip r:embed="rId43" cstate="print"/>
            <a:stretch>
              <a:fillRect/>
            </a:stretch>
          </p:blipFill>
          <p:spPr>
            <a:xfrm>
              <a:off x="3893172" y="4489825"/>
              <a:ext cx="97301" cy="150302"/>
            </a:xfrm>
            <a:prstGeom prst="rect">
              <a:avLst/>
            </a:prstGeom>
          </p:spPr>
        </p:pic>
        <p:pic>
          <p:nvPicPr>
            <p:cNvPr id="108" name="object 108"/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4010271" y="4489825"/>
              <a:ext cx="96248" cy="150302"/>
            </a:xfrm>
            <a:prstGeom prst="rect">
              <a:avLst/>
            </a:prstGeom>
          </p:spPr>
        </p:pic>
      </p:grpSp>
      <p:pic>
        <p:nvPicPr>
          <p:cNvPr id="109" name="object 109"/>
          <p:cNvPicPr/>
          <p:nvPr/>
        </p:nvPicPr>
        <p:blipFill>
          <a:blip r:embed="rId45" cstate="print"/>
          <a:stretch>
            <a:fillRect/>
          </a:stretch>
        </p:blipFill>
        <p:spPr>
          <a:xfrm>
            <a:off x="4181707" y="4474948"/>
            <a:ext cx="223035" cy="165179"/>
          </a:xfrm>
          <a:prstGeom prst="rect">
            <a:avLst/>
          </a:prstGeom>
        </p:spPr>
      </p:pic>
      <p:grpSp>
        <p:nvGrpSpPr>
          <p:cNvPr id="110" name="object 110"/>
          <p:cNvGrpSpPr/>
          <p:nvPr/>
        </p:nvGrpSpPr>
        <p:grpSpPr>
          <a:xfrm>
            <a:off x="4787632" y="4072244"/>
            <a:ext cx="539750" cy="619760"/>
            <a:chOff x="4787632" y="4072244"/>
            <a:chExt cx="539750" cy="619760"/>
          </a:xfrm>
        </p:grpSpPr>
        <p:sp>
          <p:nvSpPr>
            <p:cNvPr id="111" name="object 111"/>
            <p:cNvSpPr/>
            <p:nvPr/>
          </p:nvSpPr>
          <p:spPr>
            <a:xfrm>
              <a:off x="4787620" y="4072254"/>
              <a:ext cx="539750" cy="619760"/>
            </a:xfrm>
            <a:custGeom>
              <a:avLst/>
              <a:gdLst/>
              <a:ahLst/>
              <a:cxnLst/>
              <a:rect l="l" t="t" r="r" b="b"/>
              <a:pathLst>
                <a:path w="539750" h="619760">
                  <a:moveTo>
                    <a:pt x="539584" y="158635"/>
                  </a:moveTo>
                  <a:lnTo>
                    <a:pt x="538746" y="155638"/>
                  </a:lnTo>
                  <a:lnTo>
                    <a:pt x="538746" y="155067"/>
                  </a:lnTo>
                  <a:lnTo>
                    <a:pt x="538530" y="154863"/>
                  </a:lnTo>
                  <a:lnTo>
                    <a:pt x="536003" y="152336"/>
                  </a:lnTo>
                  <a:lnTo>
                    <a:pt x="534136" y="152336"/>
                  </a:lnTo>
                  <a:lnTo>
                    <a:pt x="270002" y="0"/>
                  </a:lnTo>
                  <a:lnTo>
                    <a:pt x="266001" y="1041"/>
                  </a:lnTo>
                  <a:lnTo>
                    <a:pt x="262636" y="7137"/>
                  </a:lnTo>
                  <a:lnTo>
                    <a:pt x="263690" y="10922"/>
                  </a:lnTo>
                  <a:lnTo>
                    <a:pt x="526110" y="162293"/>
                  </a:lnTo>
                  <a:lnTo>
                    <a:pt x="526110" y="457504"/>
                  </a:lnTo>
                  <a:lnTo>
                    <a:pt x="269760" y="605218"/>
                  </a:lnTo>
                  <a:lnTo>
                    <a:pt x="13487" y="457542"/>
                  </a:lnTo>
                  <a:lnTo>
                    <a:pt x="13487" y="158635"/>
                  </a:lnTo>
                  <a:lnTo>
                    <a:pt x="13487" y="155067"/>
                  </a:lnTo>
                  <a:lnTo>
                    <a:pt x="10541" y="152336"/>
                  </a:lnTo>
                  <a:lnTo>
                    <a:pt x="3581" y="152336"/>
                  </a:lnTo>
                  <a:lnTo>
                    <a:pt x="850" y="155067"/>
                  </a:lnTo>
                  <a:lnTo>
                    <a:pt x="850" y="459524"/>
                  </a:lnTo>
                  <a:lnTo>
                    <a:pt x="0" y="461035"/>
                  </a:lnTo>
                  <a:lnTo>
                    <a:pt x="850" y="464159"/>
                  </a:lnTo>
                  <a:lnTo>
                    <a:pt x="850" y="464642"/>
                  </a:lnTo>
                  <a:lnTo>
                    <a:pt x="1028" y="464845"/>
                  </a:lnTo>
                  <a:lnTo>
                    <a:pt x="3581" y="467487"/>
                  </a:lnTo>
                  <a:lnTo>
                    <a:pt x="5537" y="467487"/>
                  </a:lnTo>
                  <a:lnTo>
                    <a:pt x="265137" y="617105"/>
                  </a:lnTo>
                  <a:lnTo>
                    <a:pt x="266001" y="618629"/>
                  </a:lnTo>
                  <a:lnTo>
                    <a:pt x="269240" y="619467"/>
                  </a:lnTo>
                  <a:lnTo>
                    <a:pt x="269582" y="619658"/>
                  </a:lnTo>
                  <a:lnTo>
                    <a:pt x="269786" y="619607"/>
                  </a:lnTo>
                  <a:lnTo>
                    <a:pt x="270002" y="619658"/>
                  </a:lnTo>
                  <a:lnTo>
                    <a:pt x="270332" y="619467"/>
                  </a:lnTo>
                  <a:lnTo>
                    <a:pt x="273583" y="618629"/>
                  </a:lnTo>
                  <a:lnTo>
                    <a:pt x="274434" y="617105"/>
                  </a:lnTo>
                  <a:lnTo>
                    <a:pt x="534035" y="467487"/>
                  </a:lnTo>
                  <a:lnTo>
                    <a:pt x="536003" y="467487"/>
                  </a:lnTo>
                  <a:lnTo>
                    <a:pt x="538454" y="464934"/>
                  </a:lnTo>
                  <a:lnTo>
                    <a:pt x="538746" y="464642"/>
                  </a:lnTo>
                  <a:lnTo>
                    <a:pt x="538746" y="464108"/>
                  </a:lnTo>
                  <a:lnTo>
                    <a:pt x="539584" y="461035"/>
                  </a:lnTo>
                  <a:lnTo>
                    <a:pt x="538746" y="459536"/>
                  </a:lnTo>
                  <a:lnTo>
                    <a:pt x="538746" y="160159"/>
                  </a:lnTo>
                  <a:lnTo>
                    <a:pt x="539584" y="15863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2" name="object 112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5050263" y="4135281"/>
              <a:ext cx="222404" cy="134269"/>
            </a:xfrm>
            <a:prstGeom prst="rect">
              <a:avLst/>
            </a:prstGeom>
          </p:spPr>
        </p:pic>
        <p:sp>
          <p:nvSpPr>
            <p:cNvPr id="113" name="object 113"/>
            <p:cNvSpPr/>
            <p:nvPr/>
          </p:nvSpPr>
          <p:spPr>
            <a:xfrm>
              <a:off x="4787632" y="4072244"/>
              <a:ext cx="277495" cy="166370"/>
            </a:xfrm>
            <a:custGeom>
              <a:avLst/>
              <a:gdLst/>
              <a:ahLst/>
              <a:cxnLst/>
              <a:rect l="l" t="t" r="r" b="b"/>
              <a:pathLst>
                <a:path w="277495" h="166370">
                  <a:moveTo>
                    <a:pt x="269580" y="0"/>
                  </a:moveTo>
                  <a:lnTo>
                    <a:pt x="1053" y="154862"/>
                  </a:lnTo>
                  <a:lnTo>
                    <a:pt x="0" y="158644"/>
                  </a:lnTo>
                  <a:lnTo>
                    <a:pt x="3369" y="164738"/>
                  </a:lnTo>
                  <a:lnTo>
                    <a:pt x="7371" y="165788"/>
                  </a:lnTo>
                  <a:lnTo>
                    <a:pt x="272950" y="12817"/>
                  </a:lnTo>
                  <a:lnTo>
                    <a:pt x="275899" y="10926"/>
                  </a:lnTo>
                  <a:lnTo>
                    <a:pt x="276952" y="7144"/>
                  </a:lnTo>
                  <a:lnTo>
                    <a:pt x="273582" y="1050"/>
                  </a:lnTo>
                  <a:lnTo>
                    <a:pt x="2695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14" name="object 114"/>
          <p:cNvGrpSpPr/>
          <p:nvPr/>
        </p:nvGrpSpPr>
        <p:grpSpPr>
          <a:xfrm>
            <a:off x="3073035" y="5496408"/>
            <a:ext cx="1028700" cy="296545"/>
            <a:chOff x="3073035" y="5496408"/>
            <a:chExt cx="1028700" cy="296545"/>
          </a:xfrm>
        </p:grpSpPr>
        <p:sp>
          <p:nvSpPr>
            <p:cNvPr id="115" name="object 115"/>
            <p:cNvSpPr/>
            <p:nvPr/>
          </p:nvSpPr>
          <p:spPr>
            <a:xfrm>
              <a:off x="3073031" y="5753214"/>
              <a:ext cx="918844" cy="12700"/>
            </a:xfrm>
            <a:custGeom>
              <a:avLst/>
              <a:gdLst/>
              <a:ahLst/>
              <a:cxnLst/>
              <a:rect l="l" t="t" r="r" b="b"/>
              <a:pathLst>
                <a:path w="918845" h="12700">
                  <a:moveTo>
                    <a:pt x="918679" y="0"/>
                  </a:moveTo>
                  <a:lnTo>
                    <a:pt x="0" y="0"/>
                  </a:lnTo>
                  <a:lnTo>
                    <a:pt x="0" y="12598"/>
                  </a:lnTo>
                  <a:lnTo>
                    <a:pt x="918679" y="12598"/>
                  </a:lnTo>
                  <a:lnTo>
                    <a:pt x="91867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6" name="object 116"/>
            <p:cNvPicPr/>
            <p:nvPr/>
          </p:nvPicPr>
          <p:blipFill>
            <a:blip r:embed="rId47" cstate="print"/>
            <a:stretch>
              <a:fillRect/>
            </a:stretch>
          </p:blipFill>
          <p:spPr>
            <a:xfrm>
              <a:off x="3972572" y="5723848"/>
              <a:ext cx="128682" cy="68984"/>
            </a:xfrm>
            <a:prstGeom prst="rect">
              <a:avLst/>
            </a:prstGeom>
          </p:spPr>
        </p:pic>
        <p:pic>
          <p:nvPicPr>
            <p:cNvPr id="117" name="object 117"/>
            <p:cNvPicPr/>
            <p:nvPr/>
          </p:nvPicPr>
          <p:blipFill>
            <a:blip r:embed="rId48" cstate="print"/>
            <a:stretch>
              <a:fillRect/>
            </a:stretch>
          </p:blipFill>
          <p:spPr>
            <a:xfrm>
              <a:off x="3263258" y="5499035"/>
              <a:ext cx="115814" cy="147192"/>
            </a:xfrm>
            <a:prstGeom prst="rect">
              <a:avLst/>
            </a:prstGeom>
          </p:spPr>
        </p:pic>
        <p:pic>
          <p:nvPicPr>
            <p:cNvPr id="118" name="object 118"/>
            <p:cNvPicPr/>
            <p:nvPr/>
          </p:nvPicPr>
          <p:blipFill>
            <a:blip r:embed="rId49" cstate="print"/>
            <a:stretch>
              <a:fillRect/>
            </a:stretch>
          </p:blipFill>
          <p:spPr>
            <a:xfrm>
              <a:off x="3402872" y="5582812"/>
              <a:ext cx="72871" cy="110273"/>
            </a:xfrm>
            <a:prstGeom prst="rect">
              <a:avLst/>
            </a:prstGeom>
          </p:spPr>
        </p:pic>
        <p:pic>
          <p:nvPicPr>
            <p:cNvPr id="119" name="object 119"/>
            <p:cNvPicPr/>
            <p:nvPr/>
          </p:nvPicPr>
          <p:blipFill>
            <a:blip r:embed="rId50" cstate="print"/>
            <a:stretch>
              <a:fillRect/>
            </a:stretch>
          </p:blipFill>
          <p:spPr>
            <a:xfrm>
              <a:off x="3495329" y="5496513"/>
              <a:ext cx="117520" cy="152214"/>
            </a:xfrm>
            <a:prstGeom prst="rect">
              <a:avLst/>
            </a:prstGeom>
          </p:spPr>
        </p:pic>
        <p:pic>
          <p:nvPicPr>
            <p:cNvPr id="120" name="object 120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3636034" y="5496408"/>
              <a:ext cx="231443" cy="196677"/>
            </a:xfrm>
            <a:prstGeom prst="rect">
              <a:avLst/>
            </a:prstGeom>
          </p:spPr>
        </p:pic>
      </p:grpSp>
      <p:pic>
        <p:nvPicPr>
          <p:cNvPr id="121" name="object 121"/>
          <p:cNvPicPr/>
          <p:nvPr/>
        </p:nvPicPr>
        <p:blipFill>
          <a:blip r:embed="rId52" cstate="print"/>
          <a:stretch>
            <a:fillRect/>
          </a:stretch>
        </p:blipFill>
        <p:spPr>
          <a:xfrm>
            <a:off x="3131669" y="5917814"/>
            <a:ext cx="97723" cy="99704"/>
          </a:xfrm>
          <a:prstGeom prst="rect">
            <a:avLst/>
          </a:prstGeom>
        </p:spPr>
      </p:pic>
      <p:sp>
        <p:nvSpPr>
          <p:cNvPr id="122" name="object 122"/>
          <p:cNvSpPr/>
          <p:nvPr/>
        </p:nvSpPr>
        <p:spPr>
          <a:xfrm>
            <a:off x="3322903" y="5892410"/>
            <a:ext cx="54610" cy="147955"/>
          </a:xfrm>
          <a:custGeom>
            <a:avLst/>
            <a:gdLst/>
            <a:ahLst/>
            <a:cxnLst/>
            <a:rect l="l" t="t" r="r" b="b"/>
            <a:pathLst>
              <a:path w="54610" h="147954">
                <a:moveTo>
                  <a:pt x="54274" y="0"/>
                </a:moveTo>
                <a:lnTo>
                  <a:pt x="42669" y="0"/>
                </a:lnTo>
                <a:lnTo>
                  <a:pt x="39897" y="4810"/>
                </a:lnTo>
                <a:lnTo>
                  <a:pt x="36290" y="9694"/>
                </a:lnTo>
                <a:lnTo>
                  <a:pt x="0" y="36939"/>
                </a:lnTo>
                <a:lnTo>
                  <a:pt x="0" y="54422"/>
                </a:lnTo>
                <a:lnTo>
                  <a:pt x="36245" y="32632"/>
                </a:lnTo>
                <a:lnTo>
                  <a:pt x="36245" y="147801"/>
                </a:lnTo>
                <a:lnTo>
                  <a:pt x="54274" y="147801"/>
                </a:lnTo>
                <a:lnTo>
                  <a:pt x="5427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23" name="object 123"/>
          <p:cNvGrpSpPr/>
          <p:nvPr/>
        </p:nvGrpSpPr>
        <p:grpSpPr>
          <a:xfrm>
            <a:off x="3425289" y="5892410"/>
            <a:ext cx="213995" cy="150495"/>
            <a:chOff x="3425289" y="5892410"/>
            <a:chExt cx="213995" cy="150495"/>
          </a:xfrm>
        </p:grpSpPr>
        <p:pic>
          <p:nvPicPr>
            <p:cNvPr id="124" name="object 124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3425289" y="5892410"/>
              <a:ext cx="97208" cy="150302"/>
            </a:xfrm>
            <a:prstGeom prst="rect">
              <a:avLst/>
            </a:prstGeom>
          </p:spPr>
        </p:pic>
        <p:pic>
          <p:nvPicPr>
            <p:cNvPr id="125" name="object 125"/>
            <p:cNvPicPr/>
            <p:nvPr/>
          </p:nvPicPr>
          <p:blipFill>
            <a:blip r:embed="rId54" cstate="print"/>
            <a:stretch>
              <a:fillRect/>
            </a:stretch>
          </p:blipFill>
          <p:spPr>
            <a:xfrm>
              <a:off x="3542717" y="5892410"/>
              <a:ext cx="96248" cy="150302"/>
            </a:xfrm>
            <a:prstGeom prst="rect">
              <a:avLst/>
            </a:prstGeom>
          </p:spPr>
        </p:pic>
      </p:grpSp>
      <p:pic>
        <p:nvPicPr>
          <p:cNvPr id="126" name="object 126"/>
          <p:cNvPicPr/>
          <p:nvPr/>
        </p:nvPicPr>
        <p:blipFill>
          <a:blip r:embed="rId55" cstate="print"/>
          <a:stretch>
            <a:fillRect/>
          </a:stretch>
        </p:blipFill>
        <p:spPr>
          <a:xfrm>
            <a:off x="3714153" y="5877533"/>
            <a:ext cx="223035" cy="165179"/>
          </a:xfrm>
          <a:prstGeom prst="rect">
            <a:avLst/>
          </a:prstGeom>
        </p:spPr>
      </p:pic>
      <p:grpSp>
        <p:nvGrpSpPr>
          <p:cNvPr id="127" name="object 127"/>
          <p:cNvGrpSpPr/>
          <p:nvPr/>
        </p:nvGrpSpPr>
        <p:grpSpPr>
          <a:xfrm>
            <a:off x="4290593" y="5688778"/>
            <a:ext cx="907415" cy="196850"/>
            <a:chOff x="4290593" y="5688778"/>
            <a:chExt cx="907415" cy="196850"/>
          </a:xfrm>
        </p:grpSpPr>
        <p:pic>
          <p:nvPicPr>
            <p:cNvPr id="128" name="object 128"/>
            <p:cNvPicPr/>
            <p:nvPr/>
          </p:nvPicPr>
          <p:blipFill>
            <a:blip r:embed="rId56" cstate="print"/>
            <a:stretch>
              <a:fillRect/>
            </a:stretch>
          </p:blipFill>
          <p:spPr>
            <a:xfrm>
              <a:off x="4290593" y="5691299"/>
              <a:ext cx="115835" cy="147192"/>
            </a:xfrm>
            <a:prstGeom prst="rect">
              <a:avLst/>
            </a:prstGeom>
          </p:spPr>
        </p:pic>
        <p:pic>
          <p:nvPicPr>
            <p:cNvPr id="129" name="object 129"/>
            <p:cNvPicPr/>
            <p:nvPr/>
          </p:nvPicPr>
          <p:blipFill>
            <a:blip r:embed="rId57" cstate="print"/>
            <a:stretch>
              <a:fillRect/>
            </a:stretch>
          </p:blipFill>
          <p:spPr>
            <a:xfrm>
              <a:off x="4430438" y="5775076"/>
              <a:ext cx="72660" cy="110273"/>
            </a:xfrm>
            <a:prstGeom prst="rect">
              <a:avLst/>
            </a:prstGeom>
          </p:spPr>
        </p:pic>
        <p:pic>
          <p:nvPicPr>
            <p:cNvPr id="130" name="object 130"/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4523738" y="5688778"/>
              <a:ext cx="130367" cy="152214"/>
            </a:xfrm>
            <a:prstGeom prst="rect">
              <a:avLst/>
            </a:prstGeom>
          </p:spPr>
        </p:pic>
        <p:pic>
          <p:nvPicPr>
            <p:cNvPr id="131" name="object 131"/>
            <p:cNvPicPr/>
            <p:nvPr/>
          </p:nvPicPr>
          <p:blipFill>
            <a:blip r:embed="rId59" cstate="print"/>
            <a:stretch>
              <a:fillRect/>
            </a:stretch>
          </p:blipFill>
          <p:spPr>
            <a:xfrm>
              <a:off x="4827227" y="5688778"/>
              <a:ext cx="130367" cy="152214"/>
            </a:xfrm>
            <a:prstGeom prst="rect">
              <a:avLst/>
            </a:prstGeom>
          </p:spPr>
        </p:pic>
        <p:pic>
          <p:nvPicPr>
            <p:cNvPr id="132" name="object 132"/>
            <p:cNvPicPr/>
            <p:nvPr/>
          </p:nvPicPr>
          <p:blipFill>
            <a:blip r:embed="rId60" cstate="print"/>
            <a:stretch>
              <a:fillRect/>
            </a:stretch>
          </p:blipFill>
          <p:spPr>
            <a:xfrm>
              <a:off x="4985185" y="5691299"/>
              <a:ext cx="115624" cy="147192"/>
            </a:xfrm>
            <a:prstGeom prst="rect">
              <a:avLst/>
            </a:prstGeom>
          </p:spPr>
        </p:pic>
        <p:pic>
          <p:nvPicPr>
            <p:cNvPr id="133" name="object 133"/>
            <p:cNvPicPr/>
            <p:nvPr/>
          </p:nvPicPr>
          <p:blipFill>
            <a:blip r:embed="rId61" cstate="print"/>
            <a:stretch>
              <a:fillRect/>
            </a:stretch>
          </p:blipFill>
          <p:spPr>
            <a:xfrm>
              <a:off x="5124819" y="5775076"/>
              <a:ext cx="72871" cy="110273"/>
            </a:xfrm>
            <a:prstGeom prst="rect">
              <a:avLst/>
            </a:prstGeom>
          </p:spPr>
        </p:pic>
        <p:sp>
          <p:nvSpPr>
            <p:cNvPr id="134" name="object 134"/>
            <p:cNvSpPr/>
            <p:nvPr/>
          </p:nvSpPr>
          <p:spPr>
            <a:xfrm>
              <a:off x="4685690" y="5725972"/>
              <a:ext cx="114300" cy="67310"/>
            </a:xfrm>
            <a:custGeom>
              <a:avLst/>
              <a:gdLst/>
              <a:ahLst/>
              <a:cxnLst/>
              <a:rect l="l" t="t" r="r" b="b"/>
              <a:pathLst>
                <a:path w="114300" h="67310">
                  <a:moveTo>
                    <a:pt x="114147" y="57289"/>
                  </a:moveTo>
                  <a:lnTo>
                    <a:pt x="111201" y="54470"/>
                  </a:lnTo>
                  <a:lnTo>
                    <a:pt x="6324" y="54470"/>
                  </a:lnTo>
                  <a:lnTo>
                    <a:pt x="2743" y="54470"/>
                  </a:lnTo>
                  <a:lnTo>
                    <a:pt x="0" y="57289"/>
                  </a:lnTo>
                  <a:lnTo>
                    <a:pt x="0" y="64236"/>
                  </a:lnTo>
                  <a:lnTo>
                    <a:pt x="2743" y="67081"/>
                  </a:lnTo>
                  <a:lnTo>
                    <a:pt x="111201" y="67081"/>
                  </a:lnTo>
                  <a:lnTo>
                    <a:pt x="114147" y="64236"/>
                  </a:lnTo>
                  <a:lnTo>
                    <a:pt x="114147" y="57289"/>
                  </a:lnTo>
                  <a:close/>
                </a:path>
                <a:path w="114300" h="67310">
                  <a:moveTo>
                    <a:pt x="114147" y="2819"/>
                  </a:moveTo>
                  <a:lnTo>
                    <a:pt x="111201" y="0"/>
                  </a:lnTo>
                  <a:lnTo>
                    <a:pt x="6324" y="0"/>
                  </a:lnTo>
                  <a:lnTo>
                    <a:pt x="2743" y="0"/>
                  </a:lnTo>
                  <a:lnTo>
                    <a:pt x="0" y="2819"/>
                  </a:lnTo>
                  <a:lnTo>
                    <a:pt x="0" y="9779"/>
                  </a:lnTo>
                  <a:lnTo>
                    <a:pt x="2743" y="12611"/>
                  </a:lnTo>
                  <a:lnTo>
                    <a:pt x="111201" y="12611"/>
                  </a:lnTo>
                  <a:lnTo>
                    <a:pt x="114147" y="9779"/>
                  </a:lnTo>
                  <a:lnTo>
                    <a:pt x="114147" y="28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35" name="object 135"/>
          <p:cNvGrpSpPr/>
          <p:nvPr/>
        </p:nvGrpSpPr>
        <p:grpSpPr>
          <a:xfrm>
            <a:off x="1693245" y="5717040"/>
            <a:ext cx="1188720" cy="198755"/>
            <a:chOff x="1693245" y="5717040"/>
            <a:chExt cx="1188720" cy="198755"/>
          </a:xfrm>
        </p:grpSpPr>
        <p:pic>
          <p:nvPicPr>
            <p:cNvPr id="136" name="object 136"/>
            <p:cNvPicPr/>
            <p:nvPr/>
          </p:nvPicPr>
          <p:blipFill>
            <a:blip r:embed="rId62" cstate="print"/>
            <a:stretch>
              <a:fillRect/>
            </a:stretch>
          </p:blipFill>
          <p:spPr>
            <a:xfrm>
              <a:off x="1693245" y="5717145"/>
              <a:ext cx="130430" cy="152214"/>
            </a:xfrm>
            <a:prstGeom prst="rect">
              <a:avLst/>
            </a:prstGeom>
          </p:spPr>
        </p:pic>
        <p:pic>
          <p:nvPicPr>
            <p:cNvPr id="137" name="object 137"/>
            <p:cNvPicPr/>
            <p:nvPr/>
          </p:nvPicPr>
          <p:blipFill>
            <a:blip r:embed="rId63" cstate="print"/>
            <a:stretch>
              <a:fillRect/>
            </a:stretch>
          </p:blipFill>
          <p:spPr>
            <a:xfrm>
              <a:off x="1851118" y="5719666"/>
              <a:ext cx="115751" cy="147192"/>
            </a:xfrm>
            <a:prstGeom prst="rect">
              <a:avLst/>
            </a:prstGeom>
          </p:spPr>
        </p:pic>
        <p:pic>
          <p:nvPicPr>
            <p:cNvPr id="138" name="object 138"/>
            <p:cNvPicPr/>
            <p:nvPr/>
          </p:nvPicPr>
          <p:blipFill>
            <a:blip r:embed="rId64" cstate="print"/>
            <a:stretch>
              <a:fillRect/>
            </a:stretch>
          </p:blipFill>
          <p:spPr>
            <a:xfrm>
              <a:off x="1992732" y="5803443"/>
              <a:ext cx="72070" cy="112227"/>
            </a:xfrm>
            <a:prstGeom prst="rect">
              <a:avLst/>
            </a:prstGeom>
          </p:spPr>
        </p:pic>
        <p:pic>
          <p:nvPicPr>
            <p:cNvPr id="139" name="object 139"/>
            <p:cNvPicPr/>
            <p:nvPr/>
          </p:nvPicPr>
          <p:blipFill>
            <a:blip r:embed="rId65" cstate="print"/>
            <a:stretch>
              <a:fillRect/>
            </a:stretch>
          </p:blipFill>
          <p:spPr>
            <a:xfrm>
              <a:off x="2148289" y="5717145"/>
              <a:ext cx="130430" cy="152214"/>
            </a:xfrm>
            <a:prstGeom prst="rect">
              <a:avLst/>
            </a:prstGeom>
          </p:spPr>
        </p:pic>
        <p:pic>
          <p:nvPicPr>
            <p:cNvPr id="140" name="object 140"/>
            <p:cNvPicPr/>
            <p:nvPr/>
          </p:nvPicPr>
          <p:blipFill>
            <a:blip r:embed="rId66" cstate="print"/>
            <a:stretch>
              <a:fillRect/>
            </a:stretch>
          </p:blipFill>
          <p:spPr>
            <a:xfrm>
              <a:off x="2306183" y="5719666"/>
              <a:ext cx="115730" cy="147192"/>
            </a:xfrm>
            <a:prstGeom prst="rect">
              <a:avLst/>
            </a:prstGeom>
          </p:spPr>
        </p:pic>
        <p:pic>
          <p:nvPicPr>
            <p:cNvPr id="141" name="object 141"/>
            <p:cNvPicPr/>
            <p:nvPr/>
          </p:nvPicPr>
          <p:blipFill>
            <a:blip r:embed="rId67" cstate="print"/>
            <a:stretch>
              <a:fillRect/>
            </a:stretch>
          </p:blipFill>
          <p:spPr>
            <a:xfrm>
              <a:off x="2445881" y="5803443"/>
              <a:ext cx="72850" cy="110273"/>
            </a:xfrm>
            <a:prstGeom prst="rect">
              <a:avLst/>
            </a:prstGeom>
          </p:spPr>
        </p:pic>
        <p:sp>
          <p:nvSpPr>
            <p:cNvPr id="142" name="object 142"/>
            <p:cNvSpPr/>
            <p:nvPr/>
          </p:nvSpPr>
          <p:spPr>
            <a:xfrm>
              <a:off x="2091150" y="5780750"/>
              <a:ext cx="30480" cy="20320"/>
            </a:xfrm>
            <a:custGeom>
              <a:avLst/>
              <a:gdLst/>
              <a:ahLst/>
              <a:cxnLst/>
              <a:rect l="l" t="t" r="r" b="b"/>
              <a:pathLst>
                <a:path w="30480" h="20320">
                  <a:moveTo>
                    <a:pt x="24515" y="0"/>
                  </a:moveTo>
                  <a:lnTo>
                    <a:pt x="5012" y="6955"/>
                  </a:lnTo>
                  <a:lnTo>
                    <a:pt x="1705" y="8131"/>
                  </a:lnTo>
                  <a:lnTo>
                    <a:pt x="0" y="11724"/>
                  </a:lnTo>
                  <a:lnTo>
                    <a:pt x="2337" y="18280"/>
                  </a:lnTo>
                  <a:lnTo>
                    <a:pt x="5960" y="20003"/>
                  </a:lnTo>
                  <a:lnTo>
                    <a:pt x="28769" y="11872"/>
                  </a:lnTo>
                  <a:lnTo>
                    <a:pt x="30475" y="8278"/>
                  </a:lnTo>
                  <a:lnTo>
                    <a:pt x="28137" y="1723"/>
                  </a:lnTo>
                  <a:lnTo>
                    <a:pt x="2451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43" name="object 143"/>
            <p:cNvPicPr/>
            <p:nvPr/>
          </p:nvPicPr>
          <p:blipFill>
            <a:blip r:embed="rId68" cstate="print"/>
            <a:stretch>
              <a:fillRect/>
            </a:stretch>
          </p:blipFill>
          <p:spPr>
            <a:xfrm>
              <a:off x="2596483" y="5717040"/>
              <a:ext cx="141066" cy="152319"/>
            </a:xfrm>
            <a:prstGeom prst="rect">
              <a:avLst/>
            </a:prstGeom>
          </p:spPr>
        </p:pic>
        <p:pic>
          <p:nvPicPr>
            <p:cNvPr id="144" name="object 144"/>
            <p:cNvPicPr/>
            <p:nvPr/>
          </p:nvPicPr>
          <p:blipFill>
            <a:blip r:embed="rId63" cstate="print"/>
            <a:stretch>
              <a:fillRect/>
            </a:stretch>
          </p:blipFill>
          <p:spPr>
            <a:xfrm>
              <a:off x="2766219" y="5719666"/>
              <a:ext cx="115751" cy="147192"/>
            </a:xfrm>
            <a:prstGeom prst="rect">
              <a:avLst/>
            </a:prstGeom>
          </p:spPr>
        </p:pic>
        <p:sp>
          <p:nvSpPr>
            <p:cNvPr id="145" name="object 145"/>
            <p:cNvSpPr/>
            <p:nvPr/>
          </p:nvSpPr>
          <p:spPr>
            <a:xfrm>
              <a:off x="2546110" y="5780666"/>
              <a:ext cx="24130" cy="20320"/>
            </a:xfrm>
            <a:custGeom>
              <a:avLst/>
              <a:gdLst/>
              <a:ahLst/>
              <a:cxnLst/>
              <a:rect l="l" t="t" r="r" b="b"/>
              <a:pathLst>
                <a:path w="24130" h="20320">
                  <a:moveTo>
                    <a:pt x="16617" y="0"/>
                  </a:moveTo>
                  <a:lnTo>
                    <a:pt x="3959" y="7564"/>
                  </a:lnTo>
                  <a:lnTo>
                    <a:pt x="968" y="9371"/>
                  </a:lnTo>
                  <a:lnTo>
                    <a:pt x="0" y="13237"/>
                  </a:lnTo>
                  <a:lnTo>
                    <a:pt x="3601" y="19205"/>
                  </a:lnTo>
                  <a:lnTo>
                    <a:pt x="7476" y="20172"/>
                  </a:lnTo>
                  <a:lnTo>
                    <a:pt x="23103" y="10821"/>
                  </a:lnTo>
                  <a:lnTo>
                    <a:pt x="24072" y="6934"/>
                  </a:lnTo>
                  <a:lnTo>
                    <a:pt x="20492" y="966"/>
                  </a:lnTo>
                  <a:lnTo>
                    <a:pt x="1661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46" name="object 146"/>
          <p:cNvGrpSpPr/>
          <p:nvPr/>
        </p:nvGrpSpPr>
        <p:grpSpPr>
          <a:xfrm>
            <a:off x="1317110" y="4913830"/>
            <a:ext cx="1192530" cy="190500"/>
            <a:chOff x="1317110" y="4913830"/>
            <a:chExt cx="1192530" cy="190500"/>
          </a:xfrm>
        </p:grpSpPr>
        <p:pic>
          <p:nvPicPr>
            <p:cNvPr id="147" name="object 147"/>
            <p:cNvPicPr/>
            <p:nvPr/>
          </p:nvPicPr>
          <p:blipFill>
            <a:blip r:embed="rId69" cstate="print"/>
            <a:stretch>
              <a:fillRect/>
            </a:stretch>
          </p:blipFill>
          <p:spPr>
            <a:xfrm>
              <a:off x="1317110" y="4913830"/>
              <a:ext cx="1150926" cy="190463"/>
            </a:xfrm>
            <a:prstGeom prst="rect">
              <a:avLst/>
            </a:prstGeom>
          </p:spPr>
        </p:pic>
        <p:sp>
          <p:nvSpPr>
            <p:cNvPr id="148" name="object 148"/>
            <p:cNvSpPr/>
            <p:nvPr/>
          </p:nvSpPr>
          <p:spPr>
            <a:xfrm>
              <a:off x="2491120" y="4913830"/>
              <a:ext cx="18415" cy="147320"/>
            </a:xfrm>
            <a:custGeom>
              <a:avLst/>
              <a:gdLst/>
              <a:ahLst/>
              <a:cxnLst/>
              <a:rect l="l" t="t" r="r" b="b"/>
              <a:pathLst>
                <a:path w="18414" h="147320">
                  <a:moveTo>
                    <a:pt x="18116" y="0"/>
                  </a:moveTo>
                  <a:lnTo>
                    <a:pt x="0" y="0"/>
                  </a:lnTo>
                  <a:lnTo>
                    <a:pt x="0" y="147198"/>
                  </a:lnTo>
                  <a:lnTo>
                    <a:pt x="18116" y="147198"/>
                  </a:lnTo>
                  <a:lnTo>
                    <a:pt x="1811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49" name="object 149"/>
          <p:cNvGrpSpPr/>
          <p:nvPr/>
        </p:nvGrpSpPr>
        <p:grpSpPr>
          <a:xfrm>
            <a:off x="4492147" y="4913830"/>
            <a:ext cx="1149985" cy="190500"/>
            <a:chOff x="4492147" y="4913830"/>
            <a:chExt cx="1149985" cy="190500"/>
          </a:xfrm>
        </p:grpSpPr>
        <p:pic>
          <p:nvPicPr>
            <p:cNvPr id="150" name="object 150"/>
            <p:cNvPicPr/>
            <p:nvPr/>
          </p:nvPicPr>
          <p:blipFill>
            <a:blip r:embed="rId70" cstate="print"/>
            <a:stretch>
              <a:fillRect/>
            </a:stretch>
          </p:blipFill>
          <p:spPr>
            <a:xfrm>
              <a:off x="4492147" y="4913830"/>
              <a:ext cx="339085" cy="190463"/>
            </a:xfrm>
            <a:prstGeom prst="rect">
              <a:avLst/>
            </a:prstGeom>
          </p:spPr>
        </p:pic>
        <p:pic>
          <p:nvPicPr>
            <p:cNvPr id="151" name="object 151"/>
            <p:cNvPicPr/>
            <p:nvPr/>
          </p:nvPicPr>
          <p:blipFill>
            <a:blip r:embed="rId71" cstate="print"/>
            <a:stretch>
              <a:fillRect/>
            </a:stretch>
          </p:blipFill>
          <p:spPr>
            <a:xfrm>
              <a:off x="4853132" y="4951974"/>
              <a:ext cx="100039" cy="111471"/>
            </a:xfrm>
            <a:prstGeom prst="rect">
              <a:avLst/>
            </a:prstGeom>
          </p:spPr>
        </p:pic>
        <p:pic>
          <p:nvPicPr>
            <p:cNvPr id="152" name="object 152"/>
            <p:cNvPicPr/>
            <p:nvPr/>
          </p:nvPicPr>
          <p:blipFill>
            <a:blip r:embed="rId72" cstate="print"/>
            <a:stretch>
              <a:fillRect/>
            </a:stretch>
          </p:blipFill>
          <p:spPr>
            <a:xfrm>
              <a:off x="4976760" y="4913836"/>
              <a:ext cx="86981" cy="147192"/>
            </a:xfrm>
            <a:prstGeom prst="rect">
              <a:avLst/>
            </a:prstGeom>
          </p:spPr>
        </p:pic>
        <p:pic>
          <p:nvPicPr>
            <p:cNvPr id="153" name="object 153"/>
            <p:cNvPicPr/>
            <p:nvPr/>
          </p:nvPicPr>
          <p:blipFill>
            <a:blip r:embed="rId73" cstate="print"/>
            <a:stretch>
              <a:fillRect/>
            </a:stretch>
          </p:blipFill>
          <p:spPr>
            <a:xfrm>
              <a:off x="5087541" y="4951974"/>
              <a:ext cx="320759" cy="111471"/>
            </a:xfrm>
            <a:prstGeom prst="rect">
              <a:avLst/>
            </a:prstGeom>
          </p:spPr>
        </p:pic>
        <p:pic>
          <p:nvPicPr>
            <p:cNvPr id="154" name="object 154"/>
            <p:cNvPicPr/>
            <p:nvPr/>
          </p:nvPicPr>
          <p:blipFill>
            <a:blip r:embed="rId74" cstate="print"/>
            <a:stretch>
              <a:fillRect/>
            </a:stretch>
          </p:blipFill>
          <p:spPr>
            <a:xfrm>
              <a:off x="5432731" y="4951974"/>
              <a:ext cx="86771" cy="109054"/>
            </a:xfrm>
            <a:prstGeom prst="rect">
              <a:avLst/>
            </a:prstGeom>
          </p:spPr>
        </p:pic>
        <p:pic>
          <p:nvPicPr>
            <p:cNvPr id="155" name="object 155"/>
            <p:cNvPicPr/>
            <p:nvPr/>
          </p:nvPicPr>
          <p:blipFill>
            <a:blip r:embed="rId75" cstate="print"/>
            <a:stretch>
              <a:fillRect/>
            </a:stretch>
          </p:blipFill>
          <p:spPr>
            <a:xfrm>
              <a:off x="5543512" y="4951974"/>
              <a:ext cx="98565" cy="111471"/>
            </a:xfrm>
            <a:prstGeom prst="rect">
              <a:avLst/>
            </a:prstGeom>
          </p:spPr>
        </p:pic>
      </p:grpSp>
      <p:grpSp>
        <p:nvGrpSpPr>
          <p:cNvPr id="156" name="object 156"/>
          <p:cNvGrpSpPr/>
          <p:nvPr/>
        </p:nvGrpSpPr>
        <p:grpSpPr>
          <a:xfrm>
            <a:off x="2027420" y="6300656"/>
            <a:ext cx="666115" cy="149860"/>
            <a:chOff x="2027420" y="6300656"/>
            <a:chExt cx="666115" cy="149860"/>
          </a:xfrm>
        </p:grpSpPr>
        <p:pic>
          <p:nvPicPr>
            <p:cNvPr id="157" name="object 157"/>
            <p:cNvPicPr/>
            <p:nvPr/>
          </p:nvPicPr>
          <p:blipFill>
            <a:blip r:embed="rId76" cstate="print"/>
            <a:stretch>
              <a:fillRect/>
            </a:stretch>
          </p:blipFill>
          <p:spPr>
            <a:xfrm>
              <a:off x="2027420" y="6300662"/>
              <a:ext cx="267895" cy="149600"/>
            </a:xfrm>
            <a:prstGeom prst="rect">
              <a:avLst/>
            </a:prstGeom>
          </p:spPr>
        </p:pic>
        <p:pic>
          <p:nvPicPr>
            <p:cNvPr id="158" name="object 158"/>
            <p:cNvPicPr/>
            <p:nvPr/>
          </p:nvPicPr>
          <p:blipFill>
            <a:blip r:embed="rId77" cstate="print"/>
            <a:stretch>
              <a:fillRect/>
            </a:stretch>
          </p:blipFill>
          <p:spPr>
            <a:xfrm>
              <a:off x="2319009" y="6338810"/>
              <a:ext cx="98418" cy="111452"/>
            </a:xfrm>
            <a:prstGeom prst="rect">
              <a:avLst/>
            </a:prstGeom>
          </p:spPr>
        </p:pic>
        <p:pic>
          <p:nvPicPr>
            <p:cNvPr id="159" name="object 159"/>
            <p:cNvPicPr/>
            <p:nvPr/>
          </p:nvPicPr>
          <p:blipFill>
            <a:blip r:embed="rId78" cstate="print"/>
            <a:stretch>
              <a:fillRect/>
            </a:stretch>
          </p:blipFill>
          <p:spPr>
            <a:xfrm>
              <a:off x="2442048" y="6338810"/>
              <a:ext cx="86834" cy="109044"/>
            </a:xfrm>
            <a:prstGeom prst="rect">
              <a:avLst/>
            </a:prstGeom>
          </p:spPr>
        </p:pic>
        <p:pic>
          <p:nvPicPr>
            <p:cNvPr id="160" name="object 160"/>
            <p:cNvPicPr/>
            <p:nvPr/>
          </p:nvPicPr>
          <p:blipFill>
            <a:blip r:embed="rId79" cstate="print"/>
            <a:stretch>
              <a:fillRect/>
            </a:stretch>
          </p:blipFill>
          <p:spPr>
            <a:xfrm>
              <a:off x="2552176" y="6338810"/>
              <a:ext cx="100145" cy="111452"/>
            </a:xfrm>
            <a:prstGeom prst="rect">
              <a:avLst/>
            </a:prstGeom>
          </p:spPr>
        </p:pic>
        <p:sp>
          <p:nvSpPr>
            <p:cNvPr id="161" name="object 161"/>
            <p:cNvSpPr/>
            <p:nvPr/>
          </p:nvSpPr>
          <p:spPr>
            <a:xfrm>
              <a:off x="2675404" y="6300656"/>
              <a:ext cx="18415" cy="147320"/>
            </a:xfrm>
            <a:custGeom>
              <a:avLst/>
              <a:gdLst/>
              <a:ahLst/>
              <a:cxnLst/>
              <a:rect l="l" t="t" r="r" b="b"/>
              <a:pathLst>
                <a:path w="18414" h="147320">
                  <a:moveTo>
                    <a:pt x="18115" y="0"/>
                  </a:moveTo>
                  <a:lnTo>
                    <a:pt x="0" y="0"/>
                  </a:lnTo>
                  <a:lnTo>
                    <a:pt x="0" y="147198"/>
                  </a:lnTo>
                  <a:lnTo>
                    <a:pt x="18115" y="147198"/>
                  </a:lnTo>
                  <a:lnTo>
                    <a:pt x="1811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62" name="object 162"/>
          <p:cNvGrpSpPr/>
          <p:nvPr/>
        </p:nvGrpSpPr>
        <p:grpSpPr>
          <a:xfrm>
            <a:off x="4412536" y="6237624"/>
            <a:ext cx="624205" cy="149860"/>
            <a:chOff x="4412536" y="6237624"/>
            <a:chExt cx="624205" cy="149860"/>
          </a:xfrm>
        </p:grpSpPr>
        <p:pic>
          <p:nvPicPr>
            <p:cNvPr id="163" name="object 163"/>
            <p:cNvPicPr/>
            <p:nvPr/>
          </p:nvPicPr>
          <p:blipFill>
            <a:blip r:embed="rId80" cstate="print"/>
            <a:stretch>
              <a:fillRect/>
            </a:stretch>
          </p:blipFill>
          <p:spPr>
            <a:xfrm>
              <a:off x="4412536" y="6237624"/>
              <a:ext cx="267895" cy="149600"/>
            </a:xfrm>
            <a:prstGeom prst="rect">
              <a:avLst/>
            </a:prstGeom>
          </p:spPr>
        </p:pic>
        <p:pic>
          <p:nvPicPr>
            <p:cNvPr id="164" name="object 164"/>
            <p:cNvPicPr/>
            <p:nvPr/>
          </p:nvPicPr>
          <p:blipFill>
            <a:blip r:embed="rId81" cstate="print"/>
            <a:stretch>
              <a:fillRect/>
            </a:stretch>
          </p:blipFill>
          <p:spPr>
            <a:xfrm>
              <a:off x="4704231" y="6275762"/>
              <a:ext cx="98565" cy="111462"/>
            </a:xfrm>
            <a:prstGeom prst="rect">
              <a:avLst/>
            </a:prstGeom>
          </p:spPr>
        </p:pic>
        <p:pic>
          <p:nvPicPr>
            <p:cNvPr id="165" name="object 165"/>
            <p:cNvPicPr/>
            <p:nvPr/>
          </p:nvPicPr>
          <p:blipFill>
            <a:blip r:embed="rId74" cstate="print"/>
            <a:stretch>
              <a:fillRect/>
            </a:stretch>
          </p:blipFill>
          <p:spPr>
            <a:xfrm>
              <a:off x="4827227" y="6275762"/>
              <a:ext cx="86771" cy="109054"/>
            </a:xfrm>
            <a:prstGeom prst="rect">
              <a:avLst/>
            </a:prstGeom>
          </p:spPr>
        </p:pic>
        <p:pic>
          <p:nvPicPr>
            <p:cNvPr id="166" name="object 166"/>
            <p:cNvPicPr/>
            <p:nvPr/>
          </p:nvPicPr>
          <p:blipFill>
            <a:blip r:embed="rId82" cstate="print"/>
            <a:stretch>
              <a:fillRect/>
            </a:stretch>
          </p:blipFill>
          <p:spPr>
            <a:xfrm>
              <a:off x="4938008" y="6275762"/>
              <a:ext cx="98565" cy="111462"/>
            </a:xfrm>
            <a:prstGeom prst="rect">
              <a:avLst/>
            </a:prstGeom>
          </p:spPr>
        </p:pic>
      </p:grpSp>
      <p:sp>
        <p:nvSpPr>
          <p:cNvPr id="167" name="object 16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55</a:t>
            </a:r>
            <a:endParaRPr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2646908" y="203530"/>
            <a:ext cx="6471364" cy="629200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59</a:t>
            </a:r>
            <a:endParaRPr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59246" y="167345"/>
            <a:ext cx="10802287" cy="625256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3204" y="1095882"/>
            <a:ext cx="743902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dirty="0">
                <a:latin typeface="Calibri Light" panose="020F0302020204030204"/>
                <a:cs typeface="Calibri Light" panose="020F0302020204030204"/>
              </a:rPr>
              <a:t>E1cB:</a:t>
            </a:r>
            <a:r>
              <a:rPr sz="4400" spc="-3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4400" dirty="0">
                <a:latin typeface="Calibri Light" panose="020F0302020204030204"/>
                <a:cs typeface="Calibri Light" panose="020F0302020204030204"/>
              </a:rPr>
              <a:t>a</a:t>
            </a:r>
            <a:r>
              <a:rPr sz="4400" spc="-1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4400" dirty="0">
                <a:latin typeface="Calibri Light" panose="020F0302020204030204"/>
                <a:cs typeface="Calibri Light" panose="020F0302020204030204"/>
              </a:rPr>
              <a:t>less</a:t>
            </a:r>
            <a:r>
              <a:rPr sz="4400" spc="-1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4400" spc="-10" dirty="0">
                <a:latin typeface="Calibri Light" panose="020F0302020204030204"/>
                <a:cs typeface="Calibri Light" panose="020F0302020204030204"/>
              </a:rPr>
              <a:t>common</a:t>
            </a:r>
            <a:r>
              <a:rPr sz="4400" spc="-2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4400" spc="-5" dirty="0">
                <a:latin typeface="Calibri Light" panose="020F0302020204030204"/>
                <a:cs typeface="Calibri Light" panose="020F0302020204030204"/>
              </a:rPr>
              <a:t>mechanism</a:t>
            </a:r>
            <a:endParaRPr sz="4400">
              <a:latin typeface="Calibri Light" panose="020F0302020204030204"/>
              <a:cs typeface="Calibri Light" panose="020F0302020204030204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60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3129" y="353694"/>
            <a:ext cx="6823709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dirty="0"/>
              <a:t>S</a:t>
            </a:r>
            <a:r>
              <a:rPr sz="3975" baseline="-21000" dirty="0"/>
              <a:t>N</a:t>
            </a:r>
            <a:r>
              <a:rPr sz="3975" spc="457" baseline="-21000" dirty="0"/>
              <a:t> </a:t>
            </a:r>
            <a:r>
              <a:rPr sz="4000" spc="-5" dirty="0"/>
              <a:t>and E </a:t>
            </a:r>
            <a:r>
              <a:rPr sz="4000" spc="-35" dirty="0"/>
              <a:t>for</a:t>
            </a:r>
            <a:r>
              <a:rPr sz="4000" dirty="0"/>
              <a:t> </a:t>
            </a:r>
            <a:r>
              <a:rPr sz="4000" spc="-5" dirty="0"/>
              <a:t>other </a:t>
            </a:r>
            <a:r>
              <a:rPr sz="4000" spc="-20" dirty="0"/>
              <a:t>leaving</a:t>
            </a:r>
            <a:r>
              <a:rPr sz="4000" spc="5" dirty="0"/>
              <a:t> </a:t>
            </a:r>
            <a:r>
              <a:rPr sz="4000" spc="-20" dirty="0"/>
              <a:t>groups</a:t>
            </a:r>
            <a:endParaRPr sz="400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6124575" marR="58420" indent="-228600">
              <a:lnSpc>
                <a:spcPts val="2590"/>
              </a:lnSpc>
              <a:spcBef>
                <a:spcPts val="430"/>
              </a:spcBef>
              <a:buFont typeface="Arial MT"/>
              <a:buChar char="•"/>
              <a:tabLst>
                <a:tab pos="6124575" algn="l"/>
              </a:tabLst>
            </a:pPr>
            <a:r>
              <a:rPr dirty="0"/>
              <a:t>In</a:t>
            </a:r>
            <a:r>
              <a:rPr spc="-20" dirty="0"/>
              <a:t> </a:t>
            </a:r>
            <a:r>
              <a:rPr spc="-10" dirty="0"/>
              <a:t>general,</a:t>
            </a:r>
            <a:r>
              <a:rPr spc="-20" dirty="0"/>
              <a:t> </a:t>
            </a:r>
            <a:r>
              <a:rPr dirty="0"/>
              <a:t>the</a:t>
            </a:r>
            <a:r>
              <a:rPr spc="-5" dirty="0"/>
              <a:t> same</a:t>
            </a:r>
            <a:r>
              <a:rPr spc="-20" dirty="0"/>
              <a:t> </a:t>
            </a:r>
            <a:r>
              <a:rPr dirty="0"/>
              <a:t>type</a:t>
            </a:r>
            <a:r>
              <a:rPr spc="-5" dirty="0"/>
              <a:t> of</a:t>
            </a:r>
            <a:r>
              <a:rPr spc="-15" dirty="0"/>
              <a:t> </a:t>
            </a:r>
            <a:r>
              <a:rPr dirty="0"/>
              <a:t>S</a:t>
            </a:r>
            <a:r>
              <a:rPr sz="2400" baseline="-21000" dirty="0"/>
              <a:t>N</a:t>
            </a:r>
            <a:r>
              <a:rPr sz="2400" dirty="0"/>
              <a:t>2,</a:t>
            </a:r>
            <a:r>
              <a:rPr sz="2400" spc="-5" dirty="0"/>
              <a:t> S</a:t>
            </a:r>
            <a:r>
              <a:rPr sz="2400" spc="-7" baseline="-21000" dirty="0"/>
              <a:t>N</a:t>
            </a:r>
            <a:r>
              <a:rPr sz="2400" spc="-5" dirty="0"/>
              <a:t>1, </a:t>
            </a:r>
            <a:r>
              <a:rPr sz="2400" spc="-530" dirty="0"/>
              <a:t> </a:t>
            </a:r>
            <a:r>
              <a:rPr sz="2400" spc="-5" dirty="0"/>
              <a:t>E2 </a:t>
            </a:r>
            <a:r>
              <a:rPr sz="2400" dirty="0"/>
              <a:t>and </a:t>
            </a:r>
            <a:r>
              <a:rPr sz="2400" spc="-5" dirty="0"/>
              <a:t>E1 reactions </a:t>
            </a:r>
            <a:r>
              <a:rPr sz="2400" spc="-15" dirty="0"/>
              <a:t>are </a:t>
            </a:r>
            <a:r>
              <a:rPr sz="2400" spc="-5" dirty="0"/>
              <a:t>possible </a:t>
            </a:r>
            <a:r>
              <a:rPr sz="2400" spc="-20" dirty="0"/>
              <a:t>for </a:t>
            </a:r>
            <a:r>
              <a:rPr sz="2400" spc="-15" dirty="0"/>
              <a:t> </a:t>
            </a:r>
            <a:r>
              <a:rPr sz="2400" spc="-20" dirty="0"/>
              <a:t>any</a:t>
            </a:r>
            <a:r>
              <a:rPr sz="2400" spc="-5" dirty="0"/>
              <a:t> C-X</a:t>
            </a:r>
            <a:endParaRPr sz="2400"/>
          </a:p>
          <a:p>
            <a:pPr marL="6124575" indent="-228600">
              <a:lnSpc>
                <a:spcPct val="100000"/>
              </a:lnSpc>
              <a:spcBef>
                <a:spcPts val="685"/>
              </a:spcBef>
              <a:buFont typeface="Arial MT"/>
              <a:buChar char="•"/>
              <a:tabLst>
                <a:tab pos="6124575" algn="l"/>
              </a:tabLst>
            </a:pPr>
            <a:r>
              <a:rPr dirty="0"/>
              <a:t>X</a:t>
            </a:r>
            <a:r>
              <a:rPr spc="-15" dirty="0"/>
              <a:t> </a:t>
            </a:r>
            <a:r>
              <a:rPr dirty="0"/>
              <a:t>is</a:t>
            </a:r>
            <a:r>
              <a:rPr spc="-25" dirty="0"/>
              <a:t> </a:t>
            </a:r>
            <a:r>
              <a:rPr dirty="0"/>
              <a:t>the</a:t>
            </a:r>
            <a:r>
              <a:rPr spc="-30" dirty="0"/>
              <a:t> </a:t>
            </a:r>
            <a:r>
              <a:rPr i="1" dirty="0">
                <a:latin typeface="Calibri" panose="020F0502020204030204"/>
                <a:cs typeface="Calibri" panose="020F0502020204030204"/>
              </a:rPr>
              <a:t>leaving</a:t>
            </a:r>
            <a:r>
              <a:rPr i="1" spc="-5" dirty="0">
                <a:latin typeface="Calibri" panose="020F0502020204030204"/>
                <a:cs typeface="Calibri" panose="020F0502020204030204"/>
              </a:rPr>
              <a:t> group</a:t>
            </a:r>
            <a:endParaRPr i="1" spc="-5" dirty="0">
              <a:latin typeface="Calibri" panose="020F0502020204030204"/>
              <a:cs typeface="Calibri" panose="020F0502020204030204"/>
            </a:endParaRPr>
          </a:p>
          <a:p>
            <a:pPr marL="6124575" marR="30480" indent="-228600">
              <a:lnSpc>
                <a:spcPts val="2590"/>
              </a:lnSpc>
              <a:spcBef>
                <a:spcPts val="1040"/>
              </a:spcBef>
              <a:buFont typeface="Arial MT"/>
              <a:buChar char="•"/>
              <a:tabLst>
                <a:tab pos="6124575" algn="l"/>
              </a:tabLst>
            </a:pPr>
            <a:r>
              <a:rPr spc="-5" dirty="0"/>
              <a:t>Other leaving </a:t>
            </a:r>
            <a:r>
              <a:rPr spc="-15" dirty="0"/>
              <a:t>groups are </a:t>
            </a:r>
            <a:r>
              <a:rPr dirty="0"/>
              <a:t>X = </a:t>
            </a:r>
            <a:r>
              <a:rPr spc="-10" dirty="0"/>
              <a:t>halogen, </a:t>
            </a:r>
            <a:r>
              <a:rPr spc="-530" dirty="0"/>
              <a:t> </a:t>
            </a:r>
            <a:r>
              <a:rPr spc="-5" dirty="0"/>
              <a:t>or</a:t>
            </a:r>
            <a:r>
              <a:rPr spc="-10" dirty="0"/>
              <a:t> </a:t>
            </a:r>
            <a:r>
              <a:rPr dirty="0"/>
              <a:t>X</a:t>
            </a:r>
            <a:r>
              <a:rPr spc="-5" dirty="0"/>
              <a:t> </a:t>
            </a:r>
            <a:r>
              <a:rPr dirty="0"/>
              <a:t>=</a:t>
            </a:r>
            <a:r>
              <a:rPr spc="-5" dirty="0"/>
              <a:t> -O-R,</a:t>
            </a:r>
            <a:r>
              <a:rPr spc="5" dirty="0"/>
              <a:t> </a:t>
            </a:r>
            <a:r>
              <a:rPr spc="-5" dirty="0"/>
              <a:t>-NHR</a:t>
            </a:r>
            <a:endParaRPr spc="-5" dirty="0"/>
          </a:p>
          <a:p>
            <a:pPr marL="6124575" marR="897890" indent="-228600">
              <a:lnSpc>
                <a:spcPts val="2590"/>
              </a:lnSpc>
              <a:spcBef>
                <a:spcPts val="1000"/>
              </a:spcBef>
              <a:buFont typeface="Arial MT"/>
              <a:buChar char="•"/>
              <a:tabLst>
                <a:tab pos="6124575" algn="l"/>
              </a:tabLst>
            </a:pPr>
            <a:r>
              <a:rPr dirty="0"/>
              <a:t>R</a:t>
            </a:r>
            <a:r>
              <a:rPr spc="-25" dirty="0"/>
              <a:t> </a:t>
            </a:r>
            <a:r>
              <a:rPr dirty="0"/>
              <a:t>is</a:t>
            </a:r>
            <a:r>
              <a:rPr spc="-15" dirty="0"/>
              <a:t> </a:t>
            </a:r>
            <a:r>
              <a:rPr spc="-10" dirty="0"/>
              <a:t>often </a:t>
            </a:r>
            <a:r>
              <a:rPr dirty="0"/>
              <a:t>a</a:t>
            </a:r>
            <a:r>
              <a:rPr spc="-20" dirty="0"/>
              <a:t> </a:t>
            </a:r>
            <a:r>
              <a:rPr spc="-10" dirty="0"/>
              <a:t>larger</a:t>
            </a:r>
            <a:r>
              <a:rPr spc="-25" dirty="0"/>
              <a:t> </a:t>
            </a:r>
            <a:r>
              <a:rPr spc="-10" dirty="0"/>
              <a:t>group,</a:t>
            </a:r>
            <a:r>
              <a:rPr spc="-20" dirty="0"/>
              <a:t> </a:t>
            </a:r>
            <a:r>
              <a:rPr spc="-10" dirty="0"/>
              <a:t>often </a:t>
            </a:r>
            <a:r>
              <a:rPr spc="-530" dirty="0"/>
              <a:t> </a:t>
            </a:r>
            <a:r>
              <a:rPr spc="-5" dirty="0"/>
              <a:t>electron-withdrawing</a:t>
            </a:r>
            <a:endParaRPr spc="-5" dirty="0"/>
          </a:p>
        </p:txBody>
      </p:sp>
      <p:grpSp>
        <p:nvGrpSpPr>
          <p:cNvPr id="4" name="object 4"/>
          <p:cNvGrpSpPr/>
          <p:nvPr/>
        </p:nvGrpSpPr>
        <p:grpSpPr>
          <a:xfrm>
            <a:off x="1480307" y="1737232"/>
            <a:ext cx="477520" cy="778510"/>
            <a:chOff x="1480307" y="1737232"/>
            <a:chExt cx="477520" cy="778510"/>
          </a:xfrm>
        </p:grpSpPr>
        <p:sp>
          <p:nvSpPr>
            <p:cNvPr id="5" name="object 5"/>
            <p:cNvSpPr/>
            <p:nvPr/>
          </p:nvSpPr>
          <p:spPr>
            <a:xfrm>
              <a:off x="1777132" y="2032274"/>
              <a:ext cx="180340" cy="211454"/>
            </a:xfrm>
            <a:custGeom>
              <a:avLst/>
              <a:gdLst/>
              <a:ahLst/>
              <a:cxnLst/>
              <a:rect l="l" t="t" r="r" b="b"/>
              <a:pathLst>
                <a:path w="180339" h="211455">
                  <a:moveTo>
                    <a:pt x="96205" y="0"/>
                  </a:moveTo>
                  <a:lnTo>
                    <a:pt x="58299" y="6928"/>
                  </a:lnTo>
                  <a:lnTo>
                    <a:pt x="18899" y="37228"/>
                  </a:lnTo>
                  <a:lnTo>
                    <a:pt x="3049" y="74163"/>
                  </a:lnTo>
                  <a:lnTo>
                    <a:pt x="0" y="104115"/>
                  </a:lnTo>
                  <a:lnTo>
                    <a:pt x="675" y="118412"/>
                  </a:lnTo>
                  <a:lnTo>
                    <a:pt x="10790" y="158666"/>
                  </a:lnTo>
                  <a:lnTo>
                    <a:pt x="32496" y="190010"/>
                  </a:lnTo>
                  <a:lnTo>
                    <a:pt x="80088" y="210040"/>
                  </a:lnTo>
                  <a:lnTo>
                    <a:pt x="95795" y="210870"/>
                  </a:lnTo>
                  <a:lnTo>
                    <a:pt x="111089" y="209775"/>
                  </a:lnTo>
                  <a:lnTo>
                    <a:pt x="149660" y="193566"/>
                  </a:lnTo>
                  <a:lnTo>
                    <a:pt x="175068" y="158386"/>
                  </a:lnTo>
                  <a:lnTo>
                    <a:pt x="180155" y="142828"/>
                  </a:lnTo>
                  <a:lnTo>
                    <a:pt x="153208" y="136083"/>
                  </a:lnTo>
                  <a:lnTo>
                    <a:pt x="149782" y="148071"/>
                  </a:lnTo>
                  <a:lnTo>
                    <a:pt x="145093" y="158519"/>
                  </a:lnTo>
                  <a:lnTo>
                    <a:pt x="114480" y="184548"/>
                  </a:lnTo>
                  <a:lnTo>
                    <a:pt x="93566" y="187701"/>
                  </a:lnTo>
                  <a:lnTo>
                    <a:pt x="84411" y="187100"/>
                  </a:lnTo>
                  <a:lnTo>
                    <a:pt x="45064" y="166218"/>
                  </a:lnTo>
                  <a:lnTo>
                    <a:pt x="29703" y="128201"/>
                  </a:lnTo>
                  <a:lnTo>
                    <a:pt x="27797" y="103822"/>
                  </a:lnTo>
                  <a:lnTo>
                    <a:pt x="28198" y="93809"/>
                  </a:lnTo>
                  <a:lnTo>
                    <a:pt x="37995" y="55677"/>
                  </a:lnTo>
                  <a:lnTo>
                    <a:pt x="74082" y="25992"/>
                  </a:lnTo>
                  <a:lnTo>
                    <a:pt x="95648" y="23169"/>
                  </a:lnTo>
                  <a:lnTo>
                    <a:pt x="105423" y="23824"/>
                  </a:lnTo>
                  <a:lnTo>
                    <a:pt x="141446" y="46595"/>
                  </a:lnTo>
                  <a:lnTo>
                    <a:pt x="150129" y="65695"/>
                  </a:lnTo>
                  <a:lnTo>
                    <a:pt x="176695" y="59536"/>
                  </a:lnTo>
                  <a:lnTo>
                    <a:pt x="157269" y="24232"/>
                  </a:lnTo>
                  <a:lnTo>
                    <a:pt x="124351" y="3922"/>
                  </a:lnTo>
                  <a:lnTo>
                    <a:pt x="110884" y="985"/>
                  </a:lnTo>
                  <a:lnTo>
                    <a:pt x="9620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487192" y="1737232"/>
              <a:ext cx="159867" cy="20383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489104" y="1959247"/>
              <a:ext cx="278765" cy="412750"/>
            </a:xfrm>
            <a:custGeom>
              <a:avLst/>
              <a:gdLst/>
              <a:ahLst/>
              <a:cxnLst/>
              <a:rect l="l" t="t" r="r" b="b"/>
              <a:pathLst>
                <a:path w="278764" h="412750">
                  <a:moveTo>
                    <a:pt x="278615" y="67748"/>
                  </a:moveTo>
                  <a:lnTo>
                    <a:pt x="210823" y="0"/>
                  </a:lnTo>
                </a:path>
                <a:path w="278764" h="412750">
                  <a:moveTo>
                    <a:pt x="42830" y="412648"/>
                  </a:moveTo>
                  <a:lnTo>
                    <a:pt x="0" y="338448"/>
                  </a:lnTo>
                </a:path>
                <a:path w="278764" h="412750">
                  <a:moveTo>
                    <a:pt x="109837" y="361324"/>
                  </a:moveTo>
                  <a:lnTo>
                    <a:pt x="77952" y="305893"/>
                  </a:lnTo>
                </a:path>
                <a:path w="278764" h="412750">
                  <a:moveTo>
                    <a:pt x="176809" y="309999"/>
                  </a:moveTo>
                  <a:lnTo>
                    <a:pt x="155902" y="273632"/>
                  </a:lnTo>
                </a:path>
                <a:path w="278764" h="412750">
                  <a:moveTo>
                    <a:pt x="243810" y="258675"/>
                  </a:moveTo>
                  <a:lnTo>
                    <a:pt x="233870" y="241371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662718" y="2275699"/>
              <a:ext cx="118745" cy="212725"/>
            </a:xfrm>
            <a:custGeom>
              <a:avLst/>
              <a:gdLst/>
              <a:ahLst/>
              <a:cxnLst/>
              <a:rect l="l" t="t" r="r" b="b"/>
              <a:pathLst>
                <a:path w="118744" h="212725">
                  <a:moveTo>
                    <a:pt x="0" y="212630"/>
                  </a:moveTo>
                  <a:lnTo>
                    <a:pt x="118285" y="0"/>
                  </a:lnTo>
                </a:path>
              </a:pathLst>
            </a:custGeom>
            <a:ln w="41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619350" y="2266021"/>
              <a:ext cx="174625" cy="250190"/>
            </a:xfrm>
            <a:custGeom>
              <a:avLst/>
              <a:gdLst/>
              <a:ahLst/>
              <a:cxnLst/>
              <a:rect l="l" t="t" r="r" b="b"/>
              <a:pathLst>
                <a:path w="174625" h="250189">
                  <a:moveTo>
                    <a:pt x="159307" y="0"/>
                  </a:moveTo>
                  <a:lnTo>
                    <a:pt x="0" y="205591"/>
                  </a:lnTo>
                  <a:lnTo>
                    <a:pt x="76178" y="249583"/>
                  </a:lnTo>
                  <a:lnTo>
                    <a:pt x="174554" y="8798"/>
                  </a:lnTo>
                  <a:lnTo>
                    <a:pt x="15930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0" name="object 10"/>
          <p:cNvGrpSpPr/>
          <p:nvPr/>
        </p:nvGrpSpPr>
        <p:grpSpPr>
          <a:xfrm>
            <a:off x="2199371" y="1740164"/>
            <a:ext cx="555625" cy="792480"/>
            <a:chOff x="2199371" y="1740164"/>
            <a:chExt cx="555625" cy="792480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199371" y="2032274"/>
              <a:ext cx="180155" cy="210870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420313" y="1884166"/>
              <a:ext cx="250190" cy="175260"/>
            </a:xfrm>
            <a:custGeom>
              <a:avLst/>
              <a:gdLst/>
              <a:ahLst/>
              <a:cxnLst/>
              <a:rect l="l" t="t" r="r" b="b"/>
              <a:pathLst>
                <a:path w="250189" h="175260">
                  <a:moveTo>
                    <a:pt x="207102" y="0"/>
                  </a:moveTo>
                  <a:lnTo>
                    <a:pt x="249971" y="74200"/>
                  </a:lnTo>
                </a:path>
                <a:path w="250189" h="175260">
                  <a:moveTo>
                    <a:pt x="138077" y="52497"/>
                  </a:moveTo>
                  <a:lnTo>
                    <a:pt x="169950" y="107634"/>
                  </a:lnTo>
                </a:path>
                <a:path w="250189" h="175260">
                  <a:moveTo>
                    <a:pt x="69024" y="104995"/>
                  </a:moveTo>
                  <a:lnTo>
                    <a:pt x="89930" y="141362"/>
                  </a:lnTo>
                </a:path>
                <a:path w="250189" h="175260">
                  <a:moveTo>
                    <a:pt x="0" y="157492"/>
                  </a:moveTo>
                  <a:lnTo>
                    <a:pt x="9910" y="174796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2370260" y="1767440"/>
              <a:ext cx="127000" cy="227329"/>
            </a:xfrm>
            <a:custGeom>
              <a:avLst/>
              <a:gdLst/>
              <a:ahLst/>
              <a:cxnLst/>
              <a:rect l="l" t="t" r="r" b="b"/>
              <a:pathLst>
                <a:path w="127000" h="227330">
                  <a:moveTo>
                    <a:pt x="126378" y="0"/>
                  </a:moveTo>
                  <a:lnTo>
                    <a:pt x="0" y="226707"/>
                  </a:lnTo>
                </a:path>
              </a:pathLst>
            </a:custGeom>
            <a:ln w="41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2357358" y="1740164"/>
              <a:ext cx="182880" cy="264160"/>
            </a:xfrm>
            <a:custGeom>
              <a:avLst/>
              <a:gdLst/>
              <a:ahLst/>
              <a:cxnLst/>
              <a:rect l="l" t="t" r="r" b="b"/>
              <a:pathLst>
                <a:path w="182880" h="264160">
                  <a:moveTo>
                    <a:pt x="106468" y="0"/>
                  </a:moveTo>
                  <a:lnTo>
                    <a:pt x="0" y="254862"/>
                  </a:lnTo>
                  <a:lnTo>
                    <a:pt x="15247" y="263661"/>
                  </a:lnTo>
                  <a:lnTo>
                    <a:pt x="182647" y="43992"/>
                  </a:lnTo>
                  <a:lnTo>
                    <a:pt x="1064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2497254" y="2321158"/>
              <a:ext cx="257810" cy="211454"/>
            </a:xfrm>
            <a:custGeom>
              <a:avLst/>
              <a:gdLst/>
              <a:ahLst/>
              <a:cxnLst/>
              <a:rect l="l" t="t" r="r" b="b"/>
              <a:pathLst>
                <a:path w="257810" h="211455">
                  <a:moveTo>
                    <a:pt x="95355" y="0"/>
                  </a:moveTo>
                  <a:lnTo>
                    <a:pt x="56679" y="7038"/>
                  </a:lnTo>
                  <a:lnTo>
                    <a:pt x="14782" y="43662"/>
                  </a:lnTo>
                  <a:lnTo>
                    <a:pt x="1643" y="83255"/>
                  </a:lnTo>
                  <a:lnTo>
                    <a:pt x="0" y="107341"/>
                  </a:lnTo>
                  <a:lnTo>
                    <a:pt x="1632" y="130052"/>
                  </a:lnTo>
                  <a:lnTo>
                    <a:pt x="14695" y="167886"/>
                  </a:lnTo>
                  <a:lnTo>
                    <a:pt x="55876" y="203868"/>
                  </a:lnTo>
                  <a:lnTo>
                    <a:pt x="92863" y="210870"/>
                  </a:lnTo>
                  <a:lnTo>
                    <a:pt x="108549" y="209834"/>
                  </a:lnTo>
                  <a:lnTo>
                    <a:pt x="146991" y="194739"/>
                  </a:lnTo>
                  <a:lnTo>
                    <a:pt x="164152" y="175676"/>
                  </a:lnTo>
                  <a:lnTo>
                    <a:pt x="92423" y="175676"/>
                  </a:lnTo>
                  <a:lnTo>
                    <a:pt x="81834" y="174636"/>
                  </a:lnTo>
                  <a:lnTo>
                    <a:pt x="50217" y="149688"/>
                  </a:lnTo>
                  <a:lnTo>
                    <a:pt x="42399" y="104115"/>
                  </a:lnTo>
                  <a:lnTo>
                    <a:pt x="43279" y="87127"/>
                  </a:lnTo>
                  <a:lnTo>
                    <a:pt x="64096" y="44473"/>
                  </a:lnTo>
                  <a:lnTo>
                    <a:pt x="93273" y="35193"/>
                  </a:lnTo>
                  <a:lnTo>
                    <a:pt x="166442" y="35193"/>
                  </a:lnTo>
                  <a:lnTo>
                    <a:pt x="162625" y="29305"/>
                  </a:lnTo>
                  <a:lnTo>
                    <a:pt x="156110" y="21996"/>
                  </a:lnTo>
                  <a:lnTo>
                    <a:pt x="143554" y="12372"/>
                  </a:lnTo>
                  <a:lnTo>
                    <a:pt x="129240" y="5499"/>
                  </a:lnTo>
                  <a:lnTo>
                    <a:pt x="113173" y="1374"/>
                  </a:lnTo>
                  <a:lnTo>
                    <a:pt x="95355" y="0"/>
                  </a:lnTo>
                  <a:close/>
                </a:path>
                <a:path w="257810" h="211455">
                  <a:moveTo>
                    <a:pt x="137608" y="132270"/>
                  </a:moveTo>
                  <a:lnTo>
                    <a:pt x="114458" y="169737"/>
                  </a:lnTo>
                  <a:lnTo>
                    <a:pt x="92423" y="175676"/>
                  </a:lnTo>
                  <a:lnTo>
                    <a:pt x="164152" y="175676"/>
                  </a:lnTo>
                  <a:lnTo>
                    <a:pt x="165288" y="174136"/>
                  </a:lnTo>
                  <a:lnTo>
                    <a:pt x="172161" y="160673"/>
                  </a:lnTo>
                  <a:lnTo>
                    <a:pt x="177516" y="145174"/>
                  </a:lnTo>
                  <a:lnTo>
                    <a:pt x="137608" y="132270"/>
                  </a:lnTo>
                  <a:close/>
                </a:path>
                <a:path w="257810" h="211455">
                  <a:moveTo>
                    <a:pt x="166442" y="35193"/>
                  </a:moveTo>
                  <a:lnTo>
                    <a:pt x="93273" y="35193"/>
                  </a:lnTo>
                  <a:lnTo>
                    <a:pt x="101168" y="35748"/>
                  </a:lnTo>
                  <a:lnTo>
                    <a:pt x="108444" y="37430"/>
                  </a:lnTo>
                  <a:lnTo>
                    <a:pt x="136230" y="69508"/>
                  </a:lnTo>
                  <a:lnTo>
                    <a:pt x="176958" y="59536"/>
                  </a:lnTo>
                  <a:lnTo>
                    <a:pt x="173049" y="48102"/>
                  </a:lnTo>
                  <a:lnTo>
                    <a:pt x="168272" y="38016"/>
                  </a:lnTo>
                  <a:lnTo>
                    <a:pt x="166442" y="35193"/>
                  </a:lnTo>
                  <a:close/>
                </a:path>
                <a:path w="257810" h="211455">
                  <a:moveTo>
                    <a:pt x="257712" y="3519"/>
                  </a:moveTo>
                  <a:lnTo>
                    <a:pt x="218654" y="3519"/>
                  </a:lnTo>
                  <a:lnTo>
                    <a:pt x="218655" y="207350"/>
                  </a:lnTo>
                  <a:lnTo>
                    <a:pt x="257712" y="207350"/>
                  </a:lnTo>
                  <a:lnTo>
                    <a:pt x="257712" y="3519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2405828" y="2243144"/>
              <a:ext cx="80010" cy="80010"/>
            </a:xfrm>
            <a:custGeom>
              <a:avLst/>
              <a:gdLst/>
              <a:ahLst/>
              <a:cxnLst/>
              <a:rect l="l" t="t" r="r" b="b"/>
              <a:pathLst>
                <a:path w="80010" h="80010">
                  <a:moveTo>
                    <a:pt x="0" y="0"/>
                  </a:moveTo>
                  <a:lnTo>
                    <a:pt x="79550" y="79479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/>
          <p:nvPr/>
        </p:nvSpPr>
        <p:spPr>
          <a:xfrm>
            <a:off x="2006959" y="2127884"/>
            <a:ext cx="142240" cy="0"/>
          </a:xfrm>
          <a:custGeom>
            <a:avLst/>
            <a:gdLst/>
            <a:ahLst/>
            <a:cxnLst/>
            <a:rect l="l" t="t" r="r" b="b"/>
            <a:pathLst>
              <a:path w="142239">
                <a:moveTo>
                  <a:pt x="0" y="0"/>
                </a:moveTo>
                <a:lnTo>
                  <a:pt x="141919" y="0"/>
                </a:lnTo>
              </a:path>
            </a:pathLst>
          </a:custGeom>
          <a:ln w="17596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18" name="object 18"/>
          <p:cNvGrpSpPr/>
          <p:nvPr/>
        </p:nvGrpSpPr>
        <p:grpSpPr>
          <a:xfrm>
            <a:off x="1436324" y="3320959"/>
            <a:ext cx="477520" cy="778510"/>
            <a:chOff x="1436324" y="3320959"/>
            <a:chExt cx="477520" cy="778510"/>
          </a:xfrm>
        </p:grpSpPr>
        <p:sp>
          <p:nvSpPr>
            <p:cNvPr id="19" name="object 19"/>
            <p:cNvSpPr/>
            <p:nvPr/>
          </p:nvSpPr>
          <p:spPr>
            <a:xfrm>
              <a:off x="1733149" y="3616119"/>
              <a:ext cx="180340" cy="210820"/>
            </a:xfrm>
            <a:custGeom>
              <a:avLst/>
              <a:gdLst/>
              <a:ahLst/>
              <a:cxnLst/>
              <a:rect l="l" t="t" r="r" b="b"/>
              <a:pathLst>
                <a:path w="180339" h="210820">
                  <a:moveTo>
                    <a:pt x="96205" y="0"/>
                  </a:moveTo>
                  <a:lnTo>
                    <a:pt x="58299" y="6916"/>
                  </a:lnTo>
                  <a:lnTo>
                    <a:pt x="18899" y="37162"/>
                  </a:lnTo>
                  <a:lnTo>
                    <a:pt x="3049" y="74042"/>
                  </a:lnTo>
                  <a:lnTo>
                    <a:pt x="0" y="103851"/>
                  </a:lnTo>
                  <a:lnTo>
                    <a:pt x="675" y="118220"/>
                  </a:lnTo>
                  <a:lnTo>
                    <a:pt x="10790" y="158490"/>
                  </a:lnTo>
                  <a:lnTo>
                    <a:pt x="32496" y="189888"/>
                  </a:lnTo>
                  <a:lnTo>
                    <a:pt x="80088" y="209941"/>
                  </a:lnTo>
                  <a:lnTo>
                    <a:pt x="95795" y="210782"/>
                  </a:lnTo>
                  <a:lnTo>
                    <a:pt x="111089" y="209688"/>
                  </a:lnTo>
                  <a:lnTo>
                    <a:pt x="149660" y="193332"/>
                  </a:lnTo>
                  <a:lnTo>
                    <a:pt x="175068" y="158275"/>
                  </a:lnTo>
                  <a:lnTo>
                    <a:pt x="180155" y="142652"/>
                  </a:lnTo>
                  <a:lnTo>
                    <a:pt x="153208" y="135819"/>
                  </a:lnTo>
                  <a:lnTo>
                    <a:pt x="149782" y="147895"/>
                  </a:lnTo>
                  <a:lnTo>
                    <a:pt x="145093" y="158387"/>
                  </a:lnTo>
                  <a:lnTo>
                    <a:pt x="114480" y="184427"/>
                  </a:lnTo>
                  <a:lnTo>
                    <a:pt x="93566" y="187701"/>
                  </a:lnTo>
                  <a:lnTo>
                    <a:pt x="84411" y="187101"/>
                  </a:lnTo>
                  <a:lnTo>
                    <a:pt x="45064" y="166049"/>
                  </a:lnTo>
                  <a:lnTo>
                    <a:pt x="29703" y="128054"/>
                  </a:lnTo>
                  <a:lnTo>
                    <a:pt x="27797" y="103704"/>
                  </a:lnTo>
                  <a:lnTo>
                    <a:pt x="28198" y="93702"/>
                  </a:lnTo>
                  <a:lnTo>
                    <a:pt x="37995" y="55567"/>
                  </a:lnTo>
                  <a:lnTo>
                    <a:pt x="74082" y="25896"/>
                  </a:lnTo>
                  <a:lnTo>
                    <a:pt x="95648" y="23081"/>
                  </a:lnTo>
                  <a:lnTo>
                    <a:pt x="105423" y="23714"/>
                  </a:lnTo>
                  <a:lnTo>
                    <a:pt x="141446" y="46404"/>
                  </a:lnTo>
                  <a:lnTo>
                    <a:pt x="150129" y="65607"/>
                  </a:lnTo>
                  <a:lnTo>
                    <a:pt x="176695" y="59360"/>
                  </a:lnTo>
                  <a:lnTo>
                    <a:pt x="157269" y="24151"/>
                  </a:lnTo>
                  <a:lnTo>
                    <a:pt x="124351" y="3893"/>
                  </a:lnTo>
                  <a:lnTo>
                    <a:pt x="110884" y="973"/>
                  </a:lnTo>
                  <a:lnTo>
                    <a:pt x="9620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3209" y="3320959"/>
              <a:ext cx="159867" cy="203831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1445121" y="3543003"/>
              <a:ext cx="278765" cy="412750"/>
            </a:xfrm>
            <a:custGeom>
              <a:avLst/>
              <a:gdLst/>
              <a:ahLst/>
              <a:cxnLst/>
              <a:rect l="l" t="t" r="r" b="b"/>
              <a:pathLst>
                <a:path w="278764" h="412750">
                  <a:moveTo>
                    <a:pt x="278615" y="67806"/>
                  </a:moveTo>
                  <a:lnTo>
                    <a:pt x="210823" y="0"/>
                  </a:lnTo>
                </a:path>
                <a:path w="278764" h="412750">
                  <a:moveTo>
                    <a:pt x="42830" y="412560"/>
                  </a:moveTo>
                  <a:lnTo>
                    <a:pt x="0" y="338360"/>
                  </a:lnTo>
                </a:path>
                <a:path w="278764" h="412750">
                  <a:moveTo>
                    <a:pt x="109823" y="361207"/>
                  </a:moveTo>
                  <a:lnTo>
                    <a:pt x="77952" y="306011"/>
                  </a:lnTo>
                </a:path>
                <a:path w="278764" h="412750">
                  <a:moveTo>
                    <a:pt x="176809" y="309882"/>
                  </a:moveTo>
                  <a:lnTo>
                    <a:pt x="155902" y="273632"/>
                  </a:lnTo>
                </a:path>
                <a:path w="278764" h="412750">
                  <a:moveTo>
                    <a:pt x="243810" y="258528"/>
                  </a:moveTo>
                  <a:lnTo>
                    <a:pt x="233870" y="241283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1618734" y="3859543"/>
              <a:ext cx="118745" cy="212725"/>
            </a:xfrm>
            <a:custGeom>
              <a:avLst/>
              <a:gdLst/>
              <a:ahLst/>
              <a:cxnLst/>
              <a:rect l="l" t="t" r="r" b="b"/>
              <a:pathLst>
                <a:path w="118744" h="212725">
                  <a:moveTo>
                    <a:pt x="0" y="212630"/>
                  </a:moveTo>
                  <a:lnTo>
                    <a:pt x="118285" y="0"/>
                  </a:lnTo>
                </a:path>
              </a:pathLst>
            </a:custGeom>
            <a:ln w="41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1575379" y="3849865"/>
              <a:ext cx="174625" cy="250190"/>
            </a:xfrm>
            <a:custGeom>
              <a:avLst/>
              <a:gdLst/>
              <a:ahLst/>
              <a:cxnLst/>
              <a:rect l="l" t="t" r="r" b="b"/>
              <a:pathLst>
                <a:path w="174625" h="250189">
                  <a:moveTo>
                    <a:pt x="159295" y="0"/>
                  </a:moveTo>
                  <a:lnTo>
                    <a:pt x="0" y="205591"/>
                  </a:lnTo>
                  <a:lnTo>
                    <a:pt x="76167" y="249583"/>
                  </a:lnTo>
                  <a:lnTo>
                    <a:pt x="174542" y="8798"/>
                  </a:lnTo>
                  <a:lnTo>
                    <a:pt x="1592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4" name="object 24"/>
          <p:cNvGrpSpPr/>
          <p:nvPr/>
        </p:nvGrpSpPr>
        <p:grpSpPr>
          <a:xfrm>
            <a:off x="2155388" y="3323950"/>
            <a:ext cx="687705" cy="791845"/>
            <a:chOff x="2155388" y="3323950"/>
            <a:chExt cx="687705" cy="791845"/>
          </a:xfrm>
        </p:grpSpPr>
        <p:pic>
          <p:nvPicPr>
            <p:cNvPr id="25" name="object 2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155388" y="3616118"/>
              <a:ext cx="180155" cy="210782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2376330" y="3467805"/>
              <a:ext cx="250190" cy="175260"/>
            </a:xfrm>
            <a:custGeom>
              <a:avLst/>
              <a:gdLst/>
              <a:ahLst/>
              <a:cxnLst/>
              <a:rect l="l" t="t" r="r" b="b"/>
              <a:pathLst>
                <a:path w="250189" h="175260">
                  <a:moveTo>
                    <a:pt x="207102" y="0"/>
                  </a:moveTo>
                  <a:lnTo>
                    <a:pt x="249971" y="74259"/>
                  </a:lnTo>
                </a:path>
                <a:path w="250189" h="175260">
                  <a:moveTo>
                    <a:pt x="138077" y="52556"/>
                  </a:moveTo>
                  <a:lnTo>
                    <a:pt x="169950" y="107781"/>
                  </a:lnTo>
                </a:path>
                <a:path w="250189" h="175260">
                  <a:moveTo>
                    <a:pt x="69024" y="105112"/>
                  </a:moveTo>
                  <a:lnTo>
                    <a:pt x="89930" y="141303"/>
                  </a:lnTo>
                </a:path>
                <a:path w="250189" h="175260">
                  <a:moveTo>
                    <a:pt x="0" y="157668"/>
                  </a:moveTo>
                  <a:lnTo>
                    <a:pt x="9910" y="174855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2326277" y="3351225"/>
              <a:ext cx="127000" cy="227329"/>
            </a:xfrm>
            <a:custGeom>
              <a:avLst/>
              <a:gdLst/>
              <a:ahLst/>
              <a:cxnLst/>
              <a:rect l="l" t="t" r="r" b="b"/>
              <a:pathLst>
                <a:path w="127000" h="227329">
                  <a:moveTo>
                    <a:pt x="126378" y="0"/>
                  </a:moveTo>
                  <a:lnTo>
                    <a:pt x="0" y="226707"/>
                  </a:lnTo>
                </a:path>
              </a:pathLst>
            </a:custGeom>
            <a:ln w="41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2313375" y="3323950"/>
              <a:ext cx="182880" cy="264160"/>
            </a:xfrm>
            <a:custGeom>
              <a:avLst/>
              <a:gdLst/>
              <a:ahLst/>
              <a:cxnLst/>
              <a:rect l="l" t="t" r="r" b="b"/>
              <a:pathLst>
                <a:path w="182880" h="264160">
                  <a:moveTo>
                    <a:pt x="106468" y="0"/>
                  </a:moveTo>
                  <a:lnTo>
                    <a:pt x="0" y="254862"/>
                  </a:lnTo>
                  <a:lnTo>
                    <a:pt x="15247" y="263661"/>
                  </a:lnTo>
                  <a:lnTo>
                    <a:pt x="182647" y="43992"/>
                  </a:lnTo>
                  <a:lnTo>
                    <a:pt x="1064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2443360" y="3904914"/>
              <a:ext cx="400050" cy="210820"/>
            </a:xfrm>
            <a:custGeom>
              <a:avLst/>
              <a:gdLst/>
              <a:ahLst/>
              <a:cxnLst/>
              <a:rect l="l" t="t" r="r" b="b"/>
              <a:pathLst>
                <a:path w="400050" h="210820">
                  <a:moveTo>
                    <a:pt x="98551" y="0"/>
                  </a:moveTo>
                  <a:lnTo>
                    <a:pt x="54627" y="8065"/>
                  </a:lnTo>
                  <a:lnTo>
                    <a:pt x="22593" y="32808"/>
                  </a:lnTo>
                  <a:lnTo>
                    <a:pt x="2331" y="77998"/>
                  </a:lnTo>
                  <a:lnTo>
                    <a:pt x="0" y="106637"/>
                  </a:lnTo>
                  <a:lnTo>
                    <a:pt x="1676" y="129661"/>
                  </a:lnTo>
                  <a:lnTo>
                    <a:pt x="15091" y="167866"/>
                  </a:lnTo>
                  <a:lnTo>
                    <a:pt x="58318" y="203849"/>
                  </a:lnTo>
                  <a:lnTo>
                    <a:pt x="99108" y="210782"/>
                  </a:lnTo>
                  <a:lnTo>
                    <a:pt x="120430" y="209039"/>
                  </a:lnTo>
                  <a:lnTo>
                    <a:pt x="139488" y="203809"/>
                  </a:lnTo>
                  <a:lnTo>
                    <a:pt x="156288" y="195093"/>
                  </a:lnTo>
                  <a:lnTo>
                    <a:pt x="170830" y="182891"/>
                  </a:lnTo>
                  <a:lnTo>
                    <a:pt x="176421" y="175617"/>
                  </a:lnTo>
                  <a:lnTo>
                    <a:pt x="98962" y="175617"/>
                  </a:lnTo>
                  <a:lnTo>
                    <a:pt x="87207" y="174496"/>
                  </a:lnTo>
                  <a:lnTo>
                    <a:pt x="51392" y="147751"/>
                  </a:lnTo>
                  <a:lnTo>
                    <a:pt x="42484" y="106637"/>
                  </a:lnTo>
                  <a:lnTo>
                    <a:pt x="42432" y="104701"/>
                  </a:lnTo>
                  <a:lnTo>
                    <a:pt x="43372" y="88772"/>
                  </a:lnTo>
                  <a:lnTo>
                    <a:pt x="57969" y="52614"/>
                  </a:lnTo>
                  <a:lnTo>
                    <a:pt x="98962" y="35193"/>
                  </a:lnTo>
                  <a:lnTo>
                    <a:pt x="176214" y="35193"/>
                  </a:lnTo>
                  <a:lnTo>
                    <a:pt x="170625" y="27949"/>
                  </a:lnTo>
                  <a:lnTo>
                    <a:pt x="155978" y="15725"/>
                  </a:lnTo>
                  <a:lnTo>
                    <a:pt x="139085" y="6991"/>
                  </a:lnTo>
                  <a:lnTo>
                    <a:pt x="119944" y="1748"/>
                  </a:lnTo>
                  <a:lnTo>
                    <a:pt x="98551" y="0"/>
                  </a:lnTo>
                  <a:close/>
                </a:path>
                <a:path w="400050" h="210820">
                  <a:moveTo>
                    <a:pt x="176214" y="35193"/>
                  </a:moveTo>
                  <a:lnTo>
                    <a:pt x="98962" y="35193"/>
                  </a:lnTo>
                  <a:lnTo>
                    <a:pt x="111111" y="36282"/>
                  </a:lnTo>
                  <a:lnTo>
                    <a:pt x="121888" y="39490"/>
                  </a:lnTo>
                  <a:lnTo>
                    <a:pt x="151298" y="74101"/>
                  </a:lnTo>
                  <a:lnTo>
                    <a:pt x="155143" y="104701"/>
                  </a:lnTo>
                  <a:lnTo>
                    <a:pt x="154154" y="121320"/>
                  </a:lnTo>
                  <a:lnTo>
                    <a:pt x="139338" y="157874"/>
                  </a:lnTo>
                  <a:lnTo>
                    <a:pt x="98962" y="175617"/>
                  </a:lnTo>
                  <a:lnTo>
                    <a:pt x="176421" y="175617"/>
                  </a:lnTo>
                  <a:lnTo>
                    <a:pt x="195983" y="129007"/>
                  </a:lnTo>
                  <a:lnTo>
                    <a:pt x="197590" y="104701"/>
                  </a:lnTo>
                  <a:lnTo>
                    <a:pt x="195972" y="82151"/>
                  </a:lnTo>
                  <a:lnTo>
                    <a:pt x="190905" y="61354"/>
                  </a:lnTo>
                  <a:lnTo>
                    <a:pt x="182457" y="43285"/>
                  </a:lnTo>
                  <a:lnTo>
                    <a:pt x="176214" y="35193"/>
                  </a:lnTo>
                  <a:close/>
                </a:path>
                <a:path w="400050" h="210820">
                  <a:moveTo>
                    <a:pt x="277739" y="3490"/>
                  </a:moveTo>
                  <a:lnTo>
                    <a:pt x="236600" y="3490"/>
                  </a:lnTo>
                  <a:lnTo>
                    <a:pt x="236600" y="207292"/>
                  </a:lnTo>
                  <a:lnTo>
                    <a:pt x="277739" y="207292"/>
                  </a:lnTo>
                  <a:lnTo>
                    <a:pt x="277739" y="118192"/>
                  </a:lnTo>
                  <a:lnTo>
                    <a:pt x="399513" y="118192"/>
                  </a:lnTo>
                  <a:lnTo>
                    <a:pt x="399513" y="83702"/>
                  </a:lnTo>
                  <a:lnTo>
                    <a:pt x="277739" y="83702"/>
                  </a:lnTo>
                  <a:lnTo>
                    <a:pt x="277739" y="3490"/>
                  </a:lnTo>
                  <a:close/>
                </a:path>
                <a:path w="400050" h="210820">
                  <a:moveTo>
                    <a:pt x="399513" y="118192"/>
                  </a:moveTo>
                  <a:lnTo>
                    <a:pt x="358345" y="118192"/>
                  </a:lnTo>
                  <a:lnTo>
                    <a:pt x="358345" y="207292"/>
                  </a:lnTo>
                  <a:lnTo>
                    <a:pt x="399513" y="207292"/>
                  </a:lnTo>
                  <a:lnTo>
                    <a:pt x="399513" y="118192"/>
                  </a:lnTo>
                  <a:close/>
                </a:path>
                <a:path w="400050" h="210820">
                  <a:moveTo>
                    <a:pt x="399513" y="3490"/>
                  </a:moveTo>
                  <a:lnTo>
                    <a:pt x="358345" y="3490"/>
                  </a:lnTo>
                  <a:lnTo>
                    <a:pt x="358345" y="83702"/>
                  </a:lnTo>
                  <a:lnTo>
                    <a:pt x="399513" y="83702"/>
                  </a:lnTo>
                  <a:lnTo>
                    <a:pt x="399513" y="349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2361845" y="3826754"/>
              <a:ext cx="75565" cy="75565"/>
            </a:xfrm>
            <a:custGeom>
              <a:avLst/>
              <a:gdLst/>
              <a:ahLst/>
              <a:cxnLst/>
              <a:rect l="l" t="t" r="r" b="b"/>
              <a:pathLst>
                <a:path w="75564" h="75564">
                  <a:moveTo>
                    <a:pt x="0" y="0"/>
                  </a:moveTo>
                  <a:lnTo>
                    <a:pt x="75152" y="75139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1" name="object 31"/>
          <p:cNvSpPr/>
          <p:nvPr/>
        </p:nvSpPr>
        <p:spPr>
          <a:xfrm>
            <a:off x="1962976" y="3711699"/>
            <a:ext cx="142240" cy="0"/>
          </a:xfrm>
          <a:custGeom>
            <a:avLst/>
            <a:gdLst/>
            <a:ahLst/>
            <a:cxnLst/>
            <a:rect l="l" t="t" r="r" b="b"/>
            <a:pathLst>
              <a:path w="142239">
                <a:moveTo>
                  <a:pt x="0" y="0"/>
                </a:moveTo>
                <a:lnTo>
                  <a:pt x="141919" y="0"/>
                </a:lnTo>
              </a:path>
            </a:pathLst>
          </a:custGeom>
          <a:ln w="17596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32" name="object 32"/>
          <p:cNvGrpSpPr/>
          <p:nvPr/>
        </p:nvGrpSpPr>
        <p:grpSpPr>
          <a:xfrm>
            <a:off x="1370349" y="5036663"/>
            <a:ext cx="477520" cy="778510"/>
            <a:chOff x="1370349" y="5036663"/>
            <a:chExt cx="477520" cy="778510"/>
          </a:xfrm>
        </p:grpSpPr>
        <p:sp>
          <p:nvSpPr>
            <p:cNvPr id="33" name="object 33"/>
            <p:cNvSpPr/>
            <p:nvPr/>
          </p:nvSpPr>
          <p:spPr>
            <a:xfrm>
              <a:off x="1667175" y="5331823"/>
              <a:ext cx="180340" cy="210820"/>
            </a:xfrm>
            <a:custGeom>
              <a:avLst/>
              <a:gdLst/>
              <a:ahLst/>
              <a:cxnLst/>
              <a:rect l="l" t="t" r="r" b="b"/>
              <a:pathLst>
                <a:path w="180339" h="210820">
                  <a:moveTo>
                    <a:pt x="96205" y="0"/>
                  </a:moveTo>
                  <a:lnTo>
                    <a:pt x="58299" y="6916"/>
                  </a:lnTo>
                  <a:lnTo>
                    <a:pt x="18899" y="37162"/>
                  </a:lnTo>
                  <a:lnTo>
                    <a:pt x="3049" y="74042"/>
                  </a:lnTo>
                  <a:lnTo>
                    <a:pt x="0" y="103851"/>
                  </a:lnTo>
                  <a:lnTo>
                    <a:pt x="675" y="118220"/>
                  </a:lnTo>
                  <a:lnTo>
                    <a:pt x="10790" y="158490"/>
                  </a:lnTo>
                  <a:lnTo>
                    <a:pt x="32496" y="189888"/>
                  </a:lnTo>
                  <a:lnTo>
                    <a:pt x="80088" y="209941"/>
                  </a:lnTo>
                  <a:lnTo>
                    <a:pt x="95795" y="210782"/>
                  </a:lnTo>
                  <a:lnTo>
                    <a:pt x="111089" y="209688"/>
                  </a:lnTo>
                  <a:lnTo>
                    <a:pt x="149660" y="193332"/>
                  </a:lnTo>
                  <a:lnTo>
                    <a:pt x="175068" y="158275"/>
                  </a:lnTo>
                  <a:lnTo>
                    <a:pt x="180155" y="142652"/>
                  </a:lnTo>
                  <a:lnTo>
                    <a:pt x="153208" y="135819"/>
                  </a:lnTo>
                  <a:lnTo>
                    <a:pt x="149782" y="147895"/>
                  </a:lnTo>
                  <a:lnTo>
                    <a:pt x="145093" y="158387"/>
                  </a:lnTo>
                  <a:lnTo>
                    <a:pt x="114480" y="184427"/>
                  </a:lnTo>
                  <a:lnTo>
                    <a:pt x="93566" y="187701"/>
                  </a:lnTo>
                  <a:lnTo>
                    <a:pt x="84411" y="187101"/>
                  </a:lnTo>
                  <a:lnTo>
                    <a:pt x="45064" y="166049"/>
                  </a:lnTo>
                  <a:lnTo>
                    <a:pt x="29703" y="128054"/>
                  </a:lnTo>
                  <a:lnTo>
                    <a:pt x="27797" y="103704"/>
                  </a:lnTo>
                  <a:lnTo>
                    <a:pt x="28198" y="93702"/>
                  </a:lnTo>
                  <a:lnTo>
                    <a:pt x="37995" y="55567"/>
                  </a:lnTo>
                  <a:lnTo>
                    <a:pt x="74082" y="25896"/>
                  </a:lnTo>
                  <a:lnTo>
                    <a:pt x="95648" y="23081"/>
                  </a:lnTo>
                  <a:lnTo>
                    <a:pt x="105423" y="23714"/>
                  </a:lnTo>
                  <a:lnTo>
                    <a:pt x="141446" y="46404"/>
                  </a:lnTo>
                  <a:lnTo>
                    <a:pt x="150129" y="65607"/>
                  </a:lnTo>
                  <a:lnTo>
                    <a:pt x="176695" y="59360"/>
                  </a:lnTo>
                  <a:lnTo>
                    <a:pt x="157269" y="24151"/>
                  </a:lnTo>
                  <a:lnTo>
                    <a:pt x="124351" y="3893"/>
                  </a:lnTo>
                  <a:lnTo>
                    <a:pt x="110884" y="973"/>
                  </a:lnTo>
                  <a:lnTo>
                    <a:pt x="9620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4" name="object 3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377235" y="5036663"/>
              <a:ext cx="159855" cy="203831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1379146" y="5258708"/>
              <a:ext cx="278765" cy="412750"/>
            </a:xfrm>
            <a:custGeom>
              <a:avLst/>
              <a:gdLst/>
              <a:ahLst/>
              <a:cxnLst/>
              <a:rect l="l" t="t" r="r" b="b"/>
              <a:pathLst>
                <a:path w="278764" h="412750">
                  <a:moveTo>
                    <a:pt x="278615" y="67806"/>
                  </a:moveTo>
                  <a:lnTo>
                    <a:pt x="210823" y="0"/>
                  </a:lnTo>
                </a:path>
                <a:path w="278764" h="412750">
                  <a:moveTo>
                    <a:pt x="42830" y="412560"/>
                  </a:moveTo>
                  <a:lnTo>
                    <a:pt x="0" y="338360"/>
                  </a:lnTo>
                </a:path>
                <a:path w="278764" h="412750">
                  <a:moveTo>
                    <a:pt x="109823" y="361207"/>
                  </a:moveTo>
                  <a:lnTo>
                    <a:pt x="77952" y="306011"/>
                  </a:lnTo>
                </a:path>
                <a:path w="278764" h="412750">
                  <a:moveTo>
                    <a:pt x="176818" y="309882"/>
                  </a:moveTo>
                  <a:lnTo>
                    <a:pt x="155908" y="273632"/>
                  </a:lnTo>
                </a:path>
                <a:path w="278764" h="412750">
                  <a:moveTo>
                    <a:pt x="243810" y="258528"/>
                  </a:moveTo>
                  <a:lnTo>
                    <a:pt x="233870" y="241283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1552771" y="5575248"/>
              <a:ext cx="118745" cy="212725"/>
            </a:xfrm>
            <a:custGeom>
              <a:avLst/>
              <a:gdLst/>
              <a:ahLst/>
              <a:cxnLst/>
              <a:rect l="l" t="t" r="r" b="b"/>
              <a:pathLst>
                <a:path w="118744" h="212725">
                  <a:moveTo>
                    <a:pt x="0" y="212624"/>
                  </a:moveTo>
                  <a:lnTo>
                    <a:pt x="118273" y="0"/>
                  </a:lnTo>
                </a:path>
              </a:pathLst>
            </a:custGeom>
            <a:ln w="41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1509404" y="5565570"/>
              <a:ext cx="174625" cy="250190"/>
            </a:xfrm>
            <a:custGeom>
              <a:avLst/>
              <a:gdLst/>
              <a:ahLst/>
              <a:cxnLst/>
              <a:rect l="l" t="t" r="r" b="b"/>
              <a:pathLst>
                <a:path w="174625" h="250189">
                  <a:moveTo>
                    <a:pt x="159295" y="0"/>
                  </a:moveTo>
                  <a:lnTo>
                    <a:pt x="0" y="205585"/>
                  </a:lnTo>
                  <a:lnTo>
                    <a:pt x="76181" y="249577"/>
                  </a:lnTo>
                  <a:lnTo>
                    <a:pt x="174542" y="8798"/>
                  </a:lnTo>
                  <a:lnTo>
                    <a:pt x="1592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8" name="object 38"/>
          <p:cNvGrpSpPr/>
          <p:nvPr/>
        </p:nvGrpSpPr>
        <p:grpSpPr>
          <a:xfrm>
            <a:off x="2089413" y="5039655"/>
            <a:ext cx="815975" cy="857885"/>
            <a:chOff x="2089413" y="5039655"/>
            <a:chExt cx="815975" cy="857885"/>
          </a:xfrm>
        </p:grpSpPr>
        <p:pic>
          <p:nvPicPr>
            <p:cNvPr id="39" name="object 3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089413" y="5331823"/>
              <a:ext cx="180155" cy="210782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2310355" y="5183510"/>
              <a:ext cx="250190" cy="175260"/>
            </a:xfrm>
            <a:custGeom>
              <a:avLst/>
              <a:gdLst/>
              <a:ahLst/>
              <a:cxnLst/>
              <a:rect l="l" t="t" r="r" b="b"/>
              <a:pathLst>
                <a:path w="250189" h="175260">
                  <a:moveTo>
                    <a:pt x="207102" y="0"/>
                  </a:moveTo>
                  <a:lnTo>
                    <a:pt x="249971" y="74259"/>
                  </a:lnTo>
                </a:path>
                <a:path w="250189" h="175260">
                  <a:moveTo>
                    <a:pt x="138077" y="52556"/>
                  </a:moveTo>
                  <a:lnTo>
                    <a:pt x="169950" y="107781"/>
                  </a:lnTo>
                </a:path>
                <a:path w="250189" h="175260">
                  <a:moveTo>
                    <a:pt x="69024" y="105112"/>
                  </a:moveTo>
                  <a:lnTo>
                    <a:pt x="89930" y="141303"/>
                  </a:lnTo>
                </a:path>
                <a:path w="250189" h="175260">
                  <a:moveTo>
                    <a:pt x="0" y="157668"/>
                  </a:moveTo>
                  <a:lnTo>
                    <a:pt x="9910" y="174855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2260302" y="5066930"/>
              <a:ext cx="127000" cy="227329"/>
            </a:xfrm>
            <a:custGeom>
              <a:avLst/>
              <a:gdLst/>
              <a:ahLst/>
              <a:cxnLst/>
              <a:rect l="l" t="t" r="r" b="b"/>
              <a:pathLst>
                <a:path w="127000" h="227329">
                  <a:moveTo>
                    <a:pt x="126378" y="0"/>
                  </a:moveTo>
                  <a:lnTo>
                    <a:pt x="0" y="226707"/>
                  </a:lnTo>
                </a:path>
              </a:pathLst>
            </a:custGeom>
            <a:ln w="41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2247401" y="5039655"/>
              <a:ext cx="182880" cy="264160"/>
            </a:xfrm>
            <a:custGeom>
              <a:avLst/>
              <a:gdLst/>
              <a:ahLst/>
              <a:cxnLst/>
              <a:rect l="l" t="t" r="r" b="b"/>
              <a:pathLst>
                <a:path w="182880" h="264160">
                  <a:moveTo>
                    <a:pt x="106468" y="0"/>
                  </a:moveTo>
                  <a:lnTo>
                    <a:pt x="0" y="254862"/>
                  </a:lnTo>
                  <a:lnTo>
                    <a:pt x="15247" y="263661"/>
                  </a:lnTo>
                  <a:lnTo>
                    <a:pt x="182647" y="43992"/>
                  </a:lnTo>
                  <a:lnTo>
                    <a:pt x="1064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2394949" y="5624109"/>
              <a:ext cx="374650" cy="203835"/>
            </a:xfrm>
            <a:custGeom>
              <a:avLst/>
              <a:gdLst/>
              <a:ahLst/>
              <a:cxnLst/>
              <a:rect l="l" t="t" r="r" b="b"/>
              <a:pathLst>
                <a:path w="374650" h="203835">
                  <a:moveTo>
                    <a:pt x="40024" y="0"/>
                  </a:moveTo>
                  <a:lnTo>
                    <a:pt x="0" y="0"/>
                  </a:lnTo>
                  <a:lnTo>
                    <a:pt x="0" y="203813"/>
                  </a:lnTo>
                  <a:lnTo>
                    <a:pt x="38206" y="203813"/>
                  </a:lnTo>
                  <a:lnTo>
                    <a:pt x="38206" y="70886"/>
                  </a:lnTo>
                  <a:lnTo>
                    <a:pt x="83457" y="70886"/>
                  </a:lnTo>
                  <a:lnTo>
                    <a:pt x="40024" y="0"/>
                  </a:lnTo>
                  <a:close/>
                </a:path>
                <a:path w="374650" h="203835">
                  <a:moveTo>
                    <a:pt x="83457" y="70886"/>
                  </a:moveTo>
                  <a:lnTo>
                    <a:pt x="38206" y="70886"/>
                  </a:lnTo>
                  <a:lnTo>
                    <a:pt x="120367" y="203813"/>
                  </a:lnTo>
                  <a:lnTo>
                    <a:pt x="161652" y="203813"/>
                  </a:lnTo>
                  <a:lnTo>
                    <a:pt x="161652" y="136103"/>
                  </a:lnTo>
                  <a:lnTo>
                    <a:pt x="123416" y="136103"/>
                  </a:lnTo>
                  <a:lnTo>
                    <a:pt x="83457" y="70886"/>
                  </a:lnTo>
                  <a:close/>
                </a:path>
                <a:path w="374650" h="203835">
                  <a:moveTo>
                    <a:pt x="161652" y="0"/>
                  </a:moveTo>
                  <a:lnTo>
                    <a:pt x="123416" y="0"/>
                  </a:lnTo>
                  <a:lnTo>
                    <a:pt x="123416" y="136103"/>
                  </a:lnTo>
                  <a:lnTo>
                    <a:pt x="161652" y="136103"/>
                  </a:lnTo>
                  <a:lnTo>
                    <a:pt x="161652" y="0"/>
                  </a:lnTo>
                  <a:close/>
                </a:path>
                <a:path w="374650" h="203835">
                  <a:moveTo>
                    <a:pt x="252551" y="0"/>
                  </a:moveTo>
                  <a:lnTo>
                    <a:pt x="211412" y="0"/>
                  </a:lnTo>
                  <a:lnTo>
                    <a:pt x="211412" y="203813"/>
                  </a:lnTo>
                  <a:lnTo>
                    <a:pt x="252551" y="203813"/>
                  </a:lnTo>
                  <a:lnTo>
                    <a:pt x="252551" y="114694"/>
                  </a:lnTo>
                  <a:lnTo>
                    <a:pt x="374326" y="114694"/>
                  </a:lnTo>
                  <a:lnTo>
                    <a:pt x="374326" y="80212"/>
                  </a:lnTo>
                  <a:lnTo>
                    <a:pt x="252551" y="80212"/>
                  </a:lnTo>
                  <a:lnTo>
                    <a:pt x="252551" y="0"/>
                  </a:lnTo>
                  <a:close/>
                </a:path>
                <a:path w="374650" h="203835">
                  <a:moveTo>
                    <a:pt x="374326" y="114694"/>
                  </a:moveTo>
                  <a:lnTo>
                    <a:pt x="333187" y="114694"/>
                  </a:lnTo>
                  <a:lnTo>
                    <a:pt x="333187" y="203813"/>
                  </a:lnTo>
                  <a:lnTo>
                    <a:pt x="374326" y="203813"/>
                  </a:lnTo>
                  <a:lnTo>
                    <a:pt x="374326" y="114694"/>
                  </a:lnTo>
                  <a:close/>
                </a:path>
                <a:path w="374650" h="203835">
                  <a:moveTo>
                    <a:pt x="374326" y="0"/>
                  </a:moveTo>
                  <a:lnTo>
                    <a:pt x="333187" y="0"/>
                  </a:lnTo>
                  <a:lnTo>
                    <a:pt x="333187" y="80212"/>
                  </a:lnTo>
                  <a:lnTo>
                    <a:pt x="374326" y="80212"/>
                  </a:lnTo>
                  <a:lnTo>
                    <a:pt x="374326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4" name="object 4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802644" y="5743431"/>
              <a:ext cx="102686" cy="153492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2295870" y="5542459"/>
              <a:ext cx="59690" cy="59690"/>
            </a:xfrm>
            <a:custGeom>
              <a:avLst/>
              <a:gdLst/>
              <a:ahLst/>
              <a:cxnLst/>
              <a:rect l="l" t="t" r="r" b="b"/>
              <a:pathLst>
                <a:path w="59689" h="59689">
                  <a:moveTo>
                    <a:pt x="0" y="0"/>
                  </a:moveTo>
                  <a:lnTo>
                    <a:pt x="59230" y="59243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6" name="object 46"/>
          <p:cNvSpPr/>
          <p:nvPr/>
        </p:nvSpPr>
        <p:spPr>
          <a:xfrm>
            <a:off x="1897001" y="5427404"/>
            <a:ext cx="142240" cy="0"/>
          </a:xfrm>
          <a:custGeom>
            <a:avLst/>
            <a:gdLst/>
            <a:ahLst/>
            <a:cxnLst/>
            <a:rect l="l" t="t" r="r" b="b"/>
            <a:pathLst>
              <a:path w="142239">
                <a:moveTo>
                  <a:pt x="0" y="0"/>
                </a:moveTo>
                <a:lnTo>
                  <a:pt x="141919" y="0"/>
                </a:lnTo>
              </a:path>
            </a:pathLst>
          </a:custGeom>
          <a:ln w="17596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7" name="object 47"/>
          <p:cNvGrpSpPr/>
          <p:nvPr/>
        </p:nvGrpSpPr>
        <p:grpSpPr>
          <a:xfrm>
            <a:off x="3855396" y="1803220"/>
            <a:ext cx="477520" cy="778510"/>
            <a:chOff x="3855396" y="1803220"/>
            <a:chExt cx="477520" cy="778510"/>
          </a:xfrm>
        </p:grpSpPr>
        <p:sp>
          <p:nvSpPr>
            <p:cNvPr id="48" name="object 48"/>
            <p:cNvSpPr/>
            <p:nvPr/>
          </p:nvSpPr>
          <p:spPr>
            <a:xfrm>
              <a:off x="4152224" y="2098263"/>
              <a:ext cx="180340" cy="211454"/>
            </a:xfrm>
            <a:custGeom>
              <a:avLst/>
              <a:gdLst/>
              <a:ahLst/>
              <a:cxnLst/>
              <a:rect l="l" t="t" r="r" b="b"/>
              <a:pathLst>
                <a:path w="180339" h="211455">
                  <a:moveTo>
                    <a:pt x="96205" y="0"/>
                  </a:moveTo>
                  <a:lnTo>
                    <a:pt x="58311" y="6928"/>
                  </a:lnTo>
                  <a:lnTo>
                    <a:pt x="18899" y="37228"/>
                  </a:lnTo>
                  <a:lnTo>
                    <a:pt x="3049" y="74163"/>
                  </a:lnTo>
                  <a:lnTo>
                    <a:pt x="0" y="104115"/>
                  </a:lnTo>
                  <a:lnTo>
                    <a:pt x="675" y="118412"/>
                  </a:lnTo>
                  <a:lnTo>
                    <a:pt x="10790" y="158666"/>
                  </a:lnTo>
                  <a:lnTo>
                    <a:pt x="32496" y="190010"/>
                  </a:lnTo>
                  <a:lnTo>
                    <a:pt x="80138" y="210040"/>
                  </a:lnTo>
                  <a:lnTo>
                    <a:pt x="95912" y="210870"/>
                  </a:lnTo>
                  <a:lnTo>
                    <a:pt x="111141" y="209775"/>
                  </a:lnTo>
                  <a:lnTo>
                    <a:pt x="149572" y="193566"/>
                  </a:lnTo>
                  <a:lnTo>
                    <a:pt x="175013" y="158386"/>
                  </a:lnTo>
                  <a:lnTo>
                    <a:pt x="180067" y="142828"/>
                  </a:lnTo>
                  <a:lnTo>
                    <a:pt x="153090" y="136083"/>
                  </a:lnTo>
                  <a:lnTo>
                    <a:pt x="149792" y="148071"/>
                  </a:lnTo>
                  <a:lnTo>
                    <a:pt x="145173" y="158519"/>
                  </a:lnTo>
                  <a:lnTo>
                    <a:pt x="114422" y="184548"/>
                  </a:lnTo>
                  <a:lnTo>
                    <a:pt x="93566" y="187701"/>
                  </a:lnTo>
                  <a:lnTo>
                    <a:pt x="84461" y="187100"/>
                  </a:lnTo>
                  <a:lnTo>
                    <a:pt x="45064" y="166218"/>
                  </a:lnTo>
                  <a:lnTo>
                    <a:pt x="29703" y="128201"/>
                  </a:lnTo>
                  <a:lnTo>
                    <a:pt x="27797" y="103822"/>
                  </a:lnTo>
                  <a:lnTo>
                    <a:pt x="28198" y="93809"/>
                  </a:lnTo>
                  <a:lnTo>
                    <a:pt x="37995" y="55677"/>
                  </a:lnTo>
                  <a:lnTo>
                    <a:pt x="74111" y="25992"/>
                  </a:lnTo>
                  <a:lnTo>
                    <a:pt x="95619" y="23169"/>
                  </a:lnTo>
                  <a:lnTo>
                    <a:pt x="105469" y="23824"/>
                  </a:lnTo>
                  <a:lnTo>
                    <a:pt x="141435" y="46595"/>
                  </a:lnTo>
                  <a:lnTo>
                    <a:pt x="150158" y="65695"/>
                  </a:lnTo>
                  <a:lnTo>
                    <a:pt x="176548" y="59536"/>
                  </a:lnTo>
                  <a:lnTo>
                    <a:pt x="157250" y="24232"/>
                  </a:lnTo>
                  <a:lnTo>
                    <a:pt x="124391" y="3922"/>
                  </a:lnTo>
                  <a:lnTo>
                    <a:pt x="110944" y="985"/>
                  </a:lnTo>
                  <a:lnTo>
                    <a:pt x="9620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9" name="object 4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862287" y="1803220"/>
              <a:ext cx="159864" cy="203831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3864193" y="2025235"/>
              <a:ext cx="278765" cy="412750"/>
            </a:xfrm>
            <a:custGeom>
              <a:avLst/>
              <a:gdLst/>
              <a:ahLst/>
              <a:cxnLst/>
              <a:rect l="l" t="t" r="r" b="b"/>
              <a:pathLst>
                <a:path w="278764" h="412750">
                  <a:moveTo>
                    <a:pt x="278618" y="67748"/>
                  </a:moveTo>
                  <a:lnTo>
                    <a:pt x="210825" y="0"/>
                  </a:lnTo>
                </a:path>
                <a:path w="278764" h="412750">
                  <a:moveTo>
                    <a:pt x="42839" y="412648"/>
                  </a:moveTo>
                  <a:lnTo>
                    <a:pt x="0" y="338448"/>
                  </a:lnTo>
                </a:path>
                <a:path w="278764" h="412750">
                  <a:moveTo>
                    <a:pt x="109840" y="361324"/>
                  </a:moveTo>
                  <a:lnTo>
                    <a:pt x="77967" y="305893"/>
                  </a:lnTo>
                </a:path>
                <a:path w="278764" h="412750">
                  <a:moveTo>
                    <a:pt x="176812" y="309999"/>
                  </a:moveTo>
                  <a:lnTo>
                    <a:pt x="155905" y="273632"/>
                  </a:lnTo>
                </a:path>
                <a:path w="278764" h="412750">
                  <a:moveTo>
                    <a:pt x="243813" y="258675"/>
                  </a:moveTo>
                  <a:lnTo>
                    <a:pt x="233873" y="241371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4037809" y="2341688"/>
              <a:ext cx="118745" cy="212725"/>
            </a:xfrm>
            <a:custGeom>
              <a:avLst/>
              <a:gdLst/>
              <a:ahLst/>
              <a:cxnLst/>
              <a:rect l="l" t="t" r="r" b="b"/>
              <a:pathLst>
                <a:path w="118745" h="212725">
                  <a:moveTo>
                    <a:pt x="0" y="212630"/>
                  </a:moveTo>
                  <a:lnTo>
                    <a:pt x="118285" y="0"/>
                  </a:lnTo>
                </a:path>
              </a:pathLst>
            </a:custGeom>
            <a:ln w="41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3994442" y="2332009"/>
              <a:ext cx="174625" cy="250190"/>
            </a:xfrm>
            <a:custGeom>
              <a:avLst/>
              <a:gdLst/>
              <a:ahLst/>
              <a:cxnLst/>
              <a:rect l="l" t="t" r="r" b="b"/>
              <a:pathLst>
                <a:path w="174625" h="250189">
                  <a:moveTo>
                    <a:pt x="159307" y="0"/>
                  </a:moveTo>
                  <a:lnTo>
                    <a:pt x="0" y="205591"/>
                  </a:lnTo>
                  <a:lnTo>
                    <a:pt x="76178" y="249583"/>
                  </a:lnTo>
                  <a:lnTo>
                    <a:pt x="174554" y="8798"/>
                  </a:lnTo>
                  <a:lnTo>
                    <a:pt x="15930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3" name="object 53"/>
          <p:cNvGrpSpPr/>
          <p:nvPr/>
        </p:nvGrpSpPr>
        <p:grpSpPr>
          <a:xfrm>
            <a:off x="4574492" y="1806153"/>
            <a:ext cx="610870" cy="788670"/>
            <a:chOff x="4574492" y="1806153"/>
            <a:chExt cx="610870" cy="788670"/>
          </a:xfrm>
        </p:grpSpPr>
        <p:pic>
          <p:nvPicPr>
            <p:cNvPr id="54" name="object 5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574492" y="2098263"/>
              <a:ext cx="180037" cy="210870"/>
            </a:xfrm>
            <a:prstGeom prst="rect">
              <a:avLst/>
            </a:prstGeom>
          </p:spPr>
        </p:pic>
        <p:sp>
          <p:nvSpPr>
            <p:cNvPr id="55" name="object 55"/>
            <p:cNvSpPr/>
            <p:nvPr/>
          </p:nvSpPr>
          <p:spPr>
            <a:xfrm>
              <a:off x="4795287" y="1950155"/>
              <a:ext cx="250190" cy="175260"/>
            </a:xfrm>
            <a:custGeom>
              <a:avLst/>
              <a:gdLst/>
              <a:ahLst/>
              <a:cxnLst/>
              <a:rect l="l" t="t" r="r" b="b"/>
              <a:pathLst>
                <a:path w="250189" h="175260">
                  <a:moveTo>
                    <a:pt x="207307" y="0"/>
                  </a:moveTo>
                  <a:lnTo>
                    <a:pt x="250117" y="74200"/>
                  </a:lnTo>
                </a:path>
                <a:path w="250189" h="175260">
                  <a:moveTo>
                    <a:pt x="138107" y="52497"/>
                  </a:moveTo>
                  <a:lnTo>
                    <a:pt x="170068" y="107634"/>
                  </a:lnTo>
                </a:path>
                <a:path w="250189" h="175260">
                  <a:moveTo>
                    <a:pt x="69200" y="104995"/>
                  </a:moveTo>
                  <a:lnTo>
                    <a:pt x="90018" y="141362"/>
                  </a:lnTo>
                </a:path>
                <a:path w="250189" h="175260">
                  <a:moveTo>
                    <a:pt x="0" y="157492"/>
                  </a:moveTo>
                  <a:lnTo>
                    <a:pt x="9969" y="174796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/>
            <p:cNvSpPr/>
            <p:nvPr/>
          </p:nvSpPr>
          <p:spPr>
            <a:xfrm>
              <a:off x="4745440" y="1833428"/>
              <a:ext cx="127000" cy="227329"/>
            </a:xfrm>
            <a:custGeom>
              <a:avLst/>
              <a:gdLst/>
              <a:ahLst/>
              <a:cxnLst/>
              <a:rect l="l" t="t" r="r" b="b"/>
              <a:pathLst>
                <a:path w="127000" h="227330">
                  <a:moveTo>
                    <a:pt x="126378" y="0"/>
                  </a:moveTo>
                  <a:lnTo>
                    <a:pt x="0" y="226707"/>
                  </a:lnTo>
                </a:path>
              </a:pathLst>
            </a:custGeom>
            <a:ln w="41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4732538" y="1806153"/>
              <a:ext cx="182880" cy="264160"/>
            </a:xfrm>
            <a:custGeom>
              <a:avLst/>
              <a:gdLst/>
              <a:ahLst/>
              <a:cxnLst/>
              <a:rect l="l" t="t" r="r" b="b"/>
              <a:pathLst>
                <a:path w="182879" h="264160">
                  <a:moveTo>
                    <a:pt x="106439" y="0"/>
                  </a:moveTo>
                  <a:lnTo>
                    <a:pt x="0" y="254862"/>
                  </a:lnTo>
                  <a:lnTo>
                    <a:pt x="15247" y="263661"/>
                  </a:lnTo>
                  <a:lnTo>
                    <a:pt x="182676" y="43992"/>
                  </a:lnTo>
                  <a:lnTo>
                    <a:pt x="10643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4879735" y="2390666"/>
              <a:ext cx="305435" cy="203835"/>
            </a:xfrm>
            <a:custGeom>
              <a:avLst/>
              <a:gdLst/>
              <a:ahLst/>
              <a:cxnLst/>
              <a:rect l="l" t="t" r="r" b="b"/>
              <a:pathLst>
                <a:path w="305435" h="203835">
                  <a:moveTo>
                    <a:pt x="81515" y="0"/>
                  </a:moveTo>
                  <a:lnTo>
                    <a:pt x="0" y="0"/>
                  </a:lnTo>
                  <a:lnTo>
                    <a:pt x="0" y="203831"/>
                  </a:lnTo>
                  <a:lnTo>
                    <a:pt x="69200" y="203831"/>
                  </a:lnTo>
                  <a:lnTo>
                    <a:pt x="112001" y="202924"/>
                  </a:lnTo>
                  <a:lnTo>
                    <a:pt x="151833" y="188443"/>
                  </a:lnTo>
                  <a:lnTo>
                    <a:pt x="165213" y="169517"/>
                  </a:lnTo>
                  <a:lnTo>
                    <a:pt x="41050" y="169517"/>
                  </a:lnTo>
                  <a:lnTo>
                    <a:pt x="41050" y="114966"/>
                  </a:lnTo>
                  <a:lnTo>
                    <a:pt x="161263" y="114966"/>
                  </a:lnTo>
                  <a:lnTo>
                    <a:pt x="160685" y="114087"/>
                  </a:lnTo>
                  <a:lnTo>
                    <a:pt x="155123" y="107983"/>
                  </a:lnTo>
                  <a:lnTo>
                    <a:pt x="148516" y="102868"/>
                  </a:lnTo>
                  <a:lnTo>
                    <a:pt x="140810" y="98744"/>
                  </a:lnTo>
                  <a:lnTo>
                    <a:pt x="131949" y="95610"/>
                  </a:lnTo>
                  <a:lnTo>
                    <a:pt x="138217" y="92191"/>
                  </a:lnTo>
                  <a:lnTo>
                    <a:pt x="143824" y="88058"/>
                  </a:lnTo>
                  <a:lnTo>
                    <a:pt x="148773" y="83154"/>
                  </a:lnTo>
                  <a:lnTo>
                    <a:pt x="150426" y="80946"/>
                  </a:lnTo>
                  <a:lnTo>
                    <a:pt x="41050" y="80946"/>
                  </a:lnTo>
                  <a:lnTo>
                    <a:pt x="41050" y="34020"/>
                  </a:lnTo>
                  <a:lnTo>
                    <a:pt x="158290" y="34020"/>
                  </a:lnTo>
                  <a:lnTo>
                    <a:pt x="154527" y="27568"/>
                  </a:lnTo>
                  <a:lnTo>
                    <a:pt x="150129" y="20236"/>
                  </a:lnTo>
                  <a:lnTo>
                    <a:pt x="145144" y="14664"/>
                  </a:lnTo>
                  <a:lnTo>
                    <a:pt x="138693" y="10558"/>
                  </a:lnTo>
                  <a:lnTo>
                    <a:pt x="132535" y="6158"/>
                  </a:lnTo>
                  <a:lnTo>
                    <a:pt x="125498" y="3226"/>
                  </a:lnTo>
                  <a:lnTo>
                    <a:pt x="110874" y="1113"/>
                  </a:lnTo>
                  <a:lnTo>
                    <a:pt x="102627" y="476"/>
                  </a:lnTo>
                  <a:lnTo>
                    <a:pt x="92841" y="114"/>
                  </a:lnTo>
                  <a:lnTo>
                    <a:pt x="81515" y="0"/>
                  </a:lnTo>
                  <a:close/>
                </a:path>
                <a:path w="305435" h="203835">
                  <a:moveTo>
                    <a:pt x="161263" y="114966"/>
                  </a:moveTo>
                  <a:lnTo>
                    <a:pt x="74478" y="114966"/>
                  </a:lnTo>
                  <a:lnTo>
                    <a:pt x="87169" y="115136"/>
                  </a:lnTo>
                  <a:lnTo>
                    <a:pt x="97496" y="115663"/>
                  </a:lnTo>
                  <a:lnTo>
                    <a:pt x="123739" y="127284"/>
                  </a:lnTo>
                  <a:lnTo>
                    <a:pt x="126671" y="131390"/>
                  </a:lnTo>
                  <a:lnTo>
                    <a:pt x="128137" y="136669"/>
                  </a:lnTo>
                  <a:lnTo>
                    <a:pt x="128137" y="149867"/>
                  </a:lnTo>
                  <a:lnTo>
                    <a:pt x="126085" y="155733"/>
                  </a:lnTo>
                  <a:lnTo>
                    <a:pt x="89340" y="169416"/>
                  </a:lnTo>
                  <a:lnTo>
                    <a:pt x="79169" y="169517"/>
                  </a:lnTo>
                  <a:lnTo>
                    <a:pt x="165213" y="169517"/>
                  </a:lnTo>
                  <a:lnTo>
                    <a:pt x="167067" y="165209"/>
                  </a:lnTo>
                  <a:lnTo>
                    <a:pt x="169078" y="158446"/>
                  </a:lnTo>
                  <a:lnTo>
                    <a:pt x="170265" y="151572"/>
                  </a:lnTo>
                  <a:lnTo>
                    <a:pt x="170654" y="144588"/>
                  </a:lnTo>
                  <a:lnTo>
                    <a:pt x="170045" y="136069"/>
                  </a:lnTo>
                  <a:lnTo>
                    <a:pt x="168198" y="128127"/>
                  </a:lnTo>
                  <a:lnTo>
                    <a:pt x="165088" y="120791"/>
                  </a:lnTo>
                  <a:lnTo>
                    <a:pt x="161263" y="114966"/>
                  </a:lnTo>
                  <a:close/>
                </a:path>
                <a:path w="305435" h="203835">
                  <a:moveTo>
                    <a:pt x="158290" y="34020"/>
                  </a:moveTo>
                  <a:lnTo>
                    <a:pt x="64801" y="34020"/>
                  </a:lnTo>
                  <a:lnTo>
                    <a:pt x="88112" y="34094"/>
                  </a:lnTo>
                  <a:lnTo>
                    <a:pt x="95480" y="34268"/>
                  </a:lnTo>
                  <a:lnTo>
                    <a:pt x="120513" y="63642"/>
                  </a:lnTo>
                  <a:lnTo>
                    <a:pt x="118754" y="68921"/>
                  </a:lnTo>
                  <a:lnTo>
                    <a:pt x="41050" y="80946"/>
                  </a:lnTo>
                  <a:lnTo>
                    <a:pt x="150426" y="80946"/>
                  </a:lnTo>
                  <a:lnTo>
                    <a:pt x="160685" y="51324"/>
                  </a:lnTo>
                  <a:lnTo>
                    <a:pt x="160685" y="42526"/>
                  </a:lnTo>
                  <a:lnTo>
                    <a:pt x="158632" y="34607"/>
                  </a:lnTo>
                  <a:lnTo>
                    <a:pt x="158290" y="34020"/>
                  </a:lnTo>
                  <a:close/>
                </a:path>
                <a:path w="305435" h="203835">
                  <a:moveTo>
                    <a:pt x="246012" y="56017"/>
                  </a:moveTo>
                  <a:lnTo>
                    <a:pt x="209653" y="56017"/>
                  </a:lnTo>
                  <a:lnTo>
                    <a:pt x="209653" y="203831"/>
                  </a:lnTo>
                  <a:lnTo>
                    <a:pt x="248651" y="203831"/>
                  </a:lnTo>
                  <a:lnTo>
                    <a:pt x="248651" y="158079"/>
                  </a:lnTo>
                  <a:lnTo>
                    <a:pt x="248866" y="140977"/>
                  </a:lnTo>
                  <a:lnTo>
                    <a:pt x="254222" y="100889"/>
                  </a:lnTo>
                  <a:lnTo>
                    <a:pt x="269177" y="87984"/>
                  </a:lnTo>
                  <a:lnTo>
                    <a:pt x="295397" y="87984"/>
                  </a:lnTo>
                  <a:lnTo>
                    <a:pt x="299232" y="77133"/>
                  </a:lnTo>
                  <a:lnTo>
                    <a:pt x="246012" y="77133"/>
                  </a:lnTo>
                  <a:lnTo>
                    <a:pt x="246012" y="56017"/>
                  </a:lnTo>
                  <a:close/>
                </a:path>
                <a:path w="305435" h="203835">
                  <a:moveTo>
                    <a:pt x="295397" y="87984"/>
                  </a:moveTo>
                  <a:lnTo>
                    <a:pt x="280319" y="87984"/>
                  </a:lnTo>
                  <a:lnTo>
                    <a:pt x="286477" y="90037"/>
                  </a:lnTo>
                  <a:lnTo>
                    <a:pt x="293221" y="94143"/>
                  </a:lnTo>
                  <a:lnTo>
                    <a:pt x="295397" y="87984"/>
                  </a:lnTo>
                  <a:close/>
                </a:path>
                <a:path w="305435" h="203835">
                  <a:moveTo>
                    <a:pt x="279439" y="52790"/>
                  </a:moveTo>
                  <a:lnTo>
                    <a:pt x="246012" y="77133"/>
                  </a:lnTo>
                  <a:lnTo>
                    <a:pt x="299232" y="77133"/>
                  </a:lnTo>
                  <a:lnTo>
                    <a:pt x="305243" y="60122"/>
                  </a:lnTo>
                  <a:lnTo>
                    <a:pt x="299025" y="56873"/>
                  </a:lnTo>
                  <a:lnTo>
                    <a:pt x="292671" y="54587"/>
                  </a:lnTo>
                  <a:lnTo>
                    <a:pt x="286151" y="53235"/>
                  </a:lnTo>
                  <a:lnTo>
                    <a:pt x="279439" y="5279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4780919" y="2309133"/>
              <a:ext cx="59690" cy="59690"/>
            </a:xfrm>
            <a:custGeom>
              <a:avLst/>
              <a:gdLst/>
              <a:ahLst/>
              <a:cxnLst/>
              <a:rect l="l" t="t" r="r" b="b"/>
              <a:pathLst>
                <a:path w="59689" h="59689">
                  <a:moveTo>
                    <a:pt x="0" y="0"/>
                  </a:moveTo>
                  <a:lnTo>
                    <a:pt x="59230" y="59243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0" name="object 60"/>
          <p:cNvSpPr/>
          <p:nvPr/>
        </p:nvSpPr>
        <p:spPr>
          <a:xfrm>
            <a:off x="4382138" y="2193873"/>
            <a:ext cx="142240" cy="0"/>
          </a:xfrm>
          <a:custGeom>
            <a:avLst/>
            <a:gdLst/>
            <a:ahLst/>
            <a:cxnLst/>
            <a:rect l="l" t="t" r="r" b="b"/>
            <a:pathLst>
              <a:path w="142239">
                <a:moveTo>
                  <a:pt x="0" y="0"/>
                </a:moveTo>
                <a:lnTo>
                  <a:pt x="141919" y="0"/>
                </a:lnTo>
              </a:path>
            </a:pathLst>
          </a:custGeom>
          <a:ln w="17596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61" name="object 61"/>
          <p:cNvGrpSpPr/>
          <p:nvPr/>
        </p:nvGrpSpPr>
        <p:grpSpPr>
          <a:xfrm>
            <a:off x="3745438" y="3364951"/>
            <a:ext cx="477520" cy="778510"/>
            <a:chOff x="3745438" y="3364951"/>
            <a:chExt cx="477520" cy="778510"/>
          </a:xfrm>
        </p:grpSpPr>
        <p:sp>
          <p:nvSpPr>
            <p:cNvPr id="62" name="object 62"/>
            <p:cNvSpPr/>
            <p:nvPr/>
          </p:nvSpPr>
          <p:spPr>
            <a:xfrm>
              <a:off x="4042266" y="3660111"/>
              <a:ext cx="180340" cy="210820"/>
            </a:xfrm>
            <a:custGeom>
              <a:avLst/>
              <a:gdLst/>
              <a:ahLst/>
              <a:cxnLst/>
              <a:rect l="l" t="t" r="r" b="b"/>
              <a:pathLst>
                <a:path w="180339" h="210820">
                  <a:moveTo>
                    <a:pt x="96205" y="0"/>
                  </a:moveTo>
                  <a:lnTo>
                    <a:pt x="58299" y="6916"/>
                  </a:lnTo>
                  <a:lnTo>
                    <a:pt x="18899" y="37162"/>
                  </a:lnTo>
                  <a:lnTo>
                    <a:pt x="3049" y="74042"/>
                  </a:lnTo>
                  <a:lnTo>
                    <a:pt x="0" y="103851"/>
                  </a:lnTo>
                  <a:lnTo>
                    <a:pt x="675" y="118220"/>
                  </a:lnTo>
                  <a:lnTo>
                    <a:pt x="10790" y="158490"/>
                  </a:lnTo>
                  <a:lnTo>
                    <a:pt x="32496" y="189888"/>
                  </a:lnTo>
                  <a:lnTo>
                    <a:pt x="80088" y="209941"/>
                  </a:lnTo>
                  <a:lnTo>
                    <a:pt x="95795" y="210782"/>
                  </a:lnTo>
                  <a:lnTo>
                    <a:pt x="111089" y="209688"/>
                  </a:lnTo>
                  <a:lnTo>
                    <a:pt x="149660" y="193332"/>
                  </a:lnTo>
                  <a:lnTo>
                    <a:pt x="175068" y="158275"/>
                  </a:lnTo>
                  <a:lnTo>
                    <a:pt x="180155" y="142652"/>
                  </a:lnTo>
                  <a:lnTo>
                    <a:pt x="153208" y="135819"/>
                  </a:lnTo>
                  <a:lnTo>
                    <a:pt x="149782" y="147895"/>
                  </a:lnTo>
                  <a:lnTo>
                    <a:pt x="145093" y="158387"/>
                  </a:lnTo>
                  <a:lnTo>
                    <a:pt x="114480" y="184427"/>
                  </a:lnTo>
                  <a:lnTo>
                    <a:pt x="93566" y="187701"/>
                  </a:lnTo>
                  <a:lnTo>
                    <a:pt x="84411" y="187101"/>
                  </a:lnTo>
                  <a:lnTo>
                    <a:pt x="45064" y="166049"/>
                  </a:lnTo>
                  <a:lnTo>
                    <a:pt x="29703" y="128054"/>
                  </a:lnTo>
                  <a:lnTo>
                    <a:pt x="27797" y="103704"/>
                  </a:lnTo>
                  <a:lnTo>
                    <a:pt x="28198" y="93702"/>
                  </a:lnTo>
                  <a:lnTo>
                    <a:pt x="37995" y="55567"/>
                  </a:lnTo>
                  <a:lnTo>
                    <a:pt x="74082" y="25896"/>
                  </a:lnTo>
                  <a:lnTo>
                    <a:pt x="95648" y="23081"/>
                  </a:lnTo>
                  <a:lnTo>
                    <a:pt x="105423" y="23714"/>
                  </a:lnTo>
                  <a:lnTo>
                    <a:pt x="141446" y="46404"/>
                  </a:lnTo>
                  <a:lnTo>
                    <a:pt x="150129" y="65607"/>
                  </a:lnTo>
                  <a:lnTo>
                    <a:pt x="176695" y="59360"/>
                  </a:lnTo>
                  <a:lnTo>
                    <a:pt x="157269" y="24151"/>
                  </a:lnTo>
                  <a:lnTo>
                    <a:pt x="124351" y="3893"/>
                  </a:lnTo>
                  <a:lnTo>
                    <a:pt x="110884" y="973"/>
                  </a:lnTo>
                  <a:lnTo>
                    <a:pt x="9620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3" name="object 6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752329" y="3364951"/>
              <a:ext cx="159864" cy="203831"/>
            </a:xfrm>
            <a:prstGeom prst="rect">
              <a:avLst/>
            </a:prstGeom>
          </p:spPr>
        </p:pic>
        <p:sp>
          <p:nvSpPr>
            <p:cNvPr id="64" name="object 64"/>
            <p:cNvSpPr/>
            <p:nvPr/>
          </p:nvSpPr>
          <p:spPr>
            <a:xfrm>
              <a:off x="3754235" y="3586996"/>
              <a:ext cx="278765" cy="412750"/>
            </a:xfrm>
            <a:custGeom>
              <a:avLst/>
              <a:gdLst/>
              <a:ahLst/>
              <a:cxnLst/>
              <a:rect l="l" t="t" r="r" b="b"/>
              <a:pathLst>
                <a:path w="278764" h="412750">
                  <a:moveTo>
                    <a:pt x="278618" y="67806"/>
                  </a:moveTo>
                  <a:lnTo>
                    <a:pt x="210825" y="0"/>
                  </a:lnTo>
                </a:path>
                <a:path w="278764" h="412750">
                  <a:moveTo>
                    <a:pt x="42839" y="412560"/>
                  </a:moveTo>
                  <a:lnTo>
                    <a:pt x="0" y="338360"/>
                  </a:lnTo>
                </a:path>
                <a:path w="278764" h="412750">
                  <a:moveTo>
                    <a:pt x="109840" y="361207"/>
                  </a:moveTo>
                  <a:lnTo>
                    <a:pt x="77967" y="306011"/>
                  </a:lnTo>
                </a:path>
                <a:path w="278764" h="412750">
                  <a:moveTo>
                    <a:pt x="176812" y="309882"/>
                  </a:moveTo>
                  <a:lnTo>
                    <a:pt x="155905" y="273632"/>
                  </a:lnTo>
                </a:path>
                <a:path w="278764" h="412750">
                  <a:moveTo>
                    <a:pt x="243813" y="258528"/>
                  </a:moveTo>
                  <a:lnTo>
                    <a:pt x="233873" y="241283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5" name="object 65"/>
            <p:cNvSpPr/>
            <p:nvPr/>
          </p:nvSpPr>
          <p:spPr>
            <a:xfrm>
              <a:off x="3927851" y="3903536"/>
              <a:ext cx="118745" cy="212725"/>
            </a:xfrm>
            <a:custGeom>
              <a:avLst/>
              <a:gdLst/>
              <a:ahLst/>
              <a:cxnLst/>
              <a:rect l="l" t="t" r="r" b="b"/>
              <a:pathLst>
                <a:path w="118745" h="212725">
                  <a:moveTo>
                    <a:pt x="0" y="212630"/>
                  </a:moveTo>
                  <a:lnTo>
                    <a:pt x="118285" y="0"/>
                  </a:lnTo>
                </a:path>
              </a:pathLst>
            </a:custGeom>
            <a:ln w="41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6" name="object 66"/>
            <p:cNvSpPr/>
            <p:nvPr/>
          </p:nvSpPr>
          <p:spPr>
            <a:xfrm>
              <a:off x="3884483" y="3893857"/>
              <a:ext cx="174625" cy="250190"/>
            </a:xfrm>
            <a:custGeom>
              <a:avLst/>
              <a:gdLst/>
              <a:ahLst/>
              <a:cxnLst/>
              <a:rect l="l" t="t" r="r" b="b"/>
              <a:pathLst>
                <a:path w="174625" h="250189">
                  <a:moveTo>
                    <a:pt x="159307" y="0"/>
                  </a:moveTo>
                  <a:lnTo>
                    <a:pt x="0" y="205591"/>
                  </a:lnTo>
                  <a:lnTo>
                    <a:pt x="76178" y="249583"/>
                  </a:lnTo>
                  <a:lnTo>
                    <a:pt x="174554" y="8798"/>
                  </a:lnTo>
                  <a:lnTo>
                    <a:pt x="15930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67" name="object 67"/>
          <p:cNvGrpSpPr/>
          <p:nvPr/>
        </p:nvGrpSpPr>
        <p:grpSpPr>
          <a:xfrm>
            <a:off x="4464534" y="3367943"/>
            <a:ext cx="485775" cy="791845"/>
            <a:chOff x="4464534" y="3367943"/>
            <a:chExt cx="485775" cy="791845"/>
          </a:xfrm>
        </p:grpSpPr>
        <p:pic>
          <p:nvPicPr>
            <p:cNvPr id="68" name="object 6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464534" y="3660111"/>
              <a:ext cx="180037" cy="210782"/>
            </a:xfrm>
            <a:prstGeom prst="rect">
              <a:avLst/>
            </a:prstGeom>
          </p:spPr>
        </p:pic>
        <p:sp>
          <p:nvSpPr>
            <p:cNvPr id="69" name="object 69"/>
            <p:cNvSpPr/>
            <p:nvPr/>
          </p:nvSpPr>
          <p:spPr>
            <a:xfrm>
              <a:off x="4685329" y="3511798"/>
              <a:ext cx="250190" cy="175260"/>
            </a:xfrm>
            <a:custGeom>
              <a:avLst/>
              <a:gdLst/>
              <a:ahLst/>
              <a:cxnLst/>
              <a:rect l="l" t="t" r="r" b="b"/>
              <a:pathLst>
                <a:path w="250189" h="175260">
                  <a:moveTo>
                    <a:pt x="207307" y="0"/>
                  </a:moveTo>
                  <a:lnTo>
                    <a:pt x="250117" y="74259"/>
                  </a:lnTo>
                </a:path>
                <a:path w="250189" h="175260">
                  <a:moveTo>
                    <a:pt x="138107" y="52556"/>
                  </a:moveTo>
                  <a:lnTo>
                    <a:pt x="170068" y="107781"/>
                  </a:lnTo>
                </a:path>
                <a:path w="250189" h="175260">
                  <a:moveTo>
                    <a:pt x="69200" y="105112"/>
                  </a:moveTo>
                  <a:lnTo>
                    <a:pt x="90018" y="141303"/>
                  </a:lnTo>
                </a:path>
                <a:path w="250189" h="175260">
                  <a:moveTo>
                    <a:pt x="0" y="157668"/>
                  </a:moveTo>
                  <a:lnTo>
                    <a:pt x="9969" y="174855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0" name="object 70"/>
            <p:cNvSpPr/>
            <p:nvPr/>
          </p:nvSpPr>
          <p:spPr>
            <a:xfrm>
              <a:off x="4635482" y="3395218"/>
              <a:ext cx="127000" cy="227329"/>
            </a:xfrm>
            <a:custGeom>
              <a:avLst/>
              <a:gdLst/>
              <a:ahLst/>
              <a:cxnLst/>
              <a:rect l="l" t="t" r="r" b="b"/>
              <a:pathLst>
                <a:path w="127000" h="227329">
                  <a:moveTo>
                    <a:pt x="126378" y="0"/>
                  </a:moveTo>
                  <a:lnTo>
                    <a:pt x="0" y="226707"/>
                  </a:lnTo>
                </a:path>
              </a:pathLst>
            </a:custGeom>
            <a:ln w="41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1" name="object 71"/>
            <p:cNvSpPr/>
            <p:nvPr/>
          </p:nvSpPr>
          <p:spPr>
            <a:xfrm>
              <a:off x="4622580" y="3367943"/>
              <a:ext cx="182880" cy="264160"/>
            </a:xfrm>
            <a:custGeom>
              <a:avLst/>
              <a:gdLst/>
              <a:ahLst/>
              <a:cxnLst/>
              <a:rect l="l" t="t" r="r" b="b"/>
              <a:pathLst>
                <a:path w="182879" h="264160">
                  <a:moveTo>
                    <a:pt x="106439" y="0"/>
                  </a:moveTo>
                  <a:lnTo>
                    <a:pt x="0" y="254862"/>
                  </a:lnTo>
                  <a:lnTo>
                    <a:pt x="15247" y="263661"/>
                  </a:lnTo>
                  <a:lnTo>
                    <a:pt x="182676" y="43992"/>
                  </a:lnTo>
                  <a:lnTo>
                    <a:pt x="10643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2" name="object 7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662164" y="3861949"/>
              <a:ext cx="287875" cy="297739"/>
            </a:xfrm>
            <a:prstGeom prst="rect">
              <a:avLst/>
            </a:prstGeom>
          </p:spPr>
        </p:pic>
      </p:grpSp>
      <p:sp>
        <p:nvSpPr>
          <p:cNvPr id="73" name="object 73"/>
          <p:cNvSpPr/>
          <p:nvPr/>
        </p:nvSpPr>
        <p:spPr>
          <a:xfrm>
            <a:off x="4272181" y="3755692"/>
            <a:ext cx="142240" cy="0"/>
          </a:xfrm>
          <a:custGeom>
            <a:avLst/>
            <a:gdLst/>
            <a:ahLst/>
            <a:cxnLst/>
            <a:rect l="l" t="t" r="r" b="b"/>
            <a:pathLst>
              <a:path w="142239">
                <a:moveTo>
                  <a:pt x="0" y="0"/>
                </a:moveTo>
                <a:lnTo>
                  <a:pt x="141919" y="0"/>
                </a:lnTo>
              </a:path>
            </a:pathLst>
          </a:custGeom>
          <a:ln w="17596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74" name="object 74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5184685" y="3948907"/>
            <a:ext cx="177398" cy="210782"/>
          </a:xfrm>
          <a:prstGeom prst="rect">
            <a:avLst/>
          </a:prstGeom>
        </p:spPr>
      </p:pic>
      <p:sp>
        <p:nvSpPr>
          <p:cNvPr id="75" name="object 75"/>
          <p:cNvSpPr/>
          <p:nvPr/>
        </p:nvSpPr>
        <p:spPr>
          <a:xfrm>
            <a:off x="5001715" y="4054312"/>
            <a:ext cx="133350" cy="0"/>
          </a:xfrm>
          <a:custGeom>
            <a:avLst/>
            <a:gdLst/>
            <a:ahLst/>
            <a:cxnLst/>
            <a:rect l="l" t="t" r="r" b="b"/>
            <a:pathLst>
              <a:path w="133350">
                <a:moveTo>
                  <a:pt x="0" y="0"/>
                </a:moveTo>
                <a:lnTo>
                  <a:pt x="133122" y="0"/>
                </a:lnTo>
              </a:path>
            </a:pathLst>
          </a:custGeom>
          <a:ln w="17596">
            <a:solidFill>
              <a:srgbClr val="FF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76" name="object 76"/>
          <p:cNvGrpSpPr/>
          <p:nvPr/>
        </p:nvGrpSpPr>
        <p:grpSpPr>
          <a:xfrm>
            <a:off x="5606923" y="3948907"/>
            <a:ext cx="520065" cy="279400"/>
            <a:chOff x="5606923" y="3948907"/>
            <a:chExt cx="520065" cy="279400"/>
          </a:xfrm>
        </p:grpSpPr>
        <p:sp>
          <p:nvSpPr>
            <p:cNvPr id="77" name="object 77"/>
            <p:cNvSpPr/>
            <p:nvPr/>
          </p:nvSpPr>
          <p:spPr>
            <a:xfrm>
              <a:off x="5606923" y="3948907"/>
              <a:ext cx="382270" cy="210820"/>
            </a:xfrm>
            <a:custGeom>
              <a:avLst/>
              <a:gdLst/>
              <a:ahLst/>
              <a:cxnLst/>
              <a:rect l="l" t="t" r="r" b="b"/>
              <a:pathLst>
                <a:path w="382270" h="210820">
                  <a:moveTo>
                    <a:pt x="95296" y="0"/>
                  </a:moveTo>
                  <a:lnTo>
                    <a:pt x="56628" y="7038"/>
                  </a:lnTo>
                  <a:lnTo>
                    <a:pt x="14720" y="43651"/>
                  </a:lnTo>
                  <a:lnTo>
                    <a:pt x="1644" y="83169"/>
                  </a:lnTo>
                  <a:lnTo>
                    <a:pt x="0" y="107194"/>
                  </a:lnTo>
                  <a:lnTo>
                    <a:pt x="1644" y="129982"/>
                  </a:lnTo>
                  <a:lnTo>
                    <a:pt x="14720" y="167904"/>
                  </a:lnTo>
                  <a:lnTo>
                    <a:pt x="55748" y="203849"/>
                  </a:lnTo>
                  <a:lnTo>
                    <a:pt x="92657" y="210782"/>
                  </a:lnTo>
                  <a:lnTo>
                    <a:pt x="108432" y="209770"/>
                  </a:lnTo>
                  <a:lnTo>
                    <a:pt x="146903" y="194593"/>
                  </a:lnTo>
                  <a:lnTo>
                    <a:pt x="164100" y="175617"/>
                  </a:lnTo>
                  <a:lnTo>
                    <a:pt x="92364" y="175617"/>
                  </a:lnTo>
                  <a:lnTo>
                    <a:pt x="81698" y="174589"/>
                  </a:lnTo>
                  <a:lnTo>
                    <a:pt x="50140" y="149598"/>
                  </a:lnTo>
                  <a:lnTo>
                    <a:pt x="42223" y="104144"/>
                  </a:lnTo>
                  <a:lnTo>
                    <a:pt x="43108" y="87191"/>
                  </a:lnTo>
                  <a:lnTo>
                    <a:pt x="56591" y="51441"/>
                  </a:lnTo>
                  <a:lnTo>
                    <a:pt x="93244" y="35193"/>
                  </a:lnTo>
                  <a:lnTo>
                    <a:pt x="166322" y="35193"/>
                  </a:lnTo>
                  <a:lnTo>
                    <a:pt x="162545" y="29360"/>
                  </a:lnTo>
                  <a:lnTo>
                    <a:pt x="155993" y="22113"/>
                  </a:lnTo>
                  <a:lnTo>
                    <a:pt x="143458" y="12434"/>
                  </a:lnTo>
                  <a:lnTo>
                    <a:pt x="129163" y="5524"/>
                  </a:lnTo>
                  <a:lnTo>
                    <a:pt x="113110" y="1380"/>
                  </a:lnTo>
                  <a:lnTo>
                    <a:pt x="95296" y="0"/>
                  </a:lnTo>
                  <a:close/>
                </a:path>
                <a:path w="382270" h="210820">
                  <a:moveTo>
                    <a:pt x="137520" y="132358"/>
                  </a:moveTo>
                  <a:lnTo>
                    <a:pt x="114301" y="169740"/>
                  </a:lnTo>
                  <a:lnTo>
                    <a:pt x="92364" y="175617"/>
                  </a:lnTo>
                  <a:lnTo>
                    <a:pt x="164100" y="175617"/>
                  </a:lnTo>
                  <a:lnTo>
                    <a:pt x="165230" y="174089"/>
                  </a:lnTo>
                  <a:lnTo>
                    <a:pt x="172056" y="160629"/>
                  </a:lnTo>
                  <a:lnTo>
                    <a:pt x="177398" y="145028"/>
                  </a:lnTo>
                  <a:lnTo>
                    <a:pt x="137520" y="132358"/>
                  </a:lnTo>
                  <a:close/>
                </a:path>
                <a:path w="382270" h="210820">
                  <a:moveTo>
                    <a:pt x="166322" y="35193"/>
                  </a:moveTo>
                  <a:lnTo>
                    <a:pt x="93244" y="35193"/>
                  </a:lnTo>
                  <a:lnTo>
                    <a:pt x="101101" y="35765"/>
                  </a:lnTo>
                  <a:lnTo>
                    <a:pt x="108381" y="37481"/>
                  </a:lnTo>
                  <a:lnTo>
                    <a:pt x="136054" y="69390"/>
                  </a:lnTo>
                  <a:lnTo>
                    <a:pt x="176812" y="59653"/>
                  </a:lnTo>
                  <a:lnTo>
                    <a:pt x="172899" y="48133"/>
                  </a:lnTo>
                  <a:lnTo>
                    <a:pt x="168162" y="38035"/>
                  </a:lnTo>
                  <a:lnTo>
                    <a:pt x="166322" y="35193"/>
                  </a:lnTo>
                  <a:close/>
                </a:path>
                <a:path w="382270" h="210820">
                  <a:moveTo>
                    <a:pt x="260087" y="3490"/>
                  </a:moveTo>
                  <a:lnTo>
                    <a:pt x="219036" y="3490"/>
                  </a:lnTo>
                  <a:lnTo>
                    <a:pt x="219036" y="207292"/>
                  </a:lnTo>
                  <a:lnTo>
                    <a:pt x="260087" y="207292"/>
                  </a:lnTo>
                  <a:lnTo>
                    <a:pt x="260087" y="118192"/>
                  </a:lnTo>
                  <a:lnTo>
                    <a:pt x="382067" y="118192"/>
                  </a:lnTo>
                  <a:lnTo>
                    <a:pt x="382067" y="83702"/>
                  </a:lnTo>
                  <a:lnTo>
                    <a:pt x="260087" y="83702"/>
                  </a:lnTo>
                  <a:lnTo>
                    <a:pt x="260087" y="3490"/>
                  </a:lnTo>
                  <a:close/>
                </a:path>
                <a:path w="382270" h="210820">
                  <a:moveTo>
                    <a:pt x="382067" y="118192"/>
                  </a:moveTo>
                  <a:lnTo>
                    <a:pt x="340722" y="118192"/>
                  </a:lnTo>
                  <a:lnTo>
                    <a:pt x="340722" y="207292"/>
                  </a:lnTo>
                  <a:lnTo>
                    <a:pt x="382067" y="207292"/>
                  </a:lnTo>
                  <a:lnTo>
                    <a:pt x="382067" y="118192"/>
                  </a:lnTo>
                  <a:close/>
                </a:path>
                <a:path w="382270" h="210820">
                  <a:moveTo>
                    <a:pt x="382067" y="3490"/>
                  </a:moveTo>
                  <a:lnTo>
                    <a:pt x="340722" y="3490"/>
                  </a:lnTo>
                  <a:lnTo>
                    <a:pt x="340722" y="83702"/>
                  </a:lnTo>
                  <a:lnTo>
                    <a:pt x="382067" y="83702"/>
                  </a:lnTo>
                  <a:lnTo>
                    <a:pt x="382067" y="349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8" name="object 78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025057" y="4071733"/>
              <a:ext cx="101454" cy="156085"/>
            </a:xfrm>
            <a:prstGeom prst="rect">
              <a:avLst/>
            </a:prstGeom>
          </p:spPr>
        </p:pic>
      </p:grpSp>
      <p:sp>
        <p:nvSpPr>
          <p:cNvPr id="79" name="object 79"/>
          <p:cNvSpPr/>
          <p:nvPr/>
        </p:nvSpPr>
        <p:spPr>
          <a:xfrm>
            <a:off x="5411638" y="4054312"/>
            <a:ext cx="146050" cy="0"/>
          </a:xfrm>
          <a:custGeom>
            <a:avLst/>
            <a:gdLst/>
            <a:ahLst/>
            <a:cxnLst/>
            <a:rect l="l" t="t" r="r" b="b"/>
            <a:pathLst>
              <a:path w="146050">
                <a:moveTo>
                  <a:pt x="0" y="0"/>
                </a:moveTo>
                <a:lnTo>
                  <a:pt x="145437" y="0"/>
                </a:lnTo>
              </a:path>
            </a:pathLst>
          </a:custGeom>
          <a:ln w="17596">
            <a:solidFill>
              <a:srgbClr val="FF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80" name="object 80"/>
          <p:cNvGrpSpPr/>
          <p:nvPr/>
        </p:nvGrpSpPr>
        <p:grpSpPr>
          <a:xfrm>
            <a:off x="5174715" y="4212949"/>
            <a:ext cx="198120" cy="369570"/>
            <a:chOff x="5174715" y="4212949"/>
            <a:chExt cx="198120" cy="369570"/>
          </a:xfrm>
        </p:grpSpPr>
        <p:pic>
          <p:nvPicPr>
            <p:cNvPr id="81" name="object 81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174715" y="4371234"/>
              <a:ext cx="197562" cy="210782"/>
            </a:xfrm>
            <a:prstGeom prst="rect">
              <a:avLst/>
            </a:prstGeom>
          </p:spPr>
        </p:pic>
        <p:sp>
          <p:nvSpPr>
            <p:cNvPr id="82" name="object 82"/>
            <p:cNvSpPr/>
            <p:nvPr/>
          </p:nvSpPr>
          <p:spPr>
            <a:xfrm>
              <a:off x="5238637" y="4212949"/>
              <a:ext cx="76835" cy="117475"/>
            </a:xfrm>
            <a:custGeom>
              <a:avLst/>
              <a:gdLst/>
              <a:ahLst/>
              <a:cxnLst/>
              <a:rect l="l" t="t" r="r" b="b"/>
              <a:pathLst>
                <a:path w="76835" h="117475">
                  <a:moveTo>
                    <a:pt x="76237" y="0"/>
                  </a:moveTo>
                  <a:lnTo>
                    <a:pt x="76237" y="117313"/>
                  </a:lnTo>
                </a:path>
                <a:path w="76835" h="117475">
                  <a:moveTo>
                    <a:pt x="0" y="0"/>
                  </a:moveTo>
                  <a:lnTo>
                    <a:pt x="0" y="117313"/>
                  </a:lnTo>
                </a:path>
              </a:pathLst>
            </a:custGeom>
            <a:ln w="17595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3" name="object 83"/>
          <p:cNvGrpSpPr/>
          <p:nvPr/>
        </p:nvGrpSpPr>
        <p:grpSpPr>
          <a:xfrm>
            <a:off x="3723446" y="5080656"/>
            <a:ext cx="477520" cy="778510"/>
            <a:chOff x="3723446" y="5080656"/>
            <a:chExt cx="477520" cy="778510"/>
          </a:xfrm>
        </p:grpSpPr>
        <p:sp>
          <p:nvSpPr>
            <p:cNvPr id="84" name="object 84"/>
            <p:cNvSpPr/>
            <p:nvPr/>
          </p:nvSpPr>
          <p:spPr>
            <a:xfrm>
              <a:off x="4020274" y="5375816"/>
              <a:ext cx="180340" cy="210820"/>
            </a:xfrm>
            <a:custGeom>
              <a:avLst/>
              <a:gdLst/>
              <a:ahLst/>
              <a:cxnLst/>
              <a:rect l="l" t="t" r="r" b="b"/>
              <a:pathLst>
                <a:path w="180339" h="210820">
                  <a:moveTo>
                    <a:pt x="96205" y="0"/>
                  </a:moveTo>
                  <a:lnTo>
                    <a:pt x="58299" y="6916"/>
                  </a:lnTo>
                  <a:lnTo>
                    <a:pt x="18899" y="37162"/>
                  </a:lnTo>
                  <a:lnTo>
                    <a:pt x="3049" y="74042"/>
                  </a:lnTo>
                  <a:lnTo>
                    <a:pt x="0" y="103851"/>
                  </a:lnTo>
                  <a:lnTo>
                    <a:pt x="675" y="118220"/>
                  </a:lnTo>
                  <a:lnTo>
                    <a:pt x="10790" y="158490"/>
                  </a:lnTo>
                  <a:lnTo>
                    <a:pt x="32496" y="189888"/>
                  </a:lnTo>
                  <a:lnTo>
                    <a:pt x="80088" y="209941"/>
                  </a:lnTo>
                  <a:lnTo>
                    <a:pt x="95795" y="210782"/>
                  </a:lnTo>
                  <a:lnTo>
                    <a:pt x="111089" y="209688"/>
                  </a:lnTo>
                  <a:lnTo>
                    <a:pt x="149660" y="193332"/>
                  </a:lnTo>
                  <a:lnTo>
                    <a:pt x="175068" y="158275"/>
                  </a:lnTo>
                  <a:lnTo>
                    <a:pt x="180155" y="142652"/>
                  </a:lnTo>
                  <a:lnTo>
                    <a:pt x="153208" y="135819"/>
                  </a:lnTo>
                  <a:lnTo>
                    <a:pt x="149782" y="147895"/>
                  </a:lnTo>
                  <a:lnTo>
                    <a:pt x="145093" y="158387"/>
                  </a:lnTo>
                  <a:lnTo>
                    <a:pt x="114480" y="184427"/>
                  </a:lnTo>
                  <a:lnTo>
                    <a:pt x="93566" y="187701"/>
                  </a:lnTo>
                  <a:lnTo>
                    <a:pt x="84411" y="187101"/>
                  </a:lnTo>
                  <a:lnTo>
                    <a:pt x="45064" y="166049"/>
                  </a:lnTo>
                  <a:lnTo>
                    <a:pt x="29703" y="128054"/>
                  </a:lnTo>
                  <a:lnTo>
                    <a:pt x="27797" y="103704"/>
                  </a:lnTo>
                  <a:lnTo>
                    <a:pt x="28198" y="93702"/>
                  </a:lnTo>
                  <a:lnTo>
                    <a:pt x="37995" y="55567"/>
                  </a:lnTo>
                  <a:lnTo>
                    <a:pt x="74082" y="25896"/>
                  </a:lnTo>
                  <a:lnTo>
                    <a:pt x="95648" y="23081"/>
                  </a:lnTo>
                  <a:lnTo>
                    <a:pt x="105423" y="23714"/>
                  </a:lnTo>
                  <a:lnTo>
                    <a:pt x="141446" y="46404"/>
                  </a:lnTo>
                  <a:lnTo>
                    <a:pt x="150129" y="65607"/>
                  </a:lnTo>
                  <a:lnTo>
                    <a:pt x="176695" y="59360"/>
                  </a:lnTo>
                  <a:lnTo>
                    <a:pt x="157269" y="24151"/>
                  </a:lnTo>
                  <a:lnTo>
                    <a:pt x="124351" y="3893"/>
                  </a:lnTo>
                  <a:lnTo>
                    <a:pt x="110884" y="973"/>
                  </a:lnTo>
                  <a:lnTo>
                    <a:pt x="9620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5" name="object 85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730337" y="5080656"/>
              <a:ext cx="159864" cy="203831"/>
            </a:xfrm>
            <a:prstGeom prst="rect">
              <a:avLst/>
            </a:prstGeom>
          </p:spPr>
        </p:pic>
        <p:sp>
          <p:nvSpPr>
            <p:cNvPr id="86" name="object 86"/>
            <p:cNvSpPr/>
            <p:nvPr/>
          </p:nvSpPr>
          <p:spPr>
            <a:xfrm>
              <a:off x="3732243" y="5302700"/>
              <a:ext cx="278765" cy="412750"/>
            </a:xfrm>
            <a:custGeom>
              <a:avLst/>
              <a:gdLst/>
              <a:ahLst/>
              <a:cxnLst/>
              <a:rect l="l" t="t" r="r" b="b"/>
              <a:pathLst>
                <a:path w="278764" h="412750">
                  <a:moveTo>
                    <a:pt x="278618" y="67806"/>
                  </a:moveTo>
                  <a:lnTo>
                    <a:pt x="210825" y="0"/>
                  </a:lnTo>
                </a:path>
                <a:path w="278764" h="412750">
                  <a:moveTo>
                    <a:pt x="42839" y="412560"/>
                  </a:moveTo>
                  <a:lnTo>
                    <a:pt x="0" y="338360"/>
                  </a:lnTo>
                </a:path>
                <a:path w="278764" h="412750">
                  <a:moveTo>
                    <a:pt x="109840" y="361207"/>
                  </a:moveTo>
                  <a:lnTo>
                    <a:pt x="77967" y="306011"/>
                  </a:lnTo>
                </a:path>
                <a:path w="278764" h="412750">
                  <a:moveTo>
                    <a:pt x="176812" y="309882"/>
                  </a:moveTo>
                  <a:lnTo>
                    <a:pt x="155905" y="273632"/>
                  </a:lnTo>
                </a:path>
                <a:path w="278764" h="412750">
                  <a:moveTo>
                    <a:pt x="243813" y="258528"/>
                  </a:moveTo>
                  <a:lnTo>
                    <a:pt x="233873" y="241283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7" name="object 87"/>
            <p:cNvSpPr/>
            <p:nvPr/>
          </p:nvSpPr>
          <p:spPr>
            <a:xfrm>
              <a:off x="3905859" y="5619240"/>
              <a:ext cx="118745" cy="212725"/>
            </a:xfrm>
            <a:custGeom>
              <a:avLst/>
              <a:gdLst/>
              <a:ahLst/>
              <a:cxnLst/>
              <a:rect l="l" t="t" r="r" b="b"/>
              <a:pathLst>
                <a:path w="118745" h="212725">
                  <a:moveTo>
                    <a:pt x="0" y="212624"/>
                  </a:moveTo>
                  <a:lnTo>
                    <a:pt x="118285" y="0"/>
                  </a:lnTo>
                </a:path>
              </a:pathLst>
            </a:custGeom>
            <a:ln w="41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8" name="object 88"/>
            <p:cNvSpPr/>
            <p:nvPr/>
          </p:nvSpPr>
          <p:spPr>
            <a:xfrm>
              <a:off x="3862492" y="5609562"/>
              <a:ext cx="174625" cy="250190"/>
            </a:xfrm>
            <a:custGeom>
              <a:avLst/>
              <a:gdLst/>
              <a:ahLst/>
              <a:cxnLst/>
              <a:rect l="l" t="t" r="r" b="b"/>
              <a:pathLst>
                <a:path w="174625" h="250189">
                  <a:moveTo>
                    <a:pt x="159307" y="0"/>
                  </a:moveTo>
                  <a:lnTo>
                    <a:pt x="0" y="205585"/>
                  </a:lnTo>
                  <a:lnTo>
                    <a:pt x="76178" y="249577"/>
                  </a:lnTo>
                  <a:lnTo>
                    <a:pt x="174554" y="8798"/>
                  </a:lnTo>
                  <a:lnTo>
                    <a:pt x="15930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9" name="object 89"/>
          <p:cNvGrpSpPr/>
          <p:nvPr/>
        </p:nvGrpSpPr>
        <p:grpSpPr>
          <a:xfrm>
            <a:off x="4442542" y="5083647"/>
            <a:ext cx="1477010" cy="860425"/>
            <a:chOff x="4442542" y="5083647"/>
            <a:chExt cx="1477010" cy="860425"/>
          </a:xfrm>
        </p:grpSpPr>
        <p:pic>
          <p:nvPicPr>
            <p:cNvPr id="90" name="object 9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442542" y="5375816"/>
              <a:ext cx="180037" cy="210782"/>
            </a:xfrm>
            <a:prstGeom prst="rect">
              <a:avLst/>
            </a:prstGeom>
          </p:spPr>
        </p:pic>
        <p:sp>
          <p:nvSpPr>
            <p:cNvPr id="91" name="object 91"/>
            <p:cNvSpPr/>
            <p:nvPr/>
          </p:nvSpPr>
          <p:spPr>
            <a:xfrm>
              <a:off x="4663337" y="5227503"/>
              <a:ext cx="250190" cy="175260"/>
            </a:xfrm>
            <a:custGeom>
              <a:avLst/>
              <a:gdLst/>
              <a:ahLst/>
              <a:cxnLst/>
              <a:rect l="l" t="t" r="r" b="b"/>
              <a:pathLst>
                <a:path w="250189" h="175260">
                  <a:moveTo>
                    <a:pt x="207307" y="0"/>
                  </a:moveTo>
                  <a:lnTo>
                    <a:pt x="250117" y="74259"/>
                  </a:lnTo>
                </a:path>
                <a:path w="250189" h="175260">
                  <a:moveTo>
                    <a:pt x="138107" y="52556"/>
                  </a:moveTo>
                  <a:lnTo>
                    <a:pt x="170068" y="107781"/>
                  </a:lnTo>
                </a:path>
                <a:path w="250189" h="175260">
                  <a:moveTo>
                    <a:pt x="69200" y="105112"/>
                  </a:moveTo>
                  <a:lnTo>
                    <a:pt x="90018" y="141303"/>
                  </a:lnTo>
                </a:path>
                <a:path w="250189" h="175260">
                  <a:moveTo>
                    <a:pt x="0" y="157668"/>
                  </a:moveTo>
                  <a:lnTo>
                    <a:pt x="9969" y="174855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2" name="object 92"/>
            <p:cNvSpPr/>
            <p:nvPr/>
          </p:nvSpPr>
          <p:spPr>
            <a:xfrm>
              <a:off x="4613490" y="5110923"/>
              <a:ext cx="127000" cy="227329"/>
            </a:xfrm>
            <a:custGeom>
              <a:avLst/>
              <a:gdLst/>
              <a:ahLst/>
              <a:cxnLst/>
              <a:rect l="l" t="t" r="r" b="b"/>
              <a:pathLst>
                <a:path w="127000" h="227329">
                  <a:moveTo>
                    <a:pt x="126378" y="0"/>
                  </a:moveTo>
                  <a:lnTo>
                    <a:pt x="0" y="226707"/>
                  </a:lnTo>
                </a:path>
              </a:pathLst>
            </a:custGeom>
            <a:ln w="41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3" name="object 93"/>
            <p:cNvSpPr/>
            <p:nvPr/>
          </p:nvSpPr>
          <p:spPr>
            <a:xfrm>
              <a:off x="4600588" y="5083647"/>
              <a:ext cx="182880" cy="264160"/>
            </a:xfrm>
            <a:custGeom>
              <a:avLst/>
              <a:gdLst/>
              <a:ahLst/>
              <a:cxnLst/>
              <a:rect l="l" t="t" r="r" b="b"/>
              <a:pathLst>
                <a:path w="182879" h="264160">
                  <a:moveTo>
                    <a:pt x="106439" y="0"/>
                  </a:moveTo>
                  <a:lnTo>
                    <a:pt x="0" y="254862"/>
                  </a:lnTo>
                  <a:lnTo>
                    <a:pt x="15247" y="263661"/>
                  </a:lnTo>
                  <a:lnTo>
                    <a:pt x="182676" y="43992"/>
                  </a:lnTo>
                  <a:lnTo>
                    <a:pt x="10643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4" name="object 94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748078" y="5668101"/>
              <a:ext cx="161564" cy="203813"/>
            </a:xfrm>
            <a:prstGeom prst="rect">
              <a:avLst/>
            </a:prstGeom>
          </p:spPr>
        </p:pic>
        <p:pic>
          <p:nvPicPr>
            <p:cNvPr id="95" name="object 95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947469" y="5633875"/>
              <a:ext cx="107025" cy="106869"/>
            </a:xfrm>
            <a:prstGeom prst="rect">
              <a:avLst/>
            </a:prstGeom>
          </p:spPr>
        </p:pic>
        <p:sp>
          <p:nvSpPr>
            <p:cNvPr id="96" name="object 96"/>
            <p:cNvSpPr/>
            <p:nvPr/>
          </p:nvSpPr>
          <p:spPr>
            <a:xfrm>
              <a:off x="5082057" y="5664611"/>
              <a:ext cx="478790" cy="267335"/>
            </a:xfrm>
            <a:custGeom>
              <a:avLst/>
              <a:gdLst/>
              <a:ahLst/>
              <a:cxnLst/>
              <a:rect l="l" t="t" r="r" b="b"/>
              <a:pathLst>
                <a:path w="478789" h="267335">
                  <a:moveTo>
                    <a:pt x="70959" y="0"/>
                  </a:moveTo>
                  <a:lnTo>
                    <a:pt x="27489" y="27491"/>
                  </a:lnTo>
                  <a:lnTo>
                    <a:pt x="7793" y="75629"/>
                  </a:lnTo>
                  <a:lnTo>
                    <a:pt x="875" y="113656"/>
                  </a:lnTo>
                  <a:lnTo>
                    <a:pt x="0" y="133478"/>
                  </a:lnTo>
                  <a:lnTo>
                    <a:pt x="710" y="149814"/>
                  </a:lnTo>
                  <a:lnTo>
                    <a:pt x="11142" y="200491"/>
                  </a:lnTo>
                  <a:lnTo>
                    <a:pt x="33615" y="251012"/>
                  </a:lnTo>
                  <a:lnTo>
                    <a:pt x="70373" y="267227"/>
                  </a:lnTo>
                  <a:lnTo>
                    <a:pt x="64829" y="254723"/>
                  </a:lnTo>
                  <a:lnTo>
                    <a:pt x="60110" y="243766"/>
                  </a:lnTo>
                  <a:lnTo>
                    <a:pt x="46732" y="204348"/>
                  </a:lnTo>
                  <a:lnTo>
                    <a:pt x="38595" y="157390"/>
                  </a:lnTo>
                  <a:lnTo>
                    <a:pt x="37532" y="134311"/>
                  </a:lnTo>
                  <a:lnTo>
                    <a:pt x="37972" y="117987"/>
                  </a:lnTo>
                  <a:lnTo>
                    <a:pt x="44569" y="71678"/>
                  </a:lnTo>
                  <a:lnTo>
                    <a:pt x="62094" y="20281"/>
                  </a:lnTo>
                  <a:lnTo>
                    <a:pt x="70959" y="0"/>
                  </a:lnTo>
                  <a:close/>
                </a:path>
                <a:path w="478789" h="267335">
                  <a:moveTo>
                    <a:pt x="191766" y="0"/>
                  </a:moveTo>
                  <a:lnTo>
                    <a:pt x="152988" y="7038"/>
                  </a:lnTo>
                  <a:lnTo>
                    <a:pt x="111066" y="43654"/>
                  </a:lnTo>
                  <a:lnTo>
                    <a:pt x="98073" y="83177"/>
                  </a:lnTo>
                  <a:lnTo>
                    <a:pt x="96469" y="107200"/>
                  </a:lnTo>
                  <a:lnTo>
                    <a:pt x="98073" y="129980"/>
                  </a:lnTo>
                  <a:lnTo>
                    <a:pt x="111066" y="167902"/>
                  </a:lnTo>
                  <a:lnTo>
                    <a:pt x="152218" y="203845"/>
                  </a:lnTo>
                  <a:lnTo>
                    <a:pt x="189127" y="210779"/>
                  </a:lnTo>
                  <a:lnTo>
                    <a:pt x="204860" y="209767"/>
                  </a:lnTo>
                  <a:lnTo>
                    <a:pt x="243373" y="194581"/>
                  </a:lnTo>
                  <a:lnTo>
                    <a:pt x="260471" y="175603"/>
                  </a:lnTo>
                  <a:lnTo>
                    <a:pt x="188834" y="175603"/>
                  </a:lnTo>
                  <a:lnTo>
                    <a:pt x="178163" y="174578"/>
                  </a:lnTo>
                  <a:lnTo>
                    <a:pt x="146486" y="149605"/>
                  </a:lnTo>
                  <a:lnTo>
                    <a:pt x="138693" y="104141"/>
                  </a:lnTo>
                  <a:lnTo>
                    <a:pt x="139573" y="87188"/>
                  </a:lnTo>
                  <a:lnTo>
                    <a:pt x="152768" y="51441"/>
                  </a:lnTo>
                  <a:lnTo>
                    <a:pt x="189714" y="35193"/>
                  </a:lnTo>
                  <a:lnTo>
                    <a:pt x="262677" y="35193"/>
                  </a:lnTo>
                  <a:lnTo>
                    <a:pt x="258891" y="29360"/>
                  </a:lnTo>
                  <a:lnTo>
                    <a:pt x="252463" y="22113"/>
                  </a:lnTo>
                  <a:lnTo>
                    <a:pt x="239928" y="12434"/>
                  </a:lnTo>
                  <a:lnTo>
                    <a:pt x="225633" y="5524"/>
                  </a:lnTo>
                  <a:lnTo>
                    <a:pt x="209579" y="1380"/>
                  </a:lnTo>
                  <a:lnTo>
                    <a:pt x="191766" y="0"/>
                  </a:lnTo>
                  <a:close/>
                </a:path>
                <a:path w="478789" h="267335">
                  <a:moveTo>
                    <a:pt x="233990" y="132364"/>
                  </a:moveTo>
                  <a:lnTo>
                    <a:pt x="210771" y="169738"/>
                  </a:lnTo>
                  <a:lnTo>
                    <a:pt x="188834" y="175603"/>
                  </a:lnTo>
                  <a:lnTo>
                    <a:pt x="260471" y="175603"/>
                  </a:lnTo>
                  <a:lnTo>
                    <a:pt x="261589" y="174092"/>
                  </a:lnTo>
                  <a:lnTo>
                    <a:pt x="268485" y="160627"/>
                  </a:lnTo>
                  <a:lnTo>
                    <a:pt x="273868" y="145016"/>
                  </a:lnTo>
                  <a:lnTo>
                    <a:pt x="233990" y="132364"/>
                  </a:lnTo>
                  <a:close/>
                </a:path>
                <a:path w="478789" h="267335">
                  <a:moveTo>
                    <a:pt x="262677" y="35193"/>
                  </a:moveTo>
                  <a:lnTo>
                    <a:pt x="189714" y="35193"/>
                  </a:lnTo>
                  <a:lnTo>
                    <a:pt x="197571" y="35765"/>
                  </a:lnTo>
                  <a:lnTo>
                    <a:pt x="204851" y="37481"/>
                  </a:lnTo>
                  <a:lnTo>
                    <a:pt x="232524" y="69381"/>
                  </a:lnTo>
                  <a:lnTo>
                    <a:pt x="273282" y="59650"/>
                  </a:lnTo>
                  <a:lnTo>
                    <a:pt x="269328" y="48132"/>
                  </a:lnTo>
                  <a:lnTo>
                    <a:pt x="264522" y="38034"/>
                  </a:lnTo>
                  <a:lnTo>
                    <a:pt x="262677" y="35193"/>
                  </a:lnTo>
                  <a:close/>
                </a:path>
                <a:path w="478789" h="267335">
                  <a:moveTo>
                    <a:pt x="356556" y="3490"/>
                  </a:moveTo>
                  <a:lnTo>
                    <a:pt x="315505" y="3490"/>
                  </a:lnTo>
                  <a:lnTo>
                    <a:pt x="315505" y="207304"/>
                  </a:lnTo>
                  <a:lnTo>
                    <a:pt x="356556" y="207304"/>
                  </a:lnTo>
                  <a:lnTo>
                    <a:pt x="356556" y="118184"/>
                  </a:lnTo>
                  <a:lnTo>
                    <a:pt x="478243" y="118184"/>
                  </a:lnTo>
                  <a:lnTo>
                    <a:pt x="478243" y="83702"/>
                  </a:lnTo>
                  <a:lnTo>
                    <a:pt x="356556" y="83702"/>
                  </a:lnTo>
                  <a:lnTo>
                    <a:pt x="356556" y="3490"/>
                  </a:lnTo>
                  <a:close/>
                </a:path>
                <a:path w="478789" h="267335">
                  <a:moveTo>
                    <a:pt x="478243" y="118184"/>
                  </a:moveTo>
                  <a:lnTo>
                    <a:pt x="437192" y="118184"/>
                  </a:lnTo>
                  <a:lnTo>
                    <a:pt x="437192" y="207304"/>
                  </a:lnTo>
                  <a:lnTo>
                    <a:pt x="478243" y="207304"/>
                  </a:lnTo>
                  <a:lnTo>
                    <a:pt x="478243" y="118184"/>
                  </a:lnTo>
                  <a:close/>
                </a:path>
                <a:path w="478789" h="267335">
                  <a:moveTo>
                    <a:pt x="478243" y="3490"/>
                  </a:moveTo>
                  <a:lnTo>
                    <a:pt x="437192" y="3490"/>
                  </a:lnTo>
                  <a:lnTo>
                    <a:pt x="437192" y="83702"/>
                  </a:lnTo>
                  <a:lnTo>
                    <a:pt x="478243" y="83702"/>
                  </a:lnTo>
                  <a:lnTo>
                    <a:pt x="478243" y="349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7" name="object 97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5596954" y="5787423"/>
              <a:ext cx="101747" cy="156099"/>
            </a:xfrm>
            <a:prstGeom prst="rect">
              <a:avLst/>
            </a:prstGeom>
          </p:spPr>
        </p:pic>
        <p:sp>
          <p:nvSpPr>
            <p:cNvPr id="98" name="object 98"/>
            <p:cNvSpPr/>
            <p:nvPr/>
          </p:nvSpPr>
          <p:spPr>
            <a:xfrm>
              <a:off x="5720693" y="5664611"/>
              <a:ext cx="71120" cy="267335"/>
            </a:xfrm>
            <a:custGeom>
              <a:avLst/>
              <a:gdLst/>
              <a:ahLst/>
              <a:cxnLst/>
              <a:rect l="l" t="t" r="r" b="b"/>
              <a:pathLst>
                <a:path w="71120" h="267335">
                  <a:moveTo>
                    <a:pt x="26389" y="0"/>
                  </a:moveTo>
                  <a:lnTo>
                    <a:pt x="0" y="0"/>
                  </a:lnTo>
                  <a:lnTo>
                    <a:pt x="8737" y="20281"/>
                  </a:lnTo>
                  <a:lnTo>
                    <a:pt x="16017" y="38984"/>
                  </a:lnTo>
                  <a:lnTo>
                    <a:pt x="29175" y="86670"/>
                  </a:lnTo>
                  <a:lnTo>
                    <a:pt x="33024" y="142396"/>
                  </a:lnTo>
                  <a:lnTo>
                    <a:pt x="31374" y="166080"/>
                  </a:lnTo>
                  <a:lnTo>
                    <a:pt x="27086" y="190310"/>
                  </a:lnTo>
                  <a:lnTo>
                    <a:pt x="21038" y="215055"/>
                  </a:lnTo>
                  <a:lnTo>
                    <a:pt x="13735" y="236595"/>
                  </a:lnTo>
                  <a:lnTo>
                    <a:pt x="293" y="267227"/>
                  </a:lnTo>
                  <a:lnTo>
                    <a:pt x="27269" y="267227"/>
                  </a:lnTo>
                  <a:lnTo>
                    <a:pt x="47721" y="230695"/>
                  </a:lnTo>
                  <a:lnTo>
                    <a:pt x="61576" y="193678"/>
                  </a:lnTo>
                  <a:lnTo>
                    <a:pt x="70111" y="146181"/>
                  </a:lnTo>
                  <a:lnTo>
                    <a:pt x="70666" y="131390"/>
                  </a:lnTo>
                  <a:lnTo>
                    <a:pt x="69951" y="114212"/>
                  </a:lnTo>
                  <a:lnTo>
                    <a:pt x="59230" y="63404"/>
                  </a:lnTo>
                  <a:lnTo>
                    <a:pt x="36345" y="15178"/>
                  </a:lnTo>
                  <a:lnTo>
                    <a:pt x="26389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9" name="object 99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5817749" y="5787423"/>
              <a:ext cx="101454" cy="156099"/>
            </a:xfrm>
            <a:prstGeom prst="rect">
              <a:avLst/>
            </a:prstGeom>
          </p:spPr>
        </p:pic>
        <p:sp>
          <p:nvSpPr>
            <p:cNvPr id="100" name="object 100"/>
            <p:cNvSpPr/>
            <p:nvPr/>
          </p:nvSpPr>
          <p:spPr>
            <a:xfrm>
              <a:off x="4648970" y="5586451"/>
              <a:ext cx="59055" cy="59055"/>
            </a:xfrm>
            <a:custGeom>
              <a:avLst/>
              <a:gdLst/>
              <a:ahLst/>
              <a:cxnLst/>
              <a:rect l="l" t="t" r="r" b="b"/>
              <a:pathLst>
                <a:path w="59054" h="59054">
                  <a:moveTo>
                    <a:pt x="0" y="0"/>
                  </a:moveTo>
                  <a:lnTo>
                    <a:pt x="58937" y="58803"/>
                  </a:lnTo>
                </a:path>
              </a:pathLst>
            </a:custGeom>
            <a:ln w="175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1" name="object 101"/>
          <p:cNvSpPr/>
          <p:nvPr/>
        </p:nvSpPr>
        <p:spPr>
          <a:xfrm>
            <a:off x="4250189" y="5471397"/>
            <a:ext cx="142240" cy="0"/>
          </a:xfrm>
          <a:custGeom>
            <a:avLst/>
            <a:gdLst/>
            <a:ahLst/>
            <a:cxnLst/>
            <a:rect l="l" t="t" r="r" b="b"/>
            <a:pathLst>
              <a:path w="142239">
                <a:moveTo>
                  <a:pt x="0" y="0"/>
                </a:moveTo>
                <a:lnTo>
                  <a:pt x="141919" y="0"/>
                </a:lnTo>
              </a:path>
            </a:pathLst>
          </a:custGeom>
          <a:ln w="17596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02" name="object 10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61</a:t>
            </a:r>
            <a:endParaRPr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217931" y="228682"/>
            <a:ext cx="11548374" cy="453673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39572" y="4848225"/>
            <a:ext cx="9596755" cy="171767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 marR="2884170">
              <a:lnSpc>
                <a:spcPts val="3240"/>
              </a:lnSpc>
              <a:spcBef>
                <a:spcPts val="505"/>
              </a:spcBef>
            </a:pPr>
            <a:r>
              <a:rPr sz="3000" dirty="0">
                <a:latin typeface="Calibri Light" panose="020F0302020204030204"/>
                <a:cs typeface="Calibri Light" panose="020F0302020204030204"/>
              </a:rPr>
              <a:t>E1: </a:t>
            </a:r>
            <a:r>
              <a:rPr sz="3000" spc="-30" dirty="0">
                <a:latin typeface="Calibri Light" panose="020F0302020204030204"/>
                <a:cs typeface="Calibri Light" panose="020F0302020204030204"/>
              </a:rPr>
              <a:t>favoured </a:t>
            </a:r>
            <a:r>
              <a:rPr sz="3000" dirty="0">
                <a:latin typeface="Calibri Light" panose="020F0302020204030204"/>
                <a:cs typeface="Calibri Light" panose="020F0302020204030204"/>
              </a:rPr>
              <a:t>in acidic media </a:t>
            </a:r>
            <a:r>
              <a:rPr sz="3000" spc="-5" dirty="0">
                <a:latin typeface="Calibri Light" panose="020F0302020204030204"/>
                <a:cs typeface="Calibri Light" panose="020F0302020204030204"/>
              </a:rPr>
              <a:t>or weakly </a:t>
            </a:r>
            <a:r>
              <a:rPr sz="3000" dirty="0">
                <a:latin typeface="Calibri Light" panose="020F0302020204030204"/>
                <a:cs typeface="Calibri Light" panose="020F0302020204030204"/>
              </a:rPr>
              <a:t>basic </a:t>
            </a:r>
            <a:r>
              <a:rPr sz="3000" spc="-66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dirty="0">
                <a:latin typeface="Calibri Light" panose="020F0302020204030204"/>
                <a:cs typeface="Calibri Light" panose="020F0302020204030204"/>
              </a:rPr>
              <a:t>E2:</a:t>
            </a:r>
            <a:r>
              <a:rPr sz="3000" spc="-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spc="-30" dirty="0">
                <a:latin typeface="Calibri Light" panose="020F0302020204030204"/>
                <a:cs typeface="Calibri Light" panose="020F0302020204030204"/>
              </a:rPr>
              <a:t>favoured</a:t>
            </a:r>
            <a:r>
              <a:rPr sz="3000" spc="-1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dirty="0">
                <a:latin typeface="Calibri Light" panose="020F0302020204030204"/>
                <a:cs typeface="Calibri Light" panose="020F0302020204030204"/>
              </a:rPr>
              <a:t>in </a:t>
            </a:r>
            <a:r>
              <a:rPr sz="3000" spc="-15" dirty="0">
                <a:latin typeface="Calibri Light" panose="020F0302020204030204"/>
                <a:cs typeface="Calibri Light" panose="020F0302020204030204"/>
              </a:rPr>
              <a:t>strongly</a:t>
            </a:r>
            <a:r>
              <a:rPr sz="3000" spc="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dirty="0">
                <a:latin typeface="Calibri Light" panose="020F0302020204030204"/>
                <a:cs typeface="Calibri Light" panose="020F0302020204030204"/>
              </a:rPr>
              <a:t>basic</a:t>
            </a:r>
            <a:r>
              <a:rPr sz="3000" spc="-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dirty="0">
                <a:latin typeface="Calibri Light" panose="020F0302020204030204"/>
                <a:cs typeface="Calibri Light" panose="020F0302020204030204"/>
              </a:rPr>
              <a:t>media</a:t>
            </a:r>
            <a:endParaRPr sz="3000">
              <a:latin typeface="Calibri Light" panose="020F0302020204030204"/>
              <a:cs typeface="Calibri Light" panose="020F0302020204030204"/>
            </a:endParaRPr>
          </a:p>
          <a:p>
            <a:pPr marL="12700" marR="5080">
              <a:lnSpc>
                <a:spcPts val="3240"/>
              </a:lnSpc>
            </a:pPr>
            <a:r>
              <a:rPr sz="3000" dirty="0">
                <a:latin typeface="Calibri Light" panose="020F0302020204030204"/>
                <a:cs typeface="Calibri Light" panose="020F0302020204030204"/>
              </a:rPr>
              <a:t>E1cB:</a:t>
            </a:r>
            <a:r>
              <a:rPr sz="3000" spc="-2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spc="-30" dirty="0">
                <a:latin typeface="Calibri Light" panose="020F0302020204030204"/>
                <a:cs typeface="Calibri Light" panose="020F0302020204030204"/>
              </a:rPr>
              <a:t>favoured</a:t>
            </a:r>
            <a:r>
              <a:rPr sz="3000" spc="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dirty="0">
                <a:latin typeface="Calibri Light" panose="020F0302020204030204"/>
                <a:cs typeface="Calibri Light" panose="020F0302020204030204"/>
              </a:rPr>
              <a:t>in </a:t>
            </a:r>
            <a:r>
              <a:rPr sz="3000" spc="-15" dirty="0">
                <a:latin typeface="Calibri Light" panose="020F0302020204030204"/>
                <a:cs typeface="Calibri Light" panose="020F0302020204030204"/>
              </a:rPr>
              <a:t>strongly</a:t>
            </a:r>
            <a:r>
              <a:rPr sz="3000" dirty="0">
                <a:latin typeface="Calibri Light" panose="020F0302020204030204"/>
                <a:cs typeface="Calibri Light" panose="020F0302020204030204"/>
              </a:rPr>
              <a:t> basic </a:t>
            </a:r>
            <a:r>
              <a:rPr sz="3000" spc="-5" dirty="0">
                <a:latin typeface="Calibri Light" panose="020F0302020204030204"/>
                <a:cs typeface="Calibri Light" panose="020F0302020204030204"/>
              </a:rPr>
              <a:t>media </a:t>
            </a:r>
            <a:r>
              <a:rPr sz="3000" dirty="0">
                <a:latin typeface="Calibri Light" panose="020F0302020204030204"/>
                <a:cs typeface="Calibri Light" panose="020F0302020204030204"/>
              </a:rPr>
              <a:t>but </a:t>
            </a:r>
            <a:r>
              <a:rPr sz="3000" spc="-5" dirty="0">
                <a:latin typeface="Calibri Light" panose="020F0302020204030204"/>
                <a:cs typeface="Calibri Light" panose="020F0302020204030204"/>
              </a:rPr>
              <a:t>carbanion</a:t>
            </a:r>
            <a:r>
              <a:rPr sz="300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spc="-15" dirty="0">
                <a:latin typeface="Calibri Light" panose="020F0302020204030204"/>
                <a:cs typeface="Calibri Light" panose="020F0302020204030204"/>
              </a:rPr>
              <a:t>(negative </a:t>
            </a:r>
            <a:r>
              <a:rPr sz="3000" spc="-66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spc="-20" dirty="0">
                <a:latin typeface="Calibri Light" panose="020F0302020204030204"/>
                <a:cs typeface="Calibri Light" panose="020F0302020204030204"/>
              </a:rPr>
              <a:t>charge</a:t>
            </a:r>
            <a:r>
              <a:rPr sz="3000" spc="1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spc="-5" dirty="0">
                <a:latin typeface="Calibri Light" panose="020F0302020204030204"/>
                <a:cs typeface="Calibri Light" panose="020F0302020204030204"/>
              </a:rPr>
              <a:t>on C)</a:t>
            </a:r>
            <a:r>
              <a:rPr sz="3000" spc="-2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dirty="0">
                <a:latin typeface="Calibri Light" panose="020F0302020204030204"/>
                <a:cs typeface="Calibri Light" panose="020F0302020204030204"/>
              </a:rPr>
              <a:t>is</a:t>
            </a:r>
            <a:r>
              <a:rPr sz="3000" spc="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spc="-10" dirty="0">
                <a:latin typeface="Calibri Light" panose="020F0302020204030204"/>
                <a:cs typeface="Calibri Light" panose="020F0302020204030204"/>
              </a:rPr>
              <a:t>stabilised</a:t>
            </a:r>
            <a:r>
              <a:rPr sz="3000" spc="1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dirty="0">
                <a:latin typeface="Calibri Light" panose="020F0302020204030204"/>
                <a:cs typeface="Calibri Light" panose="020F0302020204030204"/>
              </a:rPr>
              <a:t>so an</a:t>
            </a:r>
            <a:r>
              <a:rPr sz="3000" spc="-1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spc="-15" dirty="0">
                <a:latin typeface="Calibri Light" panose="020F0302020204030204"/>
                <a:cs typeface="Calibri Light" panose="020F0302020204030204"/>
              </a:rPr>
              <a:t>intermediate</a:t>
            </a:r>
            <a:r>
              <a:rPr sz="3000" spc="-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spc="-15" dirty="0">
                <a:latin typeface="Calibri Light" panose="020F0302020204030204"/>
                <a:cs typeface="Calibri Light" panose="020F0302020204030204"/>
              </a:rPr>
              <a:t>can</a:t>
            </a:r>
            <a:r>
              <a:rPr sz="300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3000" spc="-25" dirty="0">
                <a:latin typeface="Calibri Light" panose="020F0302020204030204"/>
                <a:cs typeface="Calibri Light" panose="020F0302020204030204"/>
              </a:rPr>
              <a:t>form</a:t>
            </a:r>
            <a:endParaRPr sz="3000">
              <a:latin typeface="Calibri Light" panose="020F0302020204030204"/>
              <a:cs typeface="Calibri Light" panose="020F030202020403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051285" y="6414922"/>
            <a:ext cx="224154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Arial MT"/>
                <a:cs typeface="Arial MT"/>
              </a:rPr>
              <a:t>62</a:t>
            </a:r>
            <a:endParaRPr sz="1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51572" y="164380"/>
            <a:ext cx="11164927" cy="657696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63</a:t>
            </a:r>
            <a:endParaRPr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251459" y="114299"/>
            <a:ext cx="11384974" cy="671512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r>
              <a:rPr dirty="0"/>
              <a:t>64</a:t>
            </a:r>
            <a:endParaRPr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95436" y="638228"/>
            <a:ext cx="11414225" cy="501413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5987" y="0"/>
            <a:ext cx="1673225" cy="1367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lang="en-US" sz="4400" spc="-5" dirty="0">
                <a:latin typeface="Calibri Light" panose="020F0302020204030204"/>
                <a:cs typeface="Calibri Light" panose="020F0302020204030204"/>
              </a:rPr>
              <a:t>z</a:t>
            </a:r>
            <a:r>
              <a:rPr sz="4400" spc="-5" dirty="0">
                <a:latin typeface="Calibri Light" panose="020F0302020204030204"/>
                <a:cs typeface="Calibri Light" panose="020F0302020204030204"/>
              </a:rPr>
              <a:t>S</a:t>
            </a:r>
            <a:r>
              <a:rPr sz="4350" spc="-7" baseline="-21000" dirty="0">
                <a:latin typeface="Calibri Light" panose="020F0302020204030204"/>
                <a:cs typeface="Calibri Light" panose="020F0302020204030204"/>
              </a:rPr>
              <a:t>N</a:t>
            </a:r>
            <a:r>
              <a:rPr sz="4350" spc="337" baseline="-2100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4400" spc="-25" dirty="0">
                <a:latin typeface="Calibri Light" panose="020F0302020204030204"/>
                <a:cs typeface="Calibri Light" panose="020F0302020204030204"/>
              </a:rPr>
              <a:t>vs</a:t>
            </a:r>
            <a:r>
              <a:rPr sz="4400" spc="-10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4400" spc="-15" dirty="0">
                <a:latin typeface="Calibri Light" panose="020F0302020204030204"/>
                <a:cs typeface="Calibri Light" panose="020F0302020204030204"/>
              </a:rPr>
              <a:t>E:</a:t>
            </a:r>
            <a:endParaRPr sz="4400">
              <a:latin typeface="Calibri Light" panose="020F0302020204030204"/>
              <a:cs typeface="Calibri Light" panose="020F030202020403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339" y="5701690"/>
            <a:ext cx="11830050" cy="6057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ts val="2280"/>
              </a:lnSpc>
              <a:spcBef>
                <a:spcPts val="105"/>
              </a:spcBef>
            </a:pPr>
            <a:r>
              <a:rPr sz="2000" spc="5" dirty="0">
                <a:latin typeface="Calibri Light" panose="020F0302020204030204"/>
                <a:cs typeface="Calibri Light" panose="020F0302020204030204"/>
              </a:rPr>
              <a:t>S</a:t>
            </a:r>
            <a:r>
              <a:rPr sz="1950" spc="7" baseline="-21000" dirty="0">
                <a:latin typeface="Calibri Light" panose="020F0302020204030204"/>
                <a:cs typeface="Calibri Light" panose="020F0302020204030204"/>
              </a:rPr>
              <a:t>N</a:t>
            </a:r>
            <a:r>
              <a:rPr sz="1950" spc="195" baseline="-2100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vs</a:t>
            </a:r>
            <a:r>
              <a:rPr sz="2000" spc="-2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5" dirty="0">
                <a:latin typeface="Calibri Light" panose="020F0302020204030204"/>
                <a:cs typeface="Calibri Light" panose="020F0302020204030204"/>
              </a:rPr>
              <a:t>E:</a:t>
            </a:r>
            <a:r>
              <a:rPr sz="2000" spc="-1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dirty="0">
                <a:latin typeface="Calibri Light" panose="020F0302020204030204"/>
                <a:cs typeface="Calibri Light" panose="020F0302020204030204"/>
              </a:rPr>
              <a:t>in</a:t>
            </a:r>
            <a:r>
              <a:rPr sz="2000" spc="-3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reality</a:t>
            </a:r>
            <a:r>
              <a:rPr sz="2000" spc="-5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5" dirty="0">
                <a:latin typeface="Calibri Light" panose="020F0302020204030204"/>
                <a:cs typeface="Calibri Light" panose="020F0302020204030204"/>
              </a:rPr>
              <a:t>these</a:t>
            </a:r>
            <a:r>
              <a:rPr sz="2000" spc="-5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5" dirty="0">
                <a:latin typeface="Calibri Light" panose="020F0302020204030204"/>
                <a:cs typeface="Calibri Light" panose="020F0302020204030204"/>
              </a:rPr>
              <a:t>reactions</a:t>
            </a:r>
            <a:r>
              <a:rPr sz="2000" spc="-5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25" dirty="0">
                <a:latin typeface="Calibri Light" panose="020F0302020204030204"/>
                <a:cs typeface="Calibri Light" panose="020F0302020204030204"/>
              </a:rPr>
              <a:t>always</a:t>
            </a:r>
            <a:r>
              <a:rPr sz="2000" spc="-5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20" dirty="0">
                <a:latin typeface="Calibri Light" panose="020F0302020204030204"/>
                <a:cs typeface="Calibri Light" panose="020F0302020204030204"/>
              </a:rPr>
              <a:t>compete,</a:t>
            </a:r>
            <a:r>
              <a:rPr sz="2000" spc="-3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leading</a:t>
            </a:r>
            <a:r>
              <a:rPr sz="2000" spc="-6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dirty="0">
                <a:latin typeface="Calibri Light" panose="020F0302020204030204"/>
                <a:cs typeface="Calibri Light" panose="020F0302020204030204"/>
              </a:rPr>
              <a:t>in</a:t>
            </a:r>
            <a:r>
              <a:rPr sz="2000" spc="-1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some</a:t>
            </a:r>
            <a:r>
              <a:rPr sz="2000" spc="-6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cases</a:t>
            </a:r>
            <a:r>
              <a:rPr sz="2000" spc="-4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to</a:t>
            </a:r>
            <a:r>
              <a:rPr sz="2000" spc="-3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5" dirty="0">
                <a:latin typeface="Calibri Light" panose="020F0302020204030204"/>
                <a:cs typeface="Calibri Light" panose="020F0302020204030204"/>
              </a:rPr>
              <a:t>mixtures</a:t>
            </a:r>
            <a:r>
              <a:rPr sz="2000" spc="-5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dirty="0">
                <a:latin typeface="Calibri Light" panose="020F0302020204030204"/>
                <a:cs typeface="Calibri Light" panose="020F0302020204030204"/>
              </a:rPr>
              <a:t>of</a:t>
            </a:r>
            <a:r>
              <a:rPr sz="2000" spc="-3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20" dirty="0">
                <a:latin typeface="Calibri Light" panose="020F0302020204030204"/>
                <a:cs typeface="Calibri Light" panose="020F0302020204030204"/>
              </a:rPr>
              <a:t>products.</a:t>
            </a:r>
            <a:endParaRPr sz="2000">
              <a:latin typeface="Calibri Light" panose="020F0302020204030204"/>
              <a:cs typeface="Calibri Light" panose="020F0302020204030204"/>
            </a:endParaRPr>
          </a:p>
          <a:p>
            <a:pPr marL="38100">
              <a:lnSpc>
                <a:spcPts val="2280"/>
              </a:lnSpc>
            </a:pPr>
            <a:r>
              <a:rPr sz="2000" spc="-15" dirty="0">
                <a:latin typeface="Calibri Light" panose="020F0302020204030204"/>
                <a:cs typeface="Calibri Light" panose="020F0302020204030204"/>
              </a:rPr>
              <a:t>For</a:t>
            </a:r>
            <a:r>
              <a:rPr sz="2000" spc="-3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5" dirty="0">
                <a:latin typeface="Calibri Light" panose="020F0302020204030204"/>
                <a:cs typeface="Calibri Light" panose="020F0302020204030204"/>
              </a:rPr>
              <a:t>the</a:t>
            </a:r>
            <a:r>
              <a:rPr sz="2000" spc="-3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purpose</a:t>
            </a:r>
            <a:r>
              <a:rPr sz="2000" spc="-4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5" dirty="0">
                <a:latin typeface="Calibri Light" panose="020F0302020204030204"/>
                <a:cs typeface="Calibri Light" panose="020F0302020204030204"/>
              </a:rPr>
              <a:t>of</a:t>
            </a:r>
            <a:r>
              <a:rPr sz="2000" spc="-2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5" dirty="0">
                <a:latin typeface="Calibri Light" panose="020F0302020204030204"/>
                <a:cs typeface="Calibri Light" panose="020F0302020204030204"/>
              </a:rPr>
              <a:t>the</a:t>
            </a:r>
            <a:r>
              <a:rPr sz="2000" spc="-3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20" dirty="0">
                <a:latin typeface="Calibri Light" panose="020F0302020204030204"/>
                <a:cs typeface="Calibri Light" panose="020F0302020204030204"/>
              </a:rPr>
              <a:t>course</a:t>
            </a:r>
            <a:r>
              <a:rPr sz="2000" spc="-4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5" dirty="0">
                <a:latin typeface="Calibri Light" panose="020F0302020204030204"/>
                <a:cs typeface="Calibri Light" panose="020F0302020204030204"/>
              </a:rPr>
              <a:t>assessment,</a:t>
            </a:r>
            <a:r>
              <a:rPr sz="2000" spc="-3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5" dirty="0">
                <a:latin typeface="Calibri Light" panose="020F0302020204030204"/>
                <a:cs typeface="Calibri Light" panose="020F0302020204030204"/>
              </a:rPr>
              <a:t>you</a:t>
            </a:r>
            <a:r>
              <a:rPr sz="2000" spc="-5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5" dirty="0">
                <a:latin typeface="Calibri Light" panose="020F0302020204030204"/>
                <a:cs typeface="Calibri Light" panose="020F0302020204030204"/>
              </a:rPr>
              <a:t>would</a:t>
            </a:r>
            <a:r>
              <a:rPr sz="2000" spc="-4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5" dirty="0">
                <a:latin typeface="Calibri Light" panose="020F0302020204030204"/>
                <a:cs typeface="Calibri Light" panose="020F0302020204030204"/>
              </a:rPr>
              <a:t>normally</a:t>
            </a:r>
            <a:r>
              <a:rPr sz="2000" spc="-4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5" dirty="0">
                <a:latin typeface="Calibri Light" panose="020F0302020204030204"/>
                <a:cs typeface="Calibri Light" panose="020F0302020204030204"/>
              </a:rPr>
              <a:t>get</a:t>
            </a:r>
            <a:r>
              <a:rPr sz="2000" spc="-2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5" dirty="0">
                <a:latin typeface="Calibri Light" panose="020F0302020204030204"/>
                <a:cs typeface="Calibri Light" panose="020F0302020204030204"/>
              </a:rPr>
              <a:t>situations</a:t>
            </a:r>
            <a:r>
              <a:rPr sz="2000" spc="-4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5" dirty="0">
                <a:latin typeface="Calibri Light" panose="020F0302020204030204"/>
                <a:cs typeface="Calibri Light" panose="020F0302020204030204"/>
              </a:rPr>
              <a:t>which</a:t>
            </a:r>
            <a:r>
              <a:rPr sz="2000" spc="-5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are</a:t>
            </a:r>
            <a:r>
              <a:rPr sz="2000" spc="-4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20" dirty="0">
                <a:latin typeface="Calibri Light" panose="020F0302020204030204"/>
                <a:cs typeface="Calibri Light" panose="020F0302020204030204"/>
              </a:rPr>
              <a:t>extremely</a:t>
            </a:r>
            <a:r>
              <a:rPr sz="2000" spc="-4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clear</a:t>
            </a:r>
            <a:r>
              <a:rPr sz="2000" spc="-4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5" dirty="0">
                <a:latin typeface="Calibri Light" panose="020F0302020204030204"/>
                <a:cs typeface="Calibri Light" panose="020F0302020204030204"/>
              </a:rPr>
              <a:t>to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distinguish</a:t>
            </a:r>
            <a:endParaRPr sz="2000">
              <a:latin typeface="Calibri Light" panose="020F0302020204030204"/>
              <a:cs typeface="Calibri Light" panose="020F030202020403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6250940"/>
            <a:ext cx="108026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" dirty="0">
                <a:latin typeface="Calibri Light" panose="020F0302020204030204"/>
                <a:cs typeface="Calibri Light" panose="020F0302020204030204"/>
              </a:rPr>
              <a:t>(such</a:t>
            </a:r>
            <a:r>
              <a:rPr sz="2000" spc="-5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5" dirty="0">
                <a:latin typeface="Calibri Light" panose="020F0302020204030204"/>
                <a:cs typeface="Calibri Light" panose="020F0302020204030204"/>
              </a:rPr>
              <a:t>as</a:t>
            </a:r>
            <a:r>
              <a:rPr sz="2000" spc="-20" dirty="0">
                <a:latin typeface="Calibri Light" panose="020F0302020204030204"/>
                <a:cs typeface="Calibri Light" panose="020F0302020204030204"/>
              </a:rPr>
              <a:t> strong</a:t>
            </a:r>
            <a:r>
              <a:rPr sz="2000" spc="-4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5" dirty="0">
                <a:latin typeface="Calibri Light" panose="020F0302020204030204"/>
                <a:cs typeface="Calibri Light" panose="020F0302020204030204"/>
              </a:rPr>
              <a:t>but</a:t>
            </a:r>
            <a:r>
              <a:rPr sz="2000" spc="-2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5" dirty="0">
                <a:latin typeface="Calibri Light" panose="020F0302020204030204"/>
                <a:cs typeface="Calibri Light" panose="020F0302020204030204"/>
              </a:rPr>
              <a:t>sterically</a:t>
            </a:r>
            <a:r>
              <a:rPr sz="2000" spc="-4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5" dirty="0">
                <a:latin typeface="Calibri Light" panose="020F0302020204030204"/>
                <a:cs typeface="Calibri Light" panose="020F0302020204030204"/>
              </a:rPr>
              <a:t>hindered</a:t>
            </a:r>
            <a:r>
              <a:rPr sz="2000" spc="-4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base,</a:t>
            </a:r>
            <a:r>
              <a:rPr sz="2000" spc="-5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5" dirty="0">
                <a:latin typeface="Calibri Light" panose="020F0302020204030204"/>
                <a:cs typeface="Calibri Light" panose="020F0302020204030204"/>
              </a:rPr>
              <a:t>or</a:t>
            </a:r>
            <a:r>
              <a:rPr sz="2000" spc="-3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good</a:t>
            </a:r>
            <a:r>
              <a:rPr sz="2000" spc="-4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nucleophile</a:t>
            </a:r>
            <a:r>
              <a:rPr sz="2000" spc="-4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5" dirty="0">
                <a:latin typeface="Calibri Light" panose="020F0302020204030204"/>
                <a:cs typeface="Calibri Light" panose="020F0302020204030204"/>
              </a:rPr>
              <a:t>but</a:t>
            </a:r>
            <a:r>
              <a:rPr sz="2000" spc="-2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poor</a:t>
            </a:r>
            <a:r>
              <a:rPr sz="2000" spc="-4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base:</a:t>
            </a:r>
            <a:r>
              <a:rPr sz="2000" spc="-4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20" dirty="0">
                <a:latin typeface="Calibri Light" panose="020F0302020204030204"/>
                <a:cs typeface="Calibri Light" panose="020F0302020204030204"/>
              </a:rPr>
              <a:t>we</a:t>
            </a:r>
            <a:r>
              <a:rPr sz="2000" spc="-3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5" dirty="0">
                <a:latin typeface="Calibri Light" panose="020F0302020204030204"/>
                <a:cs typeface="Calibri Light" panose="020F0302020204030204"/>
              </a:rPr>
              <a:t>will</a:t>
            </a:r>
            <a:r>
              <a:rPr sz="2000" spc="-2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discuss</a:t>
            </a:r>
            <a:r>
              <a:rPr sz="2000" spc="-4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5" dirty="0">
                <a:latin typeface="Calibri Light" panose="020F0302020204030204"/>
                <a:cs typeface="Calibri Light" panose="020F0302020204030204"/>
              </a:rPr>
              <a:t>this</a:t>
            </a:r>
            <a:r>
              <a:rPr sz="2000" spc="-30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dirty="0">
                <a:latin typeface="Calibri Light" panose="020F0302020204030204"/>
                <a:cs typeface="Calibri Light" panose="020F0302020204030204"/>
              </a:rPr>
              <a:t>in</a:t>
            </a:r>
            <a:r>
              <a:rPr sz="2000" spc="-25" dirty="0">
                <a:latin typeface="Calibri Light" panose="020F0302020204030204"/>
                <a:cs typeface="Calibri Light" panose="020F0302020204030204"/>
              </a:rPr>
              <a:t> </a:t>
            </a:r>
            <a:r>
              <a:rPr sz="2000" spc="-10" dirty="0">
                <a:latin typeface="Calibri Light" panose="020F0302020204030204"/>
                <a:cs typeface="Calibri Light" panose="020F0302020204030204"/>
              </a:rPr>
              <a:t>class)</a:t>
            </a:r>
            <a:endParaRPr sz="2000">
              <a:latin typeface="Calibri Light" panose="020F0302020204030204"/>
              <a:cs typeface="Calibri Light" panose="020F030202020403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1051285" y="6414922"/>
            <a:ext cx="224154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Arial MT"/>
                <a:cs typeface="Arial MT"/>
              </a:rPr>
              <a:t>65</a:t>
            </a:r>
            <a:endParaRPr sz="1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PP_MARK_KEY" val="7a80dff5-cfdc-4852-a28c-96ee5768a5b1"/>
  <p:tag name="COMMONDATA" val="eyJoZGlkIjoiM2FiZDIzMjBhYjY3YjcwYmIxYWI1NjM4YzVmYjEyMDM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4536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10487</Words>
  <Application>WPS 演示</Application>
  <PresentationFormat>Widescreen</PresentationFormat>
  <Paragraphs>398</Paragraphs>
  <Slides>42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54" baseType="lpstr">
      <vt:lpstr>Arial</vt:lpstr>
      <vt:lpstr>宋体</vt:lpstr>
      <vt:lpstr>Wingdings</vt:lpstr>
      <vt:lpstr>Calibri</vt:lpstr>
      <vt:lpstr>Arial MT</vt:lpstr>
      <vt:lpstr>Times New Roman</vt:lpstr>
      <vt:lpstr>Calibri Light</vt:lpstr>
      <vt:lpstr>Arial</vt:lpstr>
      <vt:lpstr>Symbol</vt:lpstr>
      <vt:lpstr>微软雅黑</vt:lpstr>
      <vt:lpstr>Arial Unicode MS</vt:lpstr>
      <vt:lpstr>Office Theme</vt:lpstr>
      <vt:lpstr>QXU4004 Engineering Chemistry</vt:lpstr>
      <vt:lpstr>QXU4004 Engineering Chemistry</vt:lpstr>
      <vt:lpstr>PowerPoint 演示文稿</vt:lpstr>
      <vt:lpstr>sp2 Hybridisation</vt:lpstr>
      <vt:lpstr>Csp2-H and -C  bonds</vt:lpstr>
      <vt:lpstr>Csp2-Csp2  bonds</vt:lpstr>
      <vt:lpstr>PowerPoint 演示文稿</vt:lpstr>
      <vt:lpstr>Alkene isomerism</vt:lpstr>
      <vt:lpstr>Alkene isomerism</vt:lpstr>
      <vt:lpstr>Alkene preparations</vt:lpstr>
      <vt:lpstr>Addition Reactions</vt:lpstr>
      <vt:lpstr>Reactions: electrophilic addition（亲电加成） of H-X</vt:lpstr>
      <vt:lpstr>Mechanism of	electrophilic addition</vt:lpstr>
      <vt:lpstr>Alkenes: orientation（定位，方向） of addition</vt:lpstr>
      <vt:lpstr>Alkenes: orientation of addition</vt:lpstr>
      <vt:lpstr>Alkenes: orientation of addition</vt:lpstr>
      <vt:lpstr>Carbenium ion/carbocation stability</vt:lpstr>
      <vt:lpstr>Carbenium ion/carbocation stability</vt:lpstr>
      <vt:lpstr>Reactions: electrophilic addition of H3O+ (hydration)</vt:lpstr>
      <vt:lpstr>Mechanism of	hydration（水化）</vt:lpstr>
      <vt:lpstr>Mechanism of	hydration</vt:lpstr>
      <vt:lpstr>Alkenes: hydrogenation</vt:lpstr>
      <vt:lpstr>Hydrogenation and alkene stability</vt:lpstr>
      <vt:lpstr>Reactions: oxidation</vt:lpstr>
      <vt:lpstr>Elimination Reactions（消去反应）</vt:lpstr>
      <vt:lpstr>Alkene preparations</vt:lpstr>
      <vt:lpstr>Elimination</vt:lpstr>
      <vt:lpstr>Mechanism: elimination E2</vt:lpstr>
      <vt:lpstr>Example elimination E2. Favoured with a strongly  basic nucleophile as OH-.</vt:lpstr>
      <vt:lpstr>Elimination: E2 kinetics and Transition State (TS)</vt:lpstr>
      <vt:lpstr>E2 reactivity</vt:lpstr>
      <vt:lpstr>E2 regioselectivity</vt:lpstr>
      <vt:lpstr>E1 kinetics and mechanism</vt:lpstr>
      <vt:lpstr>E1 reactivity, regioselectivity, SN1</vt:lpstr>
      <vt:lpstr>Elimination of alcohols</vt:lpstr>
      <vt:lpstr>PowerPoint 演示文稿</vt:lpstr>
      <vt:lpstr>E1cB: a less common mechanism</vt:lpstr>
      <vt:lpstr>SN and E for other leaving groups</vt:lpstr>
      <vt:lpstr>PowerPoint 演示文稿</vt:lpstr>
      <vt:lpstr>PowerPoint 演示文稿</vt:lpstr>
      <vt:lpstr>PowerPoint 演示文稿</vt:lpstr>
      <vt:lpstr>zSN vs E: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MAT4001 Molecules to Materials &amp;  DEN4401 Engineering Chemistry</dc:title>
  <dc:creator>Gabriel Cavalli</dc:creator>
  <cp:lastModifiedBy>司江南</cp:lastModifiedBy>
  <cp:revision>11</cp:revision>
  <dcterms:created xsi:type="dcterms:W3CDTF">2023-05-09T06:54:00Z</dcterms:created>
  <dcterms:modified xsi:type="dcterms:W3CDTF">2023-06-06T15:30:06Z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2021-12-09T00:00:00Z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2023-05-11T00:00:00Z</vt:filetime>
  </property>
  <property fmtid="{D5CDD505-2E9C-101B-9397-08002B2CF9AE}" pid="5" name="ICV">
    <vt:lpwstr>8A9924D0626D4DF3BA36F15E8B209185</vt:lpwstr>
  </property>
  <property fmtid="{D5CDD505-2E9C-101B-9397-08002B2CF9AE}" pid="6" name="KSOProductBuildVer">
    <vt:lpwstr>2052-11.1.0.12598</vt:lpwstr>
  </property>
</Properties>
</file>