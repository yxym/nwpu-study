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1" r:id="rId2"/>
    <p:sldId id="257" r:id="rId3"/>
    <p:sldId id="279" r:id="rId4"/>
    <p:sldId id="276" r:id="rId5"/>
    <p:sldId id="277" r:id="rId6"/>
    <p:sldId id="272" r:id="rId7"/>
    <p:sldId id="273" r:id="rId8"/>
    <p:sldId id="27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53"/>
    <p:restoredTop sz="95921"/>
  </p:normalViewPr>
  <p:slideViewPr>
    <p:cSldViewPr snapToGrid="0" snapToObjects="1">
      <p:cViewPr varScale="1">
        <p:scale>
          <a:sx n="83" d="100"/>
          <a:sy n="83" d="100"/>
        </p:scale>
        <p:origin x="57" y="19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A473D-8165-404A-BDA0-48A17E178C4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39E8483-BC6D-6645-BC3F-BE5B43C807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FB16CF9-9C75-7840-BBA7-D4334996ABD0}"/>
              </a:ext>
            </a:extLst>
          </p:cNvPr>
          <p:cNvSpPr>
            <a:spLocks noGrp="1"/>
          </p:cNvSpPr>
          <p:nvPr>
            <p:ph type="dt" sz="half" idx="10"/>
          </p:nvPr>
        </p:nvSpPr>
        <p:spPr/>
        <p:txBody>
          <a:bodyPr/>
          <a:lstStyle/>
          <a:p>
            <a:fld id="{56233A95-C521-674E-A1FA-5B39466D65D7}" type="datetimeFigureOut">
              <a:rPr lang="en-US" smtClean="0"/>
              <a:t>3/5/2023</a:t>
            </a:fld>
            <a:endParaRPr lang="en-US"/>
          </a:p>
        </p:txBody>
      </p:sp>
      <p:sp>
        <p:nvSpPr>
          <p:cNvPr id="5" name="Footer Placeholder 4">
            <a:extLst>
              <a:ext uri="{FF2B5EF4-FFF2-40B4-BE49-F238E27FC236}">
                <a16:creationId xmlns:a16="http://schemas.microsoft.com/office/drawing/2014/main" id="{31AA8DC9-A2AA-8249-8D2D-7C1D41A53B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A4472B-8DF1-D941-88A1-5AA1856D8F00}"/>
              </a:ext>
            </a:extLst>
          </p:cNvPr>
          <p:cNvSpPr>
            <a:spLocks noGrp="1"/>
          </p:cNvSpPr>
          <p:nvPr>
            <p:ph type="sldNum" sz="quarter" idx="12"/>
          </p:nvPr>
        </p:nvSpPr>
        <p:spPr/>
        <p:txBody>
          <a:bodyPr/>
          <a:lstStyle/>
          <a:p>
            <a:fld id="{556EB69A-4F3B-E840-9CF0-654F0B5883A3}" type="slidenum">
              <a:rPr lang="en-US" smtClean="0"/>
              <a:t>‹#›</a:t>
            </a:fld>
            <a:endParaRPr lang="en-US"/>
          </a:p>
        </p:txBody>
      </p:sp>
    </p:spTree>
    <p:extLst>
      <p:ext uri="{BB962C8B-B14F-4D97-AF65-F5344CB8AC3E}">
        <p14:creationId xmlns:p14="http://schemas.microsoft.com/office/powerpoint/2010/main" val="3826395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B6408-FDB5-0A47-845B-54074F8646B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D81EA31-949D-044C-B501-FD59A6A2ACE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4920B20-BD9E-3E4B-ABC3-EA5C6BD529C7}"/>
              </a:ext>
            </a:extLst>
          </p:cNvPr>
          <p:cNvSpPr>
            <a:spLocks noGrp="1"/>
          </p:cNvSpPr>
          <p:nvPr>
            <p:ph type="dt" sz="half" idx="10"/>
          </p:nvPr>
        </p:nvSpPr>
        <p:spPr/>
        <p:txBody>
          <a:bodyPr/>
          <a:lstStyle/>
          <a:p>
            <a:fld id="{56233A95-C521-674E-A1FA-5B39466D65D7}" type="datetimeFigureOut">
              <a:rPr lang="en-US" smtClean="0"/>
              <a:t>3/5/2023</a:t>
            </a:fld>
            <a:endParaRPr lang="en-US"/>
          </a:p>
        </p:txBody>
      </p:sp>
      <p:sp>
        <p:nvSpPr>
          <p:cNvPr id="5" name="Footer Placeholder 4">
            <a:extLst>
              <a:ext uri="{FF2B5EF4-FFF2-40B4-BE49-F238E27FC236}">
                <a16:creationId xmlns:a16="http://schemas.microsoft.com/office/drawing/2014/main" id="{BE182779-6674-384C-8087-3E62BB908A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040DCC-1986-E148-9249-BCA1248204F2}"/>
              </a:ext>
            </a:extLst>
          </p:cNvPr>
          <p:cNvSpPr>
            <a:spLocks noGrp="1"/>
          </p:cNvSpPr>
          <p:nvPr>
            <p:ph type="sldNum" sz="quarter" idx="12"/>
          </p:nvPr>
        </p:nvSpPr>
        <p:spPr/>
        <p:txBody>
          <a:bodyPr/>
          <a:lstStyle/>
          <a:p>
            <a:fld id="{556EB69A-4F3B-E840-9CF0-654F0B5883A3}" type="slidenum">
              <a:rPr lang="en-US" smtClean="0"/>
              <a:t>‹#›</a:t>
            </a:fld>
            <a:endParaRPr lang="en-US"/>
          </a:p>
        </p:txBody>
      </p:sp>
    </p:spTree>
    <p:extLst>
      <p:ext uri="{BB962C8B-B14F-4D97-AF65-F5344CB8AC3E}">
        <p14:creationId xmlns:p14="http://schemas.microsoft.com/office/powerpoint/2010/main" val="3192937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44C42-0C5B-254B-90EA-549BC590508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DE52661-EB31-5545-971B-C02EEB9CAE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79648BA-CC48-E646-85D5-4DA46454A511}"/>
              </a:ext>
            </a:extLst>
          </p:cNvPr>
          <p:cNvSpPr>
            <a:spLocks noGrp="1"/>
          </p:cNvSpPr>
          <p:nvPr>
            <p:ph type="dt" sz="half" idx="10"/>
          </p:nvPr>
        </p:nvSpPr>
        <p:spPr/>
        <p:txBody>
          <a:bodyPr/>
          <a:lstStyle/>
          <a:p>
            <a:fld id="{56233A95-C521-674E-A1FA-5B39466D65D7}" type="datetimeFigureOut">
              <a:rPr lang="en-US" smtClean="0"/>
              <a:t>3/5/2023</a:t>
            </a:fld>
            <a:endParaRPr lang="en-US"/>
          </a:p>
        </p:txBody>
      </p:sp>
      <p:sp>
        <p:nvSpPr>
          <p:cNvPr id="5" name="Footer Placeholder 4">
            <a:extLst>
              <a:ext uri="{FF2B5EF4-FFF2-40B4-BE49-F238E27FC236}">
                <a16:creationId xmlns:a16="http://schemas.microsoft.com/office/drawing/2014/main" id="{40AE6C23-A633-B64D-ADD0-DEF430857B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E5CE20-17A6-CE47-8EA5-B4232992AEEC}"/>
              </a:ext>
            </a:extLst>
          </p:cNvPr>
          <p:cNvSpPr>
            <a:spLocks noGrp="1"/>
          </p:cNvSpPr>
          <p:nvPr>
            <p:ph type="sldNum" sz="quarter" idx="12"/>
          </p:nvPr>
        </p:nvSpPr>
        <p:spPr/>
        <p:txBody>
          <a:bodyPr/>
          <a:lstStyle/>
          <a:p>
            <a:fld id="{556EB69A-4F3B-E840-9CF0-654F0B5883A3}" type="slidenum">
              <a:rPr lang="en-US" smtClean="0"/>
              <a:t>‹#›</a:t>
            </a:fld>
            <a:endParaRPr lang="en-US"/>
          </a:p>
        </p:txBody>
      </p:sp>
    </p:spTree>
    <p:extLst>
      <p:ext uri="{BB962C8B-B14F-4D97-AF65-F5344CB8AC3E}">
        <p14:creationId xmlns:p14="http://schemas.microsoft.com/office/powerpoint/2010/main" val="3268692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55A63-3AE5-9B43-B255-806426E74AE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7D627A4-5B83-3446-8FBB-2FCCFB26DCC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8770B-1C1B-164F-980D-2E2F38557F9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DAAC4EA-51FA-B043-82C2-58C6E7B30626}"/>
              </a:ext>
            </a:extLst>
          </p:cNvPr>
          <p:cNvSpPr>
            <a:spLocks noGrp="1"/>
          </p:cNvSpPr>
          <p:nvPr>
            <p:ph type="dt" sz="half" idx="10"/>
          </p:nvPr>
        </p:nvSpPr>
        <p:spPr/>
        <p:txBody>
          <a:bodyPr/>
          <a:lstStyle/>
          <a:p>
            <a:fld id="{56233A95-C521-674E-A1FA-5B39466D65D7}" type="datetimeFigureOut">
              <a:rPr lang="en-US" smtClean="0"/>
              <a:t>3/5/2023</a:t>
            </a:fld>
            <a:endParaRPr lang="en-US"/>
          </a:p>
        </p:txBody>
      </p:sp>
      <p:sp>
        <p:nvSpPr>
          <p:cNvPr id="6" name="Footer Placeholder 5">
            <a:extLst>
              <a:ext uri="{FF2B5EF4-FFF2-40B4-BE49-F238E27FC236}">
                <a16:creationId xmlns:a16="http://schemas.microsoft.com/office/drawing/2014/main" id="{951808E4-D0DE-FF47-A7B4-4D8A0FEFB2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ADCDE0-AE8B-6C40-900B-B80D27BF0CD0}"/>
              </a:ext>
            </a:extLst>
          </p:cNvPr>
          <p:cNvSpPr>
            <a:spLocks noGrp="1"/>
          </p:cNvSpPr>
          <p:nvPr>
            <p:ph type="sldNum" sz="quarter" idx="12"/>
          </p:nvPr>
        </p:nvSpPr>
        <p:spPr/>
        <p:txBody>
          <a:bodyPr/>
          <a:lstStyle/>
          <a:p>
            <a:fld id="{556EB69A-4F3B-E840-9CF0-654F0B5883A3}" type="slidenum">
              <a:rPr lang="en-US" smtClean="0"/>
              <a:t>‹#›</a:t>
            </a:fld>
            <a:endParaRPr lang="en-US"/>
          </a:p>
        </p:txBody>
      </p:sp>
    </p:spTree>
    <p:extLst>
      <p:ext uri="{BB962C8B-B14F-4D97-AF65-F5344CB8AC3E}">
        <p14:creationId xmlns:p14="http://schemas.microsoft.com/office/powerpoint/2010/main" val="4059391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C3B32-B7AC-3346-A89D-F5D530668E96}"/>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0C8C1B1-FB85-BC41-8237-B7A1F715CE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1B9CACC-A7E0-AB4B-9C49-4A364C627D9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291CAD0-0513-1349-8EA9-E916C9A631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E045018-15C8-F049-A07D-9B09C819A4D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C81A33D-DE56-8A41-8950-A7BE31374BB3}"/>
              </a:ext>
            </a:extLst>
          </p:cNvPr>
          <p:cNvSpPr>
            <a:spLocks noGrp="1"/>
          </p:cNvSpPr>
          <p:nvPr>
            <p:ph type="dt" sz="half" idx="10"/>
          </p:nvPr>
        </p:nvSpPr>
        <p:spPr/>
        <p:txBody>
          <a:bodyPr/>
          <a:lstStyle/>
          <a:p>
            <a:fld id="{56233A95-C521-674E-A1FA-5B39466D65D7}" type="datetimeFigureOut">
              <a:rPr lang="en-US" smtClean="0"/>
              <a:t>3/5/2023</a:t>
            </a:fld>
            <a:endParaRPr lang="en-US"/>
          </a:p>
        </p:txBody>
      </p:sp>
      <p:sp>
        <p:nvSpPr>
          <p:cNvPr id="8" name="Footer Placeholder 7">
            <a:extLst>
              <a:ext uri="{FF2B5EF4-FFF2-40B4-BE49-F238E27FC236}">
                <a16:creationId xmlns:a16="http://schemas.microsoft.com/office/drawing/2014/main" id="{76F0C3C8-B08C-554D-9ED7-6758D530794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4BA44A-9064-DD48-B11F-FEE2CA6AECED}"/>
              </a:ext>
            </a:extLst>
          </p:cNvPr>
          <p:cNvSpPr>
            <a:spLocks noGrp="1"/>
          </p:cNvSpPr>
          <p:nvPr>
            <p:ph type="sldNum" sz="quarter" idx="12"/>
          </p:nvPr>
        </p:nvSpPr>
        <p:spPr/>
        <p:txBody>
          <a:bodyPr/>
          <a:lstStyle/>
          <a:p>
            <a:fld id="{556EB69A-4F3B-E840-9CF0-654F0B5883A3}" type="slidenum">
              <a:rPr lang="en-US" smtClean="0"/>
              <a:t>‹#›</a:t>
            </a:fld>
            <a:endParaRPr lang="en-US"/>
          </a:p>
        </p:txBody>
      </p:sp>
    </p:spTree>
    <p:extLst>
      <p:ext uri="{BB962C8B-B14F-4D97-AF65-F5344CB8AC3E}">
        <p14:creationId xmlns:p14="http://schemas.microsoft.com/office/powerpoint/2010/main" val="1466824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FA0E0-E471-4A41-A39A-A749E975F3F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E5B6EE21-3E9F-E546-9A8E-3BC7E387ABA0}"/>
              </a:ext>
            </a:extLst>
          </p:cNvPr>
          <p:cNvSpPr>
            <a:spLocks noGrp="1"/>
          </p:cNvSpPr>
          <p:nvPr>
            <p:ph type="dt" sz="half" idx="10"/>
          </p:nvPr>
        </p:nvSpPr>
        <p:spPr/>
        <p:txBody>
          <a:bodyPr/>
          <a:lstStyle/>
          <a:p>
            <a:fld id="{56233A95-C521-674E-A1FA-5B39466D65D7}" type="datetimeFigureOut">
              <a:rPr lang="en-US" smtClean="0"/>
              <a:t>3/5/2023</a:t>
            </a:fld>
            <a:endParaRPr lang="en-US"/>
          </a:p>
        </p:txBody>
      </p:sp>
      <p:sp>
        <p:nvSpPr>
          <p:cNvPr id="4" name="Footer Placeholder 3">
            <a:extLst>
              <a:ext uri="{FF2B5EF4-FFF2-40B4-BE49-F238E27FC236}">
                <a16:creationId xmlns:a16="http://schemas.microsoft.com/office/drawing/2014/main" id="{6E0AD947-E3B9-F74E-B64E-5B7853AC3F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6FD5AF-BBD6-8340-A955-E2DDC5056ED4}"/>
              </a:ext>
            </a:extLst>
          </p:cNvPr>
          <p:cNvSpPr>
            <a:spLocks noGrp="1"/>
          </p:cNvSpPr>
          <p:nvPr>
            <p:ph type="sldNum" sz="quarter" idx="12"/>
          </p:nvPr>
        </p:nvSpPr>
        <p:spPr/>
        <p:txBody>
          <a:bodyPr/>
          <a:lstStyle/>
          <a:p>
            <a:fld id="{556EB69A-4F3B-E840-9CF0-654F0B5883A3}" type="slidenum">
              <a:rPr lang="en-US" smtClean="0"/>
              <a:t>‹#›</a:t>
            </a:fld>
            <a:endParaRPr lang="en-US"/>
          </a:p>
        </p:txBody>
      </p:sp>
    </p:spTree>
    <p:extLst>
      <p:ext uri="{BB962C8B-B14F-4D97-AF65-F5344CB8AC3E}">
        <p14:creationId xmlns:p14="http://schemas.microsoft.com/office/powerpoint/2010/main" val="597780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0E553A-C891-CA4A-B18D-80B62BE1ADB2}"/>
              </a:ext>
            </a:extLst>
          </p:cNvPr>
          <p:cNvSpPr>
            <a:spLocks noGrp="1"/>
          </p:cNvSpPr>
          <p:nvPr>
            <p:ph type="dt" sz="half" idx="10"/>
          </p:nvPr>
        </p:nvSpPr>
        <p:spPr/>
        <p:txBody>
          <a:bodyPr/>
          <a:lstStyle/>
          <a:p>
            <a:fld id="{56233A95-C521-674E-A1FA-5B39466D65D7}" type="datetimeFigureOut">
              <a:rPr lang="en-US" smtClean="0"/>
              <a:t>3/5/2023</a:t>
            </a:fld>
            <a:endParaRPr lang="en-US"/>
          </a:p>
        </p:txBody>
      </p:sp>
      <p:sp>
        <p:nvSpPr>
          <p:cNvPr id="3" name="Footer Placeholder 2">
            <a:extLst>
              <a:ext uri="{FF2B5EF4-FFF2-40B4-BE49-F238E27FC236}">
                <a16:creationId xmlns:a16="http://schemas.microsoft.com/office/drawing/2014/main" id="{0587F67E-0433-D84A-8B07-26E7963A191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106B27-61C1-2D49-9327-817A0E844E2C}"/>
              </a:ext>
            </a:extLst>
          </p:cNvPr>
          <p:cNvSpPr>
            <a:spLocks noGrp="1"/>
          </p:cNvSpPr>
          <p:nvPr>
            <p:ph type="sldNum" sz="quarter" idx="12"/>
          </p:nvPr>
        </p:nvSpPr>
        <p:spPr/>
        <p:txBody>
          <a:bodyPr/>
          <a:lstStyle/>
          <a:p>
            <a:fld id="{556EB69A-4F3B-E840-9CF0-654F0B5883A3}" type="slidenum">
              <a:rPr lang="en-US" smtClean="0"/>
              <a:t>‹#›</a:t>
            </a:fld>
            <a:endParaRPr lang="en-US"/>
          </a:p>
        </p:txBody>
      </p:sp>
    </p:spTree>
    <p:extLst>
      <p:ext uri="{BB962C8B-B14F-4D97-AF65-F5344CB8AC3E}">
        <p14:creationId xmlns:p14="http://schemas.microsoft.com/office/powerpoint/2010/main" val="3405109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CFCAD-E7F4-4C4B-8FF9-7672BD03542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9365B17-F6E4-4B4E-835C-808A2A1E91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06DDAEC-B3A2-E84F-8661-AF3B60EBA2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20289CC-9A41-6E4A-957E-B5E9519CAC55}"/>
              </a:ext>
            </a:extLst>
          </p:cNvPr>
          <p:cNvSpPr>
            <a:spLocks noGrp="1"/>
          </p:cNvSpPr>
          <p:nvPr>
            <p:ph type="dt" sz="half" idx="10"/>
          </p:nvPr>
        </p:nvSpPr>
        <p:spPr/>
        <p:txBody>
          <a:bodyPr/>
          <a:lstStyle/>
          <a:p>
            <a:fld id="{56233A95-C521-674E-A1FA-5B39466D65D7}" type="datetimeFigureOut">
              <a:rPr lang="en-US" smtClean="0"/>
              <a:t>3/5/2023</a:t>
            </a:fld>
            <a:endParaRPr lang="en-US"/>
          </a:p>
        </p:txBody>
      </p:sp>
      <p:sp>
        <p:nvSpPr>
          <p:cNvPr id="6" name="Footer Placeholder 5">
            <a:extLst>
              <a:ext uri="{FF2B5EF4-FFF2-40B4-BE49-F238E27FC236}">
                <a16:creationId xmlns:a16="http://schemas.microsoft.com/office/drawing/2014/main" id="{29CC99FF-E016-2B4E-82E5-AFE530A09F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137410-E98C-984B-858D-52E4E3C25691}"/>
              </a:ext>
            </a:extLst>
          </p:cNvPr>
          <p:cNvSpPr>
            <a:spLocks noGrp="1"/>
          </p:cNvSpPr>
          <p:nvPr>
            <p:ph type="sldNum" sz="quarter" idx="12"/>
          </p:nvPr>
        </p:nvSpPr>
        <p:spPr/>
        <p:txBody>
          <a:bodyPr/>
          <a:lstStyle/>
          <a:p>
            <a:fld id="{556EB69A-4F3B-E840-9CF0-654F0B5883A3}" type="slidenum">
              <a:rPr lang="en-US" smtClean="0"/>
              <a:t>‹#›</a:t>
            </a:fld>
            <a:endParaRPr lang="en-US"/>
          </a:p>
        </p:txBody>
      </p:sp>
    </p:spTree>
    <p:extLst>
      <p:ext uri="{BB962C8B-B14F-4D97-AF65-F5344CB8AC3E}">
        <p14:creationId xmlns:p14="http://schemas.microsoft.com/office/powerpoint/2010/main" val="3190765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31174-BA63-F849-A810-8A8EA9ED646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C79C941-C08E-734A-AC4A-0D4BF7267C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437880-8F68-BB44-80F2-19652204A0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4E03D78-685E-FE42-8706-A9E6554F7471}"/>
              </a:ext>
            </a:extLst>
          </p:cNvPr>
          <p:cNvSpPr>
            <a:spLocks noGrp="1"/>
          </p:cNvSpPr>
          <p:nvPr>
            <p:ph type="dt" sz="half" idx="10"/>
          </p:nvPr>
        </p:nvSpPr>
        <p:spPr/>
        <p:txBody>
          <a:bodyPr/>
          <a:lstStyle/>
          <a:p>
            <a:fld id="{56233A95-C521-674E-A1FA-5B39466D65D7}" type="datetimeFigureOut">
              <a:rPr lang="en-US" smtClean="0"/>
              <a:t>3/5/2023</a:t>
            </a:fld>
            <a:endParaRPr lang="en-US"/>
          </a:p>
        </p:txBody>
      </p:sp>
      <p:sp>
        <p:nvSpPr>
          <p:cNvPr id="6" name="Footer Placeholder 5">
            <a:extLst>
              <a:ext uri="{FF2B5EF4-FFF2-40B4-BE49-F238E27FC236}">
                <a16:creationId xmlns:a16="http://schemas.microsoft.com/office/drawing/2014/main" id="{AF3BA7F9-BCFD-F54A-A40D-D2CA276294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BDE4EC-9B55-3D4D-A2FD-86989693C37F}"/>
              </a:ext>
            </a:extLst>
          </p:cNvPr>
          <p:cNvSpPr>
            <a:spLocks noGrp="1"/>
          </p:cNvSpPr>
          <p:nvPr>
            <p:ph type="sldNum" sz="quarter" idx="12"/>
          </p:nvPr>
        </p:nvSpPr>
        <p:spPr/>
        <p:txBody>
          <a:bodyPr/>
          <a:lstStyle/>
          <a:p>
            <a:fld id="{556EB69A-4F3B-E840-9CF0-654F0B5883A3}" type="slidenum">
              <a:rPr lang="en-US" smtClean="0"/>
              <a:t>‹#›</a:t>
            </a:fld>
            <a:endParaRPr lang="en-US"/>
          </a:p>
        </p:txBody>
      </p:sp>
    </p:spTree>
    <p:extLst>
      <p:ext uri="{BB962C8B-B14F-4D97-AF65-F5344CB8AC3E}">
        <p14:creationId xmlns:p14="http://schemas.microsoft.com/office/powerpoint/2010/main" val="3495190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81AFA-F8A5-8E4D-9C84-2B1D29CE672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5CC2BC8-F248-0446-BAD1-7A98050792E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CE4F855-D4D5-004E-8271-ED3420B28447}"/>
              </a:ext>
            </a:extLst>
          </p:cNvPr>
          <p:cNvSpPr>
            <a:spLocks noGrp="1"/>
          </p:cNvSpPr>
          <p:nvPr>
            <p:ph type="dt" sz="half" idx="10"/>
          </p:nvPr>
        </p:nvSpPr>
        <p:spPr/>
        <p:txBody>
          <a:bodyPr/>
          <a:lstStyle/>
          <a:p>
            <a:fld id="{56233A95-C521-674E-A1FA-5B39466D65D7}" type="datetimeFigureOut">
              <a:rPr lang="en-US" smtClean="0"/>
              <a:t>3/5/2023</a:t>
            </a:fld>
            <a:endParaRPr lang="en-US"/>
          </a:p>
        </p:txBody>
      </p:sp>
      <p:sp>
        <p:nvSpPr>
          <p:cNvPr id="5" name="Footer Placeholder 4">
            <a:extLst>
              <a:ext uri="{FF2B5EF4-FFF2-40B4-BE49-F238E27FC236}">
                <a16:creationId xmlns:a16="http://schemas.microsoft.com/office/drawing/2014/main" id="{5388340D-E7DA-534F-9EEE-CCF2D8F3CA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9DE30F-C98C-F24E-8802-E61A9C796CED}"/>
              </a:ext>
            </a:extLst>
          </p:cNvPr>
          <p:cNvSpPr>
            <a:spLocks noGrp="1"/>
          </p:cNvSpPr>
          <p:nvPr>
            <p:ph type="sldNum" sz="quarter" idx="12"/>
          </p:nvPr>
        </p:nvSpPr>
        <p:spPr/>
        <p:txBody>
          <a:bodyPr/>
          <a:lstStyle/>
          <a:p>
            <a:fld id="{556EB69A-4F3B-E840-9CF0-654F0B5883A3}" type="slidenum">
              <a:rPr lang="en-US" smtClean="0"/>
              <a:t>‹#›</a:t>
            </a:fld>
            <a:endParaRPr lang="en-US"/>
          </a:p>
        </p:txBody>
      </p:sp>
    </p:spTree>
    <p:extLst>
      <p:ext uri="{BB962C8B-B14F-4D97-AF65-F5344CB8AC3E}">
        <p14:creationId xmlns:p14="http://schemas.microsoft.com/office/powerpoint/2010/main" val="2950215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C97E33-6EC3-754C-B907-850B46AA2F4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55A79B3-F515-114D-BE6A-A66938D6300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01C03EA-8D2E-8747-AB6D-BB11C5B910F7}"/>
              </a:ext>
            </a:extLst>
          </p:cNvPr>
          <p:cNvSpPr>
            <a:spLocks noGrp="1"/>
          </p:cNvSpPr>
          <p:nvPr>
            <p:ph type="dt" sz="half" idx="10"/>
          </p:nvPr>
        </p:nvSpPr>
        <p:spPr/>
        <p:txBody>
          <a:bodyPr/>
          <a:lstStyle/>
          <a:p>
            <a:fld id="{56233A95-C521-674E-A1FA-5B39466D65D7}" type="datetimeFigureOut">
              <a:rPr lang="en-US" smtClean="0"/>
              <a:t>3/5/2023</a:t>
            </a:fld>
            <a:endParaRPr lang="en-US"/>
          </a:p>
        </p:txBody>
      </p:sp>
      <p:sp>
        <p:nvSpPr>
          <p:cNvPr id="5" name="Footer Placeholder 4">
            <a:extLst>
              <a:ext uri="{FF2B5EF4-FFF2-40B4-BE49-F238E27FC236}">
                <a16:creationId xmlns:a16="http://schemas.microsoft.com/office/drawing/2014/main" id="{4D59CEC6-451F-5A43-8134-059FE4D4B9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18B737-998D-D241-A7E7-37494C3FB37D}"/>
              </a:ext>
            </a:extLst>
          </p:cNvPr>
          <p:cNvSpPr>
            <a:spLocks noGrp="1"/>
          </p:cNvSpPr>
          <p:nvPr>
            <p:ph type="sldNum" sz="quarter" idx="12"/>
          </p:nvPr>
        </p:nvSpPr>
        <p:spPr/>
        <p:txBody>
          <a:bodyPr/>
          <a:lstStyle/>
          <a:p>
            <a:fld id="{556EB69A-4F3B-E840-9CF0-654F0B5883A3}" type="slidenum">
              <a:rPr lang="en-US" smtClean="0"/>
              <a:t>‹#›</a:t>
            </a:fld>
            <a:endParaRPr lang="en-US"/>
          </a:p>
        </p:txBody>
      </p:sp>
    </p:spTree>
    <p:extLst>
      <p:ext uri="{BB962C8B-B14F-4D97-AF65-F5344CB8AC3E}">
        <p14:creationId xmlns:p14="http://schemas.microsoft.com/office/powerpoint/2010/main" val="1503091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E77A1A-D8BD-8B4F-A5E3-7675E63E1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1ED34F3-93D7-5B48-BEBB-ADE291764B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1EDBFC-B88F-4843-868F-4F455A4C65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233A95-C521-674E-A1FA-5B39466D65D7}" type="datetimeFigureOut">
              <a:rPr lang="en-US" smtClean="0"/>
              <a:t>3/5/2023</a:t>
            </a:fld>
            <a:endParaRPr lang="en-US"/>
          </a:p>
        </p:txBody>
      </p:sp>
      <p:sp>
        <p:nvSpPr>
          <p:cNvPr id="5" name="Footer Placeholder 4">
            <a:extLst>
              <a:ext uri="{FF2B5EF4-FFF2-40B4-BE49-F238E27FC236}">
                <a16:creationId xmlns:a16="http://schemas.microsoft.com/office/drawing/2014/main" id="{9FA04928-0E2D-824C-9FB4-1D4007144C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4BB59E2-5A72-5442-989D-0745DED093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6EB69A-4F3B-E840-9CF0-654F0B5883A3}" type="slidenum">
              <a:rPr lang="en-US" smtClean="0"/>
              <a:t>‹#›</a:t>
            </a:fld>
            <a:endParaRPr lang="en-US"/>
          </a:p>
        </p:txBody>
      </p:sp>
    </p:spTree>
    <p:extLst>
      <p:ext uri="{BB962C8B-B14F-4D97-AF65-F5344CB8AC3E}">
        <p14:creationId xmlns:p14="http://schemas.microsoft.com/office/powerpoint/2010/main" val="19344210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eg"/><Relationship Id="rId7" Type="http://schemas.openxmlformats.org/officeDocument/2006/relationships/image" Target="../media/image14.jpe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 Id="rId9"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61C250D-4310-8742-9B9B-5D4828D9D82E}"/>
              </a:ext>
            </a:extLst>
          </p:cNvPr>
          <p:cNvSpPr>
            <a:spLocks noGrp="1"/>
          </p:cNvSpPr>
          <p:nvPr>
            <p:ph type="ctrTitle"/>
          </p:nvPr>
        </p:nvSpPr>
        <p:spPr/>
        <p:txBody>
          <a:bodyPr>
            <a:normAutofit/>
          </a:bodyPr>
          <a:lstStyle/>
          <a:p>
            <a:r>
              <a:rPr lang="en-GB" dirty="0"/>
              <a:t>QX4004 – Molecules to Materials </a:t>
            </a:r>
            <a:endParaRPr lang="en-US" dirty="0"/>
          </a:p>
        </p:txBody>
      </p:sp>
      <p:sp>
        <p:nvSpPr>
          <p:cNvPr id="5" name="Subtitle 4">
            <a:extLst>
              <a:ext uri="{FF2B5EF4-FFF2-40B4-BE49-F238E27FC236}">
                <a16:creationId xmlns:a16="http://schemas.microsoft.com/office/drawing/2014/main" id="{392953A9-B4DC-B048-A8ED-9769C427B9BC}"/>
              </a:ext>
            </a:extLst>
          </p:cNvPr>
          <p:cNvSpPr>
            <a:spLocks noGrp="1"/>
          </p:cNvSpPr>
          <p:nvPr>
            <p:ph type="subTitle" idx="1"/>
          </p:nvPr>
        </p:nvSpPr>
        <p:spPr/>
        <p:txBody>
          <a:bodyPr/>
          <a:lstStyle/>
          <a:p>
            <a:r>
              <a:rPr lang="en-GB" dirty="0"/>
              <a:t>Rotation 1 – Question Set 3 </a:t>
            </a:r>
          </a:p>
          <a:p>
            <a:endParaRPr lang="en-US" dirty="0"/>
          </a:p>
        </p:txBody>
      </p:sp>
    </p:spTree>
    <p:extLst>
      <p:ext uri="{BB962C8B-B14F-4D97-AF65-F5344CB8AC3E}">
        <p14:creationId xmlns:p14="http://schemas.microsoft.com/office/powerpoint/2010/main" val="2411451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1B656-86DF-434B-9CCE-B55FA5AE2D41}"/>
              </a:ext>
            </a:extLst>
          </p:cNvPr>
          <p:cNvSpPr>
            <a:spLocks noGrp="1"/>
          </p:cNvSpPr>
          <p:nvPr>
            <p:ph type="title"/>
          </p:nvPr>
        </p:nvSpPr>
        <p:spPr>
          <a:xfrm>
            <a:off x="838200" y="1259565"/>
            <a:ext cx="10515600" cy="1325563"/>
          </a:xfrm>
        </p:spPr>
        <p:txBody>
          <a:bodyPr vert="horz" lIns="91440" tIns="45720" rIns="91440" bIns="45720" rtlCol="0" anchor="ctr">
            <a:noAutofit/>
          </a:bodyPr>
          <a:lstStyle/>
          <a:p>
            <a:pPr marL="228600" indent="-228600">
              <a:buFont typeface="Arial" panose="020B0604020202020204" pitchFamily="34" charset="0"/>
            </a:pPr>
            <a:r>
              <a:rPr lang="en-GB" sz="2800" dirty="0"/>
              <a:t>1) Draw the overlap of atomic orbitals leading to the formation of molecular orbitals in the following cases (draw the shapes of the atomic orbitals and all their respective molecular orbitals, with attention to orbital phase, position of nuclei and nodes): </a:t>
            </a:r>
            <a:br>
              <a:rPr lang="en-GB" sz="2800" dirty="0"/>
            </a:br>
            <a:r>
              <a:rPr lang="en-GB" sz="2800" dirty="0" err="1"/>
              <a:t>i</a:t>
            </a:r>
            <a:r>
              <a:rPr lang="en-GB" sz="2800" dirty="0"/>
              <a:t>) 1s + 2p</a:t>
            </a:r>
            <a:br>
              <a:rPr lang="en-GB" sz="2800" dirty="0"/>
            </a:br>
            <a:r>
              <a:rPr lang="en-GB" sz="2800" dirty="0"/>
              <a:t>ii) 2p + 2p (frontal overlap)</a:t>
            </a:r>
            <a:br>
              <a:rPr lang="en-GB" sz="2800" dirty="0"/>
            </a:br>
            <a:r>
              <a:rPr lang="en-GB" sz="2800" dirty="0"/>
              <a:t>iii) 2p + 2p (lateral overlap)</a:t>
            </a:r>
          </a:p>
        </p:txBody>
      </p:sp>
      <p:sp>
        <p:nvSpPr>
          <p:cNvPr id="4" name="Content Placeholder 2">
            <a:extLst>
              <a:ext uri="{FF2B5EF4-FFF2-40B4-BE49-F238E27FC236}">
                <a16:creationId xmlns:a16="http://schemas.microsoft.com/office/drawing/2014/main" id="{0789F39A-5845-6645-A3D3-5637D5EBEBDD}"/>
              </a:ext>
            </a:extLst>
          </p:cNvPr>
          <p:cNvSpPr txBox="1">
            <a:spLocks/>
          </p:cNvSpPr>
          <p:nvPr/>
        </p:nvSpPr>
        <p:spPr>
          <a:xfrm>
            <a:off x="838200" y="4935653"/>
            <a:ext cx="10515600" cy="29445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solidFill>
                <a:srgbClr val="0070C0"/>
              </a:solidFill>
            </a:endParaRPr>
          </a:p>
        </p:txBody>
      </p:sp>
    </p:spTree>
    <p:extLst>
      <p:ext uri="{BB962C8B-B14F-4D97-AF65-F5344CB8AC3E}">
        <p14:creationId xmlns:p14="http://schemas.microsoft.com/office/powerpoint/2010/main" val="2655727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1B656-86DF-434B-9CCE-B55FA5AE2D41}"/>
              </a:ext>
            </a:extLst>
          </p:cNvPr>
          <p:cNvSpPr>
            <a:spLocks noGrp="1"/>
          </p:cNvSpPr>
          <p:nvPr>
            <p:ph type="title"/>
          </p:nvPr>
        </p:nvSpPr>
        <p:spPr>
          <a:xfrm>
            <a:off x="838200" y="939203"/>
            <a:ext cx="10515600" cy="1325563"/>
          </a:xfrm>
        </p:spPr>
        <p:txBody>
          <a:bodyPr vert="horz" lIns="91440" tIns="45720" rIns="91440" bIns="45720" rtlCol="0" anchor="ctr">
            <a:noAutofit/>
          </a:bodyPr>
          <a:lstStyle/>
          <a:p>
            <a:pPr marL="228600" indent="-228600">
              <a:buFont typeface="Arial" panose="020B0604020202020204" pitchFamily="34" charset="0"/>
            </a:pPr>
            <a:r>
              <a:rPr lang="en-GB" sz="2800" dirty="0"/>
              <a:t>1) Draw the overlap of atomic orbitals leading to the formation of molecular orbitals in the following cases (draw the shapes of the atomic orbitals and all their respective molecular orbitals, with attention to orbital phase, position of nuclei and nodes): </a:t>
            </a:r>
            <a:br>
              <a:rPr lang="en-GB" sz="2800" dirty="0"/>
            </a:br>
            <a:r>
              <a:rPr lang="en-GB" sz="2800" dirty="0" err="1"/>
              <a:t>i</a:t>
            </a:r>
            <a:r>
              <a:rPr lang="en-GB" sz="2800" dirty="0"/>
              <a:t>) 1s + 2p</a:t>
            </a:r>
          </a:p>
        </p:txBody>
      </p:sp>
      <p:sp>
        <p:nvSpPr>
          <p:cNvPr id="4" name="Content Placeholder 2">
            <a:extLst>
              <a:ext uri="{FF2B5EF4-FFF2-40B4-BE49-F238E27FC236}">
                <a16:creationId xmlns:a16="http://schemas.microsoft.com/office/drawing/2014/main" id="{0789F39A-5845-6645-A3D3-5637D5EBEBDD}"/>
              </a:ext>
            </a:extLst>
          </p:cNvPr>
          <p:cNvSpPr txBox="1">
            <a:spLocks/>
          </p:cNvSpPr>
          <p:nvPr/>
        </p:nvSpPr>
        <p:spPr>
          <a:xfrm>
            <a:off x="838200" y="4935653"/>
            <a:ext cx="10515600" cy="29445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solidFill>
                <a:srgbClr val="0070C0"/>
              </a:solidFill>
            </a:endParaRPr>
          </a:p>
        </p:txBody>
      </p:sp>
      <p:pic>
        <p:nvPicPr>
          <p:cNvPr id="9" name="Picture 8" descr="Chart, bubble chart&#10;&#10;Description automatically generated">
            <a:extLst>
              <a:ext uri="{FF2B5EF4-FFF2-40B4-BE49-F238E27FC236}">
                <a16:creationId xmlns:a16="http://schemas.microsoft.com/office/drawing/2014/main" id="{3B725AD7-2AC8-9C44-83D0-883AEAB58915}"/>
              </a:ext>
            </a:extLst>
          </p:cNvPr>
          <p:cNvPicPr>
            <a:picLocks noChangeAspect="1"/>
          </p:cNvPicPr>
          <p:nvPr/>
        </p:nvPicPr>
        <p:blipFill rotWithShape="1">
          <a:blip r:embed="rId2"/>
          <a:srcRect t="6838" r="51367" b="4280"/>
          <a:stretch/>
        </p:blipFill>
        <p:spPr>
          <a:xfrm>
            <a:off x="3781425" y="2224738"/>
            <a:ext cx="5929313" cy="2221509"/>
          </a:xfrm>
          <a:prstGeom prst="rect">
            <a:avLst/>
          </a:prstGeom>
        </p:spPr>
      </p:pic>
      <p:pic>
        <p:nvPicPr>
          <p:cNvPr id="10" name="Picture 9" descr="Chart, bubble chart&#10;&#10;Description automatically generated">
            <a:extLst>
              <a:ext uri="{FF2B5EF4-FFF2-40B4-BE49-F238E27FC236}">
                <a16:creationId xmlns:a16="http://schemas.microsoft.com/office/drawing/2014/main" id="{829469BC-7FB2-FD4C-B39A-FE8CE8F5CEDC}"/>
              </a:ext>
            </a:extLst>
          </p:cNvPr>
          <p:cNvPicPr>
            <a:picLocks noChangeAspect="1"/>
          </p:cNvPicPr>
          <p:nvPr/>
        </p:nvPicPr>
        <p:blipFill rotWithShape="1">
          <a:blip r:embed="rId2"/>
          <a:srcRect l="50000" t="5107" b="5145"/>
          <a:stretch/>
        </p:blipFill>
        <p:spPr>
          <a:xfrm>
            <a:off x="3903864" y="4446247"/>
            <a:ext cx="6096000" cy="2243139"/>
          </a:xfrm>
          <a:prstGeom prst="rect">
            <a:avLst/>
          </a:prstGeom>
        </p:spPr>
      </p:pic>
      <p:sp>
        <p:nvSpPr>
          <p:cNvPr id="11" name="Oval 10">
            <a:extLst>
              <a:ext uri="{FF2B5EF4-FFF2-40B4-BE49-F238E27FC236}">
                <a16:creationId xmlns:a16="http://schemas.microsoft.com/office/drawing/2014/main" id="{DDEFB34B-F4E2-D14E-ACCB-0CAB991B5DE0}"/>
              </a:ext>
            </a:extLst>
          </p:cNvPr>
          <p:cNvSpPr/>
          <p:nvPr/>
        </p:nvSpPr>
        <p:spPr>
          <a:xfrm>
            <a:off x="4612502" y="3225264"/>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C834BE0C-C13B-6E4B-88E4-DE3851707F9B}"/>
              </a:ext>
            </a:extLst>
          </p:cNvPr>
          <p:cNvCxnSpPr/>
          <p:nvPr/>
        </p:nvCxnSpPr>
        <p:spPr>
          <a:xfrm>
            <a:off x="6231213" y="2912109"/>
            <a:ext cx="0" cy="765387"/>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3EB0F245-3ADF-1043-8304-28F5A9781A20}"/>
              </a:ext>
            </a:extLst>
          </p:cNvPr>
          <p:cNvCxnSpPr/>
          <p:nvPr/>
        </p:nvCxnSpPr>
        <p:spPr>
          <a:xfrm>
            <a:off x="8683574" y="2886516"/>
            <a:ext cx="0" cy="765387"/>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22" name="Straight Connector 21">
            <a:extLst>
              <a:ext uri="{FF2B5EF4-FFF2-40B4-BE49-F238E27FC236}">
                <a16:creationId xmlns:a16="http://schemas.microsoft.com/office/drawing/2014/main" id="{02CE4752-7488-D541-A5A9-CA76DFD46875}"/>
              </a:ext>
            </a:extLst>
          </p:cNvPr>
          <p:cNvCxnSpPr/>
          <p:nvPr/>
        </p:nvCxnSpPr>
        <p:spPr>
          <a:xfrm>
            <a:off x="8710774" y="5150588"/>
            <a:ext cx="0" cy="765387"/>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67939349-3D39-3347-98D9-ABEBF3CA9A04}"/>
              </a:ext>
            </a:extLst>
          </p:cNvPr>
          <p:cNvCxnSpPr/>
          <p:nvPr/>
        </p:nvCxnSpPr>
        <p:spPr>
          <a:xfrm>
            <a:off x="8320454" y="5150588"/>
            <a:ext cx="0" cy="765387"/>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24" name="Straight Connector 23">
            <a:extLst>
              <a:ext uri="{FF2B5EF4-FFF2-40B4-BE49-F238E27FC236}">
                <a16:creationId xmlns:a16="http://schemas.microsoft.com/office/drawing/2014/main" id="{3EAC64FC-FB6A-164E-82CA-8EDC411BC092}"/>
              </a:ext>
            </a:extLst>
          </p:cNvPr>
          <p:cNvCxnSpPr/>
          <p:nvPr/>
        </p:nvCxnSpPr>
        <p:spPr>
          <a:xfrm>
            <a:off x="6237644" y="5150588"/>
            <a:ext cx="0" cy="765387"/>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12" name="Oval 11">
            <a:extLst>
              <a:ext uri="{FF2B5EF4-FFF2-40B4-BE49-F238E27FC236}">
                <a16:creationId xmlns:a16="http://schemas.microsoft.com/office/drawing/2014/main" id="{A9F9C63E-1A5F-0547-B0E6-A5B95CC22BF9}"/>
              </a:ext>
            </a:extLst>
          </p:cNvPr>
          <p:cNvSpPr/>
          <p:nvPr/>
        </p:nvSpPr>
        <p:spPr>
          <a:xfrm>
            <a:off x="6196312" y="3210582"/>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35DAA9F3-B354-0344-80D4-053E46C377BF}"/>
              </a:ext>
            </a:extLst>
          </p:cNvPr>
          <p:cNvSpPr/>
          <p:nvPr/>
        </p:nvSpPr>
        <p:spPr>
          <a:xfrm>
            <a:off x="7881336" y="3225264"/>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5385E27A-07EA-B64C-9DEE-0CB39B6009ED}"/>
              </a:ext>
            </a:extLst>
          </p:cNvPr>
          <p:cNvSpPr/>
          <p:nvPr/>
        </p:nvSpPr>
        <p:spPr>
          <a:xfrm>
            <a:off x="8647293" y="3220515"/>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870C4DCC-B821-D749-A693-88A80D5DF024}"/>
              </a:ext>
            </a:extLst>
          </p:cNvPr>
          <p:cNvSpPr/>
          <p:nvPr/>
        </p:nvSpPr>
        <p:spPr>
          <a:xfrm>
            <a:off x="4612502" y="5500899"/>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8C101A5-C635-D648-8DEC-B4EDD9684F95}"/>
              </a:ext>
            </a:extLst>
          </p:cNvPr>
          <p:cNvSpPr/>
          <p:nvPr/>
        </p:nvSpPr>
        <p:spPr>
          <a:xfrm>
            <a:off x="6196312" y="5486217"/>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D548690-E819-6944-8C9F-E61CDB11AFA8}"/>
              </a:ext>
            </a:extLst>
          </p:cNvPr>
          <p:cNvSpPr/>
          <p:nvPr/>
        </p:nvSpPr>
        <p:spPr>
          <a:xfrm>
            <a:off x="7881336" y="5500899"/>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10B5791-8D87-8644-AE79-45CFE2F54EB7}"/>
              </a:ext>
            </a:extLst>
          </p:cNvPr>
          <p:cNvSpPr/>
          <p:nvPr/>
        </p:nvSpPr>
        <p:spPr>
          <a:xfrm>
            <a:off x="8647293" y="5496150"/>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6879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1B656-86DF-434B-9CCE-B55FA5AE2D41}"/>
              </a:ext>
            </a:extLst>
          </p:cNvPr>
          <p:cNvSpPr>
            <a:spLocks noGrp="1"/>
          </p:cNvSpPr>
          <p:nvPr>
            <p:ph type="title"/>
          </p:nvPr>
        </p:nvSpPr>
        <p:spPr>
          <a:xfrm>
            <a:off x="838200" y="939203"/>
            <a:ext cx="10515600" cy="1325563"/>
          </a:xfrm>
        </p:spPr>
        <p:txBody>
          <a:bodyPr vert="horz" lIns="91440" tIns="45720" rIns="91440" bIns="45720" rtlCol="0" anchor="ctr">
            <a:noAutofit/>
          </a:bodyPr>
          <a:lstStyle/>
          <a:p>
            <a:pPr marL="228600" indent="-228600">
              <a:buFont typeface="Arial" panose="020B0604020202020204" pitchFamily="34" charset="0"/>
            </a:pPr>
            <a:r>
              <a:rPr lang="en-GB" sz="2800" dirty="0"/>
              <a:t>1) Draw the overlap of atomic orbitals leading to the formation of molecular orbitals in the following cases (draw the shapes of the atomic orbitals and all their respective molecular orbitals, with attention to orbital phase, position of nuclei and nodes): </a:t>
            </a:r>
            <a:br>
              <a:rPr lang="en-GB" sz="2800" dirty="0"/>
            </a:br>
            <a:r>
              <a:rPr lang="en-GB" sz="2800" dirty="0"/>
              <a:t>ii) 2p + 2p (frontal overlap) </a:t>
            </a:r>
          </a:p>
        </p:txBody>
      </p:sp>
      <p:sp>
        <p:nvSpPr>
          <p:cNvPr id="4" name="Content Placeholder 2">
            <a:extLst>
              <a:ext uri="{FF2B5EF4-FFF2-40B4-BE49-F238E27FC236}">
                <a16:creationId xmlns:a16="http://schemas.microsoft.com/office/drawing/2014/main" id="{0789F39A-5845-6645-A3D3-5637D5EBEBDD}"/>
              </a:ext>
            </a:extLst>
          </p:cNvPr>
          <p:cNvSpPr txBox="1">
            <a:spLocks/>
          </p:cNvSpPr>
          <p:nvPr/>
        </p:nvSpPr>
        <p:spPr>
          <a:xfrm>
            <a:off x="838200" y="4935653"/>
            <a:ext cx="10515600" cy="29445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solidFill>
                <a:srgbClr val="0070C0"/>
              </a:solidFill>
            </a:endParaRPr>
          </a:p>
        </p:txBody>
      </p:sp>
      <p:pic>
        <p:nvPicPr>
          <p:cNvPr id="5" name="Picture 4" descr="Chart, bubble chart&#10;&#10;Description automatically generated">
            <a:extLst>
              <a:ext uri="{FF2B5EF4-FFF2-40B4-BE49-F238E27FC236}">
                <a16:creationId xmlns:a16="http://schemas.microsoft.com/office/drawing/2014/main" id="{EF6EA9E0-81BE-C04B-BE0D-84867B9199E6}"/>
              </a:ext>
            </a:extLst>
          </p:cNvPr>
          <p:cNvPicPr>
            <a:picLocks noChangeAspect="1"/>
          </p:cNvPicPr>
          <p:nvPr/>
        </p:nvPicPr>
        <p:blipFill rotWithShape="1">
          <a:blip r:embed="rId2"/>
          <a:srcRect t="5362" r="51066" b="12344"/>
          <a:stretch/>
        </p:blipFill>
        <p:spPr>
          <a:xfrm>
            <a:off x="5106648" y="2186068"/>
            <a:ext cx="5966085" cy="2304596"/>
          </a:xfrm>
          <a:prstGeom prst="rect">
            <a:avLst/>
          </a:prstGeom>
        </p:spPr>
      </p:pic>
      <p:pic>
        <p:nvPicPr>
          <p:cNvPr id="6" name="Picture 5" descr="Chart, bubble chart&#10;&#10;Description automatically generated">
            <a:extLst>
              <a:ext uri="{FF2B5EF4-FFF2-40B4-BE49-F238E27FC236}">
                <a16:creationId xmlns:a16="http://schemas.microsoft.com/office/drawing/2014/main" id="{2AB7DC73-0644-D842-8184-3A03C50ED39E}"/>
              </a:ext>
            </a:extLst>
          </p:cNvPr>
          <p:cNvPicPr>
            <a:picLocks noChangeAspect="1"/>
          </p:cNvPicPr>
          <p:nvPr/>
        </p:nvPicPr>
        <p:blipFill rotWithShape="1">
          <a:blip r:embed="rId2"/>
          <a:srcRect l="50000" t="7717" b="9990"/>
          <a:stretch/>
        </p:blipFill>
        <p:spPr>
          <a:xfrm>
            <a:off x="5257800" y="4593235"/>
            <a:ext cx="6096000" cy="2304596"/>
          </a:xfrm>
          <a:prstGeom prst="rect">
            <a:avLst/>
          </a:prstGeom>
        </p:spPr>
      </p:pic>
      <p:cxnSp>
        <p:nvCxnSpPr>
          <p:cNvPr id="20" name="Straight Connector 19">
            <a:extLst>
              <a:ext uri="{FF2B5EF4-FFF2-40B4-BE49-F238E27FC236}">
                <a16:creationId xmlns:a16="http://schemas.microsoft.com/office/drawing/2014/main" id="{79F5466B-E879-5343-B31C-FD7D53E9B754}"/>
              </a:ext>
            </a:extLst>
          </p:cNvPr>
          <p:cNvCxnSpPr/>
          <p:nvPr/>
        </p:nvCxnSpPr>
        <p:spPr>
          <a:xfrm>
            <a:off x="6100355" y="2944558"/>
            <a:ext cx="0" cy="765387"/>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7" name="Oval 6">
            <a:extLst>
              <a:ext uri="{FF2B5EF4-FFF2-40B4-BE49-F238E27FC236}">
                <a16:creationId xmlns:a16="http://schemas.microsoft.com/office/drawing/2014/main" id="{B17D6470-C4B1-9046-B91A-B16E55334901}"/>
              </a:ext>
            </a:extLst>
          </p:cNvPr>
          <p:cNvSpPr/>
          <p:nvPr/>
        </p:nvSpPr>
        <p:spPr>
          <a:xfrm>
            <a:off x="6096000" y="3285142"/>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6A3FB41C-68B6-A34A-96FD-898E6C7C2A1E}"/>
              </a:ext>
            </a:extLst>
          </p:cNvPr>
          <p:cNvCxnSpPr/>
          <p:nvPr/>
        </p:nvCxnSpPr>
        <p:spPr>
          <a:xfrm>
            <a:off x="7714711" y="2971987"/>
            <a:ext cx="0" cy="765387"/>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9" name="Straight Connector 8">
            <a:extLst>
              <a:ext uri="{FF2B5EF4-FFF2-40B4-BE49-F238E27FC236}">
                <a16:creationId xmlns:a16="http://schemas.microsoft.com/office/drawing/2014/main" id="{4681081A-C215-CA4F-B7A8-0C6A9B068330}"/>
              </a:ext>
            </a:extLst>
          </p:cNvPr>
          <p:cNvCxnSpPr/>
          <p:nvPr/>
        </p:nvCxnSpPr>
        <p:spPr>
          <a:xfrm>
            <a:off x="10254896" y="2946394"/>
            <a:ext cx="0" cy="765387"/>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A2B02C95-F58B-3B40-8682-2B2F754DFF71}"/>
              </a:ext>
            </a:extLst>
          </p:cNvPr>
          <p:cNvCxnSpPr/>
          <p:nvPr/>
        </p:nvCxnSpPr>
        <p:spPr>
          <a:xfrm>
            <a:off x="10333757" y="5303456"/>
            <a:ext cx="0" cy="765387"/>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11" name="Straight Connector 10">
            <a:extLst>
              <a:ext uri="{FF2B5EF4-FFF2-40B4-BE49-F238E27FC236}">
                <a16:creationId xmlns:a16="http://schemas.microsoft.com/office/drawing/2014/main" id="{A40EE528-DF6A-1943-B390-609C0A2D8775}"/>
              </a:ext>
            </a:extLst>
          </p:cNvPr>
          <p:cNvCxnSpPr/>
          <p:nvPr/>
        </p:nvCxnSpPr>
        <p:spPr>
          <a:xfrm>
            <a:off x="9523824" y="5303455"/>
            <a:ext cx="0" cy="765387"/>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12" name="Straight Connector 11">
            <a:extLst>
              <a:ext uri="{FF2B5EF4-FFF2-40B4-BE49-F238E27FC236}">
                <a16:creationId xmlns:a16="http://schemas.microsoft.com/office/drawing/2014/main" id="{2DFDEC53-38EE-5E4F-96B1-35E9A3662978}"/>
              </a:ext>
            </a:extLst>
          </p:cNvPr>
          <p:cNvCxnSpPr/>
          <p:nvPr/>
        </p:nvCxnSpPr>
        <p:spPr>
          <a:xfrm>
            <a:off x="7791148" y="5303454"/>
            <a:ext cx="0" cy="765387"/>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99F9C162-103A-A340-9795-B88BDD817203}"/>
              </a:ext>
            </a:extLst>
          </p:cNvPr>
          <p:cNvCxnSpPr/>
          <p:nvPr/>
        </p:nvCxnSpPr>
        <p:spPr>
          <a:xfrm>
            <a:off x="9487730" y="2946394"/>
            <a:ext cx="0" cy="765387"/>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13" name="Oval 12">
            <a:extLst>
              <a:ext uri="{FF2B5EF4-FFF2-40B4-BE49-F238E27FC236}">
                <a16:creationId xmlns:a16="http://schemas.microsoft.com/office/drawing/2014/main" id="{C48B45A3-6B63-534C-920E-928FA74CA730}"/>
              </a:ext>
            </a:extLst>
          </p:cNvPr>
          <p:cNvSpPr/>
          <p:nvPr/>
        </p:nvSpPr>
        <p:spPr>
          <a:xfrm>
            <a:off x="7679810" y="3270460"/>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0AF5CF6-F309-FB44-94B4-3FB4DA5AF2D8}"/>
              </a:ext>
            </a:extLst>
          </p:cNvPr>
          <p:cNvSpPr/>
          <p:nvPr/>
        </p:nvSpPr>
        <p:spPr>
          <a:xfrm>
            <a:off x="9451635" y="3293493"/>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2F4AB213-C05B-6A49-A535-22B02A9454EF}"/>
              </a:ext>
            </a:extLst>
          </p:cNvPr>
          <p:cNvCxnSpPr/>
          <p:nvPr/>
        </p:nvCxnSpPr>
        <p:spPr>
          <a:xfrm>
            <a:off x="6139661" y="5303454"/>
            <a:ext cx="0" cy="765387"/>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15" name="Oval 14">
            <a:extLst>
              <a:ext uri="{FF2B5EF4-FFF2-40B4-BE49-F238E27FC236}">
                <a16:creationId xmlns:a16="http://schemas.microsoft.com/office/drawing/2014/main" id="{B1FA3D18-433A-B940-A871-2088905F1CCF}"/>
              </a:ext>
            </a:extLst>
          </p:cNvPr>
          <p:cNvSpPr/>
          <p:nvPr/>
        </p:nvSpPr>
        <p:spPr>
          <a:xfrm>
            <a:off x="10218801" y="3285425"/>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2ABE1A84-5B99-5145-9E8A-15F03F867EC2}"/>
              </a:ext>
            </a:extLst>
          </p:cNvPr>
          <p:cNvSpPr/>
          <p:nvPr/>
        </p:nvSpPr>
        <p:spPr>
          <a:xfrm>
            <a:off x="6090765" y="5640248"/>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F42B4DB-0DDA-194A-970C-7CB2B0A213D3}"/>
              </a:ext>
            </a:extLst>
          </p:cNvPr>
          <p:cNvSpPr/>
          <p:nvPr/>
        </p:nvSpPr>
        <p:spPr>
          <a:xfrm>
            <a:off x="7741874" y="5640249"/>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161FF230-34EB-7F4D-85FC-F68F06AA0BBE}"/>
              </a:ext>
            </a:extLst>
          </p:cNvPr>
          <p:cNvSpPr/>
          <p:nvPr/>
        </p:nvSpPr>
        <p:spPr>
          <a:xfrm>
            <a:off x="9496052" y="5642435"/>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6AA3F8C6-5F6B-6E4B-A8E1-C159493A9F6F}"/>
              </a:ext>
            </a:extLst>
          </p:cNvPr>
          <p:cNvSpPr/>
          <p:nvPr/>
        </p:nvSpPr>
        <p:spPr>
          <a:xfrm>
            <a:off x="10298137" y="5640248"/>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91FB4383-1284-AA44-961A-D09CD747121A}"/>
              </a:ext>
            </a:extLst>
          </p:cNvPr>
          <p:cNvCxnSpPr/>
          <p:nvPr/>
        </p:nvCxnSpPr>
        <p:spPr>
          <a:xfrm>
            <a:off x="9917885" y="5303456"/>
            <a:ext cx="0" cy="765387"/>
          </a:xfrm>
          <a:prstGeom prst="line">
            <a:avLst/>
          </a:prstGeom>
          <a:ln w="762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123504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P spid="14" grpId="0" animBg="1"/>
      <p:bldP spid="15" grpId="0" animBg="1"/>
      <p:bldP spid="16" grpId="0" animBg="1"/>
      <p:bldP spid="17" grpId="0" animBg="1"/>
      <p:bldP spid="18" grpId="0" animBg="1"/>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diagram&#10;&#10;Description automatically generated">
            <a:extLst>
              <a:ext uri="{FF2B5EF4-FFF2-40B4-BE49-F238E27FC236}">
                <a16:creationId xmlns:a16="http://schemas.microsoft.com/office/drawing/2014/main" id="{58652FE1-19A4-524C-BF65-DA26934E8580}"/>
              </a:ext>
            </a:extLst>
          </p:cNvPr>
          <p:cNvPicPr>
            <a:picLocks noChangeAspect="1"/>
          </p:cNvPicPr>
          <p:nvPr/>
        </p:nvPicPr>
        <p:blipFill rotWithShape="1">
          <a:blip r:embed="rId2"/>
          <a:srcRect r="50000" b="50000"/>
          <a:stretch/>
        </p:blipFill>
        <p:spPr>
          <a:xfrm>
            <a:off x="4257207" y="2289684"/>
            <a:ext cx="6096000" cy="2284158"/>
          </a:xfrm>
          <a:prstGeom prst="rect">
            <a:avLst/>
          </a:prstGeom>
        </p:spPr>
      </p:pic>
      <p:pic>
        <p:nvPicPr>
          <p:cNvPr id="6" name="Picture 5" descr="A picture containing diagram&#10;&#10;Description automatically generated">
            <a:extLst>
              <a:ext uri="{FF2B5EF4-FFF2-40B4-BE49-F238E27FC236}">
                <a16:creationId xmlns:a16="http://schemas.microsoft.com/office/drawing/2014/main" id="{4811E019-6D22-BD46-916E-FFC83C58A1EA}"/>
              </a:ext>
            </a:extLst>
          </p:cNvPr>
          <p:cNvPicPr>
            <a:picLocks noChangeAspect="1"/>
          </p:cNvPicPr>
          <p:nvPr/>
        </p:nvPicPr>
        <p:blipFill rotWithShape="1">
          <a:blip r:embed="rId2"/>
          <a:srcRect l="50000" t="65" r="1250" b="49935"/>
          <a:stretch/>
        </p:blipFill>
        <p:spPr>
          <a:xfrm>
            <a:off x="4128541" y="4573842"/>
            <a:ext cx="5943600" cy="2284158"/>
          </a:xfrm>
          <a:prstGeom prst="rect">
            <a:avLst/>
          </a:prstGeom>
        </p:spPr>
      </p:pic>
      <p:cxnSp>
        <p:nvCxnSpPr>
          <p:cNvPr id="17" name="Straight Connector 16">
            <a:extLst>
              <a:ext uri="{FF2B5EF4-FFF2-40B4-BE49-F238E27FC236}">
                <a16:creationId xmlns:a16="http://schemas.microsoft.com/office/drawing/2014/main" id="{DF93869A-BE4C-D740-88CB-56F0F75683B5}"/>
              </a:ext>
            </a:extLst>
          </p:cNvPr>
          <p:cNvCxnSpPr>
            <a:cxnSpLocks/>
          </p:cNvCxnSpPr>
          <p:nvPr/>
        </p:nvCxnSpPr>
        <p:spPr>
          <a:xfrm flipH="1">
            <a:off x="6364703" y="3539250"/>
            <a:ext cx="777454" cy="0"/>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20" name="Straight Connector 19">
            <a:extLst>
              <a:ext uri="{FF2B5EF4-FFF2-40B4-BE49-F238E27FC236}">
                <a16:creationId xmlns:a16="http://schemas.microsoft.com/office/drawing/2014/main" id="{F2F81527-7E0B-1246-9D6B-CE6F1E83C2D7}"/>
              </a:ext>
            </a:extLst>
          </p:cNvPr>
          <p:cNvCxnSpPr>
            <a:cxnSpLocks/>
          </p:cNvCxnSpPr>
          <p:nvPr/>
        </p:nvCxnSpPr>
        <p:spPr>
          <a:xfrm flipH="1">
            <a:off x="4585733" y="3570486"/>
            <a:ext cx="777454" cy="0"/>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09CCAF78-CCB6-644B-85D6-FBD0218D7FE8}"/>
              </a:ext>
            </a:extLst>
          </p:cNvPr>
          <p:cNvCxnSpPr>
            <a:cxnSpLocks/>
          </p:cNvCxnSpPr>
          <p:nvPr/>
        </p:nvCxnSpPr>
        <p:spPr>
          <a:xfrm flipH="1">
            <a:off x="8148124" y="3539250"/>
            <a:ext cx="1743362" cy="0"/>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713471F8-7D95-A14C-B2EB-E5BAE17AC9C4}"/>
              </a:ext>
            </a:extLst>
          </p:cNvPr>
          <p:cNvCxnSpPr>
            <a:cxnSpLocks/>
          </p:cNvCxnSpPr>
          <p:nvPr/>
        </p:nvCxnSpPr>
        <p:spPr>
          <a:xfrm flipH="1">
            <a:off x="8136762" y="5801553"/>
            <a:ext cx="1743362" cy="0"/>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24" name="Straight Connector 23">
            <a:extLst>
              <a:ext uri="{FF2B5EF4-FFF2-40B4-BE49-F238E27FC236}">
                <a16:creationId xmlns:a16="http://schemas.microsoft.com/office/drawing/2014/main" id="{D5051BB5-CA50-2D44-A7D0-5071FFDA3AE1}"/>
              </a:ext>
            </a:extLst>
          </p:cNvPr>
          <p:cNvCxnSpPr>
            <a:cxnSpLocks/>
          </p:cNvCxnSpPr>
          <p:nvPr/>
        </p:nvCxnSpPr>
        <p:spPr>
          <a:xfrm flipH="1">
            <a:off x="6364703" y="5801553"/>
            <a:ext cx="777454" cy="0"/>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25" name="Straight Connector 24">
            <a:extLst>
              <a:ext uri="{FF2B5EF4-FFF2-40B4-BE49-F238E27FC236}">
                <a16:creationId xmlns:a16="http://schemas.microsoft.com/office/drawing/2014/main" id="{FEE99E3F-D645-C54E-B237-4C8BB815B42F}"/>
              </a:ext>
            </a:extLst>
          </p:cNvPr>
          <p:cNvCxnSpPr>
            <a:cxnSpLocks/>
          </p:cNvCxnSpPr>
          <p:nvPr/>
        </p:nvCxnSpPr>
        <p:spPr>
          <a:xfrm flipH="1">
            <a:off x="4673565" y="5796532"/>
            <a:ext cx="777454" cy="0"/>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26" name="Straight Connector 25">
            <a:extLst>
              <a:ext uri="{FF2B5EF4-FFF2-40B4-BE49-F238E27FC236}">
                <a16:creationId xmlns:a16="http://schemas.microsoft.com/office/drawing/2014/main" id="{C0140CCD-5687-0141-86C5-8C34B0B0DBD8}"/>
              </a:ext>
            </a:extLst>
          </p:cNvPr>
          <p:cNvCxnSpPr>
            <a:cxnSpLocks/>
          </p:cNvCxnSpPr>
          <p:nvPr/>
        </p:nvCxnSpPr>
        <p:spPr>
          <a:xfrm flipV="1">
            <a:off x="8972982" y="5286984"/>
            <a:ext cx="0" cy="1019096"/>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2" name="Title 1">
            <a:extLst>
              <a:ext uri="{FF2B5EF4-FFF2-40B4-BE49-F238E27FC236}">
                <a16:creationId xmlns:a16="http://schemas.microsoft.com/office/drawing/2014/main" id="{F871B656-86DF-434B-9CCE-B55FA5AE2D41}"/>
              </a:ext>
            </a:extLst>
          </p:cNvPr>
          <p:cNvSpPr>
            <a:spLocks noGrp="1"/>
          </p:cNvSpPr>
          <p:nvPr>
            <p:ph type="title"/>
          </p:nvPr>
        </p:nvSpPr>
        <p:spPr>
          <a:xfrm>
            <a:off x="688298" y="658778"/>
            <a:ext cx="10515600" cy="1325563"/>
          </a:xfrm>
        </p:spPr>
        <p:txBody>
          <a:bodyPr vert="horz" lIns="91440" tIns="45720" rIns="91440" bIns="45720" rtlCol="0" anchor="ctr">
            <a:noAutofit/>
          </a:bodyPr>
          <a:lstStyle/>
          <a:p>
            <a:pPr marL="228600" indent="-228600">
              <a:buFont typeface="Arial" panose="020B0604020202020204" pitchFamily="34" charset="0"/>
            </a:pPr>
            <a:r>
              <a:rPr lang="en-GB" sz="2800" dirty="0"/>
              <a:t>1) Draw the overlap of atomic orbitals leading to the formation of molecular orbitals in the following cases (draw the shapes of the atomic orbitals and all their respective molecular orbitals, with attention to orbital phase, position of nuclei and nodes): </a:t>
            </a:r>
            <a:br>
              <a:rPr lang="en-GB" sz="2800" dirty="0"/>
            </a:br>
            <a:r>
              <a:rPr lang="en-GB" sz="2800" dirty="0"/>
              <a:t>iii) 2p + 2p (lateral overlap)</a:t>
            </a:r>
          </a:p>
        </p:txBody>
      </p:sp>
      <p:sp>
        <p:nvSpPr>
          <p:cNvPr id="4" name="Content Placeholder 2">
            <a:extLst>
              <a:ext uri="{FF2B5EF4-FFF2-40B4-BE49-F238E27FC236}">
                <a16:creationId xmlns:a16="http://schemas.microsoft.com/office/drawing/2014/main" id="{0789F39A-5845-6645-A3D3-5637D5EBEBDD}"/>
              </a:ext>
            </a:extLst>
          </p:cNvPr>
          <p:cNvSpPr txBox="1">
            <a:spLocks/>
          </p:cNvSpPr>
          <p:nvPr/>
        </p:nvSpPr>
        <p:spPr>
          <a:xfrm>
            <a:off x="1842541" y="4767207"/>
            <a:ext cx="10515600" cy="29445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solidFill>
                <a:srgbClr val="0070C0"/>
              </a:solidFill>
            </a:endParaRPr>
          </a:p>
        </p:txBody>
      </p:sp>
      <p:pic>
        <p:nvPicPr>
          <p:cNvPr id="7" name="Picture 6" descr="A picture containing diagram&#10;&#10;Description automatically generated">
            <a:extLst>
              <a:ext uri="{FF2B5EF4-FFF2-40B4-BE49-F238E27FC236}">
                <a16:creationId xmlns:a16="http://schemas.microsoft.com/office/drawing/2014/main" id="{ACA27164-82EA-444A-83AF-7F425584AFCC}"/>
              </a:ext>
            </a:extLst>
          </p:cNvPr>
          <p:cNvPicPr>
            <a:picLocks noChangeAspect="1"/>
          </p:cNvPicPr>
          <p:nvPr/>
        </p:nvPicPr>
        <p:blipFill rotWithShape="1">
          <a:blip r:embed="rId2"/>
          <a:srcRect t="92083" r="88074"/>
          <a:stretch/>
        </p:blipFill>
        <p:spPr>
          <a:xfrm>
            <a:off x="2278505" y="3250928"/>
            <a:ext cx="1454046" cy="361669"/>
          </a:xfrm>
          <a:prstGeom prst="rect">
            <a:avLst/>
          </a:prstGeom>
        </p:spPr>
      </p:pic>
      <p:pic>
        <p:nvPicPr>
          <p:cNvPr id="8" name="Picture 7" descr="A picture containing diagram&#10;&#10;Description automatically generated">
            <a:extLst>
              <a:ext uri="{FF2B5EF4-FFF2-40B4-BE49-F238E27FC236}">
                <a16:creationId xmlns:a16="http://schemas.microsoft.com/office/drawing/2014/main" id="{12D51AA1-61C5-3245-9610-A2A05FF242E1}"/>
              </a:ext>
            </a:extLst>
          </p:cNvPr>
          <p:cNvPicPr>
            <a:picLocks noChangeAspect="1"/>
          </p:cNvPicPr>
          <p:nvPr/>
        </p:nvPicPr>
        <p:blipFill rotWithShape="1">
          <a:blip r:embed="rId2"/>
          <a:srcRect l="49686" t="92360" r="32364" b="547"/>
          <a:stretch/>
        </p:blipFill>
        <p:spPr>
          <a:xfrm>
            <a:off x="2068643" y="5358755"/>
            <a:ext cx="2188564" cy="324020"/>
          </a:xfrm>
          <a:prstGeom prst="rect">
            <a:avLst/>
          </a:prstGeom>
        </p:spPr>
      </p:pic>
      <p:sp>
        <p:nvSpPr>
          <p:cNvPr id="9" name="Oval 8">
            <a:extLst>
              <a:ext uri="{FF2B5EF4-FFF2-40B4-BE49-F238E27FC236}">
                <a16:creationId xmlns:a16="http://schemas.microsoft.com/office/drawing/2014/main" id="{657CB887-A61A-254D-A06A-B1DA4EEFFD8A}"/>
              </a:ext>
            </a:extLst>
          </p:cNvPr>
          <p:cNvSpPr/>
          <p:nvPr/>
        </p:nvSpPr>
        <p:spPr>
          <a:xfrm>
            <a:off x="4928641" y="3528376"/>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22FD173-19B4-0846-B8B8-74A65A5B44A8}"/>
              </a:ext>
            </a:extLst>
          </p:cNvPr>
          <p:cNvSpPr/>
          <p:nvPr/>
        </p:nvSpPr>
        <p:spPr>
          <a:xfrm>
            <a:off x="6681241" y="3486265"/>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2017E90-495A-D941-9CAB-140CE07C160B}"/>
              </a:ext>
            </a:extLst>
          </p:cNvPr>
          <p:cNvSpPr/>
          <p:nvPr/>
        </p:nvSpPr>
        <p:spPr>
          <a:xfrm>
            <a:off x="8591003" y="3517180"/>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7699DAA-6E65-EB43-8BEB-E3FF6835D5EE}"/>
              </a:ext>
            </a:extLst>
          </p:cNvPr>
          <p:cNvSpPr/>
          <p:nvPr/>
        </p:nvSpPr>
        <p:spPr>
          <a:xfrm>
            <a:off x="9343478" y="3512376"/>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A91B35B-CBA7-9945-A5A2-E72F81750939}"/>
              </a:ext>
            </a:extLst>
          </p:cNvPr>
          <p:cNvSpPr/>
          <p:nvPr/>
        </p:nvSpPr>
        <p:spPr>
          <a:xfrm>
            <a:off x="9307383" y="5796534"/>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A0D3543-3425-0B44-9CDF-CED2298D7C6D}"/>
              </a:ext>
            </a:extLst>
          </p:cNvPr>
          <p:cNvSpPr/>
          <p:nvPr/>
        </p:nvSpPr>
        <p:spPr>
          <a:xfrm>
            <a:off x="8578719" y="5796534"/>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E628717-AAED-E347-B540-B3DE16155634}"/>
              </a:ext>
            </a:extLst>
          </p:cNvPr>
          <p:cNvSpPr/>
          <p:nvPr/>
        </p:nvSpPr>
        <p:spPr>
          <a:xfrm>
            <a:off x="6753430" y="5796533"/>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61AEF79-44F8-1742-9366-FE1D3290EE79}"/>
              </a:ext>
            </a:extLst>
          </p:cNvPr>
          <p:cNvSpPr/>
          <p:nvPr/>
        </p:nvSpPr>
        <p:spPr>
          <a:xfrm>
            <a:off x="5000330" y="5796532"/>
            <a:ext cx="72189" cy="842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9395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1B656-86DF-434B-9CCE-B55FA5AE2D41}"/>
              </a:ext>
            </a:extLst>
          </p:cNvPr>
          <p:cNvSpPr>
            <a:spLocks noGrp="1"/>
          </p:cNvSpPr>
          <p:nvPr>
            <p:ph type="title"/>
          </p:nvPr>
        </p:nvSpPr>
        <p:spPr>
          <a:xfrm>
            <a:off x="838200" y="681037"/>
            <a:ext cx="10515600" cy="1325563"/>
          </a:xfrm>
        </p:spPr>
        <p:txBody>
          <a:bodyPr>
            <a:noAutofit/>
          </a:bodyPr>
          <a:lstStyle/>
          <a:p>
            <a:r>
              <a:rPr lang="en-GB" sz="2800" dirty="0"/>
              <a:t>2)  Draw a molecular orbital diagram for a Be</a:t>
            </a:r>
            <a:r>
              <a:rPr lang="en-GB" sz="2800" baseline="-25000" dirty="0"/>
              <a:t>2</a:t>
            </a:r>
            <a:r>
              <a:rPr lang="en-GB" sz="2800" dirty="0"/>
              <a:t> molecule and comment on whether this molecule could exist. </a:t>
            </a:r>
            <a:endParaRPr lang="en-US" sz="3200" dirty="0"/>
          </a:p>
        </p:txBody>
      </p:sp>
      <p:sp>
        <p:nvSpPr>
          <p:cNvPr id="10" name="Line 4">
            <a:extLst>
              <a:ext uri="{FF2B5EF4-FFF2-40B4-BE49-F238E27FC236}">
                <a16:creationId xmlns:a16="http://schemas.microsoft.com/office/drawing/2014/main" id="{64D66E8D-B64E-9141-9D96-C66F30FEECE1}"/>
              </a:ext>
            </a:extLst>
          </p:cNvPr>
          <p:cNvSpPr>
            <a:spLocks noChangeShapeType="1"/>
          </p:cNvSpPr>
          <p:nvPr/>
        </p:nvSpPr>
        <p:spPr bwMode="auto">
          <a:xfrm>
            <a:off x="2362200" y="5805487"/>
            <a:ext cx="533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1" name="Line 5">
            <a:extLst>
              <a:ext uri="{FF2B5EF4-FFF2-40B4-BE49-F238E27FC236}">
                <a16:creationId xmlns:a16="http://schemas.microsoft.com/office/drawing/2014/main" id="{EE805722-B02F-F54F-B283-085F18E165D8}"/>
              </a:ext>
            </a:extLst>
          </p:cNvPr>
          <p:cNvSpPr>
            <a:spLocks noChangeShapeType="1"/>
          </p:cNvSpPr>
          <p:nvPr/>
        </p:nvSpPr>
        <p:spPr bwMode="auto">
          <a:xfrm>
            <a:off x="4191000" y="5805487"/>
            <a:ext cx="533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2" name="Line 6">
            <a:extLst>
              <a:ext uri="{FF2B5EF4-FFF2-40B4-BE49-F238E27FC236}">
                <a16:creationId xmlns:a16="http://schemas.microsoft.com/office/drawing/2014/main" id="{00EA7E6C-BA7E-F844-985B-1AD8B608B887}"/>
              </a:ext>
            </a:extLst>
          </p:cNvPr>
          <p:cNvSpPr>
            <a:spLocks noChangeShapeType="1"/>
          </p:cNvSpPr>
          <p:nvPr/>
        </p:nvSpPr>
        <p:spPr bwMode="auto">
          <a:xfrm>
            <a:off x="3276600" y="5348287"/>
            <a:ext cx="533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3" name="Line 7">
            <a:extLst>
              <a:ext uri="{FF2B5EF4-FFF2-40B4-BE49-F238E27FC236}">
                <a16:creationId xmlns:a16="http://schemas.microsoft.com/office/drawing/2014/main" id="{AE5DFEE1-C769-1F48-9BB2-DA0BDA685103}"/>
              </a:ext>
            </a:extLst>
          </p:cNvPr>
          <p:cNvSpPr>
            <a:spLocks noChangeShapeType="1"/>
          </p:cNvSpPr>
          <p:nvPr/>
        </p:nvSpPr>
        <p:spPr bwMode="auto">
          <a:xfrm>
            <a:off x="3276600" y="6186487"/>
            <a:ext cx="533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cxnSp>
        <p:nvCxnSpPr>
          <p:cNvPr id="14" name="AutoShape 8">
            <a:extLst>
              <a:ext uri="{FF2B5EF4-FFF2-40B4-BE49-F238E27FC236}">
                <a16:creationId xmlns:a16="http://schemas.microsoft.com/office/drawing/2014/main" id="{24CD4E73-3CCB-4349-86CC-164C01E7854E}"/>
              </a:ext>
            </a:extLst>
          </p:cNvPr>
          <p:cNvCxnSpPr>
            <a:cxnSpLocks noChangeShapeType="1"/>
            <a:stCxn id="10" idx="1"/>
            <a:endCxn id="13" idx="0"/>
          </p:cNvCxnSpPr>
          <p:nvPr/>
        </p:nvCxnSpPr>
        <p:spPr bwMode="auto">
          <a:xfrm>
            <a:off x="2895600" y="5824537"/>
            <a:ext cx="381000" cy="342900"/>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AutoShape 9">
            <a:extLst>
              <a:ext uri="{FF2B5EF4-FFF2-40B4-BE49-F238E27FC236}">
                <a16:creationId xmlns:a16="http://schemas.microsoft.com/office/drawing/2014/main" id="{9BFCB859-B843-0741-99F5-79C500EA017E}"/>
              </a:ext>
            </a:extLst>
          </p:cNvPr>
          <p:cNvCxnSpPr>
            <a:cxnSpLocks noChangeShapeType="1"/>
            <a:stCxn id="13" idx="1"/>
            <a:endCxn id="11" idx="0"/>
          </p:cNvCxnSpPr>
          <p:nvPr/>
        </p:nvCxnSpPr>
        <p:spPr bwMode="auto">
          <a:xfrm flipV="1">
            <a:off x="3810000" y="5786437"/>
            <a:ext cx="381000" cy="419100"/>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AutoShape 10">
            <a:extLst>
              <a:ext uri="{FF2B5EF4-FFF2-40B4-BE49-F238E27FC236}">
                <a16:creationId xmlns:a16="http://schemas.microsoft.com/office/drawing/2014/main" id="{431A4D65-B009-9645-B0C2-FC38D011CD99}"/>
              </a:ext>
            </a:extLst>
          </p:cNvPr>
          <p:cNvCxnSpPr>
            <a:cxnSpLocks noChangeShapeType="1"/>
            <a:stCxn id="10" idx="1"/>
            <a:endCxn id="12" idx="0"/>
          </p:cNvCxnSpPr>
          <p:nvPr/>
        </p:nvCxnSpPr>
        <p:spPr bwMode="auto">
          <a:xfrm flipV="1">
            <a:off x="2895600" y="5329237"/>
            <a:ext cx="381000" cy="495300"/>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AutoShape 11">
            <a:extLst>
              <a:ext uri="{FF2B5EF4-FFF2-40B4-BE49-F238E27FC236}">
                <a16:creationId xmlns:a16="http://schemas.microsoft.com/office/drawing/2014/main" id="{7F0E323C-AFBF-664E-91EE-493FA8DA41F3}"/>
              </a:ext>
            </a:extLst>
          </p:cNvPr>
          <p:cNvCxnSpPr>
            <a:cxnSpLocks noChangeShapeType="1"/>
            <a:stCxn id="11" idx="0"/>
            <a:endCxn id="12" idx="1"/>
          </p:cNvCxnSpPr>
          <p:nvPr/>
        </p:nvCxnSpPr>
        <p:spPr bwMode="auto">
          <a:xfrm flipH="1" flipV="1">
            <a:off x="3810000" y="5367337"/>
            <a:ext cx="381000" cy="419100"/>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8" name="Group 12">
            <a:extLst>
              <a:ext uri="{FF2B5EF4-FFF2-40B4-BE49-F238E27FC236}">
                <a16:creationId xmlns:a16="http://schemas.microsoft.com/office/drawing/2014/main" id="{E8090D70-721A-3F41-A70D-36CAEA26EFAE}"/>
              </a:ext>
            </a:extLst>
          </p:cNvPr>
          <p:cNvGrpSpPr>
            <a:grpSpLocks/>
          </p:cNvGrpSpPr>
          <p:nvPr/>
        </p:nvGrpSpPr>
        <p:grpSpPr bwMode="auto">
          <a:xfrm>
            <a:off x="3467100" y="5957887"/>
            <a:ext cx="152400" cy="457200"/>
            <a:chOff x="1344" y="2496"/>
            <a:chExt cx="96" cy="288"/>
          </a:xfrm>
        </p:grpSpPr>
        <p:sp>
          <p:nvSpPr>
            <p:cNvPr id="19" name="Line 13">
              <a:extLst>
                <a:ext uri="{FF2B5EF4-FFF2-40B4-BE49-F238E27FC236}">
                  <a16:creationId xmlns:a16="http://schemas.microsoft.com/office/drawing/2014/main" id="{88F208F6-1844-6046-85F6-0AC766D3E80C}"/>
                </a:ext>
              </a:extLst>
            </p:cNvPr>
            <p:cNvSpPr>
              <a:spLocks noChangeShapeType="1"/>
            </p:cNvSpPr>
            <p:nvPr/>
          </p:nvSpPr>
          <p:spPr bwMode="auto">
            <a:xfrm flipV="1">
              <a:off x="1344" y="249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0" name="Line 14">
              <a:extLst>
                <a:ext uri="{FF2B5EF4-FFF2-40B4-BE49-F238E27FC236}">
                  <a16:creationId xmlns:a16="http://schemas.microsoft.com/office/drawing/2014/main" id="{98C2F281-B65E-4D42-9171-3F34A8732D45}"/>
                </a:ext>
              </a:extLst>
            </p:cNvPr>
            <p:cNvSpPr>
              <a:spLocks noChangeShapeType="1"/>
            </p:cNvSpPr>
            <p:nvPr/>
          </p:nvSpPr>
          <p:spPr bwMode="auto">
            <a:xfrm>
              <a:off x="1440" y="249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21" name="Text Box 15">
            <a:extLst>
              <a:ext uri="{FF2B5EF4-FFF2-40B4-BE49-F238E27FC236}">
                <a16:creationId xmlns:a16="http://schemas.microsoft.com/office/drawing/2014/main" id="{34E796DF-E65B-A54C-85C6-D6A209A40729}"/>
              </a:ext>
            </a:extLst>
          </p:cNvPr>
          <p:cNvSpPr txBox="1">
            <a:spLocks noChangeArrowheads="1"/>
          </p:cNvSpPr>
          <p:nvPr/>
        </p:nvSpPr>
        <p:spPr bwMode="auto">
          <a:xfrm>
            <a:off x="2438400" y="1919287"/>
            <a:ext cx="463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a:latin typeface="Arial" panose="020B0604020202020204" pitchFamily="34" charset="0"/>
              </a:rPr>
              <a:t>Be</a:t>
            </a:r>
          </a:p>
        </p:txBody>
      </p:sp>
      <p:sp>
        <p:nvSpPr>
          <p:cNvPr id="22" name="Line 16">
            <a:extLst>
              <a:ext uri="{FF2B5EF4-FFF2-40B4-BE49-F238E27FC236}">
                <a16:creationId xmlns:a16="http://schemas.microsoft.com/office/drawing/2014/main" id="{420938CB-6069-EC4D-9E96-2862D4049143}"/>
              </a:ext>
            </a:extLst>
          </p:cNvPr>
          <p:cNvSpPr>
            <a:spLocks noChangeShapeType="1"/>
          </p:cNvSpPr>
          <p:nvPr/>
        </p:nvSpPr>
        <p:spPr bwMode="auto">
          <a:xfrm flipV="1">
            <a:off x="1828800" y="2071687"/>
            <a:ext cx="0" cy="43434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 name="Text Box 17">
            <a:extLst>
              <a:ext uri="{FF2B5EF4-FFF2-40B4-BE49-F238E27FC236}">
                <a16:creationId xmlns:a16="http://schemas.microsoft.com/office/drawing/2014/main" id="{1C88B888-4E47-F148-8F0D-5D144AB61748}"/>
              </a:ext>
            </a:extLst>
          </p:cNvPr>
          <p:cNvSpPr txBox="1">
            <a:spLocks noChangeArrowheads="1"/>
          </p:cNvSpPr>
          <p:nvPr/>
        </p:nvSpPr>
        <p:spPr bwMode="auto">
          <a:xfrm rot="-5400000">
            <a:off x="1105694" y="3937794"/>
            <a:ext cx="908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a:latin typeface="Arial" panose="020B0604020202020204" pitchFamily="34" charset="0"/>
              </a:rPr>
              <a:t>Energy</a:t>
            </a:r>
          </a:p>
        </p:txBody>
      </p:sp>
      <p:sp>
        <p:nvSpPr>
          <p:cNvPr id="24" name="Text Box 18">
            <a:extLst>
              <a:ext uri="{FF2B5EF4-FFF2-40B4-BE49-F238E27FC236}">
                <a16:creationId xmlns:a16="http://schemas.microsoft.com/office/drawing/2014/main" id="{065C1F9D-5652-A94B-AA35-7FD10B7D642B}"/>
              </a:ext>
            </a:extLst>
          </p:cNvPr>
          <p:cNvSpPr txBox="1">
            <a:spLocks noChangeArrowheads="1"/>
          </p:cNvSpPr>
          <p:nvPr/>
        </p:nvSpPr>
        <p:spPr bwMode="auto">
          <a:xfrm>
            <a:off x="4298950" y="1919287"/>
            <a:ext cx="463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a:latin typeface="Arial" panose="020B0604020202020204" pitchFamily="34" charset="0"/>
              </a:rPr>
              <a:t>Be</a:t>
            </a:r>
          </a:p>
        </p:txBody>
      </p:sp>
      <p:sp>
        <p:nvSpPr>
          <p:cNvPr id="25" name="Text Box 19">
            <a:extLst>
              <a:ext uri="{FF2B5EF4-FFF2-40B4-BE49-F238E27FC236}">
                <a16:creationId xmlns:a16="http://schemas.microsoft.com/office/drawing/2014/main" id="{2F7B15AA-92E7-AD4F-84AC-C3A96B061BAA}"/>
              </a:ext>
            </a:extLst>
          </p:cNvPr>
          <p:cNvSpPr txBox="1">
            <a:spLocks noChangeArrowheads="1"/>
          </p:cNvSpPr>
          <p:nvPr/>
        </p:nvSpPr>
        <p:spPr bwMode="auto">
          <a:xfrm>
            <a:off x="3276600" y="1919287"/>
            <a:ext cx="5492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a:latin typeface="Arial" panose="020B0604020202020204" pitchFamily="34" charset="0"/>
              </a:rPr>
              <a:t>Be</a:t>
            </a:r>
            <a:r>
              <a:rPr lang="en-US" altLang="en-US" baseline="-25000">
                <a:latin typeface="Arial" panose="020B0604020202020204" pitchFamily="34" charset="0"/>
              </a:rPr>
              <a:t>2</a:t>
            </a:r>
          </a:p>
        </p:txBody>
      </p:sp>
      <p:sp>
        <p:nvSpPr>
          <p:cNvPr id="26" name="Text Box 20">
            <a:extLst>
              <a:ext uri="{FF2B5EF4-FFF2-40B4-BE49-F238E27FC236}">
                <a16:creationId xmlns:a16="http://schemas.microsoft.com/office/drawing/2014/main" id="{9C5CFBD4-DC8E-AB4D-8C58-41F7F99ADEB7}"/>
              </a:ext>
            </a:extLst>
          </p:cNvPr>
          <p:cNvSpPr txBox="1">
            <a:spLocks noChangeArrowheads="1"/>
          </p:cNvSpPr>
          <p:nvPr/>
        </p:nvSpPr>
        <p:spPr bwMode="auto">
          <a:xfrm>
            <a:off x="2057400" y="5729287"/>
            <a:ext cx="425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a:latin typeface="Arial" panose="020B0604020202020204" pitchFamily="34" charset="0"/>
              </a:rPr>
              <a:t>1s</a:t>
            </a:r>
          </a:p>
        </p:txBody>
      </p:sp>
      <p:sp>
        <p:nvSpPr>
          <p:cNvPr id="27" name="Text Box 21">
            <a:extLst>
              <a:ext uri="{FF2B5EF4-FFF2-40B4-BE49-F238E27FC236}">
                <a16:creationId xmlns:a16="http://schemas.microsoft.com/office/drawing/2014/main" id="{B00788F7-7436-4E4A-B320-C2F3657F68FB}"/>
              </a:ext>
            </a:extLst>
          </p:cNvPr>
          <p:cNvSpPr txBox="1">
            <a:spLocks noChangeArrowheads="1"/>
          </p:cNvSpPr>
          <p:nvPr/>
        </p:nvSpPr>
        <p:spPr bwMode="auto">
          <a:xfrm>
            <a:off x="4603750" y="5729287"/>
            <a:ext cx="425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a:latin typeface="Arial" panose="020B0604020202020204" pitchFamily="34" charset="0"/>
              </a:rPr>
              <a:t>1s</a:t>
            </a:r>
          </a:p>
        </p:txBody>
      </p:sp>
      <p:sp>
        <p:nvSpPr>
          <p:cNvPr id="28" name="Rectangle 22">
            <a:extLst>
              <a:ext uri="{FF2B5EF4-FFF2-40B4-BE49-F238E27FC236}">
                <a16:creationId xmlns:a16="http://schemas.microsoft.com/office/drawing/2014/main" id="{EC78F9F4-2F0A-7445-AC3D-C4387BBB460B}"/>
              </a:ext>
            </a:extLst>
          </p:cNvPr>
          <p:cNvSpPr>
            <a:spLocks noChangeArrowheads="1"/>
          </p:cNvSpPr>
          <p:nvPr/>
        </p:nvSpPr>
        <p:spPr bwMode="auto">
          <a:xfrm>
            <a:off x="3810000" y="6110287"/>
            <a:ext cx="4523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dirty="0">
                <a:latin typeface="Arial" panose="020B0604020202020204" pitchFamily="34" charset="0"/>
                <a:sym typeface="Symbol" panose="05050102010706020507" pitchFamily="18" charset="2"/>
              </a:rPr>
              <a:t>1</a:t>
            </a:r>
            <a:endParaRPr lang="en-US" altLang="en-US" baseline="-25000" dirty="0">
              <a:latin typeface="Arial" panose="020B0604020202020204" pitchFamily="34" charset="0"/>
              <a:sym typeface="Symbol" panose="05050102010706020507" pitchFamily="18" charset="2"/>
            </a:endParaRPr>
          </a:p>
        </p:txBody>
      </p:sp>
      <p:sp>
        <p:nvSpPr>
          <p:cNvPr id="29" name="Rectangle 23">
            <a:extLst>
              <a:ext uri="{FF2B5EF4-FFF2-40B4-BE49-F238E27FC236}">
                <a16:creationId xmlns:a16="http://schemas.microsoft.com/office/drawing/2014/main" id="{17E4317F-8D0D-6E4E-862D-8DFEFC11BFBD}"/>
              </a:ext>
            </a:extLst>
          </p:cNvPr>
          <p:cNvSpPr>
            <a:spLocks noChangeArrowheads="1"/>
          </p:cNvSpPr>
          <p:nvPr/>
        </p:nvSpPr>
        <p:spPr bwMode="auto">
          <a:xfrm>
            <a:off x="3810000" y="5133975"/>
            <a:ext cx="5325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dirty="0">
                <a:latin typeface="Arial" panose="020B0604020202020204" pitchFamily="34" charset="0"/>
                <a:sym typeface="Symbol" panose="05050102010706020507" pitchFamily="18" charset="2"/>
              </a:rPr>
              <a:t>1</a:t>
            </a:r>
            <a:r>
              <a:rPr lang="en-US" altLang="en-US" sz="1600" dirty="0">
                <a:latin typeface="Arial" panose="020B0604020202020204" pitchFamily="34" charset="0"/>
                <a:sym typeface="Symbol" panose="05050102010706020507" pitchFamily="18" charset="2"/>
              </a:rPr>
              <a:t>*</a:t>
            </a:r>
          </a:p>
        </p:txBody>
      </p:sp>
      <p:sp>
        <p:nvSpPr>
          <p:cNvPr id="30" name="Rectangle 24">
            <a:extLst>
              <a:ext uri="{FF2B5EF4-FFF2-40B4-BE49-F238E27FC236}">
                <a16:creationId xmlns:a16="http://schemas.microsoft.com/office/drawing/2014/main" id="{11D3A88E-6FDB-EF46-B307-B713E9F532C1}"/>
              </a:ext>
            </a:extLst>
          </p:cNvPr>
          <p:cNvSpPr>
            <a:spLocks noChangeArrowheads="1"/>
          </p:cNvSpPr>
          <p:nvPr/>
        </p:nvSpPr>
        <p:spPr bwMode="auto">
          <a:xfrm>
            <a:off x="1371600" y="1843087"/>
            <a:ext cx="4724400" cy="4800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endParaRPr lang="en-GB" altLang="en-US"/>
          </a:p>
        </p:txBody>
      </p:sp>
      <p:grpSp>
        <p:nvGrpSpPr>
          <p:cNvPr id="31" name="Group 25">
            <a:extLst>
              <a:ext uri="{FF2B5EF4-FFF2-40B4-BE49-F238E27FC236}">
                <a16:creationId xmlns:a16="http://schemas.microsoft.com/office/drawing/2014/main" id="{B616AB7D-64A6-A042-B0A3-04E8B95D44D6}"/>
              </a:ext>
            </a:extLst>
          </p:cNvPr>
          <p:cNvGrpSpPr>
            <a:grpSpLocks/>
          </p:cNvGrpSpPr>
          <p:nvPr/>
        </p:nvGrpSpPr>
        <p:grpSpPr bwMode="auto">
          <a:xfrm>
            <a:off x="2514600" y="5576887"/>
            <a:ext cx="152400" cy="457200"/>
            <a:chOff x="1344" y="2496"/>
            <a:chExt cx="96" cy="288"/>
          </a:xfrm>
        </p:grpSpPr>
        <p:sp>
          <p:nvSpPr>
            <p:cNvPr id="32" name="Line 26">
              <a:extLst>
                <a:ext uri="{FF2B5EF4-FFF2-40B4-BE49-F238E27FC236}">
                  <a16:creationId xmlns:a16="http://schemas.microsoft.com/office/drawing/2014/main" id="{8AD1669B-1870-344B-8199-2849B1DD86B2}"/>
                </a:ext>
              </a:extLst>
            </p:cNvPr>
            <p:cNvSpPr>
              <a:spLocks noChangeShapeType="1"/>
            </p:cNvSpPr>
            <p:nvPr/>
          </p:nvSpPr>
          <p:spPr bwMode="auto">
            <a:xfrm flipV="1">
              <a:off x="1344" y="249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3" name="Line 27">
              <a:extLst>
                <a:ext uri="{FF2B5EF4-FFF2-40B4-BE49-F238E27FC236}">
                  <a16:creationId xmlns:a16="http://schemas.microsoft.com/office/drawing/2014/main" id="{9C8FC69A-A0B5-9845-BE1A-B08C1D15C271}"/>
                </a:ext>
              </a:extLst>
            </p:cNvPr>
            <p:cNvSpPr>
              <a:spLocks noChangeShapeType="1"/>
            </p:cNvSpPr>
            <p:nvPr/>
          </p:nvSpPr>
          <p:spPr bwMode="auto">
            <a:xfrm>
              <a:off x="1440" y="249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34" name="Group 28">
            <a:extLst>
              <a:ext uri="{FF2B5EF4-FFF2-40B4-BE49-F238E27FC236}">
                <a16:creationId xmlns:a16="http://schemas.microsoft.com/office/drawing/2014/main" id="{046D09CD-D630-A449-8207-1C43C424276E}"/>
              </a:ext>
            </a:extLst>
          </p:cNvPr>
          <p:cNvGrpSpPr>
            <a:grpSpLocks/>
          </p:cNvGrpSpPr>
          <p:nvPr/>
        </p:nvGrpSpPr>
        <p:grpSpPr bwMode="auto">
          <a:xfrm>
            <a:off x="4343400" y="5576887"/>
            <a:ext cx="152400" cy="457200"/>
            <a:chOff x="1344" y="2496"/>
            <a:chExt cx="96" cy="288"/>
          </a:xfrm>
        </p:grpSpPr>
        <p:sp>
          <p:nvSpPr>
            <p:cNvPr id="35" name="Line 29">
              <a:extLst>
                <a:ext uri="{FF2B5EF4-FFF2-40B4-BE49-F238E27FC236}">
                  <a16:creationId xmlns:a16="http://schemas.microsoft.com/office/drawing/2014/main" id="{EDEBFFD6-AE51-CF43-9F88-931FE600E965}"/>
                </a:ext>
              </a:extLst>
            </p:cNvPr>
            <p:cNvSpPr>
              <a:spLocks noChangeShapeType="1"/>
            </p:cNvSpPr>
            <p:nvPr/>
          </p:nvSpPr>
          <p:spPr bwMode="auto">
            <a:xfrm flipV="1">
              <a:off x="1344" y="249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6" name="Line 30">
              <a:extLst>
                <a:ext uri="{FF2B5EF4-FFF2-40B4-BE49-F238E27FC236}">
                  <a16:creationId xmlns:a16="http://schemas.microsoft.com/office/drawing/2014/main" id="{9DED1C3F-0D81-CB4D-9703-9789FF9A9A81}"/>
                </a:ext>
              </a:extLst>
            </p:cNvPr>
            <p:cNvSpPr>
              <a:spLocks noChangeShapeType="1"/>
            </p:cNvSpPr>
            <p:nvPr/>
          </p:nvSpPr>
          <p:spPr bwMode="auto">
            <a:xfrm>
              <a:off x="1440" y="249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37" name="Group 31">
            <a:extLst>
              <a:ext uri="{FF2B5EF4-FFF2-40B4-BE49-F238E27FC236}">
                <a16:creationId xmlns:a16="http://schemas.microsoft.com/office/drawing/2014/main" id="{9DF39223-9ED0-6F45-A338-2978B2B6ABD0}"/>
              </a:ext>
            </a:extLst>
          </p:cNvPr>
          <p:cNvGrpSpPr>
            <a:grpSpLocks/>
          </p:cNvGrpSpPr>
          <p:nvPr/>
        </p:nvGrpSpPr>
        <p:grpSpPr bwMode="auto">
          <a:xfrm>
            <a:off x="3429000" y="5119687"/>
            <a:ext cx="152400" cy="457200"/>
            <a:chOff x="1344" y="2496"/>
            <a:chExt cx="96" cy="288"/>
          </a:xfrm>
        </p:grpSpPr>
        <p:sp>
          <p:nvSpPr>
            <p:cNvPr id="38" name="Line 32">
              <a:extLst>
                <a:ext uri="{FF2B5EF4-FFF2-40B4-BE49-F238E27FC236}">
                  <a16:creationId xmlns:a16="http://schemas.microsoft.com/office/drawing/2014/main" id="{93AF8ECE-318B-3348-94AF-7DD3FDF24145}"/>
                </a:ext>
              </a:extLst>
            </p:cNvPr>
            <p:cNvSpPr>
              <a:spLocks noChangeShapeType="1"/>
            </p:cNvSpPr>
            <p:nvPr/>
          </p:nvSpPr>
          <p:spPr bwMode="auto">
            <a:xfrm flipV="1">
              <a:off x="1344" y="249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9" name="Line 33">
              <a:extLst>
                <a:ext uri="{FF2B5EF4-FFF2-40B4-BE49-F238E27FC236}">
                  <a16:creationId xmlns:a16="http://schemas.microsoft.com/office/drawing/2014/main" id="{3A6AED15-E7A0-4A4D-AF63-33A1C31CB4CA}"/>
                </a:ext>
              </a:extLst>
            </p:cNvPr>
            <p:cNvSpPr>
              <a:spLocks noChangeShapeType="1"/>
            </p:cNvSpPr>
            <p:nvPr/>
          </p:nvSpPr>
          <p:spPr bwMode="auto">
            <a:xfrm>
              <a:off x="1440" y="249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40" name="Line 34">
            <a:extLst>
              <a:ext uri="{FF2B5EF4-FFF2-40B4-BE49-F238E27FC236}">
                <a16:creationId xmlns:a16="http://schemas.microsoft.com/office/drawing/2014/main" id="{4D0220A3-333A-E945-99B0-C895BEF208AF}"/>
              </a:ext>
            </a:extLst>
          </p:cNvPr>
          <p:cNvSpPr>
            <a:spLocks noChangeShapeType="1"/>
          </p:cNvSpPr>
          <p:nvPr/>
        </p:nvSpPr>
        <p:spPr bwMode="auto">
          <a:xfrm>
            <a:off x="2362200" y="3457575"/>
            <a:ext cx="533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1" name="Line 35">
            <a:extLst>
              <a:ext uri="{FF2B5EF4-FFF2-40B4-BE49-F238E27FC236}">
                <a16:creationId xmlns:a16="http://schemas.microsoft.com/office/drawing/2014/main" id="{06A912F5-5CD5-7742-919E-2080316867D3}"/>
              </a:ext>
            </a:extLst>
          </p:cNvPr>
          <p:cNvSpPr>
            <a:spLocks noChangeShapeType="1"/>
          </p:cNvSpPr>
          <p:nvPr/>
        </p:nvSpPr>
        <p:spPr bwMode="auto">
          <a:xfrm>
            <a:off x="4191000" y="3457575"/>
            <a:ext cx="533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 name="Line 36">
            <a:extLst>
              <a:ext uri="{FF2B5EF4-FFF2-40B4-BE49-F238E27FC236}">
                <a16:creationId xmlns:a16="http://schemas.microsoft.com/office/drawing/2014/main" id="{E1AEC57A-8128-2F45-A04F-40D57C3E9627}"/>
              </a:ext>
            </a:extLst>
          </p:cNvPr>
          <p:cNvSpPr>
            <a:spLocks noChangeShapeType="1"/>
          </p:cNvSpPr>
          <p:nvPr/>
        </p:nvSpPr>
        <p:spPr bwMode="auto">
          <a:xfrm>
            <a:off x="3276600" y="3000375"/>
            <a:ext cx="533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3" name="Line 37">
            <a:extLst>
              <a:ext uri="{FF2B5EF4-FFF2-40B4-BE49-F238E27FC236}">
                <a16:creationId xmlns:a16="http://schemas.microsoft.com/office/drawing/2014/main" id="{DB9C0893-D389-3944-A69A-B21EC5B60372}"/>
              </a:ext>
            </a:extLst>
          </p:cNvPr>
          <p:cNvSpPr>
            <a:spLocks noChangeShapeType="1"/>
          </p:cNvSpPr>
          <p:nvPr/>
        </p:nvSpPr>
        <p:spPr bwMode="auto">
          <a:xfrm>
            <a:off x="3276600" y="3838575"/>
            <a:ext cx="533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cxnSp>
        <p:nvCxnSpPr>
          <p:cNvPr id="44" name="AutoShape 38">
            <a:extLst>
              <a:ext uri="{FF2B5EF4-FFF2-40B4-BE49-F238E27FC236}">
                <a16:creationId xmlns:a16="http://schemas.microsoft.com/office/drawing/2014/main" id="{67F723ED-725B-5141-B742-109DA438E088}"/>
              </a:ext>
            </a:extLst>
          </p:cNvPr>
          <p:cNvCxnSpPr>
            <a:cxnSpLocks noChangeShapeType="1"/>
            <a:stCxn id="40" idx="1"/>
            <a:endCxn id="43" idx="0"/>
          </p:cNvCxnSpPr>
          <p:nvPr/>
        </p:nvCxnSpPr>
        <p:spPr bwMode="auto">
          <a:xfrm>
            <a:off x="2895600" y="3476625"/>
            <a:ext cx="381000" cy="342900"/>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AutoShape 39">
            <a:extLst>
              <a:ext uri="{FF2B5EF4-FFF2-40B4-BE49-F238E27FC236}">
                <a16:creationId xmlns:a16="http://schemas.microsoft.com/office/drawing/2014/main" id="{381ECF6C-8240-F541-B8FE-308C61CE9FC3}"/>
              </a:ext>
            </a:extLst>
          </p:cNvPr>
          <p:cNvCxnSpPr>
            <a:cxnSpLocks noChangeShapeType="1"/>
            <a:stCxn id="43" idx="1"/>
            <a:endCxn id="41" idx="0"/>
          </p:cNvCxnSpPr>
          <p:nvPr/>
        </p:nvCxnSpPr>
        <p:spPr bwMode="auto">
          <a:xfrm flipV="1">
            <a:off x="3810000" y="3438525"/>
            <a:ext cx="381000" cy="419100"/>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AutoShape 40">
            <a:extLst>
              <a:ext uri="{FF2B5EF4-FFF2-40B4-BE49-F238E27FC236}">
                <a16:creationId xmlns:a16="http://schemas.microsoft.com/office/drawing/2014/main" id="{108C8B84-96E7-8C4C-9772-4299EF6D5245}"/>
              </a:ext>
            </a:extLst>
          </p:cNvPr>
          <p:cNvCxnSpPr>
            <a:cxnSpLocks noChangeShapeType="1"/>
            <a:stCxn id="40" idx="1"/>
            <a:endCxn id="42" idx="0"/>
          </p:cNvCxnSpPr>
          <p:nvPr/>
        </p:nvCxnSpPr>
        <p:spPr bwMode="auto">
          <a:xfrm flipV="1">
            <a:off x="2895600" y="2981325"/>
            <a:ext cx="381000" cy="495300"/>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AutoShape 41">
            <a:extLst>
              <a:ext uri="{FF2B5EF4-FFF2-40B4-BE49-F238E27FC236}">
                <a16:creationId xmlns:a16="http://schemas.microsoft.com/office/drawing/2014/main" id="{75D9BB12-C296-1D4B-8F3A-839330005355}"/>
              </a:ext>
            </a:extLst>
          </p:cNvPr>
          <p:cNvCxnSpPr>
            <a:cxnSpLocks noChangeShapeType="1"/>
            <a:stCxn id="41" idx="0"/>
            <a:endCxn id="42" idx="1"/>
          </p:cNvCxnSpPr>
          <p:nvPr/>
        </p:nvCxnSpPr>
        <p:spPr bwMode="auto">
          <a:xfrm flipH="1" flipV="1">
            <a:off x="3810000" y="3019425"/>
            <a:ext cx="381000" cy="419100"/>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8" name="Group 42">
            <a:extLst>
              <a:ext uri="{FF2B5EF4-FFF2-40B4-BE49-F238E27FC236}">
                <a16:creationId xmlns:a16="http://schemas.microsoft.com/office/drawing/2014/main" id="{CE5CBCBA-B894-7F4E-8D26-946D1E322CD5}"/>
              </a:ext>
            </a:extLst>
          </p:cNvPr>
          <p:cNvGrpSpPr>
            <a:grpSpLocks/>
          </p:cNvGrpSpPr>
          <p:nvPr/>
        </p:nvGrpSpPr>
        <p:grpSpPr bwMode="auto">
          <a:xfrm>
            <a:off x="3467100" y="3629025"/>
            <a:ext cx="152400" cy="457200"/>
            <a:chOff x="1344" y="2496"/>
            <a:chExt cx="96" cy="288"/>
          </a:xfrm>
        </p:grpSpPr>
        <p:sp>
          <p:nvSpPr>
            <p:cNvPr id="49" name="Line 43">
              <a:extLst>
                <a:ext uri="{FF2B5EF4-FFF2-40B4-BE49-F238E27FC236}">
                  <a16:creationId xmlns:a16="http://schemas.microsoft.com/office/drawing/2014/main" id="{25AB9EFD-5223-FC45-8AFD-E7213A63A461}"/>
                </a:ext>
              </a:extLst>
            </p:cNvPr>
            <p:cNvSpPr>
              <a:spLocks noChangeShapeType="1"/>
            </p:cNvSpPr>
            <p:nvPr/>
          </p:nvSpPr>
          <p:spPr bwMode="auto">
            <a:xfrm flipV="1">
              <a:off x="1344" y="249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0" name="Line 44">
              <a:extLst>
                <a:ext uri="{FF2B5EF4-FFF2-40B4-BE49-F238E27FC236}">
                  <a16:creationId xmlns:a16="http://schemas.microsoft.com/office/drawing/2014/main" id="{5C124B8F-1C56-E44D-881D-B48C93F2E2A7}"/>
                </a:ext>
              </a:extLst>
            </p:cNvPr>
            <p:cNvSpPr>
              <a:spLocks noChangeShapeType="1"/>
            </p:cNvSpPr>
            <p:nvPr/>
          </p:nvSpPr>
          <p:spPr bwMode="auto">
            <a:xfrm>
              <a:off x="1440" y="249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51" name="Text Box 45">
            <a:extLst>
              <a:ext uri="{FF2B5EF4-FFF2-40B4-BE49-F238E27FC236}">
                <a16:creationId xmlns:a16="http://schemas.microsoft.com/office/drawing/2014/main" id="{BA6D11A8-5EB5-2048-949C-D806655C65F4}"/>
              </a:ext>
            </a:extLst>
          </p:cNvPr>
          <p:cNvSpPr txBox="1">
            <a:spLocks noChangeArrowheads="1"/>
          </p:cNvSpPr>
          <p:nvPr/>
        </p:nvSpPr>
        <p:spPr bwMode="auto">
          <a:xfrm>
            <a:off x="2057400" y="3381375"/>
            <a:ext cx="425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a:latin typeface="Arial" panose="020B0604020202020204" pitchFamily="34" charset="0"/>
              </a:rPr>
              <a:t>2s</a:t>
            </a:r>
          </a:p>
        </p:txBody>
      </p:sp>
      <p:sp>
        <p:nvSpPr>
          <p:cNvPr id="52" name="Text Box 46">
            <a:extLst>
              <a:ext uri="{FF2B5EF4-FFF2-40B4-BE49-F238E27FC236}">
                <a16:creationId xmlns:a16="http://schemas.microsoft.com/office/drawing/2014/main" id="{45009DDC-A321-5646-BD4B-C02C15A564D3}"/>
              </a:ext>
            </a:extLst>
          </p:cNvPr>
          <p:cNvSpPr txBox="1">
            <a:spLocks noChangeArrowheads="1"/>
          </p:cNvSpPr>
          <p:nvPr/>
        </p:nvSpPr>
        <p:spPr bwMode="auto">
          <a:xfrm>
            <a:off x="4603750" y="3381375"/>
            <a:ext cx="425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a:latin typeface="Arial" panose="020B0604020202020204" pitchFamily="34" charset="0"/>
              </a:rPr>
              <a:t>2s</a:t>
            </a:r>
          </a:p>
        </p:txBody>
      </p:sp>
      <p:sp>
        <p:nvSpPr>
          <p:cNvPr id="53" name="Rectangle 47">
            <a:extLst>
              <a:ext uri="{FF2B5EF4-FFF2-40B4-BE49-F238E27FC236}">
                <a16:creationId xmlns:a16="http://schemas.microsoft.com/office/drawing/2014/main" id="{5F12F9BD-1B1A-6048-AB21-68E6C5DE8A51}"/>
              </a:ext>
            </a:extLst>
          </p:cNvPr>
          <p:cNvSpPr>
            <a:spLocks noChangeArrowheads="1"/>
          </p:cNvSpPr>
          <p:nvPr/>
        </p:nvSpPr>
        <p:spPr bwMode="auto">
          <a:xfrm>
            <a:off x="3810000" y="3762375"/>
            <a:ext cx="4523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dirty="0">
                <a:latin typeface="Arial" panose="020B0604020202020204" pitchFamily="34" charset="0"/>
                <a:sym typeface="Symbol" panose="05050102010706020507" pitchFamily="18" charset="2"/>
              </a:rPr>
              <a:t>2</a:t>
            </a:r>
            <a:endParaRPr lang="en-US" altLang="en-US" baseline="-25000" dirty="0">
              <a:latin typeface="Arial" panose="020B0604020202020204" pitchFamily="34" charset="0"/>
              <a:sym typeface="Symbol" panose="05050102010706020507" pitchFamily="18" charset="2"/>
            </a:endParaRPr>
          </a:p>
        </p:txBody>
      </p:sp>
      <p:sp>
        <p:nvSpPr>
          <p:cNvPr id="54" name="Rectangle 48">
            <a:extLst>
              <a:ext uri="{FF2B5EF4-FFF2-40B4-BE49-F238E27FC236}">
                <a16:creationId xmlns:a16="http://schemas.microsoft.com/office/drawing/2014/main" id="{B01F9EA2-1AA7-9E49-AB84-4084B197335D}"/>
              </a:ext>
            </a:extLst>
          </p:cNvPr>
          <p:cNvSpPr>
            <a:spLocks noChangeArrowheads="1"/>
          </p:cNvSpPr>
          <p:nvPr/>
        </p:nvSpPr>
        <p:spPr bwMode="auto">
          <a:xfrm>
            <a:off x="3810000" y="2786062"/>
            <a:ext cx="5325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dirty="0">
                <a:latin typeface="Arial" panose="020B0604020202020204" pitchFamily="34" charset="0"/>
                <a:sym typeface="Symbol" panose="05050102010706020507" pitchFamily="18" charset="2"/>
              </a:rPr>
              <a:t>2</a:t>
            </a:r>
            <a:r>
              <a:rPr lang="en-US" altLang="en-US" sz="1600" dirty="0">
                <a:latin typeface="Arial" panose="020B0604020202020204" pitchFamily="34" charset="0"/>
                <a:sym typeface="Symbol" panose="05050102010706020507" pitchFamily="18" charset="2"/>
              </a:rPr>
              <a:t>*</a:t>
            </a:r>
          </a:p>
        </p:txBody>
      </p:sp>
      <p:grpSp>
        <p:nvGrpSpPr>
          <p:cNvPr id="55" name="Group 49">
            <a:extLst>
              <a:ext uri="{FF2B5EF4-FFF2-40B4-BE49-F238E27FC236}">
                <a16:creationId xmlns:a16="http://schemas.microsoft.com/office/drawing/2014/main" id="{9D6BDAC9-D019-524C-8A52-2BD8CE3D503C}"/>
              </a:ext>
            </a:extLst>
          </p:cNvPr>
          <p:cNvGrpSpPr>
            <a:grpSpLocks/>
          </p:cNvGrpSpPr>
          <p:nvPr/>
        </p:nvGrpSpPr>
        <p:grpSpPr bwMode="auto">
          <a:xfrm>
            <a:off x="2482850" y="3200400"/>
            <a:ext cx="152400" cy="457200"/>
            <a:chOff x="1344" y="2496"/>
            <a:chExt cx="96" cy="288"/>
          </a:xfrm>
        </p:grpSpPr>
        <p:sp>
          <p:nvSpPr>
            <p:cNvPr id="56" name="Line 50">
              <a:extLst>
                <a:ext uri="{FF2B5EF4-FFF2-40B4-BE49-F238E27FC236}">
                  <a16:creationId xmlns:a16="http://schemas.microsoft.com/office/drawing/2014/main" id="{173DEBD1-6A7A-3646-BF74-FD61B93BA481}"/>
                </a:ext>
              </a:extLst>
            </p:cNvPr>
            <p:cNvSpPr>
              <a:spLocks noChangeShapeType="1"/>
            </p:cNvSpPr>
            <p:nvPr/>
          </p:nvSpPr>
          <p:spPr bwMode="auto">
            <a:xfrm flipV="1">
              <a:off x="1344" y="249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7" name="Line 51">
              <a:extLst>
                <a:ext uri="{FF2B5EF4-FFF2-40B4-BE49-F238E27FC236}">
                  <a16:creationId xmlns:a16="http://schemas.microsoft.com/office/drawing/2014/main" id="{2811D586-5270-7046-8F23-3749D0ED3CAB}"/>
                </a:ext>
              </a:extLst>
            </p:cNvPr>
            <p:cNvSpPr>
              <a:spLocks noChangeShapeType="1"/>
            </p:cNvSpPr>
            <p:nvPr/>
          </p:nvSpPr>
          <p:spPr bwMode="auto">
            <a:xfrm>
              <a:off x="1440" y="249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58" name="Group 52">
            <a:extLst>
              <a:ext uri="{FF2B5EF4-FFF2-40B4-BE49-F238E27FC236}">
                <a16:creationId xmlns:a16="http://schemas.microsoft.com/office/drawing/2014/main" id="{8BC7EE17-8FB8-AE48-96A1-B00DEE697160}"/>
              </a:ext>
            </a:extLst>
          </p:cNvPr>
          <p:cNvGrpSpPr>
            <a:grpSpLocks/>
          </p:cNvGrpSpPr>
          <p:nvPr/>
        </p:nvGrpSpPr>
        <p:grpSpPr bwMode="auto">
          <a:xfrm>
            <a:off x="4343400" y="3228975"/>
            <a:ext cx="152400" cy="457200"/>
            <a:chOff x="1344" y="2496"/>
            <a:chExt cx="96" cy="288"/>
          </a:xfrm>
        </p:grpSpPr>
        <p:sp>
          <p:nvSpPr>
            <p:cNvPr id="59" name="Line 53">
              <a:extLst>
                <a:ext uri="{FF2B5EF4-FFF2-40B4-BE49-F238E27FC236}">
                  <a16:creationId xmlns:a16="http://schemas.microsoft.com/office/drawing/2014/main" id="{83FE04AF-39CC-6B4C-8AA7-D239356F30B5}"/>
                </a:ext>
              </a:extLst>
            </p:cNvPr>
            <p:cNvSpPr>
              <a:spLocks noChangeShapeType="1"/>
            </p:cNvSpPr>
            <p:nvPr/>
          </p:nvSpPr>
          <p:spPr bwMode="auto">
            <a:xfrm flipV="1">
              <a:off x="1344" y="249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60" name="Line 54">
              <a:extLst>
                <a:ext uri="{FF2B5EF4-FFF2-40B4-BE49-F238E27FC236}">
                  <a16:creationId xmlns:a16="http://schemas.microsoft.com/office/drawing/2014/main" id="{D8494942-707E-8343-A551-79676B2C5731}"/>
                </a:ext>
              </a:extLst>
            </p:cNvPr>
            <p:cNvSpPr>
              <a:spLocks noChangeShapeType="1"/>
            </p:cNvSpPr>
            <p:nvPr/>
          </p:nvSpPr>
          <p:spPr bwMode="auto">
            <a:xfrm>
              <a:off x="1440" y="249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61" name="Group 55">
            <a:extLst>
              <a:ext uri="{FF2B5EF4-FFF2-40B4-BE49-F238E27FC236}">
                <a16:creationId xmlns:a16="http://schemas.microsoft.com/office/drawing/2014/main" id="{F5F1D0D1-C57D-254E-A1B8-4CA4B327D27B}"/>
              </a:ext>
            </a:extLst>
          </p:cNvPr>
          <p:cNvGrpSpPr>
            <a:grpSpLocks/>
          </p:cNvGrpSpPr>
          <p:nvPr/>
        </p:nvGrpSpPr>
        <p:grpSpPr bwMode="auto">
          <a:xfrm>
            <a:off x="3429000" y="2771775"/>
            <a:ext cx="152400" cy="457200"/>
            <a:chOff x="1344" y="2496"/>
            <a:chExt cx="96" cy="288"/>
          </a:xfrm>
        </p:grpSpPr>
        <p:sp>
          <p:nvSpPr>
            <p:cNvPr id="62" name="Line 56">
              <a:extLst>
                <a:ext uri="{FF2B5EF4-FFF2-40B4-BE49-F238E27FC236}">
                  <a16:creationId xmlns:a16="http://schemas.microsoft.com/office/drawing/2014/main" id="{4B79FE72-A8DB-E848-8DEB-A8CA405AADFE}"/>
                </a:ext>
              </a:extLst>
            </p:cNvPr>
            <p:cNvSpPr>
              <a:spLocks noChangeShapeType="1"/>
            </p:cNvSpPr>
            <p:nvPr/>
          </p:nvSpPr>
          <p:spPr bwMode="auto">
            <a:xfrm flipV="1">
              <a:off x="1344" y="249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63" name="Line 57">
              <a:extLst>
                <a:ext uri="{FF2B5EF4-FFF2-40B4-BE49-F238E27FC236}">
                  <a16:creationId xmlns:a16="http://schemas.microsoft.com/office/drawing/2014/main" id="{E36EF378-F8A4-074F-A506-8349D4872B3D}"/>
                </a:ext>
              </a:extLst>
            </p:cNvPr>
            <p:cNvSpPr>
              <a:spLocks noChangeShapeType="1"/>
            </p:cNvSpPr>
            <p:nvPr/>
          </p:nvSpPr>
          <p:spPr bwMode="auto">
            <a:xfrm>
              <a:off x="1440" y="249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pic>
        <p:nvPicPr>
          <p:cNvPr id="64" name="Picture 58" descr="H2(h)">
            <a:extLst>
              <a:ext uri="{FF2B5EF4-FFF2-40B4-BE49-F238E27FC236}">
                <a16:creationId xmlns:a16="http://schemas.microsoft.com/office/drawing/2014/main" id="{3143913B-22E3-6A4A-8993-832610E9F2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5919787"/>
            <a:ext cx="8382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 name="Picture 59" descr="H2(l)">
            <a:extLst>
              <a:ext uri="{FF2B5EF4-FFF2-40B4-BE49-F238E27FC236}">
                <a16:creationId xmlns:a16="http://schemas.microsoft.com/office/drawing/2014/main" id="{1E1D05DA-295A-8647-B063-6027A6B507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5078412"/>
            <a:ext cx="762000"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 name="Picture 60" descr="Li2(h)">
            <a:extLst>
              <a:ext uri="{FF2B5EF4-FFF2-40B4-BE49-F238E27FC236}">
                <a16:creationId xmlns:a16="http://schemas.microsoft.com/office/drawing/2014/main" id="{814B36E9-AFE6-8F4B-BD6A-EDC106BCB3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5250" y="3519487"/>
            <a:ext cx="7143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 name="Picture 61" descr="Li2(l)">
            <a:extLst>
              <a:ext uri="{FF2B5EF4-FFF2-40B4-BE49-F238E27FC236}">
                <a16:creationId xmlns:a16="http://schemas.microsoft.com/office/drawing/2014/main" id="{3F6F4B5C-3969-C34D-B626-D6B750171E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2757487"/>
            <a:ext cx="990600"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Rectangle 67">
            <a:extLst>
              <a:ext uri="{FF2B5EF4-FFF2-40B4-BE49-F238E27FC236}">
                <a16:creationId xmlns:a16="http://schemas.microsoft.com/office/drawing/2014/main" id="{3783A7C6-23D0-014C-BF77-B37856B42C93}"/>
              </a:ext>
            </a:extLst>
          </p:cNvPr>
          <p:cNvSpPr/>
          <p:nvPr/>
        </p:nvSpPr>
        <p:spPr>
          <a:xfrm>
            <a:off x="6802507" y="2945496"/>
            <a:ext cx="6096000" cy="646331"/>
          </a:xfrm>
          <a:prstGeom prst="rect">
            <a:avLst/>
          </a:prstGeom>
        </p:spPr>
        <p:txBody>
          <a:bodyPr>
            <a:spAutoFit/>
          </a:bodyPr>
          <a:lstStyle/>
          <a:p>
            <a:r>
              <a:rPr lang="en-US" altLang="en-US" dirty="0">
                <a:latin typeface="Arial" panose="020B0604020202020204" pitchFamily="34" charset="0"/>
              </a:rPr>
              <a:t>The bond order in Be</a:t>
            </a:r>
            <a:r>
              <a:rPr lang="en-US" altLang="en-US" baseline="-25000" dirty="0">
                <a:latin typeface="Arial" panose="020B0604020202020204" pitchFamily="34" charset="0"/>
              </a:rPr>
              <a:t>2</a:t>
            </a:r>
            <a:r>
              <a:rPr lang="en-US" altLang="en-US" dirty="0">
                <a:latin typeface="Arial" panose="020B0604020202020204" pitchFamily="34" charset="0"/>
              </a:rPr>
              <a:t> is (4-4)/2 = 0, </a:t>
            </a:r>
          </a:p>
          <a:p>
            <a:r>
              <a:rPr lang="en-US" altLang="en-US" dirty="0">
                <a:latin typeface="Arial" panose="020B0604020202020204" pitchFamily="34" charset="0"/>
              </a:rPr>
              <a:t>so the molecule can not exist.</a:t>
            </a:r>
          </a:p>
        </p:txBody>
      </p:sp>
    </p:spTree>
    <p:extLst>
      <p:ext uri="{BB962C8B-B14F-4D97-AF65-F5344CB8AC3E}">
        <p14:creationId xmlns:p14="http://schemas.microsoft.com/office/powerpoint/2010/main" val="1347081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5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8"/>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6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4"/>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65"/>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66"/>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67"/>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21" grpId="0"/>
      <p:bldP spid="22" grpId="0" animBg="1"/>
      <p:bldP spid="23" grpId="0"/>
      <p:bldP spid="24" grpId="0"/>
      <p:bldP spid="25" grpId="0"/>
      <p:bldP spid="26" grpId="0"/>
      <p:bldP spid="27" grpId="0"/>
      <p:bldP spid="28" grpId="0"/>
      <p:bldP spid="29" grpId="0"/>
      <p:bldP spid="30" grpId="0" animBg="1"/>
      <p:bldP spid="40" grpId="0" animBg="1"/>
      <p:bldP spid="41" grpId="0" animBg="1"/>
      <p:bldP spid="42" grpId="0" animBg="1"/>
      <p:bldP spid="43" grpId="0" animBg="1"/>
      <p:bldP spid="51" grpId="0"/>
      <p:bldP spid="52" grpId="0"/>
      <p:bldP spid="53" grpId="0"/>
      <p:bldP spid="54" grpId="0"/>
      <p:bldP spid="6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1B656-86DF-434B-9CCE-B55FA5AE2D41}"/>
              </a:ext>
            </a:extLst>
          </p:cNvPr>
          <p:cNvSpPr>
            <a:spLocks noGrp="1"/>
          </p:cNvSpPr>
          <p:nvPr>
            <p:ph type="title"/>
          </p:nvPr>
        </p:nvSpPr>
        <p:spPr>
          <a:xfrm>
            <a:off x="838200" y="681037"/>
            <a:ext cx="10515600" cy="1325563"/>
          </a:xfrm>
        </p:spPr>
        <p:txBody>
          <a:bodyPr>
            <a:noAutofit/>
          </a:bodyPr>
          <a:lstStyle/>
          <a:p>
            <a:r>
              <a:rPr lang="en-GB" sz="2800" dirty="0"/>
              <a:t>3)  Draw the energy diagram for the molecular orbitals of the N</a:t>
            </a:r>
            <a:r>
              <a:rPr lang="en-GB" sz="2800" baseline="-25000" dirty="0"/>
              <a:t>2</a:t>
            </a:r>
            <a:r>
              <a:rPr lang="en-GB" sz="2800" dirty="0"/>
              <a:t> molecule (include the atomic orbitals of each atom and the electrons provided by each atom, consider exclusively the valence shell). Label each type of orbital correctly. Calculate the bond order. </a:t>
            </a:r>
            <a:endParaRPr lang="en-US" sz="2800" dirty="0"/>
          </a:p>
        </p:txBody>
      </p:sp>
      <p:grpSp>
        <p:nvGrpSpPr>
          <p:cNvPr id="7" name="Group 22">
            <a:extLst>
              <a:ext uri="{FF2B5EF4-FFF2-40B4-BE49-F238E27FC236}">
                <a16:creationId xmlns:a16="http://schemas.microsoft.com/office/drawing/2014/main" id="{F23294B5-0E97-C444-867C-F5F2798956EF}"/>
              </a:ext>
            </a:extLst>
          </p:cNvPr>
          <p:cNvGrpSpPr>
            <a:grpSpLocks/>
          </p:cNvGrpSpPr>
          <p:nvPr/>
        </p:nvGrpSpPr>
        <p:grpSpPr bwMode="auto">
          <a:xfrm>
            <a:off x="1114927" y="2233863"/>
            <a:ext cx="5540375" cy="4267200"/>
            <a:chOff x="384" y="816"/>
            <a:chExt cx="3490" cy="2688"/>
          </a:xfrm>
        </p:grpSpPr>
        <p:graphicFrame>
          <p:nvGraphicFramePr>
            <p:cNvPr id="8" name="Object 2">
              <a:extLst>
                <a:ext uri="{FF2B5EF4-FFF2-40B4-BE49-F238E27FC236}">
                  <a16:creationId xmlns:a16="http://schemas.microsoft.com/office/drawing/2014/main" id="{18B47E6A-D1C8-974A-B626-90F3D57DA769}"/>
                </a:ext>
              </a:extLst>
            </p:cNvPr>
            <p:cNvGraphicFramePr>
              <a:graphicFrameLocks noChangeAspect="1"/>
            </p:cNvGraphicFramePr>
            <p:nvPr>
              <p:extLst>
                <p:ext uri="{D42A27DB-BD31-4B8C-83A1-F6EECF244321}">
                  <p14:modId xmlns:p14="http://schemas.microsoft.com/office/powerpoint/2010/main" val="4210224229"/>
                </p:ext>
              </p:extLst>
            </p:nvPr>
          </p:nvGraphicFramePr>
          <p:xfrm>
            <a:off x="384" y="816"/>
            <a:ext cx="3490" cy="2678"/>
          </p:xfrm>
          <a:graphic>
            <a:graphicData uri="http://schemas.openxmlformats.org/presentationml/2006/ole">
              <mc:AlternateContent xmlns:mc="http://schemas.openxmlformats.org/markup-compatibility/2006">
                <mc:Choice xmlns:v="urn:schemas-microsoft-com:vml" Requires="v">
                  <p:oleObj name="Image" r:id="rId2" imgW="4584127" imgH="3517460" progId="PhotoshopElements.Image.3">
                    <p:embed/>
                  </p:oleObj>
                </mc:Choice>
                <mc:Fallback>
                  <p:oleObj name="Image" r:id="rId2" imgW="4584127" imgH="3517460" progId="PhotoshopElements.Image.3">
                    <p:embed/>
                    <p:pic>
                      <p:nvPicPr>
                        <p:cNvPr id="76807" name="Object 2">
                          <a:extLst>
                            <a:ext uri="{FF2B5EF4-FFF2-40B4-BE49-F238E27FC236}">
                              <a16:creationId xmlns:a16="http://schemas.microsoft.com/office/drawing/2014/main" id="{B2935407-FF9F-40EE-AC0F-67E9921478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 y="816"/>
                          <a:ext cx="3490" cy="2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 Box 4">
              <a:extLst>
                <a:ext uri="{FF2B5EF4-FFF2-40B4-BE49-F238E27FC236}">
                  <a16:creationId xmlns:a16="http://schemas.microsoft.com/office/drawing/2014/main" id="{3DAA96CF-B2AB-094E-BF0D-DF78EE68FB90}"/>
                </a:ext>
              </a:extLst>
            </p:cNvPr>
            <p:cNvSpPr txBox="1">
              <a:spLocks noChangeArrowheads="1"/>
            </p:cNvSpPr>
            <p:nvPr/>
          </p:nvSpPr>
          <p:spPr bwMode="auto">
            <a:xfrm>
              <a:off x="2880" y="321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ea typeface="ＭＳ Ｐゴシック" panose="020B0600070205080204" pitchFamily="34" charset="-128"/>
                </a:defRPr>
              </a:lvl1pPr>
              <a:lvl2pPr marL="37931725" indent="-37474525">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a:spcBef>
                  <a:spcPct val="50000"/>
                </a:spcBef>
              </a:pPr>
              <a:r>
                <a:rPr lang="el-GR" altLang="en-US" sz="2400" dirty="0">
                  <a:latin typeface="Arial Unicode MS" pitchFamily="1" charset="0"/>
                  <a:cs typeface="Arial Unicode MS" pitchFamily="1" charset="0"/>
                </a:rPr>
                <a:t>σ</a:t>
              </a:r>
            </a:p>
          </p:txBody>
        </p:sp>
        <p:sp>
          <p:nvSpPr>
            <p:cNvPr id="10" name="Text Box 5">
              <a:extLst>
                <a:ext uri="{FF2B5EF4-FFF2-40B4-BE49-F238E27FC236}">
                  <a16:creationId xmlns:a16="http://schemas.microsoft.com/office/drawing/2014/main" id="{D2A088ED-97A7-2B49-8445-F97E0A20D823}"/>
                </a:ext>
              </a:extLst>
            </p:cNvPr>
            <p:cNvSpPr txBox="1">
              <a:spLocks noChangeArrowheads="1"/>
            </p:cNvSpPr>
            <p:nvPr/>
          </p:nvSpPr>
          <p:spPr bwMode="auto">
            <a:xfrm>
              <a:off x="2832" y="187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ea typeface="ＭＳ Ｐゴシック" panose="020B0600070205080204" pitchFamily="34" charset="-128"/>
                </a:defRPr>
              </a:lvl1pPr>
              <a:lvl2pPr marL="37931725" indent="-37474525">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a:spcBef>
                  <a:spcPct val="50000"/>
                </a:spcBef>
              </a:pPr>
              <a:r>
                <a:rPr lang="el-GR" altLang="en-US" sz="2400" dirty="0">
                  <a:latin typeface="Arial Unicode MS" pitchFamily="1" charset="0"/>
                  <a:cs typeface="Arial Unicode MS" pitchFamily="1" charset="0"/>
                </a:rPr>
                <a:t>σ</a:t>
              </a:r>
            </a:p>
          </p:txBody>
        </p:sp>
        <p:sp>
          <p:nvSpPr>
            <p:cNvPr id="11" name="Text Box 6">
              <a:extLst>
                <a:ext uri="{FF2B5EF4-FFF2-40B4-BE49-F238E27FC236}">
                  <a16:creationId xmlns:a16="http://schemas.microsoft.com/office/drawing/2014/main" id="{8B1F2322-458C-AD47-88CC-6A6575698BCF}"/>
                </a:ext>
              </a:extLst>
            </p:cNvPr>
            <p:cNvSpPr txBox="1">
              <a:spLocks noChangeArrowheads="1"/>
            </p:cNvSpPr>
            <p:nvPr/>
          </p:nvSpPr>
          <p:spPr bwMode="auto">
            <a:xfrm>
              <a:off x="2736" y="864"/>
              <a:ext cx="7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ea typeface="ＭＳ Ｐゴシック" panose="020B0600070205080204" pitchFamily="34" charset="-128"/>
                </a:defRPr>
              </a:lvl1pPr>
              <a:lvl2pPr marL="37931725" indent="-37474525">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a:spcBef>
                  <a:spcPct val="50000"/>
                </a:spcBef>
              </a:pPr>
              <a:r>
                <a:rPr lang="el-GR" altLang="en-US" sz="2400" dirty="0">
                  <a:latin typeface="Arial Unicode MS" pitchFamily="1" charset="0"/>
                  <a:cs typeface="Arial Unicode MS" pitchFamily="1" charset="0"/>
                </a:rPr>
                <a:t>σ</a:t>
              </a:r>
              <a:r>
                <a:rPr lang="en-US" altLang="en-US" sz="2400" dirty="0">
                  <a:latin typeface="Arial Unicode MS" pitchFamily="1" charset="0"/>
                  <a:cs typeface="Arial Unicode MS" pitchFamily="1" charset="0"/>
                </a:rPr>
                <a:t>*</a:t>
              </a:r>
              <a:endParaRPr lang="el-GR" altLang="en-US" sz="2400" dirty="0">
                <a:latin typeface="Arial Unicode MS" pitchFamily="1" charset="0"/>
                <a:cs typeface="Arial Unicode MS" pitchFamily="1" charset="0"/>
              </a:endParaRPr>
            </a:p>
          </p:txBody>
        </p:sp>
        <p:sp>
          <p:nvSpPr>
            <p:cNvPr id="12" name="Text Box 7">
              <a:extLst>
                <a:ext uri="{FF2B5EF4-FFF2-40B4-BE49-F238E27FC236}">
                  <a16:creationId xmlns:a16="http://schemas.microsoft.com/office/drawing/2014/main" id="{41CEE914-9EFC-F840-B691-F91E2B72AAA5}"/>
                </a:ext>
              </a:extLst>
            </p:cNvPr>
            <p:cNvSpPr txBox="1">
              <a:spLocks noChangeArrowheads="1"/>
            </p:cNvSpPr>
            <p:nvPr/>
          </p:nvSpPr>
          <p:spPr bwMode="auto">
            <a:xfrm>
              <a:off x="2832" y="259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ea typeface="ＭＳ Ｐゴシック" panose="020B0600070205080204" pitchFamily="34" charset="-128"/>
                </a:defRPr>
              </a:lvl1pPr>
              <a:lvl2pPr marL="37931725" indent="-37474525">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a:spcBef>
                  <a:spcPct val="50000"/>
                </a:spcBef>
              </a:pPr>
              <a:r>
                <a:rPr lang="el-GR" altLang="en-US" sz="2400" dirty="0">
                  <a:latin typeface="Arial Unicode MS" pitchFamily="1" charset="0"/>
                  <a:cs typeface="Arial Unicode MS" pitchFamily="1" charset="0"/>
                </a:rPr>
                <a:t>σ</a:t>
              </a:r>
              <a:r>
                <a:rPr lang="en-US" altLang="en-US" sz="2400" dirty="0">
                  <a:latin typeface="Arial Unicode MS" pitchFamily="1" charset="0"/>
                  <a:cs typeface="Arial Unicode MS" pitchFamily="1" charset="0"/>
                </a:rPr>
                <a:t>*</a:t>
              </a:r>
              <a:endParaRPr lang="el-GR" altLang="en-US" sz="2400" dirty="0">
                <a:latin typeface="Arial Unicode MS" pitchFamily="1" charset="0"/>
                <a:cs typeface="Arial Unicode MS" pitchFamily="1" charset="0"/>
              </a:endParaRPr>
            </a:p>
          </p:txBody>
        </p:sp>
        <p:sp>
          <p:nvSpPr>
            <p:cNvPr id="13" name="Text Box 8">
              <a:extLst>
                <a:ext uri="{FF2B5EF4-FFF2-40B4-BE49-F238E27FC236}">
                  <a16:creationId xmlns:a16="http://schemas.microsoft.com/office/drawing/2014/main" id="{0A72B4CF-88E7-B844-8B6D-D13DBE72BECC}"/>
                </a:ext>
              </a:extLst>
            </p:cNvPr>
            <p:cNvSpPr txBox="1">
              <a:spLocks noChangeArrowheads="1"/>
            </p:cNvSpPr>
            <p:nvPr/>
          </p:nvSpPr>
          <p:spPr bwMode="auto">
            <a:xfrm>
              <a:off x="2832" y="216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ea typeface="ＭＳ Ｐゴシック" panose="020B0600070205080204" pitchFamily="34" charset="-128"/>
                </a:defRPr>
              </a:lvl1pPr>
              <a:lvl2pPr marL="37931725" indent="-37474525">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a:spcBef>
                  <a:spcPct val="50000"/>
                </a:spcBef>
              </a:pPr>
              <a:r>
                <a:rPr lang="el-GR" altLang="en-US" sz="2400" dirty="0">
                  <a:latin typeface="Arial Unicode MS" pitchFamily="1" charset="0"/>
                  <a:cs typeface="Arial Unicode MS" pitchFamily="1" charset="0"/>
                </a:rPr>
                <a:t>π</a:t>
              </a:r>
            </a:p>
          </p:txBody>
        </p:sp>
        <p:sp>
          <p:nvSpPr>
            <p:cNvPr id="14" name="Text Box 9">
              <a:extLst>
                <a:ext uri="{FF2B5EF4-FFF2-40B4-BE49-F238E27FC236}">
                  <a16:creationId xmlns:a16="http://schemas.microsoft.com/office/drawing/2014/main" id="{FD155938-EBF6-1548-AAC8-98EE1A605A10}"/>
                </a:ext>
              </a:extLst>
            </p:cNvPr>
            <p:cNvSpPr txBox="1">
              <a:spLocks noChangeArrowheads="1"/>
            </p:cNvSpPr>
            <p:nvPr/>
          </p:nvSpPr>
          <p:spPr bwMode="auto">
            <a:xfrm>
              <a:off x="2789" y="120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ea typeface="ＭＳ Ｐゴシック" panose="020B0600070205080204" pitchFamily="34" charset="-128"/>
                </a:defRPr>
              </a:lvl1pPr>
              <a:lvl2pPr marL="37931725" indent="-37474525">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a:spcBef>
                  <a:spcPct val="50000"/>
                </a:spcBef>
              </a:pPr>
              <a:r>
                <a:rPr lang="el-GR" altLang="en-US" sz="2400" dirty="0">
                  <a:latin typeface="Arial Unicode MS" pitchFamily="1" charset="0"/>
                  <a:cs typeface="Arial Unicode MS" pitchFamily="1" charset="0"/>
                </a:rPr>
                <a:t>π</a:t>
              </a:r>
              <a:r>
                <a:rPr lang="en-US" altLang="en-US" sz="2400" dirty="0">
                  <a:latin typeface="Arial Unicode MS" pitchFamily="1" charset="0"/>
                  <a:cs typeface="Arial Unicode MS" pitchFamily="1" charset="0"/>
                </a:rPr>
                <a:t>*</a:t>
              </a:r>
              <a:endParaRPr lang="el-GR" altLang="en-US" sz="2400" dirty="0">
                <a:latin typeface="Arial Unicode MS" pitchFamily="1" charset="0"/>
                <a:cs typeface="Arial Unicode MS" pitchFamily="1" charset="0"/>
              </a:endParaRPr>
            </a:p>
          </p:txBody>
        </p:sp>
        <p:sp>
          <p:nvSpPr>
            <p:cNvPr id="15" name="Line 11">
              <a:extLst>
                <a:ext uri="{FF2B5EF4-FFF2-40B4-BE49-F238E27FC236}">
                  <a16:creationId xmlns:a16="http://schemas.microsoft.com/office/drawing/2014/main" id="{FE4600BA-3D7C-A843-AA7B-DA571E2E552B}"/>
                </a:ext>
              </a:extLst>
            </p:cNvPr>
            <p:cNvSpPr>
              <a:spLocks noChangeShapeType="1"/>
            </p:cNvSpPr>
            <p:nvPr/>
          </p:nvSpPr>
          <p:spPr bwMode="auto">
            <a:xfrm flipV="1">
              <a:off x="2064" y="3264"/>
              <a:ext cx="1" cy="24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highlight>
                  <a:srgbClr val="000000"/>
                </a:highlight>
              </a:endParaRPr>
            </a:p>
          </p:txBody>
        </p:sp>
        <p:sp>
          <p:nvSpPr>
            <p:cNvPr id="16" name="Line 12">
              <a:extLst>
                <a:ext uri="{FF2B5EF4-FFF2-40B4-BE49-F238E27FC236}">
                  <a16:creationId xmlns:a16="http://schemas.microsoft.com/office/drawing/2014/main" id="{DFE811C2-B13D-BB43-8166-0FA1CF7E4135}"/>
                </a:ext>
              </a:extLst>
            </p:cNvPr>
            <p:cNvSpPr>
              <a:spLocks noChangeShapeType="1"/>
            </p:cNvSpPr>
            <p:nvPr/>
          </p:nvSpPr>
          <p:spPr bwMode="auto">
            <a:xfrm flipV="1">
              <a:off x="2016" y="2640"/>
              <a:ext cx="1" cy="24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highlight>
                  <a:srgbClr val="000000"/>
                </a:highlight>
              </a:endParaRPr>
            </a:p>
          </p:txBody>
        </p:sp>
        <p:sp>
          <p:nvSpPr>
            <p:cNvPr id="17" name="Line 13">
              <a:extLst>
                <a:ext uri="{FF2B5EF4-FFF2-40B4-BE49-F238E27FC236}">
                  <a16:creationId xmlns:a16="http://schemas.microsoft.com/office/drawing/2014/main" id="{08E918E0-B523-0543-9149-965FFF4EC726}"/>
                </a:ext>
              </a:extLst>
            </p:cNvPr>
            <p:cNvSpPr>
              <a:spLocks noChangeShapeType="1"/>
            </p:cNvSpPr>
            <p:nvPr/>
          </p:nvSpPr>
          <p:spPr bwMode="auto">
            <a:xfrm flipV="1">
              <a:off x="1872" y="2208"/>
              <a:ext cx="1" cy="24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highlight>
                  <a:srgbClr val="000000"/>
                </a:highlight>
              </a:endParaRPr>
            </a:p>
          </p:txBody>
        </p:sp>
        <p:sp>
          <p:nvSpPr>
            <p:cNvPr id="18" name="Line 14">
              <a:extLst>
                <a:ext uri="{FF2B5EF4-FFF2-40B4-BE49-F238E27FC236}">
                  <a16:creationId xmlns:a16="http://schemas.microsoft.com/office/drawing/2014/main" id="{9F30F909-AE8F-7747-AE36-3EC54B91A48F}"/>
                </a:ext>
              </a:extLst>
            </p:cNvPr>
            <p:cNvSpPr>
              <a:spLocks noChangeShapeType="1"/>
            </p:cNvSpPr>
            <p:nvPr/>
          </p:nvSpPr>
          <p:spPr bwMode="auto">
            <a:xfrm flipV="1">
              <a:off x="2208" y="2208"/>
              <a:ext cx="1" cy="24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highlight>
                  <a:srgbClr val="000000"/>
                </a:highlight>
              </a:endParaRPr>
            </a:p>
          </p:txBody>
        </p:sp>
        <p:sp>
          <p:nvSpPr>
            <p:cNvPr id="19" name="Line 15">
              <a:extLst>
                <a:ext uri="{FF2B5EF4-FFF2-40B4-BE49-F238E27FC236}">
                  <a16:creationId xmlns:a16="http://schemas.microsoft.com/office/drawing/2014/main" id="{6F253A6D-C536-3246-B296-CB2297B93D6C}"/>
                </a:ext>
              </a:extLst>
            </p:cNvPr>
            <p:cNvSpPr>
              <a:spLocks noChangeShapeType="1"/>
            </p:cNvSpPr>
            <p:nvPr/>
          </p:nvSpPr>
          <p:spPr bwMode="auto">
            <a:xfrm flipV="1">
              <a:off x="2016" y="1920"/>
              <a:ext cx="1" cy="24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highlight>
                  <a:srgbClr val="000000"/>
                </a:highlight>
              </a:endParaRPr>
            </a:p>
          </p:txBody>
        </p:sp>
        <p:sp>
          <p:nvSpPr>
            <p:cNvPr id="20" name="Line 16">
              <a:extLst>
                <a:ext uri="{FF2B5EF4-FFF2-40B4-BE49-F238E27FC236}">
                  <a16:creationId xmlns:a16="http://schemas.microsoft.com/office/drawing/2014/main" id="{C9CAD794-FEEA-A74A-AA30-6E9304DC531B}"/>
                </a:ext>
              </a:extLst>
            </p:cNvPr>
            <p:cNvSpPr>
              <a:spLocks noChangeShapeType="1"/>
            </p:cNvSpPr>
            <p:nvPr/>
          </p:nvSpPr>
          <p:spPr bwMode="auto">
            <a:xfrm>
              <a:off x="2160" y="3264"/>
              <a:ext cx="1" cy="24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highlight>
                  <a:srgbClr val="000000"/>
                </a:highlight>
              </a:endParaRPr>
            </a:p>
          </p:txBody>
        </p:sp>
        <p:sp>
          <p:nvSpPr>
            <p:cNvPr id="21" name="Line 17">
              <a:extLst>
                <a:ext uri="{FF2B5EF4-FFF2-40B4-BE49-F238E27FC236}">
                  <a16:creationId xmlns:a16="http://schemas.microsoft.com/office/drawing/2014/main" id="{B017FED6-4A4B-9847-AD53-1D3A3F49EF4C}"/>
                </a:ext>
              </a:extLst>
            </p:cNvPr>
            <p:cNvSpPr>
              <a:spLocks noChangeShapeType="1"/>
            </p:cNvSpPr>
            <p:nvPr/>
          </p:nvSpPr>
          <p:spPr bwMode="auto">
            <a:xfrm>
              <a:off x="2112" y="2640"/>
              <a:ext cx="1" cy="24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highlight>
                  <a:srgbClr val="000000"/>
                </a:highlight>
              </a:endParaRPr>
            </a:p>
          </p:txBody>
        </p:sp>
        <p:sp>
          <p:nvSpPr>
            <p:cNvPr id="22" name="Line 18">
              <a:extLst>
                <a:ext uri="{FF2B5EF4-FFF2-40B4-BE49-F238E27FC236}">
                  <a16:creationId xmlns:a16="http://schemas.microsoft.com/office/drawing/2014/main" id="{034B6D39-2F75-EB49-AC6E-E4FD0D544637}"/>
                </a:ext>
              </a:extLst>
            </p:cNvPr>
            <p:cNvSpPr>
              <a:spLocks noChangeShapeType="1"/>
            </p:cNvSpPr>
            <p:nvPr/>
          </p:nvSpPr>
          <p:spPr bwMode="auto">
            <a:xfrm>
              <a:off x="1968" y="2208"/>
              <a:ext cx="1" cy="24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highlight>
                  <a:srgbClr val="000000"/>
                </a:highlight>
              </a:endParaRPr>
            </a:p>
          </p:txBody>
        </p:sp>
        <p:sp>
          <p:nvSpPr>
            <p:cNvPr id="23" name="Line 19">
              <a:extLst>
                <a:ext uri="{FF2B5EF4-FFF2-40B4-BE49-F238E27FC236}">
                  <a16:creationId xmlns:a16="http://schemas.microsoft.com/office/drawing/2014/main" id="{50E546AC-F9CE-FF47-900D-252B70EAF204}"/>
                </a:ext>
              </a:extLst>
            </p:cNvPr>
            <p:cNvSpPr>
              <a:spLocks noChangeShapeType="1"/>
            </p:cNvSpPr>
            <p:nvPr/>
          </p:nvSpPr>
          <p:spPr bwMode="auto">
            <a:xfrm>
              <a:off x="2304" y="2208"/>
              <a:ext cx="1" cy="24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highlight>
                  <a:srgbClr val="000000"/>
                </a:highlight>
              </a:endParaRPr>
            </a:p>
          </p:txBody>
        </p:sp>
        <p:sp>
          <p:nvSpPr>
            <p:cNvPr id="24" name="Line 20">
              <a:extLst>
                <a:ext uri="{FF2B5EF4-FFF2-40B4-BE49-F238E27FC236}">
                  <a16:creationId xmlns:a16="http://schemas.microsoft.com/office/drawing/2014/main" id="{E86307CF-FA36-BE42-8D76-05DEF3CE92DB}"/>
                </a:ext>
              </a:extLst>
            </p:cNvPr>
            <p:cNvSpPr>
              <a:spLocks noChangeShapeType="1"/>
            </p:cNvSpPr>
            <p:nvPr/>
          </p:nvSpPr>
          <p:spPr bwMode="auto">
            <a:xfrm>
              <a:off x="2112" y="1920"/>
              <a:ext cx="1" cy="24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highlight>
                  <a:srgbClr val="000000"/>
                </a:highlight>
              </a:endParaRPr>
            </a:p>
          </p:txBody>
        </p:sp>
      </p:grpSp>
      <p:sp>
        <p:nvSpPr>
          <p:cNvPr id="25" name="Line 15">
            <a:extLst>
              <a:ext uri="{FF2B5EF4-FFF2-40B4-BE49-F238E27FC236}">
                <a16:creationId xmlns:a16="http://schemas.microsoft.com/office/drawing/2014/main" id="{9B36C2B4-E4C8-6C41-B926-B64E68FB3F31}"/>
              </a:ext>
            </a:extLst>
          </p:cNvPr>
          <p:cNvSpPr>
            <a:spLocks noChangeShapeType="1"/>
          </p:cNvSpPr>
          <p:nvPr/>
        </p:nvSpPr>
        <p:spPr bwMode="auto">
          <a:xfrm flipV="1">
            <a:off x="1993232" y="5662863"/>
            <a:ext cx="1588" cy="381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highlight>
                <a:srgbClr val="000000"/>
              </a:highlight>
            </a:endParaRPr>
          </a:p>
        </p:txBody>
      </p:sp>
      <p:sp>
        <p:nvSpPr>
          <p:cNvPr id="26" name="Line 20">
            <a:extLst>
              <a:ext uri="{FF2B5EF4-FFF2-40B4-BE49-F238E27FC236}">
                <a16:creationId xmlns:a16="http://schemas.microsoft.com/office/drawing/2014/main" id="{CEEB5FD2-280F-404F-B31F-70008E03DE13}"/>
              </a:ext>
            </a:extLst>
          </p:cNvPr>
          <p:cNvSpPr>
            <a:spLocks noChangeShapeType="1"/>
          </p:cNvSpPr>
          <p:nvPr/>
        </p:nvSpPr>
        <p:spPr bwMode="auto">
          <a:xfrm>
            <a:off x="2145632" y="5662863"/>
            <a:ext cx="1588" cy="381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highlight>
                <a:srgbClr val="000000"/>
              </a:highlight>
            </a:endParaRPr>
          </a:p>
        </p:txBody>
      </p:sp>
      <p:sp>
        <p:nvSpPr>
          <p:cNvPr id="27" name="Line 15">
            <a:extLst>
              <a:ext uri="{FF2B5EF4-FFF2-40B4-BE49-F238E27FC236}">
                <a16:creationId xmlns:a16="http://schemas.microsoft.com/office/drawing/2014/main" id="{F3FDC50C-CA26-1B4A-862A-3BDEBBB7A1EF}"/>
              </a:ext>
            </a:extLst>
          </p:cNvPr>
          <p:cNvSpPr>
            <a:spLocks noChangeShapeType="1"/>
          </p:cNvSpPr>
          <p:nvPr/>
        </p:nvSpPr>
        <p:spPr bwMode="auto">
          <a:xfrm flipV="1">
            <a:off x="5609139" y="5646988"/>
            <a:ext cx="1588" cy="381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highlight>
                <a:srgbClr val="000000"/>
              </a:highlight>
            </a:endParaRPr>
          </a:p>
        </p:txBody>
      </p:sp>
      <p:sp>
        <p:nvSpPr>
          <p:cNvPr id="28" name="Line 20">
            <a:extLst>
              <a:ext uri="{FF2B5EF4-FFF2-40B4-BE49-F238E27FC236}">
                <a16:creationId xmlns:a16="http://schemas.microsoft.com/office/drawing/2014/main" id="{F53E2D58-7301-CB47-97E7-DE14BD97C0F4}"/>
              </a:ext>
            </a:extLst>
          </p:cNvPr>
          <p:cNvSpPr>
            <a:spLocks noChangeShapeType="1"/>
          </p:cNvSpPr>
          <p:nvPr/>
        </p:nvSpPr>
        <p:spPr bwMode="auto">
          <a:xfrm>
            <a:off x="5761539" y="5646988"/>
            <a:ext cx="1588" cy="381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highlight>
                <a:srgbClr val="000000"/>
              </a:highlight>
            </a:endParaRPr>
          </a:p>
        </p:txBody>
      </p:sp>
      <p:sp>
        <p:nvSpPr>
          <p:cNvPr id="31" name="Line 15">
            <a:extLst>
              <a:ext uri="{FF2B5EF4-FFF2-40B4-BE49-F238E27FC236}">
                <a16:creationId xmlns:a16="http://schemas.microsoft.com/office/drawing/2014/main" id="{B557FE5E-EE90-FE4B-B7CE-7FD8BF65D31E}"/>
              </a:ext>
            </a:extLst>
          </p:cNvPr>
          <p:cNvSpPr>
            <a:spLocks noChangeShapeType="1"/>
          </p:cNvSpPr>
          <p:nvPr/>
        </p:nvSpPr>
        <p:spPr bwMode="auto">
          <a:xfrm flipV="1">
            <a:off x="1333918" y="3360988"/>
            <a:ext cx="1588" cy="381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highlight>
                <a:srgbClr val="000000"/>
              </a:highlight>
            </a:endParaRPr>
          </a:p>
        </p:txBody>
      </p:sp>
      <p:sp>
        <p:nvSpPr>
          <p:cNvPr id="33" name="Line 15">
            <a:extLst>
              <a:ext uri="{FF2B5EF4-FFF2-40B4-BE49-F238E27FC236}">
                <a16:creationId xmlns:a16="http://schemas.microsoft.com/office/drawing/2014/main" id="{1E485E2E-741E-E547-AEC0-54401FAB41FB}"/>
              </a:ext>
            </a:extLst>
          </p:cNvPr>
          <p:cNvSpPr>
            <a:spLocks noChangeShapeType="1"/>
          </p:cNvSpPr>
          <p:nvPr/>
        </p:nvSpPr>
        <p:spPr bwMode="auto">
          <a:xfrm flipV="1">
            <a:off x="1859297" y="3360988"/>
            <a:ext cx="1588" cy="381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highlight>
                <a:srgbClr val="000000"/>
              </a:highlight>
            </a:endParaRPr>
          </a:p>
        </p:txBody>
      </p:sp>
      <p:sp>
        <p:nvSpPr>
          <p:cNvPr id="34" name="Line 15">
            <a:extLst>
              <a:ext uri="{FF2B5EF4-FFF2-40B4-BE49-F238E27FC236}">
                <a16:creationId xmlns:a16="http://schemas.microsoft.com/office/drawing/2014/main" id="{C5B76EED-856E-3642-9B1B-01E90711EDBD}"/>
              </a:ext>
            </a:extLst>
          </p:cNvPr>
          <p:cNvSpPr>
            <a:spLocks noChangeShapeType="1"/>
          </p:cNvSpPr>
          <p:nvPr/>
        </p:nvSpPr>
        <p:spPr bwMode="auto">
          <a:xfrm flipV="1">
            <a:off x="2384676" y="3360988"/>
            <a:ext cx="1588" cy="381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highlight>
                <a:srgbClr val="000000"/>
              </a:highlight>
            </a:endParaRPr>
          </a:p>
        </p:txBody>
      </p:sp>
      <p:sp>
        <p:nvSpPr>
          <p:cNvPr id="35" name="Line 15">
            <a:extLst>
              <a:ext uri="{FF2B5EF4-FFF2-40B4-BE49-F238E27FC236}">
                <a16:creationId xmlns:a16="http://schemas.microsoft.com/office/drawing/2014/main" id="{1779B1D0-9A79-724D-AC6B-E7A5FDD059B9}"/>
              </a:ext>
            </a:extLst>
          </p:cNvPr>
          <p:cNvSpPr>
            <a:spLocks noChangeShapeType="1"/>
          </p:cNvSpPr>
          <p:nvPr/>
        </p:nvSpPr>
        <p:spPr bwMode="auto">
          <a:xfrm flipV="1">
            <a:off x="5077327" y="3429000"/>
            <a:ext cx="1588" cy="381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highlight>
                <a:srgbClr val="000000"/>
              </a:highlight>
            </a:endParaRPr>
          </a:p>
        </p:txBody>
      </p:sp>
      <p:sp>
        <p:nvSpPr>
          <p:cNvPr id="36" name="Line 15">
            <a:extLst>
              <a:ext uri="{FF2B5EF4-FFF2-40B4-BE49-F238E27FC236}">
                <a16:creationId xmlns:a16="http://schemas.microsoft.com/office/drawing/2014/main" id="{7635ED69-C0C5-7947-BFD3-B1A9F507A685}"/>
              </a:ext>
            </a:extLst>
          </p:cNvPr>
          <p:cNvSpPr>
            <a:spLocks noChangeShapeType="1"/>
          </p:cNvSpPr>
          <p:nvPr/>
        </p:nvSpPr>
        <p:spPr bwMode="auto">
          <a:xfrm flipV="1">
            <a:off x="5694866" y="3453063"/>
            <a:ext cx="1588" cy="381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highlight>
                <a:srgbClr val="000000"/>
              </a:highlight>
            </a:endParaRPr>
          </a:p>
        </p:txBody>
      </p:sp>
      <p:sp>
        <p:nvSpPr>
          <p:cNvPr id="37" name="Line 15">
            <a:extLst>
              <a:ext uri="{FF2B5EF4-FFF2-40B4-BE49-F238E27FC236}">
                <a16:creationId xmlns:a16="http://schemas.microsoft.com/office/drawing/2014/main" id="{940492BA-46D3-5049-B949-90EF7EDC4729}"/>
              </a:ext>
            </a:extLst>
          </p:cNvPr>
          <p:cNvSpPr>
            <a:spLocks noChangeShapeType="1"/>
          </p:cNvSpPr>
          <p:nvPr/>
        </p:nvSpPr>
        <p:spPr bwMode="auto">
          <a:xfrm flipV="1">
            <a:off x="6310817" y="3429000"/>
            <a:ext cx="1588" cy="381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highlight>
                <a:srgbClr val="000000"/>
              </a:highlight>
            </a:endParaRPr>
          </a:p>
        </p:txBody>
      </p:sp>
      <p:sp>
        <p:nvSpPr>
          <p:cNvPr id="38" name="Rectangle 37">
            <a:extLst>
              <a:ext uri="{FF2B5EF4-FFF2-40B4-BE49-F238E27FC236}">
                <a16:creationId xmlns:a16="http://schemas.microsoft.com/office/drawing/2014/main" id="{515B067B-4814-8643-B095-90B6C24ABD5D}"/>
              </a:ext>
            </a:extLst>
          </p:cNvPr>
          <p:cNvSpPr/>
          <p:nvPr/>
        </p:nvSpPr>
        <p:spPr>
          <a:xfrm>
            <a:off x="7228393" y="3617131"/>
            <a:ext cx="6096000" cy="369332"/>
          </a:xfrm>
          <a:prstGeom prst="rect">
            <a:avLst/>
          </a:prstGeom>
        </p:spPr>
        <p:txBody>
          <a:bodyPr>
            <a:spAutoFit/>
          </a:bodyPr>
          <a:lstStyle/>
          <a:p>
            <a:r>
              <a:rPr lang="en-US" altLang="en-US" dirty="0">
                <a:latin typeface="Arial" panose="020B0604020202020204" pitchFamily="34" charset="0"/>
              </a:rPr>
              <a:t>The bond order in N</a:t>
            </a:r>
            <a:r>
              <a:rPr lang="en-US" altLang="en-US" baseline="-25000" dirty="0">
                <a:latin typeface="Arial" panose="020B0604020202020204" pitchFamily="34" charset="0"/>
              </a:rPr>
              <a:t>2</a:t>
            </a:r>
            <a:r>
              <a:rPr lang="en-US" altLang="en-US" dirty="0">
                <a:latin typeface="Arial" panose="020B0604020202020204" pitchFamily="34" charset="0"/>
              </a:rPr>
              <a:t> is (8-2)/2 = 3</a:t>
            </a:r>
          </a:p>
        </p:txBody>
      </p:sp>
    </p:spTree>
    <p:extLst>
      <p:ext uri="{BB962C8B-B14F-4D97-AF65-F5344CB8AC3E}">
        <p14:creationId xmlns:p14="http://schemas.microsoft.com/office/powerpoint/2010/main" val="2933721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31" grpId="0" animBg="1"/>
      <p:bldP spid="33" grpId="0" animBg="1"/>
      <p:bldP spid="34" grpId="0" animBg="1"/>
      <p:bldP spid="35" grpId="0" animBg="1"/>
      <p:bldP spid="36" grpId="0" animBg="1"/>
      <p:bldP spid="37" grpId="0" animBg="1"/>
      <p:bldP spid="38"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1B656-86DF-434B-9CCE-B55FA5AE2D41}"/>
              </a:ext>
            </a:extLst>
          </p:cNvPr>
          <p:cNvSpPr>
            <a:spLocks noGrp="1"/>
          </p:cNvSpPr>
          <p:nvPr>
            <p:ph type="title"/>
          </p:nvPr>
        </p:nvSpPr>
        <p:spPr>
          <a:xfrm>
            <a:off x="838200" y="681037"/>
            <a:ext cx="10515600" cy="1325563"/>
          </a:xfrm>
        </p:spPr>
        <p:txBody>
          <a:bodyPr vert="horz" lIns="91440" tIns="45720" rIns="91440" bIns="45720" rtlCol="0" anchor="ctr">
            <a:noAutofit/>
          </a:bodyPr>
          <a:lstStyle/>
          <a:p>
            <a:r>
              <a:rPr lang="en-GB" sz="2800" dirty="0"/>
              <a:t>4)  Draw all the molecular orbitals considered in Q3 (show clearly how they form through the overlap of the corresponding atomic orbitals). Indicate clearly orbital shape, phases, position of nuclei and nodes. </a:t>
            </a:r>
            <a:endParaRPr lang="en-US" sz="2800" dirty="0"/>
          </a:p>
        </p:txBody>
      </p:sp>
      <p:grpSp>
        <p:nvGrpSpPr>
          <p:cNvPr id="78" name="Group 77">
            <a:extLst>
              <a:ext uri="{FF2B5EF4-FFF2-40B4-BE49-F238E27FC236}">
                <a16:creationId xmlns:a16="http://schemas.microsoft.com/office/drawing/2014/main" id="{328FBF53-9724-5B41-8AFD-718897E2A189}"/>
              </a:ext>
            </a:extLst>
          </p:cNvPr>
          <p:cNvGrpSpPr/>
          <p:nvPr/>
        </p:nvGrpSpPr>
        <p:grpSpPr>
          <a:xfrm>
            <a:off x="3950609" y="2006600"/>
            <a:ext cx="4264710" cy="4936375"/>
            <a:chOff x="457200" y="685800"/>
            <a:chExt cx="4933950" cy="6096000"/>
          </a:xfrm>
        </p:grpSpPr>
        <p:pic>
          <p:nvPicPr>
            <p:cNvPr id="3" name="Picture 2" descr="F2(h)2">
              <a:extLst>
                <a:ext uri="{FF2B5EF4-FFF2-40B4-BE49-F238E27FC236}">
                  <a16:creationId xmlns:a16="http://schemas.microsoft.com/office/drawing/2014/main" id="{A703301C-4F42-C541-977A-E27D465F45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8525" y="2057400"/>
              <a:ext cx="98107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F2(h-1)">
              <a:extLst>
                <a:ext uri="{FF2B5EF4-FFF2-40B4-BE49-F238E27FC236}">
                  <a16:creationId xmlns:a16="http://schemas.microsoft.com/office/drawing/2014/main" id="{3BF4F6DA-E0FD-8A47-974F-2E34FB4794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981200"/>
              <a:ext cx="8953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F2(l)">
              <a:extLst>
                <a:ext uri="{FF2B5EF4-FFF2-40B4-BE49-F238E27FC236}">
                  <a16:creationId xmlns:a16="http://schemas.microsoft.com/office/drawing/2014/main" id="{0B1A8A9D-CD96-EE46-A3BE-B29CAA502D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990600"/>
              <a:ext cx="11430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F2(h-2)">
              <a:extLst>
                <a:ext uri="{FF2B5EF4-FFF2-40B4-BE49-F238E27FC236}">
                  <a16:creationId xmlns:a16="http://schemas.microsoft.com/office/drawing/2014/main" id="{DFDE5295-6E79-EB4F-AA17-0A502D2C90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60709" y="4550146"/>
              <a:ext cx="10890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F2(h-3)">
              <a:extLst>
                <a:ext uri="{FF2B5EF4-FFF2-40B4-BE49-F238E27FC236}">
                  <a16:creationId xmlns:a16="http://schemas.microsoft.com/office/drawing/2014/main" id="{BFB79CA0-CF5D-B24D-BCAF-BB6AA08CBC4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49734" y="4494582"/>
              <a:ext cx="925513"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F2(h-4)">
              <a:extLst>
                <a:ext uri="{FF2B5EF4-FFF2-40B4-BE49-F238E27FC236}">
                  <a16:creationId xmlns:a16="http://schemas.microsoft.com/office/drawing/2014/main" id="{1CECA949-6066-5F45-8668-1F0E714A952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87762" y="3735016"/>
              <a:ext cx="1006475"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F2(h-5)">
              <a:extLst>
                <a:ext uri="{FF2B5EF4-FFF2-40B4-BE49-F238E27FC236}">
                  <a16:creationId xmlns:a16="http://schemas.microsoft.com/office/drawing/2014/main" id="{26CC8C97-0F7A-9645-93F3-921C9E5CD1F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2400" y="5281613"/>
              <a:ext cx="820738"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F2(h-6)">
              <a:extLst>
                <a:ext uri="{FF2B5EF4-FFF2-40B4-BE49-F238E27FC236}">
                  <a16:creationId xmlns:a16="http://schemas.microsoft.com/office/drawing/2014/main" id="{A1045223-D563-5A4C-880C-66014373278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62400" y="6248400"/>
              <a:ext cx="8159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Line 10">
              <a:extLst>
                <a:ext uri="{FF2B5EF4-FFF2-40B4-BE49-F238E27FC236}">
                  <a16:creationId xmlns:a16="http://schemas.microsoft.com/office/drawing/2014/main" id="{B601363C-3A94-1F4A-ACAC-3FF1E1A1AD72}"/>
                </a:ext>
              </a:extLst>
            </p:cNvPr>
            <p:cNvSpPr>
              <a:spLocks noChangeShapeType="1"/>
            </p:cNvSpPr>
            <p:nvPr/>
          </p:nvSpPr>
          <p:spPr bwMode="auto">
            <a:xfrm>
              <a:off x="990600" y="6019800"/>
              <a:ext cx="533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2" name="Line 11">
              <a:extLst>
                <a:ext uri="{FF2B5EF4-FFF2-40B4-BE49-F238E27FC236}">
                  <a16:creationId xmlns:a16="http://schemas.microsoft.com/office/drawing/2014/main" id="{4D5C5D4E-6559-7B42-9800-E14C367B1B9C}"/>
                </a:ext>
              </a:extLst>
            </p:cNvPr>
            <p:cNvSpPr>
              <a:spLocks noChangeShapeType="1"/>
            </p:cNvSpPr>
            <p:nvPr/>
          </p:nvSpPr>
          <p:spPr bwMode="auto">
            <a:xfrm>
              <a:off x="3276600" y="6019800"/>
              <a:ext cx="533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3" name="Line 12">
              <a:extLst>
                <a:ext uri="{FF2B5EF4-FFF2-40B4-BE49-F238E27FC236}">
                  <a16:creationId xmlns:a16="http://schemas.microsoft.com/office/drawing/2014/main" id="{36022FA1-078D-AF47-8D2D-139B3C12BA17}"/>
                </a:ext>
              </a:extLst>
            </p:cNvPr>
            <p:cNvSpPr>
              <a:spLocks noChangeShapeType="1"/>
            </p:cNvSpPr>
            <p:nvPr/>
          </p:nvSpPr>
          <p:spPr bwMode="auto">
            <a:xfrm>
              <a:off x="2133600" y="5562600"/>
              <a:ext cx="533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 name="Line 13">
              <a:extLst>
                <a:ext uri="{FF2B5EF4-FFF2-40B4-BE49-F238E27FC236}">
                  <a16:creationId xmlns:a16="http://schemas.microsoft.com/office/drawing/2014/main" id="{D3FE0BC5-2B5C-8146-B443-5CC9342136B7}"/>
                </a:ext>
              </a:extLst>
            </p:cNvPr>
            <p:cNvSpPr>
              <a:spLocks noChangeShapeType="1"/>
            </p:cNvSpPr>
            <p:nvPr/>
          </p:nvSpPr>
          <p:spPr bwMode="auto">
            <a:xfrm>
              <a:off x="2133600" y="6400800"/>
              <a:ext cx="533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cxnSp>
          <p:nvCxnSpPr>
            <p:cNvPr id="15" name="AutoShape 14">
              <a:extLst>
                <a:ext uri="{FF2B5EF4-FFF2-40B4-BE49-F238E27FC236}">
                  <a16:creationId xmlns:a16="http://schemas.microsoft.com/office/drawing/2014/main" id="{4B32163F-9431-0147-99FE-3864E56E05F1}"/>
                </a:ext>
              </a:extLst>
            </p:cNvPr>
            <p:cNvCxnSpPr>
              <a:cxnSpLocks noChangeShapeType="1"/>
              <a:stCxn id="11" idx="1"/>
              <a:endCxn id="14" idx="0"/>
            </p:cNvCxnSpPr>
            <p:nvPr/>
          </p:nvCxnSpPr>
          <p:spPr bwMode="auto">
            <a:xfrm>
              <a:off x="1524000" y="6038850"/>
              <a:ext cx="609600" cy="342900"/>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AutoShape 15">
              <a:extLst>
                <a:ext uri="{FF2B5EF4-FFF2-40B4-BE49-F238E27FC236}">
                  <a16:creationId xmlns:a16="http://schemas.microsoft.com/office/drawing/2014/main" id="{58AB70E5-E8D4-604E-8E28-A0A24A0F99C0}"/>
                </a:ext>
              </a:extLst>
            </p:cNvPr>
            <p:cNvCxnSpPr>
              <a:cxnSpLocks noChangeShapeType="1"/>
              <a:stCxn id="14" idx="1"/>
              <a:endCxn id="12" idx="0"/>
            </p:cNvCxnSpPr>
            <p:nvPr/>
          </p:nvCxnSpPr>
          <p:spPr bwMode="auto">
            <a:xfrm flipV="1">
              <a:off x="2667000" y="6000750"/>
              <a:ext cx="609600" cy="419100"/>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AutoShape 16">
              <a:extLst>
                <a:ext uri="{FF2B5EF4-FFF2-40B4-BE49-F238E27FC236}">
                  <a16:creationId xmlns:a16="http://schemas.microsoft.com/office/drawing/2014/main" id="{9B84A614-1CA3-5A4A-A1DE-BDC93225C721}"/>
                </a:ext>
              </a:extLst>
            </p:cNvPr>
            <p:cNvCxnSpPr>
              <a:cxnSpLocks noChangeShapeType="1"/>
              <a:stCxn id="11" idx="1"/>
              <a:endCxn id="13" idx="0"/>
            </p:cNvCxnSpPr>
            <p:nvPr/>
          </p:nvCxnSpPr>
          <p:spPr bwMode="auto">
            <a:xfrm flipV="1">
              <a:off x="1524000" y="5543550"/>
              <a:ext cx="609600" cy="495300"/>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AutoShape 17">
              <a:extLst>
                <a:ext uri="{FF2B5EF4-FFF2-40B4-BE49-F238E27FC236}">
                  <a16:creationId xmlns:a16="http://schemas.microsoft.com/office/drawing/2014/main" id="{9D59401B-5E26-554A-A084-91B348120D0B}"/>
                </a:ext>
              </a:extLst>
            </p:cNvPr>
            <p:cNvCxnSpPr>
              <a:cxnSpLocks noChangeShapeType="1"/>
              <a:stCxn id="12" idx="0"/>
              <a:endCxn id="13" idx="1"/>
            </p:cNvCxnSpPr>
            <p:nvPr/>
          </p:nvCxnSpPr>
          <p:spPr bwMode="auto">
            <a:xfrm flipH="1" flipV="1">
              <a:off x="2667000" y="5581650"/>
              <a:ext cx="609600" cy="419100"/>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9" name="Group 18">
              <a:extLst>
                <a:ext uri="{FF2B5EF4-FFF2-40B4-BE49-F238E27FC236}">
                  <a16:creationId xmlns:a16="http://schemas.microsoft.com/office/drawing/2014/main" id="{C31888D5-2B47-CB4B-9603-D4BD54E0779A}"/>
                </a:ext>
              </a:extLst>
            </p:cNvPr>
            <p:cNvGrpSpPr>
              <a:grpSpLocks/>
            </p:cNvGrpSpPr>
            <p:nvPr/>
          </p:nvGrpSpPr>
          <p:grpSpPr bwMode="auto">
            <a:xfrm>
              <a:off x="2324100" y="6172200"/>
              <a:ext cx="152400" cy="457200"/>
              <a:chOff x="1344" y="2496"/>
              <a:chExt cx="96" cy="288"/>
            </a:xfrm>
          </p:grpSpPr>
          <p:sp>
            <p:nvSpPr>
              <p:cNvPr id="20" name="Line 19">
                <a:extLst>
                  <a:ext uri="{FF2B5EF4-FFF2-40B4-BE49-F238E27FC236}">
                    <a16:creationId xmlns:a16="http://schemas.microsoft.com/office/drawing/2014/main" id="{426480B5-E789-144C-90D8-79E39F0AF276}"/>
                  </a:ext>
                </a:extLst>
              </p:cNvPr>
              <p:cNvSpPr>
                <a:spLocks noChangeShapeType="1"/>
              </p:cNvSpPr>
              <p:nvPr/>
            </p:nvSpPr>
            <p:spPr bwMode="auto">
              <a:xfrm flipV="1">
                <a:off x="1344" y="249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1" name="Line 20">
                <a:extLst>
                  <a:ext uri="{FF2B5EF4-FFF2-40B4-BE49-F238E27FC236}">
                    <a16:creationId xmlns:a16="http://schemas.microsoft.com/office/drawing/2014/main" id="{41AD80E4-9845-3B4C-AC90-653EA93ED8E8}"/>
                  </a:ext>
                </a:extLst>
              </p:cNvPr>
              <p:cNvSpPr>
                <a:spLocks noChangeShapeType="1"/>
              </p:cNvSpPr>
              <p:nvPr/>
            </p:nvSpPr>
            <p:spPr bwMode="auto">
              <a:xfrm>
                <a:off x="1440" y="249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22" name="Text Box 21">
              <a:extLst>
                <a:ext uri="{FF2B5EF4-FFF2-40B4-BE49-F238E27FC236}">
                  <a16:creationId xmlns:a16="http://schemas.microsoft.com/office/drawing/2014/main" id="{1B0D1B41-BC41-AB4E-AB40-7ACF9AEB795F}"/>
                </a:ext>
              </a:extLst>
            </p:cNvPr>
            <p:cNvSpPr txBox="1">
              <a:spLocks noChangeArrowheads="1"/>
            </p:cNvSpPr>
            <p:nvPr/>
          </p:nvSpPr>
          <p:spPr bwMode="auto">
            <a:xfrm>
              <a:off x="1066800" y="700088"/>
              <a:ext cx="406518" cy="456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dirty="0">
                  <a:latin typeface="Arial" panose="020B0604020202020204" pitchFamily="34" charset="0"/>
                </a:rPr>
                <a:t>N</a:t>
              </a:r>
            </a:p>
          </p:txBody>
        </p:sp>
        <p:sp>
          <p:nvSpPr>
            <p:cNvPr id="23" name="Line 22">
              <a:extLst>
                <a:ext uri="{FF2B5EF4-FFF2-40B4-BE49-F238E27FC236}">
                  <a16:creationId xmlns:a16="http://schemas.microsoft.com/office/drawing/2014/main" id="{22792144-C3C2-A24A-9C31-35D2D7C8B8CD}"/>
                </a:ext>
              </a:extLst>
            </p:cNvPr>
            <p:cNvSpPr>
              <a:spLocks noChangeShapeType="1"/>
            </p:cNvSpPr>
            <p:nvPr/>
          </p:nvSpPr>
          <p:spPr bwMode="auto">
            <a:xfrm flipV="1">
              <a:off x="457200" y="914400"/>
              <a:ext cx="0" cy="58674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 name="Text Box 24">
              <a:extLst>
                <a:ext uri="{FF2B5EF4-FFF2-40B4-BE49-F238E27FC236}">
                  <a16:creationId xmlns:a16="http://schemas.microsoft.com/office/drawing/2014/main" id="{46793E6E-8B0F-D948-B453-350DEAFF2B42}"/>
                </a:ext>
              </a:extLst>
            </p:cNvPr>
            <p:cNvSpPr txBox="1">
              <a:spLocks noChangeArrowheads="1"/>
            </p:cNvSpPr>
            <p:nvPr/>
          </p:nvSpPr>
          <p:spPr bwMode="auto">
            <a:xfrm>
              <a:off x="3409950" y="685800"/>
              <a:ext cx="406518" cy="456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dirty="0">
                  <a:latin typeface="Arial" panose="020B0604020202020204" pitchFamily="34" charset="0"/>
                </a:rPr>
                <a:t>N</a:t>
              </a:r>
            </a:p>
          </p:txBody>
        </p:sp>
        <p:sp>
          <p:nvSpPr>
            <p:cNvPr id="25" name="Text Box 25">
              <a:extLst>
                <a:ext uri="{FF2B5EF4-FFF2-40B4-BE49-F238E27FC236}">
                  <a16:creationId xmlns:a16="http://schemas.microsoft.com/office/drawing/2014/main" id="{BBFCDA23-B733-F34D-BF43-136558BD6767}"/>
                </a:ext>
              </a:extLst>
            </p:cNvPr>
            <p:cNvSpPr txBox="1">
              <a:spLocks noChangeArrowheads="1"/>
            </p:cNvSpPr>
            <p:nvPr/>
          </p:nvSpPr>
          <p:spPr bwMode="auto">
            <a:xfrm>
              <a:off x="2259014" y="700088"/>
              <a:ext cx="504810" cy="456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dirty="0">
                  <a:latin typeface="Arial" panose="020B0604020202020204" pitchFamily="34" charset="0"/>
                </a:rPr>
                <a:t>N</a:t>
              </a:r>
              <a:r>
                <a:rPr lang="en-US" altLang="en-US" baseline="-25000" dirty="0">
                  <a:latin typeface="Arial" panose="020B0604020202020204" pitchFamily="34" charset="0"/>
                </a:rPr>
                <a:t>2</a:t>
              </a:r>
            </a:p>
          </p:txBody>
        </p:sp>
        <p:sp>
          <p:nvSpPr>
            <p:cNvPr id="26" name="Text Box 26">
              <a:extLst>
                <a:ext uri="{FF2B5EF4-FFF2-40B4-BE49-F238E27FC236}">
                  <a16:creationId xmlns:a16="http://schemas.microsoft.com/office/drawing/2014/main" id="{DEF815B2-C3B9-BE4E-852D-5976EFC805EE}"/>
                </a:ext>
              </a:extLst>
            </p:cNvPr>
            <p:cNvSpPr txBox="1">
              <a:spLocks noChangeArrowheads="1"/>
            </p:cNvSpPr>
            <p:nvPr/>
          </p:nvSpPr>
          <p:spPr bwMode="auto">
            <a:xfrm>
              <a:off x="685800" y="5994400"/>
              <a:ext cx="3714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sz="1400">
                  <a:latin typeface="Arial" panose="020B0604020202020204" pitchFamily="34" charset="0"/>
                </a:rPr>
                <a:t>2s</a:t>
              </a:r>
            </a:p>
          </p:txBody>
        </p:sp>
        <p:sp>
          <p:nvSpPr>
            <p:cNvPr id="27" name="Text Box 27">
              <a:extLst>
                <a:ext uri="{FF2B5EF4-FFF2-40B4-BE49-F238E27FC236}">
                  <a16:creationId xmlns:a16="http://schemas.microsoft.com/office/drawing/2014/main" id="{A5D17E84-C8C2-FA43-9CDB-107A134254DA}"/>
                </a:ext>
              </a:extLst>
            </p:cNvPr>
            <p:cNvSpPr txBox="1">
              <a:spLocks noChangeArrowheads="1"/>
            </p:cNvSpPr>
            <p:nvPr/>
          </p:nvSpPr>
          <p:spPr bwMode="auto">
            <a:xfrm>
              <a:off x="3460750" y="5994400"/>
              <a:ext cx="3714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sz="1400">
                  <a:latin typeface="Arial" panose="020B0604020202020204" pitchFamily="34" charset="0"/>
                </a:rPr>
                <a:t>2s</a:t>
              </a:r>
            </a:p>
          </p:txBody>
        </p:sp>
        <p:sp>
          <p:nvSpPr>
            <p:cNvPr id="28" name="Rectangle 28">
              <a:extLst>
                <a:ext uri="{FF2B5EF4-FFF2-40B4-BE49-F238E27FC236}">
                  <a16:creationId xmlns:a16="http://schemas.microsoft.com/office/drawing/2014/main" id="{D492D6D5-0010-9E4A-9657-226E0A81C598}"/>
                </a:ext>
              </a:extLst>
            </p:cNvPr>
            <p:cNvSpPr>
              <a:spLocks noChangeArrowheads="1"/>
            </p:cNvSpPr>
            <p:nvPr/>
          </p:nvSpPr>
          <p:spPr bwMode="auto">
            <a:xfrm>
              <a:off x="2667000" y="6375400"/>
              <a:ext cx="29367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sz="1400" dirty="0">
                  <a:latin typeface="Arial" panose="020B0604020202020204" pitchFamily="34" charset="0"/>
                  <a:sym typeface="Symbol" panose="05050102010706020507" pitchFamily="18" charset="2"/>
                </a:rPr>
                <a:t></a:t>
              </a:r>
              <a:endParaRPr lang="en-US" altLang="en-US" sz="1400" baseline="-25000" dirty="0">
                <a:latin typeface="Arial" panose="020B0604020202020204" pitchFamily="34" charset="0"/>
                <a:sym typeface="Symbol" panose="05050102010706020507" pitchFamily="18" charset="2"/>
              </a:endParaRPr>
            </a:p>
          </p:txBody>
        </p:sp>
        <p:sp>
          <p:nvSpPr>
            <p:cNvPr id="29" name="Rectangle 29">
              <a:extLst>
                <a:ext uri="{FF2B5EF4-FFF2-40B4-BE49-F238E27FC236}">
                  <a16:creationId xmlns:a16="http://schemas.microsoft.com/office/drawing/2014/main" id="{C35F7943-DD43-CA42-8A47-D166EFC546E8}"/>
                </a:ext>
              </a:extLst>
            </p:cNvPr>
            <p:cNvSpPr>
              <a:spLocks noChangeArrowheads="1"/>
            </p:cNvSpPr>
            <p:nvPr/>
          </p:nvSpPr>
          <p:spPr bwMode="auto">
            <a:xfrm>
              <a:off x="2667000" y="5375275"/>
              <a:ext cx="37382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sz="1400" dirty="0">
                  <a:latin typeface="Arial" panose="020B0604020202020204" pitchFamily="34" charset="0"/>
                  <a:sym typeface="Symbol" panose="05050102010706020507" pitchFamily="18" charset="2"/>
                </a:rPr>
                <a:t></a:t>
              </a:r>
              <a:r>
                <a:rPr lang="en-US" altLang="en-US" sz="1600" dirty="0">
                  <a:latin typeface="Arial" panose="020B0604020202020204" pitchFamily="34" charset="0"/>
                  <a:sym typeface="Symbol" panose="05050102010706020507" pitchFamily="18" charset="2"/>
                </a:rPr>
                <a:t>*</a:t>
              </a:r>
            </a:p>
          </p:txBody>
        </p:sp>
        <p:grpSp>
          <p:nvGrpSpPr>
            <p:cNvPr id="30" name="Group 30">
              <a:extLst>
                <a:ext uri="{FF2B5EF4-FFF2-40B4-BE49-F238E27FC236}">
                  <a16:creationId xmlns:a16="http://schemas.microsoft.com/office/drawing/2014/main" id="{36F2A7BE-79F2-C245-9BE9-75FA1749BA7A}"/>
                </a:ext>
              </a:extLst>
            </p:cNvPr>
            <p:cNvGrpSpPr>
              <a:grpSpLocks/>
            </p:cNvGrpSpPr>
            <p:nvPr/>
          </p:nvGrpSpPr>
          <p:grpSpPr bwMode="auto">
            <a:xfrm>
              <a:off x="2286000" y="5334000"/>
              <a:ext cx="152400" cy="457200"/>
              <a:chOff x="1344" y="2496"/>
              <a:chExt cx="96" cy="288"/>
            </a:xfrm>
          </p:grpSpPr>
          <p:sp>
            <p:nvSpPr>
              <p:cNvPr id="31" name="Line 31">
                <a:extLst>
                  <a:ext uri="{FF2B5EF4-FFF2-40B4-BE49-F238E27FC236}">
                    <a16:creationId xmlns:a16="http://schemas.microsoft.com/office/drawing/2014/main" id="{113771E6-B3C4-634B-897B-E2C793358FB7}"/>
                  </a:ext>
                </a:extLst>
              </p:cNvPr>
              <p:cNvSpPr>
                <a:spLocks noChangeShapeType="1"/>
              </p:cNvSpPr>
              <p:nvPr/>
            </p:nvSpPr>
            <p:spPr bwMode="auto">
              <a:xfrm flipV="1">
                <a:off x="1344" y="249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 name="Line 32">
                <a:extLst>
                  <a:ext uri="{FF2B5EF4-FFF2-40B4-BE49-F238E27FC236}">
                    <a16:creationId xmlns:a16="http://schemas.microsoft.com/office/drawing/2014/main" id="{C4BA48AB-83FE-0C45-8CC1-B0FA36A34A81}"/>
                  </a:ext>
                </a:extLst>
              </p:cNvPr>
              <p:cNvSpPr>
                <a:spLocks noChangeShapeType="1"/>
              </p:cNvSpPr>
              <p:nvPr/>
            </p:nvSpPr>
            <p:spPr bwMode="auto">
              <a:xfrm>
                <a:off x="1440" y="2496"/>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33" name="Line 33">
              <a:extLst>
                <a:ext uri="{FF2B5EF4-FFF2-40B4-BE49-F238E27FC236}">
                  <a16:creationId xmlns:a16="http://schemas.microsoft.com/office/drawing/2014/main" id="{B84B6A88-FE41-A742-82D3-5E7356D36FCC}"/>
                </a:ext>
              </a:extLst>
            </p:cNvPr>
            <p:cNvSpPr>
              <a:spLocks noChangeShapeType="1"/>
            </p:cNvSpPr>
            <p:nvPr/>
          </p:nvSpPr>
          <p:spPr bwMode="auto">
            <a:xfrm>
              <a:off x="914400" y="3062288"/>
              <a:ext cx="533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4" name="Line 34">
              <a:extLst>
                <a:ext uri="{FF2B5EF4-FFF2-40B4-BE49-F238E27FC236}">
                  <a16:creationId xmlns:a16="http://schemas.microsoft.com/office/drawing/2014/main" id="{4FAD7B0F-87B2-414E-9DC4-8429918F8027}"/>
                </a:ext>
              </a:extLst>
            </p:cNvPr>
            <p:cNvSpPr>
              <a:spLocks noChangeShapeType="1"/>
            </p:cNvSpPr>
            <p:nvPr/>
          </p:nvSpPr>
          <p:spPr bwMode="auto">
            <a:xfrm>
              <a:off x="3352800" y="3124200"/>
              <a:ext cx="533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5" name="Line 35">
              <a:extLst>
                <a:ext uri="{FF2B5EF4-FFF2-40B4-BE49-F238E27FC236}">
                  <a16:creationId xmlns:a16="http://schemas.microsoft.com/office/drawing/2014/main" id="{D0543563-ABA0-4F49-AB40-68ED32688C1C}"/>
                </a:ext>
              </a:extLst>
            </p:cNvPr>
            <p:cNvSpPr>
              <a:spLocks noChangeShapeType="1"/>
            </p:cNvSpPr>
            <p:nvPr/>
          </p:nvSpPr>
          <p:spPr bwMode="auto">
            <a:xfrm>
              <a:off x="2133600" y="1371600"/>
              <a:ext cx="533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6" name="Line 36">
              <a:extLst>
                <a:ext uri="{FF2B5EF4-FFF2-40B4-BE49-F238E27FC236}">
                  <a16:creationId xmlns:a16="http://schemas.microsoft.com/office/drawing/2014/main" id="{1B60C34D-00DD-C54A-B2FE-CE2C4A3DCE07}"/>
                </a:ext>
              </a:extLst>
            </p:cNvPr>
            <p:cNvSpPr>
              <a:spLocks noChangeShapeType="1"/>
            </p:cNvSpPr>
            <p:nvPr/>
          </p:nvSpPr>
          <p:spPr bwMode="auto">
            <a:xfrm>
              <a:off x="2133600" y="4154391"/>
              <a:ext cx="533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cxnSp>
          <p:nvCxnSpPr>
            <p:cNvPr id="37" name="AutoShape 37">
              <a:extLst>
                <a:ext uri="{FF2B5EF4-FFF2-40B4-BE49-F238E27FC236}">
                  <a16:creationId xmlns:a16="http://schemas.microsoft.com/office/drawing/2014/main" id="{8CB3C01C-C302-4B47-AC74-C04DCF879173}"/>
                </a:ext>
              </a:extLst>
            </p:cNvPr>
            <p:cNvCxnSpPr>
              <a:cxnSpLocks noChangeShapeType="1"/>
              <a:stCxn id="33" idx="1"/>
              <a:endCxn id="36" idx="0"/>
            </p:cNvCxnSpPr>
            <p:nvPr/>
          </p:nvCxnSpPr>
          <p:spPr bwMode="auto">
            <a:xfrm>
              <a:off x="1447801" y="3062289"/>
              <a:ext cx="685800" cy="1092103"/>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AutoShape 38">
              <a:extLst>
                <a:ext uri="{FF2B5EF4-FFF2-40B4-BE49-F238E27FC236}">
                  <a16:creationId xmlns:a16="http://schemas.microsoft.com/office/drawing/2014/main" id="{C27792BC-227C-8845-98A2-63A95B050A6A}"/>
                </a:ext>
              </a:extLst>
            </p:cNvPr>
            <p:cNvCxnSpPr>
              <a:cxnSpLocks noChangeShapeType="1"/>
              <a:stCxn id="36" idx="1"/>
              <a:endCxn id="34" idx="0"/>
            </p:cNvCxnSpPr>
            <p:nvPr/>
          </p:nvCxnSpPr>
          <p:spPr bwMode="auto">
            <a:xfrm flipV="1">
              <a:off x="2667001" y="3124200"/>
              <a:ext cx="685800" cy="1030193"/>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AutoShape 39">
              <a:extLst>
                <a:ext uri="{FF2B5EF4-FFF2-40B4-BE49-F238E27FC236}">
                  <a16:creationId xmlns:a16="http://schemas.microsoft.com/office/drawing/2014/main" id="{25983A2D-22DE-5841-9571-6254C0BA8164}"/>
                </a:ext>
              </a:extLst>
            </p:cNvPr>
            <p:cNvCxnSpPr>
              <a:cxnSpLocks noChangeShapeType="1"/>
              <a:stCxn id="33" idx="1"/>
              <a:endCxn id="35" idx="0"/>
            </p:cNvCxnSpPr>
            <p:nvPr/>
          </p:nvCxnSpPr>
          <p:spPr bwMode="auto">
            <a:xfrm flipV="1">
              <a:off x="1447800" y="1352550"/>
              <a:ext cx="685800" cy="1728788"/>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AutoShape 40">
              <a:extLst>
                <a:ext uri="{FF2B5EF4-FFF2-40B4-BE49-F238E27FC236}">
                  <a16:creationId xmlns:a16="http://schemas.microsoft.com/office/drawing/2014/main" id="{B8B45017-759E-8247-9714-4026E50E8954}"/>
                </a:ext>
              </a:extLst>
            </p:cNvPr>
            <p:cNvCxnSpPr>
              <a:cxnSpLocks noChangeShapeType="1"/>
              <a:stCxn id="34" idx="0"/>
              <a:endCxn id="35" idx="1"/>
            </p:cNvCxnSpPr>
            <p:nvPr/>
          </p:nvCxnSpPr>
          <p:spPr bwMode="auto">
            <a:xfrm flipH="1" flipV="1">
              <a:off x="2667000" y="1390650"/>
              <a:ext cx="685800" cy="1714500"/>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1" name="Group 41">
              <a:extLst>
                <a:ext uri="{FF2B5EF4-FFF2-40B4-BE49-F238E27FC236}">
                  <a16:creationId xmlns:a16="http://schemas.microsoft.com/office/drawing/2014/main" id="{2C47C912-AA30-5D47-8841-568C2A68CFEF}"/>
                </a:ext>
              </a:extLst>
            </p:cNvPr>
            <p:cNvGrpSpPr>
              <a:grpSpLocks/>
            </p:cNvGrpSpPr>
            <p:nvPr/>
          </p:nvGrpSpPr>
          <p:grpSpPr bwMode="auto">
            <a:xfrm>
              <a:off x="2324100" y="3925888"/>
              <a:ext cx="152400" cy="457200"/>
              <a:chOff x="1344" y="2233"/>
              <a:chExt cx="96" cy="288"/>
            </a:xfrm>
          </p:grpSpPr>
          <p:sp>
            <p:nvSpPr>
              <p:cNvPr id="42" name="Line 42">
                <a:extLst>
                  <a:ext uri="{FF2B5EF4-FFF2-40B4-BE49-F238E27FC236}">
                    <a16:creationId xmlns:a16="http://schemas.microsoft.com/office/drawing/2014/main" id="{015AB738-72EF-5142-BF22-E9E1ADF3AB3E}"/>
                  </a:ext>
                </a:extLst>
              </p:cNvPr>
              <p:cNvSpPr>
                <a:spLocks noChangeShapeType="1"/>
              </p:cNvSpPr>
              <p:nvPr/>
            </p:nvSpPr>
            <p:spPr bwMode="auto">
              <a:xfrm flipV="1">
                <a:off x="1344" y="2233"/>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3" name="Line 43">
                <a:extLst>
                  <a:ext uri="{FF2B5EF4-FFF2-40B4-BE49-F238E27FC236}">
                    <a16:creationId xmlns:a16="http://schemas.microsoft.com/office/drawing/2014/main" id="{2A58C1C5-032C-B44F-AEDF-C1D2576D12B5}"/>
                  </a:ext>
                </a:extLst>
              </p:cNvPr>
              <p:cNvSpPr>
                <a:spLocks noChangeShapeType="1"/>
              </p:cNvSpPr>
              <p:nvPr/>
            </p:nvSpPr>
            <p:spPr bwMode="auto">
              <a:xfrm>
                <a:off x="1440" y="2233"/>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44" name="Text Box 44">
              <a:extLst>
                <a:ext uri="{FF2B5EF4-FFF2-40B4-BE49-F238E27FC236}">
                  <a16:creationId xmlns:a16="http://schemas.microsoft.com/office/drawing/2014/main" id="{A2E89BC0-747D-EA44-A078-E5F81AA98237}"/>
                </a:ext>
              </a:extLst>
            </p:cNvPr>
            <p:cNvSpPr txBox="1">
              <a:spLocks noChangeArrowheads="1"/>
            </p:cNvSpPr>
            <p:nvPr/>
          </p:nvSpPr>
          <p:spPr bwMode="auto">
            <a:xfrm>
              <a:off x="533400" y="2819400"/>
              <a:ext cx="3825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sz="1400">
                  <a:latin typeface="Arial" panose="020B0604020202020204" pitchFamily="34" charset="0"/>
                </a:rPr>
                <a:t>2p</a:t>
              </a:r>
            </a:p>
          </p:txBody>
        </p:sp>
        <p:sp>
          <p:nvSpPr>
            <p:cNvPr id="45" name="Text Box 45">
              <a:extLst>
                <a:ext uri="{FF2B5EF4-FFF2-40B4-BE49-F238E27FC236}">
                  <a16:creationId xmlns:a16="http://schemas.microsoft.com/office/drawing/2014/main" id="{BA2BE280-7DB8-F84B-B225-8A0561C7446B}"/>
                </a:ext>
              </a:extLst>
            </p:cNvPr>
            <p:cNvSpPr txBox="1">
              <a:spLocks noChangeArrowheads="1"/>
            </p:cNvSpPr>
            <p:nvPr/>
          </p:nvSpPr>
          <p:spPr bwMode="auto">
            <a:xfrm>
              <a:off x="3429000" y="3124200"/>
              <a:ext cx="3825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sz="1400">
                  <a:latin typeface="Arial" panose="020B0604020202020204" pitchFamily="34" charset="0"/>
                </a:rPr>
                <a:t>2p</a:t>
              </a:r>
            </a:p>
          </p:txBody>
        </p:sp>
        <p:sp>
          <p:nvSpPr>
            <p:cNvPr id="46" name="Rectangle 46">
              <a:extLst>
                <a:ext uri="{FF2B5EF4-FFF2-40B4-BE49-F238E27FC236}">
                  <a16:creationId xmlns:a16="http://schemas.microsoft.com/office/drawing/2014/main" id="{CB213986-D3F1-AD4D-A5C1-59C001354A18}"/>
                </a:ext>
              </a:extLst>
            </p:cNvPr>
            <p:cNvSpPr>
              <a:spLocks noChangeArrowheads="1"/>
            </p:cNvSpPr>
            <p:nvPr/>
          </p:nvSpPr>
          <p:spPr bwMode="auto">
            <a:xfrm>
              <a:off x="3167080" y="3905534"/>
              <a:ext cx="293670" cy="307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sz="1400" dirty="0">
                  <a:latin typeface="Arial" panose="020B0604020202020204" pitchFamily="34" charset="0"/>
                  <a:sym typeface="Symbol" panose="05050102010706020507" pitchFamily="18" charset="2"/>
                </a:rPr>
                <a:t></a:t>
              </a:r>
              <a:endParaRPr lang="en-US" altLang="en-US" sz="1400" baseline="-25000" dirty="0">
                <a:latin typeface="Arial" panose="020B0604020202020204" pitchFamily="34" charset="0"/>
                <a:sym typeface="Symbol" panose="05050102010706020507" pitchFamily="18" charset="2"/>
              </a:endParaRPr>
            </a:p>
          </p:txBody>
        </p:sp>
        <p:sp>
          <p:nvSpPr>
            <p:cNvPr id="47" name="Rectangle 47">
              <a:extLst>
                <a:ext uri="{FF2B5EF4-FFF2-40B4-BE49-F238E27FC236}">
                  <a16:creationId xmlns:a16="http://schemas.microsoft.com/office/drawing/2014/main" id="{E5234103-7250-5E48-B628-448CC4707F17}"/>
                </a:ext>
              </a:extLst>
            </p:cNvPr>
            <p:cNvSpPr>
              <a:spLocks noChangeArrowheads="1"/>
            </p:cNvSpPr>
            <p:nvPr/>
          </p:nvSpPr>
          <p:spPr bwMode="auto">
            <a:xfrm>
              <a:off x="2667000" y="1169988"/>
              <a:ext cx="37382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sz="1400" dirty="0">
                  <a:latin typeface="Arial" panose="020B0604020202020204" pitchFamily="34" charset="0"/>
                  <a:sym typeface="Symbol" panose="05050102010706020507" pitchFamily="18" charset="2"/>
                </a:rPr>
                <a:t></a:t>
              </a:r>
              <a:r>
                <a:rPr lang="en-US" altLang="en-US" sz="1600" dirty="0">
                  <a:latin typeface="Arial" panose="020B0604020202020204" pitchFamily="34" charset="0"/>
                  <a:sym typeface="Symbol" panose="05050102010706020507" pitchFamily="18" charset="2"/>
                </a:rPr>
                <a:t>*</a:t>
              </a:r>
            </a:p>
          </p:txBody>
        </p:sp>
        <p:sp>
          <p:nvSpPr>
            <p:cNvPr id="48" name="Line 48">
              <a:extLst>
                <a:ext uri="{FF2B5EF4-FFF2-40B4-BE49-F238E27FC236}">
                  <a16:creationId xmlns:a16="http://schemas.microsoft.com/office/drawing/2014/main" id="{DB9D3A6C-85A3-CD4B-B24E-AEA35684CE5A}"/>
                </a:ext>
              </a:extLst>
            </p:cNvPr>
            <p:cNvSpPr>
              <a:spLocks noChangeShapeType="1"/>
            </p:cNvSpPr>
            <p:nvPr/>
          </p:nvSpPr>
          <p:spPr bwMode="auto">
            <a:xfrm>
              <a:off x="1828800" y="2362200"/>
              <a:ext cx="533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9" name="Line 49">
              <a:extLst>
                <a:ext uri="{FF2B5EF4-FFF2-40B4-BE49-F238E27FC236}">
                  <a16:creationId xmlns:a16="http://schemas.microsoft.com/office/drawing/2014/main" id="{35660202-C340-D143-87C7-29EA69BE34AA}"/>
                </a:ext>
              </a:extLst>
            </p:cNvPr>
            <p:cNvSpPr>
              <a:spLocks noChangeShapeType="1"/>
            </p:cNvSpPr>
            <p:nvPr/>
          </p:nvSpPr>
          <p:spPr bwMode="auto">
            <a:xfrm>
              <a:off x="2438400" y="2362200"/>
              <a:ext cx="533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0" name="Line 50">
              <a:extLst>
                <a:ext uri="{FF2B5EF4-FFF2-40B4-BE49-F238E27FC236}">
                  <a16:creationId xmlns:a16="http://schemas.microsoft.com/office/drawing/2014/main" id="{2D226738-453F-D541-8297-63DEC327916C}"/>
                </a:ext>
              </a:extLst>
            </p:cNvPr>
            <p:cNvSpPr>
              <a:spLocks noChangeShapeType="1"/>
            </p:cNvSpPr>
            <p:nvPr/>
          </p:nvSpPr>
          <p:spPr bwMode="auto">
            <a:xfrm>
              <a:off x="1840480" y="4902134"/>
              <a:ext cx="533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1" name="Line 51">
              <a:extLst>
                <a:ext uri="{FF2B5EF4-FFF2-40B4-BE49-F238E27FC236}">
                  <a16:creationId xmlns:a16="http://schemas.microsoft.com/office/drawing/2014/main" id="{EE26CA02-6094-2147-AF76-F87831E9552F}"/>
                </a:ext>
              </a:extLst>
            </p:cNvPr>
            <p:cNvSpPr>
              <a:spLocks noChangeShapeType="1"/>
            </p:cNvSpPr>
            <p:nvPr/>
          </p:nvSpPr>
          <p:spPr bwMode="auto">
            <a:xfrm>
              <a:off x="2450080" y="4902134"/>
              <a:ext cx="533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52" name="Group 52">
              <a:extLst>
                <a:ext uri="{FF2B5EF4-FFF2-40B4-BE49-F238E27FC236}">
                  <a16:creationId xmlns:a16="http://schemas.microsoft.com/office/drawing/2014/main" id="{AF67E116-64C1-424F-8DCD-8D9B710C6E73}"/>
                </a:ext>
              </a:extLst>
            </p:cNvPr>
            <p:cNvGrpSpPr>
              <a:grpSpLocks/>
            </p:cNvGrpSpPr>
            <p:nvPr/>
          </p:nvGrpSpPr>
          <p:grpSpPr bwMode="auto">
            <a:xfrm>
              <a:off x="3352800" y="2957513"/>
              <a:ext cx="533400" cy="76200"/>
              <a:chOff x="2112" y="1680"/>
              <a:chExt cx="336" cy="48"/>
            </a:xfrm>
          </p:grpSpPr>
          <p:sp>
            <p:nvSpPr>
              <p:cNvPr id="53" name="Line 53">
                <a:extLst>
                  <a:ext uri="{FF2B5EF4-FFF2-40B4-BE49-F238E27FC236}">
                    <a16:creationId xmlns:a16="http://schemas.microsoft.com/office/drawing/2014/main" id="{894EE56F-46F6-574C-B9C0-04191393214B}"/>
                  </a:ext>
                </a:extLst>
              </p:cNvPr>
              <p:cNvSpPr>
                <a:spLocks noChangeShapeType="1"/>
              </p:cNvSpPr>
              <p:nvPr/>
            </p:nvSpPr>
            <p:spPr bwMode="auto">
              <a:xfrm>
                <a:off x="2112" y="1728"/>
                <a:ext cx="336" cy="0"/>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4" name="Line 54">
                <a:extLst>
                  <a:ext uri="{FF2B5EF4-FFF2-40B4-BE49-F238E27FC236}">
                    <a16:creationId xmlns:a16="http://schemas.microsoft.com/office/drawing/2014/main" id="{D7597FFF-E37F-D843-AA1B-675DA61B8184}"/>
                  </a:ext>
                </a:extLst>
              </p:cNvPr>
              <p:cNvSpPr>
                <a:spLocks noChangeShapeType="1"/>
              </p:cNvSpPr>
              <p:nvPr/>
            </p:nvSpPr>
            <p:spPr bwMode="auto">
              <a:xfrm>
                <a:off x="2112" y="1680"/>
                <a:ext cx="336" cy="0"/>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55" name="Group 55">
              <a:extLst>
                <a:ext uri="{FF2B5EF4-FFF2-40B4-BE49-F238E27FC236}">
                  <a16:creationId xmlns:a16="http://schemas.microsoft.com/office/drawing/2014/main" id="{9F28B612-FE97-8345-8C13-B80B2D57C388}"/>
                </a:ext>
              </a:extLst>
            </p:cNvPr>
            <p:cNvGrpSpPr>
              <a:grpSpLocks/>
            </p:cNvGrpSpPr>
            <p:nvPr/>
          </p:nvGrpSpPr>
          <p:grpSpPr bwMode="auto">
            <a:xfrm>
              <a:off x="914400" y="2895600"/>
              <a:ext cx="533400" cy="76200"/>
              <a:chOff x="2112" y="1680"/>
              <a:chExt cx="336" cy="48"/>
            </a:xfrm>
          </p:grpSpPr>
          <p:sp>
            <p:nvSpPr>
              <p:cNvPr id="56" name="Line 56">
                <a:extLst>
                  <a:ext uri="{FF2B5EF4-FFF2-40B4-BE49-F238E27FC236}">
                    <a16:creationId xmlns:a16="http://schemas.microsoft.com/office/drawing/2014/main" id="{A960A176-D653-3B4C-97B1-FFE0C375C052}"/>
                  </a:ext>
                </a:extLst>
              </p:cNvPr>
              <p:cNvSpPr>
                <a:spLocks noChangeShapeType="1"/>
              </p:cNvSpPr>
              <p:nvPr/>
            </p:nvSpPr>
            <p:spPr bwMode="auto">
              <a:xfrm>
                <a:off x="2112" y="1728"/>
                <a:ext cx="336" cy="0"/>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7" name="Line 57">
                <a:extLst>
                  <a:ext uri="{FF2B5EF4-FFF2-40B4-BE49-F238E27FC236}">
                    <a16:creationId xmlns:a16="http://schemas.microsoft.com/office/drawing/2014/main" id="{38392240-5265-0242-BC06-D7369FB023CA}"/>
                  </a:ext>
                </a:extLst>
              </p:cNvPr>
              <p:cNvSpPr>
                <a:spLocks noChangeShapeType="1"/>
              </p:cNvSpPr>
              <p:nvPr/>
            </p:nvSpPr>
            <p:spPr bwMode="auto">
              <a:xfrm>
                <a:off x="2112" y="1680"/>
                <a:ext cx="336" cy="0"/>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cxnSp>
          <p:nvCxnSpPr>
            <p:cNvPr id="58" name="AutoShape 58">
              <a:extLst>
                <a:ext uri="{FF2B5EF4-FFF2-40B4-BE49-F238E27FC236}">
                  <a16:creationId xmlns:a16="http://schemas.microsoft.com/office/drawing/2014/main" id="{B6C185CE-21C7-0E4B-A7A1-9F47F17DFE35}"/>
                </a:ext>
              </a:extLst>
            </p:cNvPr>
            <p:cNvCxnSpPr>
              <a:cxnSpLocks noChangeShapeType="1"/>
              <a:stCxn id="56" idx="1"/>
              <a:endCxn id="48" idx="0"/>
            </p:cNvCxnSpPr>
            <p:nvPr/>
          </p:nvCxnSpPr>
          <p:spPr bwMode="auto">
            <a:xfrm flipV="1">
              <a:off x="1447800" y="2343150"/>
              <a:ext cx="381000" cy="647700"/>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AutoShape 59">
              <a:extLst>
                <a:ext uri="{FF2B5EF4-FFF2-40B4-BE49-F238E27FC236}">
                  <a16:creationId xmlns:a16="http://schemas.microsoft.com/office/drawing/2014/main" id="{9D14248F-57D5-6241-BD6F-24730CFD527C}"/>
                </a:ext>
              </a:extLst>
            </p:cNvPr>
            <p:cNvCxnSpPr>
              <a:cxnSpLocks noChangeShapeType="1"/>
              <a:stCxn id="53" idx="0"/>
              <a:endCxn id="49" idx="1"/>
            </p:cNvCxnSpPr>
            <p:nvPr/>
          </p:nvCxnSpPr>
          <p:spPr bwMode="auto">
            <a:xfrm flipH="1" flipV="1">
              <a:off x="2971800" y="2381250"/>
              <a:ext cx="381000" cy="633413"/>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AutoShape 60">
              <a:extLst>
                <a:ext uri="{FF2B5EF4-FFF2-40B4-BE49-F238E27FC236}">
                  <a16:creationId xmlns:a16="http://schemas.microsoft.com/office/drawing/2014/main" id="{09498893-1BD0-4D42-8030-9643BB3D2373}"/>
                </a:ext>
              </a:extLst>
            </p:cNvPr>
            <p:cNvCxnSpPr>
              <a:cxnSpLocks noChangeShapeType="1"/>
              <a:stCxn id="56" idx="1"/>
              <a:endCxn id="50" idx="0"/>
            </p:cNvCxnSpPr>
            <p:nvPr/>
          </p:nvCxnSpPr>
          <p:spPr bwMode="auto">
            <a:xfrm>
              <a:off x="1447801" y="2971802"/>
              <a:ext cx="392679" cy="1930333"/>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AutoShape 61">
              <a:extLst>
                <a:ext uri="{FF2B5EF4-FFF2-40B4-BE49-F238E27FC236}">
                  <a16:creationId xmlns:a16="http://schemas.microsoft.com/office/drawing/2014/main" id="{2FA89260-FFD5-6346-91A5-C06006A03E4D}"/>
                </a:ext>
              </a:extLst>
            </p:cNvPr>
            <p:cNvCxnSpPr>
              <a:cxnSpLocks noChangeShapeType="1"/>
              <a:stCxn id="53" idx="0"/>
              <a:endCxn id="51" idx="1"/>
            </p:cNvCxnSpPr>
            <p:nvPr/>
          </p:nvCxnSpPr>
          <p:spPr bwMode="auto">
            <a:xfrm flipH="1">
              <a:off x="2983480" y="3033713"/>
              <a:ext cx="369321" cy="1868423"/>
            </a:xfrm>
            <a:prstGeom prst="straightConnector1">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Rectangle 62">
              <a:extLst>
                <a:ext uri="{FF2B5EF4-FFF2-40B4-BE49-F238E27FC236}">
                  <a16:creationId xmlns:a16="http://schemas.microsoft.com/office/drawing/2014/main" id="{1292E478-1186-C240-8303-0955B7FEF1A7}"/>
                </a:ext>
              </a:extLst>
            </p:cNvPr>
            <p:cNvSpPr>
              <a:spLocks noChangeArrowheads="1"/>
            </p:cNvSpPr>
            <p:nvPr/>
          </p:nvSpPr>
          <p:spPr bwMode="auto">
            <a:xfrm>
              <a:off x="2978856" y="4405447"/>
              <a:ext cx="282451" cy="307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sz="1400" dirty="0">
                  <a:latin typeface="Arial" panose="020B0604020202020204" pitchFamily="34" charset="0"/>
                  <a:sym typeface="Symbol" panose="05050102010706020507" pitchFamily="18" charset="2"/>
                </a:rPr>
                <a:t></a:t>
              </a:r>
              <a:endParaRPr lang="en-US" altLang="en-US" sz="1400" baseline="-25000" dirty="0">
                <a:latin typeface="Arial" panose="020B0604020202020204" pitchFamily="34" charset="0"/>
                <a:sym typeface="Symbol" panose="05050102010706020507" pitchFamily="18" charset="2"/>
              </a:endParaRPr>
            </a:p>
          </p:txBody>
        </p:sp>
        <p:sp>
          <p:nvSpPr>
            <p:cNvPr id="63" name="Rectangle 63">
              <a:extLst>
                <a:ext uri="{FF2B5EF4-FFF2-40B4-BE49-F238E27FC236}">
                  <a16:creationId xmlns:a16="http://schemas.microsoft.com/office/drawing/2014/main" id="{6D50081F-95EF-DA45-B220-38CAD673C5C8}"/>
                </a:ext>
              </a:extLst>
            </p:cNvPr>
            <p:cNvSpPr>
              <a:spLocks noChangeArrowheads="1"/>
            </p:cNvSpPr>
            <p:nvPr/>
          </p:nvSpPr>
          <p:spPr bwMode="auto">
            <a:xfrm>
              <a:off x="2992438" y="2185988"/>
              <a:ext cx="3626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sz="1400" dirty="0">
                  <a:latin typeface="Arial" panose="020B0604020202020204" pitchFamily="34" charset="0"/>
                  <a:sym typeface="Symbol" panose="05050102010706020507" pitchFamily="18" charset="2"/>
                </a:rPr>
                <a:t></a:t>
              </a:r>
              <a:r>
                <a:rPr lang="en-US" altLang="en-US" sz="1600" dirty="0">
                  <a:latin typeface="Arial" panose="020B0604020202020204" pitchFamily="34" charset="0"/>
                  <a:sym typeface="Symbol" panose="05050102010706020507" pitchFamily="18" charset="2"/>
                </a:rPr>
                <a:t>*</a:t>
              </a:r>
            </a:p>
          </p:txBody>
        </p:sp>
        <p:grpSp>
          <p:nvGrpSpPr>
            <p:cNvPr id="64" name="Group 64">
              <a:extLst>
                <a:ext uri="{FF2B5EF4-FFF2-40B4-BE49-F238E27FC236}">
                  <a16:creationId xmlns:a16="http://schemas.microsoft.com/office/drawing/2014/main" id="{23EFF4C1-6F8E-164B-A2B7-9E1BB9B5EC33}"/>
                </a:ext>
              </a:extLst>
            </p:cNvPr>
            <p:cNvGrpSpPr>
              <a:grpSpLocks/>
            </p:cNvGrpSpPr>
            <p:nvPr/>
          </p:nvGrpSpPr>
          <p:grpSpPr bwMode="auto">
            <a:xfrm>
              <a:off x="1992326" y="4673600"/>
              <a:ext cx="152401" cy="457200"/>
              <a:chOff x="1351" y="3328"/>
              <a:chExt cx="96" cy="288"/>
            </a:xfrm>
          </p:grpSpPr>
          <p:sp>
            <p:nvSpPr>
              <p:cNvPr id="65" name="Line 65">
                <a:extLst>
                  <a:ext uri="{FF2B5EF4-FFF2-40B4-BE49-F238E27FC236}">
                    <a16:creationId xmlns:a16="http://schemas.microsoft.com/office/drawing/2014/main" id="{85A74D3E-9A94-8C47-8866-B6C4F21D640E}"/>
                  </a:ext>
                </a:extLst>
              </p:cNvPr>
              <p:cNvSpPr>
                <a:spLocks noChangeShapeType="1"/>
              </p:cNvSpPr>
              <p:nvPr/>
            </p:nvSpPr>
            <p:spPr bwMode="auto">
              <a:xfrm flipV="1">
                <a:off x="1351" y="3328"/>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66" name="Line 66">
                <a:extLst>
                  <a:ext uri="{FF2B5EF4-FFF2-40B4-BE49-F238E27FC236}">
                    <a16:creationId xmlns:a16="http://schemas.microsoft.com/office/drawing/2014/main" id="{A0528B85-BF9C-0A49-95F2-0C558467EE01}"/>
                  </a:ext>
                </a:extLst>
              </p:cNvPr>
              <p:cNvSpPr>
                <a:spLocks noChangeShapeType="1"/>
              </p:cNvSpPr>
              <p:nvPr/>
            </p:nvSpPr>
            <p:spPr bwMode="auto">
              <a:xfrm>
                <a:off x="1447" y="3328"/>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67" name="Group 67">
              <a:extLst>
                <a:ext uri="{FF2B5EF4-FFF2-40B4-BE49-F238E27FC236}">
                  <a16:creationId xmlns:a16="http://schemas.microsoft.com/office/drawing/2014/main" id="{002E7043-DFDE-3943-A0AB-024C6BE65AFB}"/>
                </a:ext>
              </a:extLst>
            </p:cNvPr>
            <p:cNvGrpSpPr>
              <a:grpSpLocks/>
            </p:cNvGrpSpPr>
            <p:nvPr/>
          </p:nvGrpSpPr>
          <p:grpSpPr bwMode="auto">
            <a:xfrm>
              <a:off x="2601926" y="4673600"/>
              <a:ext cx="152401" cy="457200"/>
              <a:chOff x="1351" y="3328"/>
              <a:chExt cx="96" cy="288"/>
            </a:xfrm>
          </p:grpSpPr>
          <p:sp>
            <p:nvSpPr>
              <p:cNvPr id="68" name="Line 68">
                <a:extLst>
                  <a:ext uri="{FF2B5EF4-FFF2-40B4-BE49-F238E27FC236}">
                    <a16:creationId xmlns:a16="http://schemas.microsoft.com/office/drawing/2014/main" id="{57292EE2-A15C-FF44-9A3F-D5EA644AD4D0}"/>
                  </a:ext>
                </a:extLst>
              </p:cNvPr>
              <p:cNvSpPr>
                <a:spLocks noChangeShapeType="1"/>
              </p:cNvSpPr>
              <p:nvPr/>
            </p:nvSpPr>
            <p:spPr bwMode="auto">
              <a:xfrm flipV="1">
                <a:off x="1351" y="3328"/>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69" name="Line 69">
                <a:extLst>
                  <a:ext uri="{FF2B5EF4-FFF2-40B4-BE49-F238E27FC236}">
                    <a16:creationId xmlns:a16="http://schemas.microsoft.com/office/drawing/2014/main" id="{2731791C-8D8A-BE4F-90AF-26E30DFDFA73}"/>
                  </a:ext>
                </a:extLst>
              </p:cNvPr>
              <p:cNvSpPr>
                <a:spLocks noChangeShapeType="1"/>
              </p:cNvSpPr>
              <p:nvPr/>
            </p:nvSpPr>
            <p:spPr bwMode="auto">
              <a:xfrm>
                <a:off x="1447" y="3328"/>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74" name="Line 74">
              <a:extLst>
                <a:ext uri="{FF2B5EF4-FFF2-40B4-BE49-F238E27FC236}">
                  <a16:creationId xmlns:a16="http://schemas.microsoft.com/office/drawing/2014/main" id="{1AB592B5-6EBF-2F47-9897-0A6D8559D411}"/>
                </a:ext>
              </a:extLst>
            </p:cNvPr>
            <p:cNvSpPr>
              <a:spLocks noChangeShapeType="1"/>
            </p:cNvSpPr>
            <p:nvPr/>
          </p:nvSpPr>
          <p:spPr bwMode="auto">
            <a:xfrm flipV="1">
              <a:off x="458544" y="21336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6" name="Text Box 78">
              <a:extLst>
                <a:ext uri="{FF2B5EF4-FFF2-40B4-BE49-F238E27FC236}">
                  <a16:creationId xmlns:a16="http://schemas.microsoft.com/office/drawing/2014/main" id="{1E536E63-EB2E-2444-BC53-EAB78C768144}"/>
                </a:ext>
              </a:extLst>
            </p:cNvPr>
            <p:cNvSpPr txBox="1">
              <a:spLocks noChangeArrowheads="1"/>
            </p:cNvSpPr>
            <p:nvPr/>
          </p:nvSpPr>
          <p:spPr bwMode="auto">
            <a:xfrm>
              <a:off x="3846513" y="2819400"/>
              <a:ext cx="59848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sz="1200">
                  <a:latin typeface="Arial" panose="020B0604020202020204" pitchFamily="34" charset="0"/>
                </a:rPr>
                <a:t>(p</a:t>
              </a:r>
              <a:r>
                <a:rPr lang="en-US" altLang="en-US" sz="1200" baseline="-25000">
                  <a:latin typeface="Arial" panose="020B0604020202020204" pitchFamily="34" charset="0"/>
                </a:rPr>
                <a:t>x</a:t>
              </a:r>
              <a:r>
                <a:rPr lang="en-US" altLang="en-US" sz="1200">
                  <a:latin typeface="Arial" panose="020B0604020202020204" pitchFamily="34" charset="0"/>
                </a:rPr>
                <a:t>,p</a:t>
              </a:r>
              <a:r>
                <a:rPr lang="en-US" altLang="en-US" sz="1200" baseline="-25000">
                  <a:latin typeface="Arial" panose="020B0604020202020204" pitchFamily="34" charset="0"/>
                </a:rPr>
                <a:t>y</a:t>
              </a:r>
              <a:r>
                <a:rPr lang="en-US" altLang="en-US" sz="1200">
                  <a:latin typeface="Arial" panose="020B0604020202020204" pitchFamily="34" charset="0"/>
                </a:rPr>
                <a:t>)</a:t>
              </a:r>
            </a:p>
          </p:txBody>
        </p:sp>
        <p:sp>
          <p:nvSpPr>
            <p:cNvPr id="77" name="Text Box 79">
              <a:extLst>
                <a:ext uri="{FF2B5EF4-FFF2-40B4-BE49-F238E27FC236}">
                  <a16:creationId xmlns:a16="http://schemas.microsoft.com/office/drawing/2014/main" id="{D9718267-46EE-724C-8590-BA89692A73BE}"/>
                </a:ext>
              </a:extLst>
            </p:cNvPr>
            <p:cNvSpPr txBox="1">
              <a:spLocks noChangeArrowheads="1"/>
            </p:cNvSpPr>
            <p:nvPr/>
          </p:nvSpPr>
          <p:spPr bwMode="auto">
            <a:xfrm>
              <a:off x="3871913" y="2971800"/>
              <a:ext cx="31908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sz="1200">
                  <a:latin typeface="Arial" panose="020B0604020202020204" pitchFamily="34" charset="0"/>
                </a:rPr>
                <a:t>p</a:t>
              </a:r>
              <a:r>
                <a:rPr lang="en-US" altLang="en-US" sz="1200" baseline="-25000">
                  <a:latin typeface="Arial" panose="020B0604020202020204" pitchFamily="34" charset="0"/>
                </a:rPr>
                <a:t>z</a:t>
              </a:r>
              <a:endParaRPr lang="en-US" altLang="en-US" sz="1200">
                <a:latin typeface="Arial" panose="020B0604020202020204" pitchFamily="34" charset="0"/>
              </a:endParaRPr>
            </a:p>
          </p:txBody>
        </p:sp>
      </p:grpSp>
      <p:sp>
        <p:nvSpPr>
          <p:cNvPr id="83" name="Text Box 23">
            <a:extLst>
              <a:ext uri="{FF2B5EF4-FFF2-40B4-BE49-F238E27FC236}">
                <a16:creationId xmlns:a16="http://schemas.microsoft.com/office/drawing/2014/main" id="{95A840D0-198B-A549-AA85-E26071171346}"/>
              </a:ext>
            </a:extLst>
          </p:cNvPr>
          <p:cNvSpPr txBox="1">
            <a:spLocks noChangeArrowheads="1"/>
          </p:cNvSpPr>
          <p:nvPr/>
        </p:nvSpPr>
        <p:spPr bwMode="auto">
          <a:xfrm rot="-5400000">
            <a:off x="3021776" y="4241152"/>
            <a:ext cx="908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Garamond" panose="02020404030301010803" pitchFamily="18" charset="0"/>
                <a:ea typeface="ＭＳ Ｐゴシック" panose="020B0600070205080204" pitchFamily="34" charset="-128"/>
              </a:defRPr>
            </a:lvl1pPr>
            <a:lvl2pPr marL="742950" indent="-285750">
              <a:defRPr>
                <a:solidFill>
                  <a:schemeClr val="tx1"/>
                </a:solidFill>
                <a:latin typeface="Garamond" panose="02020404030301010803" pitchFamily="18" charset="0"/>
                <a:ea typeface="ＭＳ Ｐゴシック" panose="020B0600070205080204" pitchFamily="34" charset="-128"/>
              </a:defRPr>
            </a:lvl2pPr>
            <a:lvl3pPr marL="1143000" indent="-228600">
              <a:defRPr>
                <a:solidFill>
                  <a:schemeClr val="tx1"/>
                </a:solidFill>
                <a:latin typeface="Garamond" panose="02020404030301010803" pitchFamily="18" charset="0"/>
                <a:ea typeface="ＭＳ Ｐゴシック" panose="020B0600070205080204" pitchFamily="34" charset="-128"/>
              </a:defRPr>
            </a:lvl3pPr>
            <a:lvl4pPr marL="1600200" indent="-228600">
              <a:defRPr>
                <a:solidFill>
                  <a:schemeClr val="tx1"/>
                </a:solidFill>
                <a:latin typeface="Garamond" panose="02020404030301010803" pitchFamily="18" charset="0"/>
                <a:ea typeface="ＭＳ Ｐゴシック" panose="020B0600070205080204" pitchFamily="34" charset="-128"/>
              </a:defRPr>
            </a:lvl4pPr>
            <a:lvl5pPr marL="2057400" indent="-228600">
              <a:defRPr>
                <a:solidFill>
                  <a:schemeClr val="tx1"/>
                </a:solidFill>
                <a:latin typeface="Garamond" panose="02020404030301010803"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Garamond" panose="02020404030301010803" pitchFamily="18" charset="0"/>
                <a:ea typeface="ＭＳ Ｐゴシック" panose="020B0600070205080204" pitchFamily="34" charset="-128"/>
              </a:defRPr>
            </a:lvl9pPr>
          </a:lstStyle>
          <a:p>
            <a:pPr eaLnBrk="1" hangingPunct="1"/>
            <a:r>
              <a:rPr lang="en-US" altLang="en-US">
                <a:latin typeface="Arial" panose="020B0604020202020204" pitchFamily="34" charset="0"/>
              </a:rPr>
              <a:t>Energy</a:t>
            </a:r>
          </a:p>
        </p:txBody>
      </p:sp>
    </p:spTree>
    <p:extLst>
      <p:ext uri="{BB962C8B-B14F-4D97-AF65-F5344CB8AC3E}">
        <p14:creationId xmlns:p14="http://schemas.microsoft.com/office/powerpoint/2010/main" val="3312629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435</Words>
  <Application>Microsoft Office PowerPoint</Application>
  <PresentationFormat>Widescreen</PresentationFormat>
  <Paragraphs>46</Paragraphs>
  <Slides>8</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5" baseType="lpstr">
      <vt:lpstr>Arial</vt:lpstr>
      <vt:lpstr>Arial Unicode MS</vt:lpstr>
      <vt:lpstr>Calibri</vt:lpstr>
      <vt:lpstr>Calibri Light</vt:lpstr>
      <vt:lpstr>Garamond</vt:lpstr>
      <vt:lpstr>Office Theme</vt:lpstr>
      <vt:lpstr>Image</vt:lpstr>
      <vt:lpstr>QX4004 – Molecules to Materials </vt:lpstr>
      <vt:lpstr>1) Draw the overlap of atomic orbitals leading to the formation of molecular orbitals in the following cases (draw the shapes of the atomic orbitals and all their respective molecular orbitals, with attention to orbital phase, position of nuclei and nodes):  i) 1s + 2p ii) 2p + 2p (frontal overlap) iii) 2p + 2p (lateral overlap)</vt:lpstr>
      <vt:lpstr>1) Draw the overlap of atomic orbitals leading to the formation of molecular orbitals in the following cases (draw the shapes of the atomic orbitals and all their respective molecular orbitals, with attention to orbital phase, position of nuclei and nodes):  i) 1s + 2p</vt:lpstr>
      <vt:lpstr>1) Draw the overlap of atomic orbitals leading to the formation of molecular orbitals in the following cases (draw the shapes of the atomic orbitals and all their respective molecular orbitals, with attention to orbital phase, position of nuclei and nodes):  ii) 2p + 2p (frontal overlap) </vt:lpstr>
      <vt:lpstr>1) Draw the overlap of atomic orbitals leading to the formation of molecular orbitals in the following cases (draw the shapes of the atomic orbitals and all their respective molecular orbitals, with attention to orbital phase, position of nuclei and nodes):  iii) 2p + 2p (lateral overlap)</vt:lpstr>
      <vt:lpstr>2)  Draw a molecular orbital diagram for a Be2 molecule and comment on whether this molecule could exist. </vt:lpstr>
      <vt:lpstr>3)  Draw the energy diagram for the molecular orbitals of the N2 molecule (include the atomic orbitals of each atom and the electrons provided by each atom, consider exclusively the valence shell). Label each type of orbital correctly. Calculate the bond order. </vt:lpstr>
      <vt:lpstr>4)  Draw all the molecular orbitals considered in Q3 (show clearly how they form through the overlap of the corresponding atomic orbitals). Indicate clearly orbital shape, phases, position of nuclei and nodes.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QX4001 – Molecules to Materials</dc:title>
  <dc:creator>Yamin Abdouni</dc:creator>
  <cp:lastModifiedBy>Sulafudin Vukusic</cp:lastModifiedBy>
  <cp:revision>23</cp:revision>
  <dcterms:created xsi:type="dcterms:W3CDTF">2020-10-21T21:29:59Z</dcterms:created>
  <dcterms:modified xsi:type="dcterms:W3CDTF">2023-03-05T17:01:00Z</dcterms:modified>
</cp:coreProperties>
</file>