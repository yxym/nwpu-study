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Lst>
  <p:sldSz cx="12192000" cy="6858000"/>
  <p:notesSz cx="12192000" cy="6858000"/>
  <p:custDataLst>
    <p:tags r:id="rId1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80" d="100"/>
          <a:sy n="80" d="100"/>
        </p:scale>
        <p:origin x="345" y="57"/>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presProps" Target="presProps.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2" Type="http://schemas.openxmlformats.org/officeDocument/2006/relationships/tags" Target="tags/tag1.xml"/><Relationship Id="rId11" Type="http://schemas.openxmlformats.org/officeDocument/2006/relationships/tableStyles" Target="tableStyles.xml"/><Relationship Id="rId10" Type="http://schemas.openxmlformats.org/officeDocument/2006/relationships/viewProps" Target="viewProps.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0" i="0">
                <a:solidFill>
                  <a:schemeClr val="tx1"/>
                </a:solidFill>
                <a:latin typeface="Calibri" panose="020F0502020204030204"/>
                <a:cs typeface="Calibri" panose="020F0502020204030204"/>
              </a:defRPr>
            </a:lvl1pPr>
          </a:lstStyle>
          <a:p/>
        </p:txBody>
      </p:sp>
      <p:sp>
        <p:nvSpPr>
          <p:cNvPr id="3" name="Holder 3"/>
          <p:cNvSpPr>
            <a:spLocks noGrp="1"/>
          </p:cNvSpPr>
          <p:nvPr>
            <p:ph type="body" idx="1"/>
          </p:nvPr>
        </p:nvSpPr>
        <p:spPr/>
        <p:txBody>
          <a:bodyPr lIns="0" tIns="0" rIns="0" bIns="0"/>
          <a:lstStyle>
            <a:lvl1pPr>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0" i="0">
                <a:solidFill>
                  <a:schemeClr val="tx1"/>
                </a:solidFill>
                <a:latin typeface="Calibri" panose="020F0502020204030204"/>
                <a:cs typeface="Calibri" panose="020F0502020204030204"/>
              </a:defRPr>
            </a:lvl1pPr>
          </a:lstStyle>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0" i="0">
                <a:solidFill>
                  <a:schemeClr val="tx1"/>
                </a:solidFill>
                <a:latin typeface="Calibri" panose="020F0502020204030204"/>
                <a:cs typeface="Calibri" panose="020F050202020403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336292" y="39623"/>
            <a:ext cx="7519415" cy="751840"/>
          </a:xfrm>
          <a:prstGeom prst="rect">
            <a:avLst/>
          </a:prstGeom>
        </p:spPr>
        <p:txBody>
          <a:bodyPr wrap="square" lIns="0" tIns="0" rIns="0" bIns="0">
            <a:spAutoFit/>
          </a:bodyPr>
          <a:lstStyle>
            <a:lvl1pPr>
              <a:defRPr sz="1800" b="0" i="0">
                <a:solidFill>
                  <a:schemeClr val="tx1"/>
                </a:solidFill>
                <a:latin typeface="Calibri" panose="020F0502020204030204"/>
                <a:cs typeface="Calibri" panose="020F0502020204030204"/>
              </a:defRPr>
            </a:lvl1pPr>
          </a:lstStyle>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4" Type="http://schemas.openxmlformats.org/officeDocument/2006/relationships/slideLayout" Target="../slideLayouts/slideLayout5.xml"/><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312035" y="811784"/>
            <a:ext cx="7460615" cy="4299585"/>
          </a:xfrm>
          <a:prstGeom prst="rect">
            <a:avLst/>
          </a:prstGeom>
        </p:spPr>
        <p:txBody>
          <a:bodyPr vert="horz" wrap="square" lIns="0" tIns="12065" rIns="0" bIns="0" rtlCol="0">
            <a:spAutoFit/>
          </a:bodyPr>
          <a:lstStyle/>
          <a:p>
            <a:pPr marL="12700" marR="5080">
              <a:lnSpc>
                <a:spcPct val="100000"/>
              </a:lnSpc>
              <a:spcBef>
                <a:spcPts val="95"/>
              </a:spcBef>
            </a:pPr>
            <a:r>
              <a:rPr sz="2800" spc="-5" dirty="0">
                <a:latin typeface="Calibri" panose="020F0502020204030204"/>
                <a:cs typeface="Calibri" panose="020F0502020204030204"/>
              </a:rPr>
              <a:t>Using</a:t>
            </a:r>
            <a:r>
              <a:rPr sz="2800" spc="5" dirty="0">
                <a:latin typeface="Calibri" panose="020F0502020204030204"/>
                <a:cs typeface="Calibri" panose="020F0502020204030204"/>
              </a:rPr>
              <a:t> </a:t>
            </a:r>
            <a:r>
              <a:rPr sz="2800" spc="-5" dirty="0">
                <a:latin typeface="Calibri" panose="020F0502020204030204"/>
                <a:cs typeface="Calibri" panose="020F0502020204030204"/>
              </a:rPr>
              <a:t>the</a:t>
            </a:r>
            <a:r>
              <a:rPr sz="2800" spc="10" dirty="0">
                <a:latin typeface="Calibri" panose="020F0502020204030204"/>
                <a:cs typeface="Calibri" panose="020F0502020204030204"/>
              </a:rPr>
              <a:t> </a:t>
            </a:r>
            <a:r>
              <a:rPr sz="2800" spc="-10" dirty="0">
                <a:latin typeface="Calibri" panose="020F0502020204030204"/>
                <a:cs typeface="Calibri" panose="020F0502020204030204"/>
              </a:rPr>
              <a:t>band</a:t>
            </a:r>
            <a:r>
              <a:rPr sz="2800" spc="20" dirty="0">
                <a:latin typeface="Calibri" panose="020F0502020204030204"/>
                <a:cs typeface="Calibri" panose="020F0502020204030204"/>
              </a:rPr>
              <a:t> </a:t>
            </a:r>
            <a:r>
              <a:rPr sz="2800" spc="-5" dirty="0">
                <a:latin typeface="Calibri" panose="020F0502020204030204"/>
                <a:cs typeface="Calibri" panose="020F0502020204030204"/>
              </a:rPr>
              <a:t>model</a:t>
            </a:r>
            <a:r>
              <a:rPr sz="2800" spc="15" dirty="0">
                <a:latin typeface="Calibri" panose="020F0502020204030204"/>
                <a:cs typeface="Calibri" panose="020F0502020204030204"/>
              </a:rPr>
              <a:t> </a:t>
            </a:r>
            <a:r>
              <a:rPr sz="2800" spc="-30" dirty="0">
                <a:latin typeface="Calibri" panose="020F0502020204030204"/>
                <a:cs typeface="Calibri" panose="020F0502020204030204"/>
              </a:rPr>
              <a:t>draw</a:t>
            </a:r>
            <a:r>
              <a:rPr sz="2800" spc="20" dirty="0">
                <a:latin typeface="Calibri" panose="020F0502020204030204"/>
                <a:cs typeface="Calibri" panose="020F0502020204030204"/>
              </a:rPr>
              <a:t> </a:t>
            </a:r>
            <a:r>
              <a:rPr sz="2800" spc="-15" dirty="0">
                <a:latin typeface="Calibri" panose="020F0502020204030204"/>
                <a:cs typeface="Calibri" panose="020F0502020204030204"/>
              </a:rPr>
              <a:t>diagrams</a:t>
            </a:r>
            <a:r>
              <a:rPr sz="2800" spc="10" dirty="0">
                <a:latin typeface="Calibri" panose="020F0502020204030204"/>
                <a:cs typeface="Calibri" panose="020F0502020204030204"/>
              </a:rPr>
              <a:t> </a:t>
            </a:r>
            <a:r>
              <a:rPr sz="2800" spc="-20" dirty="0">
                <a:latin typeface="Calibri" panose="020F0502020204030204"/>
                <a:cs typeface="Calibri" panose="020F0502020204030204"/>
              </a:rPr>
              <a:t>to</a:t>
            </a:r>
            <a:r>
              <a:rPr sz="2800" dirty="0">
                <a:latin typeface="Calibri" panose="020F0502020204030204"/>
                <a:cs typeface="Calibri" panose="020F0502020204030204"/>
              </a:rPr>
              <a:t> </a:t>
            </a:r>
            <a:r>
              <a:rPr sz="2800" spc="-15" dirty="0">
                <a:latin typeface="Calibri" panose="020F0502020204030204"/>
                <a:cs typeface="Calibri" panose="020F0502020204030204"/>
              </a:rPr>
              <a:t>explain</a:t>
            </a:r>
            <a:r>
              <a:rPr sz="2800" spc="20" dirty="0">
                <a:latin typeface="Calibri" panose="020F0502020204030204"/>
                <a:cs typeface="Calibri" panose="020F0502020204030204"/>
              </a:rPr>
              <a:t> </a:t>
            </a:r>
            <a:r>
              <a:rPr sz="2800" spc="-5" dirty="0">
                <a:latin typeface="Calibri" panose="020F0502020204030204"/>
                <a:cs typeface="Calibri" panose="020F0502020204030204"/>
              </a:rPr>
              <a:t>the </a:t>
            </a:r>
            <a:r>
              <a:rPr sz="2800" spc="-620" dirty="0">
                <a:latin typeface="Calibri" panose="020F0502020204030204"/>
                <a:cs typeface="Calibri" panose="020F0502020204030204"/>
              </a:rPr>
              <a:t> </a:t>
            </a:r>
            <a:r>
              <a:rPr sz="2800" spc="-20" dirty="0">
                <a:latin typeface="Calibri" panose="020F0502020204030204"/>
                <a:cs typeface="Calibri" panose="020F0502020204030204"/>
              </a:rPr>
              <a:t>differences</a:t>
            </a:r>
            <a:r>
              <a:rPr sz="2800" spc="5" dirty="0">
                <a:latin typeface="Calibri" panose="020F0502020204030204"/>
                <a:cs typeface="Calibri" panose="020F0502020204030204"/>
              </a:rPr>
              <a:t> </a:t>
            </a:r>
            <a:r>
              <a:rPr sz="2800" spc="-5" dirty="0">
                <a:latin typeface="Calibri" panose="020F0502020204030204"/>
                <a:cs typeface="Calibri" panose="020F0502020204030204"/>
              </a:rPr>
              <a:t>in</a:t>
            </a:r>
            <a:r>
              <a:rPr sz="2800" spc="10" dirty="0">
                <a:latin typeface="Calibri" panose="020F0502020204030204"/>
                <a:cs typeface="Calibri" panose="020F0502020204030204"/>
              </a:rPr>
              <a:t> </a:t>
            </a:r>
            <a:r>
              <a:rPr sz="2800" spc="-10" dirty="0">
                <a:latin typeface="Calibri" panose="020F0502020204030204"/>
                <a:cs typeface="Calibri" panose="020F0502020204030204"/>
              </a:rPr>
              <a:t>conduction</a:t>
            </a:r>
            <a:r>
              <a:rPr sz="2800" spc="30" dirty="0">
                <a:latin typeface="Calibri" panose="020F0502020204030204"/>
                <a:cs typeface="Calibri" panose="020F0502020204030204"/>
              </a:rPr>
              <a:t> </a:t>
            </a:r>
            <a:r>
              <a:rPr sz="2800" spc="-15" dirty="0">
                <a:latin typeface="Calibri" panose="020F0502020204030204"/>
                <a:cs typeface="Calibri" panose="020F0502020204030204"/>
              </a:rPr>
              <a:t>properties</a:t>
            </a:r>
            <a:r>
              <a:rPr sz="2800" spc="35" dirty="0">
                <a:latin typeface="Calibri" panose="020F0502020204030204"/>
                <a:cs typeface="Calibri" panose="020F0502020204030204"/>
              </a:rPr>
              <a:t> </a:t>
            </a:r>
            <a:r>
              <a:rPr sz="2800" spc="-10" dirty="0">
                <a:latin typeface="Calibri" panose="020F0502020204030204"/>
                <a:cs typeface="Calibri" panose="020F0502020204030204"/>
              </a:rPr>
              <a:t>of:</a:t>
            </a:r>
            <a:endParaRPr sz="2800">
              <a:latin typeface="Calibri" panose="020F0502020204030204"/>
              <a:cs typeface="Calibri" panose="020F0502020204030204"/>
            </a:endParaRPr>
          </a:p>
          <a:p>
            <a:pPr>
              <a:lnSpc>
                <a:spcPct val="100000"/>
              </a:lnSpc>
              <a:spcBef>
                <a:spcPts val="5"/>
              </a:spcBef>
            </a:pPr>
            <a:endParaRPr sz="2750">
              <a:latin typeface="Calibri" panose="020F0502020204030204"/>
              <a:cs typeface="Calibri" panose="020F0502020204030204"/>
            </a:endParaRPr>
          </a:p>
          <a:p>
            <a:pPr marL="281940" indent="-269875">
              <a:lnSpc>
                <a:spcPct val="100000"/>
              </a:lnSpc>
              <a:buAutoNum type="romanLcParenR"/>
              <a:tabLst>
                <a:tab pos="282575" algn="l"/>
              </a:tabLst>
            </a:pPr>
            <a:r>
              <a:rPr sz="2800" spc="-5" dirty="0">
                <a:latin typeface="Calibri" panose="020F0502020204030204"/>
                <a:cs typeface="Calibri" panose="020F0502020204030204"/>
              </a:rPr>
              <a:t>An</a:t>
            </a:r>
            <a:r>
              <a:rPr sz="2800" spc="10" dirty="0">
                <a:latin typeface="Calibri" panose="020F0502020204030204"/>
                <a:cs typeface="Calibri" panose="020F0502020204030204"/>
              </a:rPr>
              <a:t> </a:t>
            </a:r>
            <a:r>
              <a:rPr sz="2800" spc="-15" dirty="0">
                <a:latin typeface="Calibri" panose="020F0502020204030204"/>
                <a:cs typeface="Calibri" panose="020F0502020204030204"/>
              </a:rPr>
              <a:t>Earth</a:t>
            </a:r>
            <a:r>
              <a:rPr sz="2800" spc="-10" dirty="0">
                <a:latin typeface="Calibri" panose="020F0502020204030204"/>
                <a:cs typeface="Calibri" panose="020F0502020204030204"/>
              </a:rPr>
              <a:t> </a:t>
            </a:r>
            <a:r>
              <a:rPr sz="2800" spc="-15" dirty="0">
                <a:latin typeface="Calibri" panose="020F0502020204030204"/>
                <a:cs typeface="Calibri" panose="020F0502020204030204"/>
              </a:rPr>
              <a:t>Alkaline</a:t>
            </a:r>
            <a:r>
              <a:rPr sz="2800" spc="-5" dirty="0">
                <a:latin typeface="Calibri" panose="020F0502020204030204"/>
                <a:cs typeface="Calibri" panose="020F0502020204030204"/>
              </a:rPr>
              <a:t> </a:t>
            </a:r>
            <a:r>
              <a:rPr sz="2800" spc="-15" dirty="0">
                <a:latin typeface="Calibri" panose="020F0502020204030204"/>
                <a:cs typeface="Calibri" panose="020F0502020204030204"/>
              </a:rPr>
              <a:t>Metal</a:t>
            </a:r>
            <a:endParaRPr sz="2800">
              <a:latin typeface="Calibri" panose="020F0502020204030204"/>
              <a:cs typeface="Calibri" panose="020F0502020204030204"/>
            </a:endParaRPr>
          </a:p>
          <a:p>
            <a:pPr>
              <a:lnSpc>
                <a:spcPct val="100000"/>
              </a:lnSpc>
              <a:spcBef>
                <a:spcPts val="5"/>
              </a:spcBef>
              <a:buFont typeface="Calibri" panose="020F0502020204030204"/>
              <a:buAutoNum type="romanLcParenR"/>
            </a:pPr>
            <a:endParaRPr sz="2750">
              <a:latin typeface="Calibri" panose="020F0502020204030204"/>
              <a:cs typeface="Calibri" panose="020F0502020204030204"/>
            </a:endParaRPr>
          </a:p>
          <a:p>
            <a:pPr marL="362585" indent="-350520">
              <a:lnSpc>
                <a:spcPct val="100000"/>
              </a:lnSpc>
              <a:buAutoNum type="romanLcParenR"/>
              <a:tabLst>
                <a:tab pos="363220" algn="l"/>
              </a:tabLst>
            </a:pPr>
            <a:r>
              <a:rPr sz="2800" spc="-5" dirty="0">
                <a:latin typeface="Calibri" panose="020F0502020204030204"/>
                <a:cs typeface="Calibri" panose="020F0502020204030204"/>
              </a:rPr>
              <a:t>An</a:t>
            </a:r>
            <a:r>
              <a:rPr sz="2800" spc="-10" dirty="0">
                <a:latin typeface="Calibri" panose="020F0502020204030204"/>
                <a:cs typeface="Calibri" panose="020F0502020204030204"/>
              </a:rPr>
              <a:t> </a:t>
            </a:r>
            <a:r>
              <a:rPr sz="2800" spc="-15" dirty="0">
                <a:latin typeface="Calibri" panose="020F0502020204030204"/>
                <a:cs typeface="Calibri" panose="020F0502020204030204"/>
              </a:rPr>
              <a:t>insulator</a:t>
            </a:r>
            <a:endParaRPr sz="2800">
              <a:latin typeface="Calibri" panose="020F0502020204030204"/>
              <a:cs typeface="Calibri" panose="020F0502020204030204"/>
            </a:endParaRPr>
          </a:p>
          <a:p>
            <a:pPr>
              <a:lnSpc>
                <a:spcPct val="100000"/>
              </a:lnSpc>
              <a:spcBef>
                <a:spcPts val="5"/>
              </a:spcBef>
              <a:buFont typeface="Calibri" panose="020F0502020204030204"/>
              <a:buAutoNum type="romanLcParenR"/>
            </a:pPr>
            <a:endParaRPr sz="2750">
              <a:latin typeface="Calibri" panose="020F0502020204030204"/>
              <a:cs typeface="Calibri" panose="020F0502020204030204"/>
            </a:endParaRPr>
          </a:p>
          <a:p>
            <a:pPr marL="444500" indent="-432435">
              <a:lnSpc>
                <a:spcPct val="100000"/>
              </a:lnSpc>
              <a:buAutoNum type="romanLcParenR"/>
              <a:tabLst>
                <a:tab pos="444500" algn="l"/>
              </a:tabLst>
            </a:pPr>
            <a:r>
              <a:rPr sz="2800" spc="-5" dirty="0">
                <a:latin typeface="Calibri" panose="020F0502020204030204"/>
                <a:cs typeface="Calibri" panose="020F0502020204030204"/>
              </a:rPr>
              <a:t>An</a:t>
            </a:r>
            <a:r>
              <a:rPr sz="2800" spc="5" dirty="0">
                <a:latin typeface="Calibri" panose="020F0502020204030204"/>
                <a:cs typeface="Calibri" panose="020F0502020204030204"/>
              </a:rPr>
              <a:t> </a:t>
            </a:r>
            <a:r>
              <a:rPr sz="2800" spc="-15" dirty="0">
                <a:latin typeface="Calibri" panose="020F0502020204030204"/>
                <a:cs typeface="Calibri" panose="020F0502020204030204"/>
              </a:rPr>
              <a:t>extrinsic</a:t>
            </a:r>
            <a:r>
              <a:rPr sz="2800" spc="15" dirty="0">
                <a:latin typeface="Calibri" panose="020F0502020204030204"/>
                <a:cs typeface="Calibri" panose="020F0502020204030204"/>
              </a:rPr>
              <a:t> </a:t>
            </a:r>
            <a:r>
              <a:rPr sz="2800" spc="-5" dirty="0">
                <a:latin typeface="Calibri" panose="020F0502020204030204"/>
                <a:cs typeface="Calibri" panose="020F0502020204030204"/>
              </a:rPr>
              <a:t>p-type</a:t>
            </a:r>
            <a:r>
              <a:rPr sz="2800" spc="15" dirty="0">
                <a:latin typeface="Calibri" panose="020F0502020204030204"/>
                <a:cs typeface="Calibri" panose="020F0502020204030204"/>
              </a:rPr>
              <a:t> </a:t>
            </a:r>
            <a:r>
              <a:rPr sz="2800" spc="-10" dirty="0">
                <a:latin typeface="Calibri" panose="020F0502020204030204"/>
                <a:cs typeface="Calibri" panose="020F0502020204030204"/>
              </a:rPr>
              <a:t>semiconductor</a:t>
            </a:r>
            <a:endParaRPr sz="2800" spc="-10" dirty="0">
              <a:latin typeface="Calibri" panose="020F0502020204030204"/>
              <a:cs typeface="Calibri" panose="020F0502020204030204"/>
            </a:endParaRPr>
          </a:p>
          <a:p>
            <a:pPr marL="12065" indent="0">
              <a:lnSpc>
                <a:spcPct val="100000"/>
              </a:lnSpc>
              <a:buNone/>
              <a:tabLst>
                <a:tab pos="444500" algn="l"/>
              </a:tabLst>
            </a:pPr>
            <a:r>
              <a:rPr lang="en-US" sz="2800" spc="-15" dirty="0">
                <a:latin typeface="Calibri" panose="020F0502020204030204"/>
                <a:cs typeface="Calibri" panose="020F0502020204030204"/>
                <a:sym typeface="+mn-ea"/>
              </a:rPr>
              <a:t>  (</a:t>
            </a:r>
            <a:r>
              <a:rPr sz="2800" spc="-15" dirty="0">
                <a:latin typeface="Calibri" panose="020F0502020204030204"/>
                <a:cs typeface="Calibri" panose="020F0502020204030204"/>
                <a:sym typeface="+mn-ea"/>
              </a:rPr>
              <a:t>extrinsic</a:t>
            </a:r>
            <a:r>
              <a:rPr lang="en-US" sz="2800" spc="-15" dirty="0">
                <a:latin typeface="Calibri" panose="020F0502020204030204"/>
                <a:cs typeface="Calibri" panose="020F0502020204030204"/>
                <a:sym typeface="+mn-ea"/>
              </a:rPr>
              <a:t> </a:t>
            </a:r>
            <a:r>
              <a:rPr sz="2800" spc="-10" dirty="0">
                <a:latin typeface="Calibri" panose="020F0502020204030204"/>
                <a:cs typeface="Calibri" panose="020F0502020204030204"/>
                <a:sym typeface="+mn-ea"/>
              </a:rPr>
              <a:t>semiconductor</a:t>
            </a:r>
            <a:r>
              <a:rPr lang="zh-CN" sz="2800" spc="-10" dirty="0">
                <a:latin typeface="Calibri" panose="020F0502020204030204"/>
                <a:cs typeface="Calibri" panose="020F0502020204030204"/>
                <a:sym typeface="+mn-ea"/>
              </a:rPr>
              <a:t>非本征半导体，含杂质</a:t>
            </a:r>
            <a:r>
              <a:rPr lang="zh-CN" sz="2800" spc="-10" dirty="0">
                <a:latin typeface="Calibri" panose="020F0502020204030204"/>
                <a:cs typeface="Calibri" panose="020F0502020204030204"/>
                <a:sym typeface="+mn-ea"/>
              </a:rPr>
              <a:t>半导体）</a:t>
            </a:r>
            <a:endParaRPr lang="zh-CN" sz="2800" spc="-10" dirty="0">
              <a:latin typeface="Calibri" panose="020F0502020204030204"/>
              <a:cs typeface="Calibri" panose="020F0502020204030204"/>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2361811" y="197332"/>
            <a:ext cx="1791288" cy="2524632"/>
          </a:xfrm>
          <a:prstGeom prst="rect">
            <a:avLst/>
          </a:prstGeom>
        </p:spPr>
      </p:pic>
      <p:pic>
        <p:nvPicPr>
          <p:cNvPr id="3" name="object 3"/>
          <p:cNvPicPr/>
          <p:nvPr/>
        </p:nvPicPr>
        <p:blipFill>
          <a:blip r:embed="rId2" cstate="print"/>
          <a:stretch>
            <a:fillRect/>
          </a:stretch>
        </p:blipFill>
        <p:spPr>
          <a:xfrm>
            <a:off x="5234940" y="172212"/>
            <a:ext cx="1459991" cy="2845307"/>
          </a:xfrm>
          <a:prstGeom prst="rect">
            <a:avLst/>
          </a:prstGeom>
        </p:spPr>
      </p:pic>
      <p:pic>
        <p:nvPicPr>
          <p:cNvPr id="4" name="object 4"/>
          <p:cNvPicPr/>
          <p:nvPr/>
        </p:nvPicPr>
        <p:blipFill>
          <a:blip r:embed="rId3" cstate="print"/>
          <a:stretch>
            <a:fillRect/>
          </a:stretch>
        </p:blipFill>
        <p:spPr>
          <a:xfrm>
            <a:off x="7336227" y="199313"/>
            <a:ext cx="3157130" cy="2796856"/>
          </a:xfrm>
          <a:prstGeom prst="rect">
            <a:avLst/>
          </a:prstGeom>
        </p:spPr>
      </p:pic>
      <p:sp>
        <p:nvSpPr>
          <p:cNvPr id="5" name="object 5"/>
          <p:cNvSpPr txBox="1"/>
          <p:nvPr/>
        </p:nvSpPr>
        <p:spPr>
          <a:xfrm>
            <a:off x="2213229" y="2955162"/>
            <a:ext cx="1975485" cy="3195320"/>
          </a:xfrm>
          <a:prstGeom prst="rect">
            <a:avLst/>
          </a:prstGeom>
        </p:spPr>
        <p:txBody>
          <a:bodyPr vert="horz" wrap="square" lIns="0" tIns="12065" rIns="0" bIns="0" rtlCol="0">
            <a:spAutoFit/>
          </a:bodyPr>
          <a:lstStyle/>
          <a:p>
            <a:pPr marL="12700" marR="5080">
              <a:lnSpc>
                <a:spcPct val="100000"/>
              </a:lnSpc>
              <a:spcBef>
                <a:spcPts val="95"/>
              </a:spcBef>
            </a:pPr>
            <a:r>
              <a:rPr sz="1600" spc="-10" dirty="0">
                <a:latin typeface="Calibri" panose="020F0502020204030204"/>
                <a:cs typeface="Calibri" panose="020F0502020204030204"/>
              </a:rPr>
              <a:t>Earth Alkaline Metal </a:t>
            </a:r>
            <a:r>
              <a:rPr sz="1600" spc="-5" dirty="0">
                <a:latin typeface="Calibri" panose="020F0502020204030204"/>
                <a:cs typeface="Calibri" panose="020F0502020204030204"/>
              </a:rPr>
              <a:t> While the 2</a:t>
            </a:r>
            <a:r>
              <a:rPr sz="1600" i="1" spc="-5" dirty="0">
                <a:latin typeface="Calibri" panose="020F0502020204030204"/>
                <a:cs typeface="Calibri" panose="020F0502020204030204"/>
              </a:rPr>
              <a:t>s </a:t>
            </a:r>
            <a:r>
              <a:rPr sz="1600" spc="-5" dirty="0">
                <a:latin typeface="Calibri" panose="020F0502020204030204"/>
                <a:cs typeface="Calibri" panose="020F0502020204030204"/>
              </a:rPr>
              <a:t>band is </a:t>
            </a:r>
            <a:r>
              <a:rPr sz="1600" dirty="0">
                <a:latin typeface="Calibri" panose="020F0502020204030204"/>
                <a:cs typeface="Calibri" panose="020F0502020204030204"/>
              </a:rPr>
              <a:t> </a:t>
            </a:r>
            <a:r>
              <a:rPr sz="1600" spc="-5" dirty="0">
                <a:latin typeface="Calibri" panose="020F0502020204030204"/>
                <a:cs typeface="Calibri" panose="020F0502020204030204"/>
              </a:rPr>
              <a:t>full, it </a:t>
            </a:r>
            <a:r>
              <a:rPr sz="1600" spc="-10" dirty="0">
                <a:latin typeface="Calibri" panose="020F0502020204030204"/>
                <a:cs typeface="Calibri" panose="020F0502020204030204"/>
              </a:rPr>
              <a:t>overlaps </a:t>
            </a:r>
            <a:r>
              <a:rPr sz="1600" dirty="0">
                <a:latin typeface="Calibri" panose="020F0502020204030204"/>
                <a:cs typeface="Calibri" panose="020F0502020204030204"/>
              </a:rPr>
              <a:t>with </a:t>
            </a:r>
            <a:r>
              <a:rPr sz="1600" spc="-5" dirty="0">
                <a:latin typeface="Calibri" panose="020F0502020204030204"/>
                <a:cs typeface="Calibri" panose="020F0502020204030204"/>
              </a:rPr>
              <a:t>the </a:t>
            </a:r>
            <a:r>
              <a:rPr sz="1600" spc="-350" dirty="0">
                <a:latin typeface="Calibri" panose="020F0502020204030204"/>
                <a:cs typeface="Calibri" panose="020F0502020204030204"/>
              </a:rPr>
              <a:t> </a:t>
            </a:r>
            <a:r>
              <a:rPr sz="1600" spc="-5" dirty="0">
                <a:latin typeface="Calibri" panose="020F0502020204030204"/>
                <a:cs typeface="Calibri" panose="020F0502020204030204"/>
              </a:rPr>
              <a:t>2</a:t>
            </a:r>
            <a:r>
              <a:rPr sz="1600" i="1" spc="-5" dirty="0">
                <a:latin typeface="Calibri" panose="020F0502020204030204"/>
                <a:cs typeface="Calibri" panose="020F0502020204030204"/>
              </a:rPr>
              <a:t>p</a:t>
            </a:r>
            <a:r>
              <a:rPr sz="1600" i="1" spc="10" dirty="0">
                <a:latin typeface="Calibri" panose="020F0502020204030204"/>
                <a:cs typeface="Calibri" panose="020F0502020204030204"/>
              </a:rPr>
              <a:t> </a:t>
            </a:r>
            <a:r>
              <a:rPr sz="1600" spc="-10" dirty="0">
                <a:latin typeface="Calibri" panose="020F0502020204030204"/>
                <a:cs typeface="Calibri" panose="020F0502020204030204"/>
              </a:rPr>
              <a:t>band.</a:t>
            </a:r>
            <a:endParaRPr sz="1600">
              <a:latin typeface="Calibri" panose="020F0502020204030204"/>
              <a:cs typeface="Calibri" panose="020F0502020204030204"/>
            </a:endParaRPr>
          </a:p>
          <a:p>
            <a:pPr marL="12700" marR="22860">
              <a:lnSpc>
                <a:spcPct val="100000"/>
              </a:lnSpc>
            </a:pPr>
            <a:r>
              <a:rPr sz="1600" spc="-5" dirty="0">
                <a:latin typeface="Calibri" panose="020F0502020204030204"/>
                <a:cs typeface="Calibri" panose="020F0502020204030204"/>
              </a:rPr>
              <a:t>As</a:t>
            </a:r>
            <a:r>
              <a:rPr sz="1600" spc="65" dirty="0">
                <a:latin typeface="Calibri" panose="020F0502020204030204"/>
                <a:cs typeface="Calibri" panose="020F0502020204030204"/>
              </a:rPr>
              <a:t> </a:t>
            </a:r>
            <a:r>
              <a:rPr sz="1600" spc="-10" dirty="0">
                <a:latin typeface="Calibri" panose="020F0502020204030204"/>
                <a:cs typeface="Calibri" panose="020F0502020204030204"/>
              </a:rPr>
              <a:t>such,</a:t>
            </a:r>
            <a:r>
              <a:rPr sz="1600" spc="75" dirty="0">
                <a:latin typeface="Calibri" panose="020F0502020204030204"/>
                <a:cs typeface="Calibri" panose="020F0502020204030204"/>
              </a:rPr>
              <a:t> </a:t>
            </a:r>
            <a:r>
              <a:rPr sz="1600" spc="-10" dirty="0">
                <a:latin typeface="Calibri" panose="020F0502020204030204"/>
                <a:cs typeface="Calibri" panose="020F0502020204030204"/>
              </a:rPr>
              <a:t>some </a:t>
            </a:r>
            <a:r>
              <a:rPr sz="1600" spc="-5" dirty="0">
                <a:latin typeface="Calibri" panose="020F0502020204030204"/>
                <a:cs typeface="Calibri" panose="020F0502020204030204"/>
              </a:rPr>
              <a:t> </a:t>
            </a:r>
            <a:r>
              <a:rPr sz="1600" spc="-10" dirty="0">
                <a:latin typeface="Calibri" panose="020F0502020204030204"/>
                <a:cs typeface="Calibri" panose="020F0502020204030204"/>
              </a:rPr>
              <a:t>electrons</a:t>
            </a:r>
            <a:r>
              <a:rPr sz="1600" spc="340" dirty="0">
                <a:latin typeface="Calibri" panose="020F0502020204030204"/>
                <a:cs typeface="Calibri" panose="020F0502020204030204"/>
              </a:rPr>
              <a:t> </a:t>
            </a:r>
            <a:r>
              <a:rPr sz="1600" spc="-5" dirty="0">
                <a:latin typeface="Calibri" panose="020F0502020204030204"/>
                <a:cs typeface="Calibri" panose="020F0502020204030204"/>
              </a:rPr>
              <a:t>in </a:t>
            </a:r>
            <a:r>
              <a:rPr sz="1600" spc="-10" dirty="0">
                <a:latin typeface="Calibri" panose="020F0502020204030204"/>
                <a:cs typeface="Calibri" panose="020F0502020204030204"/>
              </a:rPr>
              <a:t>the </a:t>
            </a:r>
            <a:r>
              <a:rPr sz="1600" spc="-5" dirty="0">
                <a:latin typeface="Calibri" panose="020F0502020204030204"/>
                <a:cs typeface="Calibri" panose="020F0502020204030204"/>
              </a:rPr>
              <a:t> valence</a:t>
            </a:r>
            <a:r>
              <a:rPr sz="1600" spc="-25" dirty="0">
                <a:latin typeface="Calibri" panose="020F0502020204030204"/>
                <a:cs typeface="Calibri" panose="020F0502020204030204"/>
              </a:rPr>
              <a:t> </a:t>
            </a:r>
            <a:r>
              <a:rPr sz="1600" spc="-5" dirty="0">
                <a:latin typeface="Calibri" panose="020F0502020204030204"/>
                <a:cs typeface="Calibri" panose="020F0502020204030204"/>
              </a:rPr>
              <a:t>band</a:t>
            </a:r>
            <a:r>
              <a:rPr sz="1600" spc="-35" dirty="0">
                <a:latin typeface="Calibri" panose="020F0502020204030204"/>
                <a:cs typeface="Calibri" panose="020F0502020204030204"/>
              </a:rPr>
              <a:t> </a:t>
            </a:r>
            <a:r>
              <a:rPr sz="1600" spc="-10" dirty="0">
                <a:latin typeface="Calibri" panose="020F0502020204030204"/>
                <a:cs typeface="Calibri" panose="020F0502020204030204"/>
              </a:rPr>
              <a:t>can</a:t>
            </a:r>
            <a:r>
              <a:rPr sz="1600" spc="-20" dirty="0">
                <a:latin typeface="Calibri" panose="020F0502020204030204"/>
                <a:cs typeface="Calibri" panose="020F0502020204030204"/>
              </a:rPr>
              <a:t> </a:t>
            </a:r>
            <a:r>
              <a:rPr sz="1600" spc="-5" dirty="0">
                <a:latin typeface="Calibri" panose="020F0502020204030204"/>
                <a:cs typeface="Calibri" panose="020F0502020204030204"/>
              </a:rPr>
              <a:t>easily </a:t>
            </a:r>
            <a:r>
              <a:rPr sz="1600" spc="-345" dirty="0">
                <a:latin typeface="Calibri" panose="020F0502020204030204"/>
                <a:cs typeface="Calibri" panose="020F0502020204030204"/>
              </a:rPr>
              <a:t> </a:t>
            </a:r>
            <a:r>
              <a:rPr sz="1600" spc="-5" dirty="0">
                <a:latin typeface="Calibri" panose="020F0502020204030204"/>
                <a:cs typeface="Calibri" panose="020F0502020204030204"/>
              </a:rPr>
              <a:t>be </a:t>
            </a:r>
            <a:r>
              <a:rPr sz="1600" spc="-15" dirty="0">
                <a:latin typeface="Calibri" panose="020F0502020204030204"/>
                <a:cs typeface="Calibri" panose="020F0502020204030204"/>
              </a:rPr>
              <a:t>excited </a:t>
            </a:r>
            <a:r>
              <a:rPr sz="1600" spc="-10" dirty="0">
                <a:latin typeface="Calibri" panose="020F0502020204030204"/>
                <a:cs typeface="Calibri" panose="020F0502020204030204"/>
              </a:rPr>
              <a:t>into the </a:t>
            </a:r>
            <a:r>
              <a:rPr sz="1600" spc="-5" dirty="0">
                <a:latin typeface="Calibri" panose="020F0502020204030204"/>
                <a:cs typeface="Calibri" panose="020F0502020204030204"/>
              </a:rPr>
              <a:t> conduction</a:t>
            </a:r>
            <a:r>
              <a:rPr sz="1600" spc="-15" dirty="0">
                <a:latin typeface="Calibri" panose="020F0502020204030204"/>
                <a:cs typeface="Calibri" panose="020F0502020204030204"/>
              </a:rPr>
              <a:t> </a:t>
            </a:r>
            <a:r>
              <a:rPr sz="1600" spc="-10" dirty="0">
                <a:latin typeface="Calibri" panose="020F0502020204030204"/>
                <a:cs typeface="Calibri" panose="020F0502020204030204"/>
              </a:rPr>
              <a:t>band.</a:t>
            </a:r>
            <a:endParaRPr sz="1600">
              <a:latin typeface="Calibri" panose="020F0502020204030204"/>
              <a:cs typeface="Calibri" panose="020F0502020204030204"/>
            </a:endParaRPr>
          </a:p>
          <a:p>
            <a:pPr marL="12700" marR="196850" algn="just">
              <a:lnSpc>
                <a:spcPct val="100000"/>
              </a:lnSpc>
              <a:spcBef>
                <a:spcPts val="5"/>
              </a:spcBef>
            </a:pPr>
            <a:r>
              <a:rPr sz="1600" spc="-5" dirty="0">
                <a:latin typeface="Calibri" panose="020F0502020204030204"/>
                <a:cs typeface="Calibri" panose="020F0502020204030204"/>
              </a:rPr>
              <a:t>The </a:t>
            </a:r>
            <a:r>
              <a:rPr sz="1600" spc="-10" dirty="0">
                <a:latin typeface="Calibri" panose="020F0502020204030204"/>
                <a:cs typeface="Calibri" panose="020F0502020204030204"/>
              </a:rPr>
              <a:t>conduction band </a:t>
            </a:r>
            <a:r>
              <a:rPr sz="1600" spc="-350" dirty="0">
                <a:latin typeface="Calibri" panose="020F0502020204030204"/>
                <a:cs typeface="Calibri" panose="020F0502020204030204"/>
              </a:rPr>
              <a:t> </a:t>
            </a:r>
            <a:r>
              <a:rPr sz="1600" spc="-10" dirty="0">
                <a:latin typeface="Calibri" panose="020F0502020204030204"/>
                <a:cs typeface="Calibri" panose="020F0502020204030204"/>
              </a:rPr>
              <a:t>(band containing the </a:t>
            </a:r>
            <a:r>
              <a:rPr sz="1600" spc="-5" dirty="0">
                <a:latin typeface="Calibri" panose="020F0502020204030204"/>
                <a:cs typeface="Calibri" panose="020F0502020204030204"/>
              </a:rPr>
              <a:t> </a:t>
            </a:r>
            <a:r>
              <a:rPr sz="1600" spc="-10" dirty="0">
                <a:latin typeface="Calibri" panose="020F0502020204030204"/>
                <a:cs typeface="Calibri" panose="020F0502020204030204"/>
              </a:rPr>
              <a:t>lowest energy empty </a:t>
            </a:r>
            <a:r>
              <a:rPr sz="1600" spc="-350" dirty="0">
                <a:latin typeface="Calibri" panose="020F0502020204030204"/>
                <a:cs typeface="Calibri" panose="020F0502020204030204"/>
              </a:rPr>
              <a:t> </a:t>
            </a:r>
            <a:r>
              <a:rPr sz="1600" spc="-10" dirty="0">
                <a:latin typeface="Calibri" panose="020F0502020204030204"/>
                <a:cs typeface="Calibri" panose="020F0502020204030204"/>
              </a:rPr>
              <a:t>states)</a:t>
            </a:r>
            <a:r>
              <a:rPr sz="1600" spc="-30" dirty="0">
                <a:latin typeface="Calibri" panose="020F0502020204030204"/>
                <a:cs typeface="Calibri" panose="020F0502020204030204"/>
              </a:rPr>
              <a:t> </a:t>
            </a:r>
            <a:r>
              <a:rPr sz="1600" spc="-5" dirty="0">
                <a:latin typeface="Calibri" panose="020F0502020204030204"/>
                <a:cs typeface="Calibri" panose="020F0502020204030204"/>
              </a:rPr>
              <a:t>is</a:t>
            </a:r>
            <a:r>
              <a:rPr sz="1600" spc="-25" dirty="0">
                <a:latin typeface="Calibri" panose="020F0502020204030204"/>
                <a:cs typeface="Calibri" panose="020F0502020204030204"/>
              </a:rPr>
              <a:t> </a:t>
            </a:r>
            <a:r>
              <a:rPr sz="1600" spc="-5" dirty="0">
                <a:latin typeface="Calibri" panose="020F0502020204030204"/>
                <a:cs typeface="Calibri" panose="020F0502020204030204"/>
              </a:rPr>
              <a:t>the</a:t>
            </a:r>
            <a:r>
              <a:rPr sz="1600" spc="-10" dirty="0">
                <a:latin typeface="Calibri" panose="020F0502020204030204"/>
                <a:cs typeface="Calibri" panose="020F0502020204030204"/>
              </a:rPr>
              <a:t> </a:t>
            </a:r>
            <a:r>
              <a:rPr sz="1600" spc="-5" dirty="0">
                <a:latin typeface="Calibri" panose="020F0502020204030204"/>
                <a:cs typeface="Calibri" panose="020F0502020204030204"/>
              </a:rPr>
              <a:t>2</a:t>
            </a:r>
            <a:r>
              <a:rPr sz="1600" i="1" spc="-5" dirty="0">
                <a:latin typeface="Calibri" panose="020F0502020204030204"/>
                <a:cs typeface="Calibri" panose="020F0502020204030204"/>
              </a:rPr>
              <a:t>p</a:t>
            </a:r>
            <a:r>
              <a:rPr sz="1600" i="1" dirty="0">
                <a:latin typeface="Calibri" panose="020F0502020204030204"/>
                <a:cs typeface="Calibri" panose="020F0502020204030204"/>
              </a:rPr>
              <a:t> </a:t>
            </a:r>
            <a:r>
              <a:rPr sz="1600" spc="-10" dirty="0">
                <a:latin typeface="Calibri" panose="020F0502020204030204"/>
                <a:cs typeface="Calibri" panose="020F0502020204030204"/>
              </a:rPr>
              <a:t>band</a:t>
            </a:r>
            <a:endParaRPr sz="1600">
              <a:latin typeface="Calibri" panose="020F0502020204030204"/>
              <a:cs typeface="Calibri" panose="020F0502020204030204"/>
            </a:endParaRPr>
          </a:p>
        </p:txBody>
      </p:sp>
      <p:sp>
        <p:nvSpPr>
          <p:cNvPr id="6" name="object 6"/>
          <p:cNvSpPr txBox="1"/>
          <p:nvPr/>
        </p:nvSpPr>
        <p:spPr>
          <a:xfrm>
            <a:off x="7737729" y="2955162"/>
            <a:ext cx="2551430" cy="2951480"/>
          </a:xfrm>
          <a:prstGeom prst="rect">
            <a:avLst/>
          </a:prstGeom>
        </p:spPr>
        <p:txBody>
          <a:bodyPr vert="horz" wrap="square" lIns="0" tIns="12065" rIns="0" bIns="0" rtlCol="0">
            <a:spAutoFit/>
          </a:bodyPr>
          <a:lstStyle/>
          <a:p>
            <a:pPr marL="12700">
              <a:lnSpc>
                <a:spcPct val="100000"/>
              </a:lnSpc>
              <a:spcBef>
                <a:spcPts val="95"/>
              </a:spcBef>
            </a:pPr>
            <a:r>
              <a:rPr sz="1600" spc="-5" dirty="0">
                <a:latin typeface="Calibri" panose="020F0502020204030204"/>
                <a:cs typeface="Calibri" panose="020F0502020204030204"/>
              </a:rPr>
              <a:t>P-type</a:t>
            </a:r>
            <a:r>
              <a:rPr sz="1600" spc="-20" dirty="0">
                <a:latin typeface="Calibri" panose="020F0502020204030204"/>
                <a:cs typeface="Calibri" panose="020F0502020204030204"/>
              </a:rPr>
              <a:t> </a:t>
            </a:r>
            <a:r>
              <a:rPr sz="1600" spc="-10" dirty="0">
                <a:latin typeface="Calibri" panose="020F0502020204030204"/>
                <a:cs typeface="Calibri" panose="020F0502020204030204"/>
              </a:rPr>
              <a:t>semiconductor</a:t>
            </a:r>
            <a:endParaRPr sz="1600">
              <a:latin typeface="Calibri" panose="020F0502020204030204"/>
              <a:cs typeface="Calibri" panose="020F0502020204030204"/>
            </a:endParaRPr>
          </a:p>
          <a:p>
            <a:pPr marL="12700" marR="5080">
              <a:lnSpc>
                <a:spcPct val="100000"/>
              </a:lnSpc>
            </a:pPr>
            <a:r>
              <a:rPr sz="1600" spc="-5" dirty="0">
                <a:latin typeface="Calibri" panose="020F0502020204030204"/>
                <a:cs typeface="Calibri" panose="020F0502020204030204"/>
              </a:rPr>
              <a:t>valence band is </a:t>
            </a:r>
            <a:r>
              <a:rPr sz="1600" spc="-10" dirty="0">
                <a:latin typeface="Calibri" panose="020F0502020204030204"/>
                <a:cs typeface="Calibri" panose="020F0502020204030204"/>
              </a:rPr>
              <a:t>completely </a:t>
            </a:r>
            <a:r>
              <a:rPr sz="1600" spc="-5" dirty="0">
                <a:latin typeface="Calibri" panose="020F0502020204030204"/>
                <a:cs typeface="Calibri" panose="020F0502020204030204"/>
              </a:rPr>
              <a:t>full </a:t>
            </a:r>
            <a:r>
              <a:rPr sz="1600" spc="-350" dirty="0">
                <a:latin typeface="Calibri" panose="020F0502020204030204"/>
                <a:cs typeface="Calibri" panose="020F0502020204030204"/>
              </a:rPr>
              <a:t> </a:t>
            </a:r>
            <a:r>
              <a:rPr sz="1600" spc="-5" dirty="0">
                <a:latin typeface="Calibri" panose="020F0502020204030204"/>
                <a:cs typeface="Calibri" panose="020F0502020204030204"/>
              </a:rPr>
              <a:t>and the </a:t>
            </a:r>
            <a:r>
              <a:rPr sz="1600" spc="-10" dirty="0">
                <a:latin typeface="Calibri" panose="020F0502020204030204"/>
                <a:cs typeface="Calibri" panose="020F0502020204030204"/>
              </a:rPr>
              <a:t>conduction </a:t>
            </a:r>
            <a:r>
              <a:rPr sz="1600" spc="-5" dirty="0">
                <a:latin typeface="Calibri" panose="020F0502020204030204"/>
                <a:cs typeface="Calibri" panose="020F0502020204030204"/>
              </a:rPr>
              <a:t>band is </a:t>
            </a:r>
            <a:r>
              <a:rPr sz="1600" dirty="0">
                <a:latin typeface="Calibri" panose="020F0502020204030204"/>
                <a:cs typeface="Calibri" panose="020F0502020204030204"/>
              </a:rPr>
              <a:t> </a:t>
            </a:r>
            <a:r>
              <a:rPr sz="1600" spc="-10" dirty="0">
                <a:latin typeface="Calibri" panose="020F0502020204030204"/>
                <a:cs typeface="Calibri" panose="020F0502020204030204"/>
              </a:rPr>
              <a:t>completely</a:t>
            </a:r>
            <a:r>
              <a:rPr sz="1600" spc="5" dirty="0">
                <a:latin typeface="Calibri" panose="020F0502020204030204"/>
                <a:cs typeface="Calibri" panose="020F0502020204030204"/>
              </a:rPr>
              <a:t> </a:t>
            </a:r>
            <a:r>
              <a:rPr sz="1600" spc="-30" dirty="0">
                <a:latin typeface="Calibri" panose="020F0502020204030204"/>
                <a:cs typeface="Calibri" panose="020F0502020204030204"/>
              </a:rPr>
              <a:t>empty.</a:t>
            </a:r>
            <a:endParaRPr sz="1600">
              <a:latin typeface="Calibri" panose="020F0502020204030204"/>
              <a:cs typeface="Calibri" panose="020F0502020204030204"/>
            </a:endParaRPr>
          </a:p>
          <a:p>
            <a:pPr marL="12700" marR="85725">
              <a:lnSpc>
                <a:spcPct val="100000"/>
              </a:lnSpc>
            </a:pPr>
            <a:r>
              <a:rPr sz="1600" spc="-5" dirty="0">
                <a:latin typeface="Calibri" panose="020F0502020204030204"/>
                <a:cs typeface="Calibri" panose="020F0502020204030204"/>
              </a:rPr>
              <a:t>The </a:t>
            </a:r>
            <a:r>
              <a:rPr sz="1600" spc="-10" dirty="0">
                <a:latin typeface="Calibri" panose="020F0502020204030204"/>
                <a:cs typeface="Calibri" panose="020F0502020204030204"/>
              </a:rPr>
              <a:t>dopant</a:t>
            </a:r>
            <a:r>
              <a:rPr sz="1600" spc="-5" dirty="0">
                <a:latin typeface="Calibri" panose="020F0502020204030204"/>
                <a:cs typeface="Calibri" panose="020F0502020204030204"/>
              </a:rPr>
              <a:t> </a:t>
            </a:r>
            <a:r>
              <a:rPr sz="1600" spc="-10" dirty="0">
                <a:latin typeface="Calibri" panose="020F0502020204030204"/>
                <a:cs typeface="Calibri" panose="020F0502020204030204"/>
              </a:rPr>
              <a:t>provides</a:t>
            </a:r>
            <a:r>
              <a:rPr sz="1600" spc="10" dirty="0">
                <a:latin typeface="Calibri" panose="020F0502020204030204"/>
                <a:cs typeface="Calibri" panose="020F0502020204030204"/>
              </a:rPr>
              <a:t> </a:t>
            </a:r>
            <a:r>
              <a:rPr sz="1600" spc="-5" dirty="0">
                <a:latin typeface="Calibri" panose="020F0502020204030204"/>
                <a:cs typeface="Calibri" panose="020F0502020204030204"/>
              </a:rPr>
              <a:t>an </a:t>
            </a:r>
            <a:r>
              <a:rPr sz="1600" dirty="0">
                <a:latin typeface="Calibri" panose="020F0502020204030204"/>
                <a:cs typeface="Calibri" panose="020F0502020204030204"/>
              </a:rPr>
              <a:t> </a:t>
            </a:r>
            <a:r>
              <a:rPr sz="1600" spc="-5" dirty="0">
                <a:latin typeface="Calibri" panose="020F0502020204030204"/>
                <a:cs typeface="Calibri" panose="020F0502020204030204"/>
              </a:rPr>
              <a:t>additional </a:t>
            </a:r>
            <a:r>
              <a:rPr sz="1600" spc="-10" dirty="0">
                <a:latin typeface="Calibri" panose="020F0502020204030204"/>
                <a:cs typeface="Calibri" panose="020F0502020204030204"/>
              </a:rPr>
              <a:t>empty </a:t>
            </a:r>
            <a:r>
              <a:rPr sz="1600" spc="-5" dirty="0">
                <a:latin typeface="Calibri" panose="020F0502020204030204"/>
                <a:cs typeface="Calibri" panose="020F0502020204030204"/>
              </a:rPr>
              <a:t>band that is </a:t>
            </a:r>
            <a:r>
              <a:rPr sz="1600" spc="-350" dirty="0">
                <a:latin typeface="Calibri" panose="020F0502020204030204"/>
                <a:cs typeface="Calibri" panose="020F0502020204030204"/>
              </a:rPr>
              <a:t> </a:t>
            </a:r>
            <a:r>
              <a:rPr sz="1600" spc="-10" dirty="0">
                <a:latin typeface="Calibri" panose="020F0502020204030204"/>
                <a:cs typeface="Calibri" panose="020F0502020204030204"/>
              </a:rPr>
              <a:t>lower</a:t>
            </a:r>
            <a:r>
              <a:rPr sz="1600" spc="20" dirty="0">
                <a:latin typeface="Calibri" panose="020F0502020204030204"/>
                <a:cs typeface="Calibri" panose="020F0502020204030204"/>
              </a:rPr>
              <a:t> </a:t>
            </a:r>
            <a:r>
              <a:rPr sz="1600" spc="-5" dirty="0">
                <a:latin typeface="Calibri" panose="020F0502020204030204"/>
                <a:cs typeface="Calibri" panose="020F0502020204030204"/>
              </a:rPr>
              <a:t>in</a:t>
            </a:r>
            <a:r>
              <a:rPr sz="1600" spc="-20" dirty="0">
                <a:latin typeface="Calibri" panose="020F0502020204030204"/>
                <a:cs typeface="Calibri" panose="020F0502020204030204"/>
              </a:rPr>
              <a:t> </a:t>
            </a:r>
            <a:r>
              <a:rPr sz="1600" spc="-10" dirty="0">
                <a:latin typeface="Calibri" panose="020F0502020204030204"/>
                <a:cs typeface="Calibri" panose="020F0502020204030204"/>
              </a:rPr>
              <a:t>energy</a:t>
            </a:r>
            <a:r>
              <a:rPr sz="1600" spc="15" dirty="0">
                <a:latin typeface="Calibri" panose="020F0502020204030204"/>
                <a:cs typeface="Calibri" panose="020F0502020204030204"/>
              </a:rPr>
              <a:t> </a:t>
            </a:r>
            <a:r>
              <a:rPr sz="1600" spc="-5" dirty="0">
                <a:latin typeface="Calibri" panose="020F0502020204030204"/>
                <a:cs typeface="Calibri" panose="020F0502020204030204"/>
              </a:rPr>
              <a:t>than </a:t>
            </a:r>
            <a:r>
              <a:rPr sz="1600" spc="-10" dirty="0">
                <a:latin typeface="Calibri" panose="020F0502020204030204"/>
                <a:cs typeface="Calibri" panose="020F0502020204030204"/>
              </a:rPr>
              <a:t>the </a:t>
            </a:r>
            <a:r>
              <a:rPr sz="1600" spc="-5" dirty="0">
                <a:latin typeface="Calibri" panose="020F0502020204030204"/>
                <a:cs typeface="Calibri" panose="020F0502020204030204"/>
              </a:rPr>
              <a:t> conduction band. </a:t>
            </a:r>
            <a:r>
              <a:rPr sz="1600" spc="-10" dirty="0">
                <a:latin typeface="Calibri" panose="020F0502020204030204"/>
                <a:cs typeface="Calibri" panose="020F0502020204030204"/>
              </a:rPr>
              <a:t>Electrons </a:t>
            </a:r>
            <a:r>
              <a:rPr sz="1600" spc="-5" dirty="0">
                <a:latin typeface="Calibri" panose="020F0502020204030204"/>
                <a:cs typeface="Calibri" panose="020F0502020204030204"/>
              </a:rPr>
              <a:t>in </a:t>
            </a:r>
            <a:r>
              <a:rPr sz="1600" spc="-350" dirty="0">
                <a:latin typeface="Calibri" panose="020F0502020204030204"/>
                <a:cs typeface="Calibri" panose="020F0502020204030204"/>
              </a:rPr>
              <a:t> </a:t>
            </a:r>
            <a:r>
              <a:rPr sz="1600" spc="-5" dirty="0">
                <a:latin typeface="Calibri" panose="020F0502020204030204"/>
                <a:cs typeface="Calibri" panose="020F0502020204030204"/>
              </a:rPr>
              <a:t>the</a:t>
            </a:r>
            <a:r>
              <a:rPr sz="1600" spc="-10" dirty="0">
                <a:latin typeface="Calibri" panose="020F0502020204030204"/>
                <a:cs typeface="Calibri" panose="020F0502020204030204"/>
              </a:rPr>
              <a:t> valence</a:t>
            </a:r>
            <a:r>
              <a:rPr sz="1600" spc="-5" dirty="0">
                <a:latin typeface="Calibri" panose="020F0502020204030204"/>
                <a:cs typeface="Calibri" panose="020F0502020204030204"/>
              </a:rPr>
              <a:t> band</a:t>
            </a:r>
            <a:r>
              <a:rPr sz="1600" spc="-20" dirty="0">
                <a:latin typeface="Calibri" panose="020F0502020204030204"/>
                <a:cs typeface="Calibri" panose="020F0502020204030204"/>
              </a:rPr>
              <a:t> </a:t>
            </a:r>
            <a:r>
              <a:rPr sz="1600" spc="-15" dirty="0">
                <a:latin typeface="Calibri" panose="020F0502020204030204"/>
                <a:cs typeface="Calibri" panose="020F0502020204030204"/>
              </a:rPr>
              <a:t>are</a:t>
            </a:r>
            <a:r>
              <a:rPr sz="1600" spc="15" dirty="0">
                <a:latin typeface="Calibri" panose="020F0502020204030204"/>
                <a:cs typeface="Calibri" panose="020F0502020204030204"/>
              </a:rPr>
              <a:t> </a:t>
            </a:r>
            <a:r>
              <a:rPr sz="1600" spc="-15" dirty="0">
                <a:latin typeface="Calibri" panose="020F0502020204030204"/>
                <a:cs typeface="Calibri" panose="020F0502020204030204"/>
              </a:rPr>
              <a:t>more </a:t>
            </a:r>
            <a:r>
              <a:rPr sz="1600" spc="-10" dirty="0">
                <a:latin typeface="Calibri" panose="020F0502020204030204"/>
                <a:cs typeface="Calibri" panose="020F0502020204030204"/>
              </a:rPr>
              <a:t> </a:t>
            </a:r>
            <a:r>
              <a:rPr sz="1600" spc="-5" dirty="0">
                <a:latin typeface="Calibri" panose="020F0502020204030204"/>
                <a:cs typeface="Calibri" panose="020F0502020204030204"/>
              </a:rPr>
              <a:t>easily </a:t>
            </a:r>
            <a:r>
              <a:rPr sz="1600" spc="-15" dirty="0">
                <a:latin typeface="Calibri" panose="020F0502020204030204"/>
                <a:cs typeface="Calibri" panose="020F0502020204030204"/>
              </a:rPr>
              <a:t>excited </a:t>
            </a:r>
            <a:r>
              <a:rPr sz="1600" spc="-10" dirty="0">
                <a:latin typeface="Calibri" panose="020F0502020204030204"/>
                <a:cs typeface="Calibri" panose="020F0502020204030204"/>
              </a:rPr>
              <a:t>into </a:t>
            </a:r>
            <a:r>
              <a:rPr sz="1600" spc="-5" dirty="0">
                <a:latin typeface="Calibri" panose="020F0502020204030204"/>
                <a:cs typeface="Calibri" panose="020F0502020204030204"/>
              </a:rPr>
              <a:t>this </a:t>
            </a:r>
            <a:r>
              <a:rPr sz="1600" dirty="0">
                <a:latin typeface="Calibri" panose="020F0502020204030204"/>
                <a:cs typeface="Calibri" panose="020F0502020204030204"/>
              </a:rPr>
              <a:t> </a:t>
            </a:r>
            <a:r>
              <a:rPr sz="1600" spc="-10" dirty="0">
                <a:latin typeface="Calibri" panose="020F0502020204030204"/>
                <a:cs typeface="Calibri" panose="020F0502020204030204"/>
              </a:rPr>
              <a:t>acceptor</a:t>
            </a:r>
            <a:r>
              <a:rPr sz="1600" spc="5" dirty="0">
                <a:latin typeface="Calibri" panose="020F0502020204030204"/>
                <a:cs typeface="Calibri" panose="020F0502020204030204"/>
              </a:rPr>
              <a:t> </a:t>
            </a:r>
            <a:r>
              <a:rPr sz="1600" spc="-5" dirty="0">
                <a:latin typeface="Calibri" panose="020F0502020204030204"/>
                <a:cs typeface="Calibri" panose="020F0502020204030204"/>
              </a:rPr>
              <a:t>band</a:t>
            </a:r>
            <a:r>
              <a:rPr sz="1600" spc="-20" dirty="0">
                <a:latin typeface="Calibri" panose="020F0502020204030204"/>
                <a:cs typeface="Calibri" panose="020F0502020204030204"/>
              </a:rPr>
              <a:t> </a:t>
            </a:r>
            <a:r>
              <a:rPr sz="1600" spc="-15" dirty="0">
                <a:latin typeface="Calibri" panose="020F0502020204030204"/>
                <a:cs typeface="Calibri" panose="020F0502020204030204"/>
              </a:rPr>
              <a:t>(compared</a:t>
            </a:r>
            <a:r>
              <a:rPr sz="1600" spc="25" dirty="0">
                <a:latin typeface="Calibri" panose="020F0502020204030204"/>
                <a:cs typeface="Calibri" panose="020F0502020204030204"/>
              </a:rPr>
              <a:t> </a:t>
            </a:r>
            <a:r>
              <a:rPr sz="1600" spc="-10" dirty="0">
                <a:latin typeface="Calibri" panose="020F0502020204030204"/>
                <a:cs typeface="Calibri" panose="020F0502020204030204"/>
              </a:rPr>
              <a:t>to </a:t>
            </a:r>
            <a:r>
              <a:rPr sz="1600" spc="-5" dirty="0">
                <a:latin typeface="Calibri" panose="020F0502020204030204"/>
                <a:cs typeface="Calibri" panose="020F0502020204030204"/>
              </a:rPr>
              <a:t> the</a:t>
            </a:r>
            <a:r>
              <a:rPr sz="1600" spc="-10" dirty="0">
                <a:latin typeface="Calibri" panose="020F0502020204030204"/>
                <a:cs typeface="Calibri" panose="020F0502020204030204"/>
              </a:rPr>
              <a:t> conduction</a:t>
            </a:r>
            <a:r>
              <a:rPr sz="1600" spc="5" dirty="0">
                <a:latin typeface="Calibri" panose="020F0502020204030204"/>
                <a:cs typeface="Calibri" panose="020F0502020204030204"/>
              </a:rPr>
              <a:t> </a:t>
            </a:r>
            <a:r>
              <a:rPr sz="1600" spc="-10" dirty="0">
                <a:latin typeface="Calibri" panose="020F0502020204030204"/>
                <a:cs typeface="Calibri" panose="020F0502020204030204"/>
              </a:rPr>
              <a:t>band).</a:t>
            </a:r>
            <a:endParaRPr sz="1600">
              <a:latin typeface="Calibri" panose="020F0502020204030204"/>
              <a:cs typeface="Calibri" panose="020F0502020204030204"/>
            </a:endParaRPr>
          </a:p>
        </p:txBody>
      </p:sp>
      <p:sp>
        <p:nvSpPr>
          <p:cNvPr id="7" name="object 7"/>
          <p:cNvSpPr txBox="1"/>
          <p:nvPr/>
        </p:nvSpPr>
        <p:spPr>
          <a:xfrm>
            <a:off x="5163565" y="3293745"/>
            <a:ext cx="1997710" cy="1491615"/>
          </a:xfrm>
          <a:prstGeom prst="rect">
            <a:avLst/>
          </a:prstGeom>
        </p:spPr>
        <p:txBody>
          <a:bodyPr vert="horz" wrap="square" lIns="0" tIns="12065" rIns="0" bIns="0" rtlCol="0">
            <a:spAutoFit/>
          </a:bodyPr>
          <a:lstStyle/>
          <a:p>
            <a:pPr marL="38100">
              <a:lnSpc>
                <a:spcPct val="100000"/>
              </a:lnSpc>
              <a:spcBef>
                <a:spcPts val="95"/>
              </a:spcBef>
            </a:pPr>
            <a:r>
              <a:rPr sz="1600" spc="-10" dirty="0">
                <a:latin typeface="Calibri" panose="020F0502020204030204"/>
                <a:cs typeface="Calibri" panose="020F0502020204030204"/>
              </a:rPr>
              <a:t>Insulator</a:t>
            </a:r>
            <a:endParaRPr sz="1600">
              <a:latin typeface="Calibri" panose="020F0502020204030204"/>
              <a:cs typeface="Calibri" panose="020F0502020204030204"/>
            </a:endParaRPr>
          </a:p>
          <a:p>
            <a:pPr marL="38100" marR="30480">
              <a:lnSpc>
                <a:spcPct val="100000"/>
              </a:lnSpc>
            </a:pPr>
            <a:r>
              <a:rPr sz="1600" spc="-5" dirty="0">
                <a:latin typeface="Calibri" panose="020F0502020204030204"/>
                <a:cs typeface="Calibri" panose="020F0502020204030204"/>
              </a:rPr>
              <a:t>The</a:t>
            </a:r>
            <a:r>
              <a:rPr sz="1600" spc="-15" dirty="0">
                <a:latin typeface="Calibri" panose="020F0502020204030204"/>
                <a:cs typeface="Calibri" panose="020F0502020204030204"/>
              </a:rPr>
              <a:t> size</a:t>
            </a:r>
            <a:r>
              <a:rPr sz="1600" dirty="0">
                <a:latin typeface="Calibri" panose="020F0502020204030204"/>
                <a:cs typeface="Calibri" panose="020F0502020204030204"/>
              </a:rPr>
              <a:t> </a:t>
            </a:r>
            <a:r>
              <a:rPr sz="1600" spc="-5" dirty="0">
                <a:latin typeface="Calibri" panose="020F0502020204030204"/>
                <a:cs typeface="Calibri" panose="020F0502020204030204"/>
              </a:rPr>
              <a:t>of</a:t>
            </a:r>
            <a:r>
              <a:rPr sz="1600" spc="-10" dirty="0">
                <a:latin typeface="Calibri" panose="020F0502020204030204"/>
                <a:cs typeface="Calibri" panose="020F0502020204030204"/>
              </a:rPr>
              <a:t> </a:t>
            </a:r>
            <a:r>
              <a:rPr sz="1600" spc="-5" dirty="0">
                <a:latin typeface="Calibri" panose="020F0502020204030204"/>
                <a:cs typeface="Calibri" panose="020F0502020204030204"/>
              </a:rPr>
              <a:t>the</a:t>
            </a:r>
            <a:r>
              <a:rPr sz="1600" dirty="0">
                <a:latin typeface="Calibri" panose="020F0502020204030204"/>
                <a:cs typeface="Calibri" panose="020F0502020204030204"/>
              </a:rPr>
              <a:t> </a:t>
            </a:r>
            <a:r>
              <a:rPr sz="1600" spc="-10" dirty="0">
                <a:latin typeface="Calibri" panose="020F0502020204030204"/>
                <a:cs typeface="Calibri" panose="020F0502020204030204"/>
              </a:rPr>
              <a:t>band </a:t>
            </a:r>
            <a:r>
              <a:rPr sz="1600" spc="-5" dirty="0">
                <a:latin typeface="Calibri" panose="020F0502020204030204"/>
                <a:cs typeface="Calibri" panose="020F0502020204030204"/>
              </a:rPr>
              <a:t> </a:t>
            </a:r>
            <a:r>
              <a:rPr sz="1600" spc="-10" dirty="0">
                <a:latin typeface="Calibri" panose="020F0502020204030204"/>
                <a:cs typeface="Calibri" panose="020F0502020204030204"/>
              </a:rPr>
              <a:t>gap</a:t>
            </a:r>
            <a:r>
              <a:rPr sz="1600" spc="-30" dirty="0">
                <a:latin typeface="Calibri" panose="020F0502020204030204"/>
                <a:cs typeface="Calibri" panose="020F0502020204030204"/>
              </a:rPr>
              <a:t> </a:t>
            </a:r>
            <a:r>
              <a:rPr sz="1600" spc="-5" dirty="0">
                <a:latin typeface="Calibri" panose="020F0502020204030204"/>
                <a:cs typeface="Calibri" panose="020F0502020204030204"/>
              </a:rPr>
              <a:t>is</a:t>
            </a:r>
            <a:r>
              <a:rPr sz="1600" spc="-25" dirty="0">
                <a:latin typeface="Calibri" panose="020F0502020204030204"/>
                <a:cs typeface="Calibri" panose="020F0502020204030204"/>
              </a:rPr>
              <a:t> </a:t>
            </a:r>
            <a:r>
              <a:rPr sz="1600" spc="-5" dirty="0">
                <a:latin typeface="Calibri" panose="020F0502020204030204"/>
                <a:cs typeface="Calibri" panose="020F0502020204030204"/>
              </a:rPr>
              <a:t>much</a:t>
            </a:r>
            <a:r>
              <a:rPr sz="1600" spc="-15" dirty="0">
                <a:latin typeface="Calibri" panose="020F0502020204030204"/>
                <a:cs typeface="Calibri" panose="020F0502020204030204"/>
              </a:rPr>
              <a:t> </a:t>
            </a:r>
            <a:r>
              <a:rPr sz="1600" spc="-10" dirty="0">
                <a:latin typeface="Calibri" panose="020F0502020204030204"/>
                <a:cs typeface="Calibri" panose="020F0502020204030204"/>
              </a:rPr>
              <a:t>larger</a:t>
            </a:r>
            <a:r>
              <a:rPr sz="1600" spc="-15" dirty="0">
                <a:latin typeface="Calibri" panose="020F0502020204030204"/>
                <a:cs typeface="Calibri" panose="020F0502020204030204"/>
              </a:rPr>
              <a:t> </a:t>
            </a:r>
            <a:r>
              <a:rPr sz="1600" spc="-5" dirty="0">
                <a:latin typeface="Calibri" panose="020F0502020204030204"/>
                <a:cs typeface="Calibri" panose="020F0502020204030204"/>
              </a:rPr>
              <a:t>than </a:t>
            </a:r>
            <a:r>
              <a:rPr sz="1600" spc="-345" dirty="0">
                <a:latin typeface="Calibri" panose="020F0502020204030204"/>
                <a:cs typeface="Calibri" panose="020F0502020204030204"/>
              </a:rPr>
              <a:t> </a:t>
            </a:r>
            <a:r>
              <a:rPr sz="1600" spc="-40" dirty="0">
                <a:latin typeface="Calibri" panose="020F0502020204030204"/>
                <a:cs typeface="Calibri" panose="020F0502020204030204"/>
              </a:rPr>
              <a:t>k</a:t>
            </a:r>
            <a:r>
              <a:rPr sz="1575" spc="-60" baseline="-21000" dirty="0">
                <a:latin typeface="Calibri" panose="020F0502020204030204"/>
                <a:cs typeface="Calibri" panose="020F0502020204030204"/>
              </a:rPr>
              <a:t>B</a:t>
            </a:r>
            <a:r>
              <a:rPr sz="1600" spc="-40" dirty="0">
                <a:latin typeface="Calibri" panose="020F0502020204030204"/>
                <a:cs typeface="Calibri" panose="020F0502020204030204"/>
              </a:rPr>
              <a:t>·T,</a:t>
            </a:r>
            <a:r>
              <a:rPr sz="1600" spc="-5" dirty="0">
                <a:latin typeface="Calibri" panose="020F0502020204030204"/>
                <a:cs typeface="Calibri" panose="020F0502020204030204"/>
              </a:rPr>
              <a:t> </a:t>
            </a:r>
            <a:r>
              <a:rPr sz="1600" spc="-15" dirty="0">
                <a:latin typeface="Calibri" panose="020F0502020204030204"/>
                <a:cs typeface="Calibri" panose="020F0502020204030204"/>
              </a:rPr>
              <a:t>you</a:t>
            </a:r>
            <a:r>
              <a:rPr sz="1600" spc="15" dirty="0">
                <a:latin typeface="Calibri" panose="020F0502020204030204"/>
                <a:cs typeface="Calibri" panose="020F0502020204030204"/>
              </a:rPr>
              <a:t> </a:t>
            </a:r>
            <a:r>
              <a:rPr sz="1600" spc="-15" dirty="0">
                <a:latin typeface="Calibri" panose="020F0502020204030204"/>
                <a:cs typeface="Calibri" panose="020F0502020204030204"/>
              </a:rPr>
              <a:t>have</a:t>
            </a:r>
            <a:r>
              <a:rPr sz="1600" spc="-5" dirty="0">
                <a:latin typeface="Calibri" panose="020F0502020204030204"/>
                <a:cs typeface="Calibri" panose="020F0502020204030204"/>
              </a:rPr>
              <a:t> an </a:t>
            </a:r>
            <a:r>
              <a:rPr sz="1600" dirty="0">
                <a:latin typeface="Calibri" panose="020F0502020204030204"/>
                <a:cs typeface="Calibri" panose="020F0502020204030204"/>
              </a:rPr>
              <a:t> </a:t>
            </a:r>
            <a:r>
              <a:rPr sz="1600" spc="-25" dirty="0">
                <a:latin typeface="Calibri" panose="020F0502020204030204"/>
                <a:cs typeface="Calibri" panose="020F0502020204030204"/>
              </a:rPr>
              <a:t>insulator.</a:t>
            </a:r>
            <a:r>
              <a:rPr sz="1600" spc="5" dirty="0">
                <a:latin typeface="Calibri" panose="020F0502020204030204"/>
                <a:cs typeface="Calibri" panose="020F0502020204030204"/>
              </a:rPr>
              <a:t> </a:t>
            </a:r>
            <a:r>
              <a:rPr sz="1600" dirty="0">
                <a:latin typeface="Calibri" panose="020F0502020204030204"/>
                <a:cs typeface="Calibri" panose="020F0502020204030204"/>
              </a:rPr>
              <a:t>e.g.</a:t>
            </a:r>
            <a:endParaRPr sz="1600">
              <a:latin typeface="Calibri" panose="020F0502020204030204"/>
              <a:cs typeface="Calibri" panose="020F0502020204030204"/>
            </a:endParaRPr>
          </a:p>
          <a:p>
            <a:pPr marL="38100">
              <a:lnSpc>
                <a:spcPct val="100000"/>
              </a:lnSpc>
              <a:spcBef>
                <a:spcPts val="25"/>
              </a:spcBef>
            </a:pPr>
            <a:r>
              <a:rPr sz="1600" spc="-5" dirty="0">
                <a:latin typeface="Calibri" panose="020F0502020204030204"/>
                <a:cs typeface="Calibri" panose="020F0502020204030204"/>
              </a:rPr>
              <a:t>diamond:</a:t>
            </a:r>
            <a:r>
              <a:rPr sz="1600" spc="-40" dirty="0">
                <a:latin typeface="Calibri" panose="020F0502020204030204"/>
                <a:cs typeface="Calibri" panose="020F0502020204030204"/>
              </a:rPr>
              <a:t> </a:t>
            </a:r>
            <a:r>
              <a:rPr sz="1600" spc="-5" dirty="0">
                <a:latin typeface="Calibri" panose="020F0502020204030204"/>
                <a:cs typeface="Calibri" panose="020F0502020204030204"/>
              </a:rPr>
              <a:t>~200</a:t>
            </a:r>
            <a:r>
              <a:rPr sz="1600" spc="-5" dirty="0">
                <a:latin typeface="MS PGothic" panose="020B0600070205080204" charset="-128"/>
                <a:cs typeface="MS PGothic" panose="020B0600070205080204" charset="-128"/>
              </a:rPr>
              <a:t>×</a:t>
            </a:r>
            <a:r>
              <a:rPr sz="1600" spc="-5" dirty="0">
                <a:latin typeface="Calibri" panose="020F0502020204030204"/>
                <a:cs typeface="Calibri" panose="020F0502020204030204"/>
              </a:rPr>
              <a:t>k</a:t>
            </a:r>
            <a:r>
              <a:rPr sz="1575" spc="-7" baseline="-21000" dirty="0">
                <a:latin typeface="Calibri" panose="020F0502020204030204"/>
                <a:cs typeface="Calibri" panose="020F0502020204030204"/>
              </a:rPr>
              <a:t>B</a:t>
            </a:r>
            <a:r>
              <a:rPr sz="1600" spc="-5" dirty="0">
                <a:latin typeface="Calibri" panose="020F0502020204030204"/>
                <a:cs typeface="Calibri" panose="020F0502020204030204"/>
              </a:rPr>
              <a:t>·T</a:t>
            </a:r>
            <a:endParaRPr sz="1600">
              <a:latin typeface="Calibri" panose="020F0502020204030204"/>
              <a:cs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911223" y="698449"/>
            <a:ext cx="8360409" cy="2159635"/>
          </a:xfrm>
          <a:prstGeom prst="rect">
            <a:avLst/>
          </a:prstGeom>
        </p:spPr>
        <p:txBody>
          <a:bodyPr vert="horz" wrap="square" lIns="0" tIns="12065" rIns="0" bIns="0" rtlCol="0">
            <a:spAutoFit/>
          </a:bodyPr>
          <a:lstStyle/>
          <a:p>
            <a:pPr marL="12700" marR="5080">
              <a:lnSpc>
                <a:spcPct val="100000"/>
              </a:lnSpc>
              <a:spcBef>
                <a:spcPts val="95"/>
              </a:spcBef>
            </a:pPr>
            <a:r>
              <a:rPr sz="2800" spc="-5" dirty="0"/>
              <a:t>Using</a:t>
            </a:r>
            <a:r>
              <a:rPr sz="2800" spc="15" dirty="0"/>
              <a:t> </a:t>
            </a:r>
            <a:r>
              <a:rPr sz="2800" spc="-10" dirty="0"/>
              <a:t>orbital</a:t>
            </a:r>
            <a:r>
              <a:rPr sz="2800" spc="5" dirty="0"/>
              <a:t> </a:t>
            </a:r>
            <a:r>
              <a:rPr sz="2800" spc="-35" dirty="0"/>
              <a:t>theory,</a:t>
            </a:r>
            <a:r>
              <a:rPr sz="2800" spc="20" dirty="0"/>
              <a:t> </a:t>
            </a:r>
            <a:r>
              <a:rPr sz="2800" spc="-15" dirty="0"/>
              <a:t>explain</a:t>
            </a:r>
            <a:r>
              <a:rPr sz="2800" spc="15" dirty="0"/>
              <a:t> </a:t>
            </a:r>
            <a:r>
              <a:rPr sz="2800" spc="-5" dirty="0"/>
              <a:t>the </a:t>
            </a:r>
            <a:r>
              <a:rPr sz="2800" spc="-15" dirty="0"/>
              <a:t>formation</a:t>
            </a:r>
            <a:r>
              <a:rPr sz="2800" spc="5" dirty="0"/>
              <a:t> </a:t>
            </a:r>
            <a:r>
              <a:rPr sz="2800" spc="-5" dirty="0"/>
              <a:t>of </a:t>
            </a:r>
            <a:r>
              <a:rPr sz="2800" spc="-10" dirty="0"/>
              <a:t>orbitals</a:t>
            </a:r>
            <a:r>
              <a:rPr sz="2800" spc="15" dirty="0"/>
              <a:t> </a:t>
            </a:r>
            <a:r>
              <a:rPr sz="2800" spc="-10" dirty="0"/>
              <a:t>that </a:t>
            </a:r>
            <a:r>
              <a:rPr sz="2800" spc="-620" dirty="0"/>
              <a:t> </a:t>
            </a:r>
            <a:r>
              <a:rPr sz="2800" spc="-5" dirty="0"/>
              <a:t>lead</a:t>
            </a:r>
            <a:r>
              <a:rPr sz="2800" dirty="0"/>
              <a:t> </a:t>
            </a:r>
            <a:r>
              <a:rPr sz="2800" spc="-20" dirty="0"/>
              <a:t>to</a:t>
            </a:r>
            <a:r>
              <a:rPr sz="2800" spc="-5" dirty="0"/>
              <a:t> </a:t>
            </a:r>
            <a:r>
              <a:rPr sz="2800" spc="-10" dirty="0"/>
              <a:t>conduction</a:t>
            </a:r>
            <a:r>
              <a:rPr sz="2800" spc="45" dirty="0"/>
              <a:t> </a:t>
            </a:r>
            <a:r>
              <a:rPr sz="2800" spc="-5" dirty="0"/>
              <a:t>in</a:t>
            </a:r>
            <a:r>
              <a:rPr sz="2800" dirty="0"/>
              <a:t> </a:t>
            </a:r>
            <a:r>
              <a:rPr sz="2800" spc="-5" dirty="0"/>
              <a:t>Na</a:t>
            </a:r>
            <a:r>
              <a:rPr sz="2800" spc="15" dirty="0"/>
              <a:t> </a:t>
            </a:r>
            <a:r>
              <a:rPr sz="2800" spc="-25" dirty="0"/>
              <a:t>(draw</a:t>
            </a:r>
            <a:r>
              <a:rPr sz="2800" spc="15" dirty="0"/>
              <a:t> </a:t>
            </a:r>
            <a:r>
              <a:rPr sz="2800" spc="-10" dirty="0"/>
              <a:t>suitable</a:t>
            </a:r>
            <a:r>
              <a:rPr sz="2800" spc="20" dirty="0"/>
              <a:t> </a:t>
            </a:r>
            <a:r>
              <a:rPr sz="2800" spc="-10" dirty="0"/>
              <a:t>energy</a:t>
            </a:r>
            <a:r>
              <a:rPr sz="2800" dirty="0"/>
              <a:t> </a:t>
            </a:r>
            <a:r>
              <a:rPr sz="2800" spc="-15" dirty="0"/>
              <a:t>diagrams </a:t>
            </a:r>
            <a:r>
              <a:rPr sz="2800" spc="-10" dirty="0"/>
              <a:t> </a:t>
            </a:r>
            <a:r>
              <a:rPr sz="2800" spc="-5" dirty="0"/>
              <a:t>and</a:t>
            </a:r>
            <a:r>
              <a:rPr sz="2800" spc="10" dirty="0"/>
              <a:t> </a:t>
            </a:r>
            <a:r>
              <a:rPr sz="2800" spc="-30" dirty="0"/>
              <a:t>draw</a:t>
            </a:r>
            <a:r>
              <a:rPr sz="2800" spc="20" dirty="0"/>
              <a:t> </a:t>
            </a:r>
            <a:r>
              <a:rPr sz="2800" spc="-5" dirty="0"/>
              <a:t>the</a:t>
            </a:r>
            <a:r>
              <a:rPr sz="2800" spc="10" dirty="0"/>
              <a:t> </a:t>
            </a:r>
            <a:r>
              <a:rPr sz="2800" spc="-10" dirty="0"/>
              <a:t>shape</a:t>
            </a:r>
            <a:r>
              <a:rPr sz="2800" spc="20" dirty="0"/>
              <a:t> </a:t>
            </a:r>
            <a:r>
              <a:rPr sz="2800" spc="-5" dirty="0"/>
              <a:t>of</a:t>
            </a:r>
            <a:r>
              <a:rPr sz="2800" dirty="0"/>
              <a:t> all</a:t>
            </a:r>
            <a:r>
              <a:rPr sz="2800" spc="-15" dirty="0"/>
              <a:t> orbitals</a:t>
            </a:r>
            <a:r>
              <a:rPr sz="2800" spc="25" dirty="0"/>
              <a:t> </a:t>
            </a:r>
            <a:r>
              <a:rPr sz="2800" spc="-20" dirty="0"/>
              <a:t>involved,</a:t>
            </a:r>
            <a:r>
              <a:rPr sz="2800" spc="20" dirty="0"/>
              <a:t> </a:t>
            </a:r>
            <a:r>
              <a:rPr sz="2800" spc="-5" dirty="0"/>
              <a:t>the</a:t>
            </a:r>
            <a:r>
              <a:rPr sz="2800" spc="10" dirty="0"/>
              <a:t> </a:t>
            </a:r>
            <a:r>
              <a:rPr sz="2800" spc="-10" dirty="0"/>
              <a:t>phases, </a:t>
            </a:r>
            <a:r>
              <a:rPr sz="2800" spc="-5" dirty="0"/>
              <a:t> position</a:t>
            </a:r>
            <a:r>
              <a:rPr sz="2800" spc="60" dirty="0"/>
              <a:t> </a:t>
            </a:r>
            <a:r>
              <a:rPr sz="2800" spc="-5" dirty="0"/>
              <a:t>of</a:t>
            </a:r>
            <a:r>
              <a:rPr sz="2800" spc="30" dirty="0"/>
              <a:t> </a:t>
            </a:r>
            <a:r>
              <a:rPr sz="2800" spc="-10" dirty="0"/>
              <a:t>nuclei</a:t>
            </a:r>
            <a:r>
              <a:rPr sz="2800" spc="50" dirty="0"/>
              <a:t> </a:t>
            </a:r>
            <a:r>
              <a:rPr sz="2800" spc="-5" dirty="0"/>
              <a:t>and</a:t>
            </a:r>
            <a:r>
              <a:rPr sz="2800" spc="45" dirty="0"/>
              <a:t> </a:t>
            </a:r>
            <a:r>
              <a:rPr sz="2800" spc="-10" dirty="0"/>
              <a:t>nodes;</a:t>
            </a:r>
            <a:r>
              <a:rPr sz="2800" spc="60" dirty="0"/>
              <a:t> </a:t>
            </a:r>
            <a:r>
              <a:rPr sz="2800" spc="-10" dirty="0"/>
              <a:t>consider</a:t>
            </a:r>
            <a:r>
              <a:rPr sz="2800" spc="45" dirty="0"/>
              <a:t> </a:t>
            </a:r>
            <a:r>
              <a:rPr sz="2800" spc="-5" dirty="0"/>
              <a:t>8</a:t>
            </a:r>
            <a:r>
              <a:rPr sz="2800" spc="45" dirty="0"/>
              <a:t> </a:t>
            </a:r>
            <a:r>
              <a:rPr sz="2800" spc="-15" dirty="0"/>
              <a:t>atoms</a:t>
            </a:r>
            <a:r>
              <a:rPr sz="2800" spc="35" dirty="0"/>
              <a:t> </a:t>
            </a:r>
            <a:r>
              <a:rPr sz="2800" spc="-5" dirty="0"/>
              <a:t>of</a:t>
            </a:r>
            <a:r>
              <a:rPr sz="2800" spc="35" dirty="0"/>
              <a:t> </a:t>
            </a:r>
            <a:r>
              <a:rPr sz="2800" spc="-5" dirty="0"/>
              <a:t>Na</a:t>
            </a:r>
            <a:r>
              <a:rPr sz="2800" spc="50" dirty="0"/>
              <a:t> </a:t>
            </a:r>
            <a:r>
              <a:rPr sz="2800" spc="-5" dirty="0"/>
              <a:t>as </a:t>
            </a:r>
            <a:r>
              <a:rPr sz="2800" dirty="0"/>
              <a:t> </a:t>
            </a:r>
            <a:r>
              <a:rPr sz="2800" spc="-5" dirty="0"/>
              <a:t>an</a:t>
            </a:r>
            <a:r>
              <a:rPr sz="2800" spc="-10" dirty="0"/>
              <a:t> </a:t>
            </a:r>
            <a:r>
              <a:rPr sz="2800" spc="-15" dirty="0"/>
              <a:t>example).</a:t>
            </a:r>
            <a:endParaRPr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942210" y="165354"/>
            <a:ext cx="4676775" cy="6565265"/>
            <a:chOff x="1942210" y="165354"/>
            <a:chExt cx="4676775" cy="6565265"/>
          </a:xfrm>
        </p:grpSpPr>
        <p:sp>
          <p:nvSpPr>
            <p:cNvPr id="3" name="object 3"/>
            <p:cNvSpPr/>
            <p:nvPr/>
          </p:nvSpPr>
          <p:spPr>
            <a:xfrm>
              <a:off x="2083308" y="5295899"/>
              <a:ext cx="4444365" cy="1376680"/>
            </a:xfrm>
            <a:custGeom>
              <a:avLst/>
              <a:gdLst/>
              <a:ahLst/>
              <a:cxnLst/>
              <a:rect l="l" t="t" r="r" b="b"/>
              <a:pathLst>
                <a:path w="4444365" h="1376679">
                  <a:moveTo>
                    <a:pt x="2270760" y="332994"/>
                  </a:moveTo>
                  <a:lnTo>
                    <a:pt x="2267572" y="287820"/>
                  </a:lnTo>
                  <a:lnTo>
                    <a:pt x="2258314" y="244475"/>
                  </a:lnTo>
                  <a:lnTo>
                    <a:pt x="2243378" y="203390"/>
                  </a:lnTo>
                  <a:lnTo>
                    <a:pt x="2223198" y="164934"/>
                  </a:lnTo>
                  <a:lnTo>
                    <a:pt x="2198179" y="129527"/>
                  </a:lnTo>
                  <a:lnTo>
                    <a:pt x="2168741" y="97536"/>
                  </a:lnTo>
                  <a:lnTo>
                    <a:pt x="2135289" y="69392"/>
                  </a:lnTo>
                  <a:lnTo>
                    <a:pt x="2098255" y="45466"/>
                  </a:lnTo>
                  <a:lnTo>
                    <a:pt x="2058047" y="26174"/>
                  </a:lnTo>
                  <a:lnTo>
                    <a:pt x="2015083" y="11899"/>
                  </a:lnTo>
                  <a:lnTo>
                    <a:pt x="1969757" y="3048"/>
                  </a:lnTo>
                  <a:lnTo>
                    <a:pt x="1922526" y="0"/>
                  </a:lnTo>
                  <a:lnTo>
                    <a:pt x="1875282" y="3048"/>
                  </a:lnTo>
                  <a:lnTo>
                    <a:pt x="1829955" y="11899"/>
                  </a:lnTo>
                  <a:lnTo>
                    <a:pt x="1786991" y="26174"/>
                  </a:lnTo>
                  <a:lnTo>
                    <a:pt x="1746783" y="45478"/>
                  </a:lnTo>
                  <a:lnTo>
                    <a:pt x="1709750" y="69392"/>
                  </a:lnTo>
                  <a:lnTo>
                    <a:pt x="1676298" y="97536"/>
                  </a:lnTo>
                  <a:lnTo>
                    <a:pt x="1663433" y="111518"/>
                  </a:lnTo>
                  <a:lnTo>
                    <a:pt x="1650580" y="97536"/>
                  </a:lnTo>
                  <a:lnTo>
                    <a:pt x="1617129" y="69392"/>
                  </a:lnTo>
                  <a:lnTo>
                    <a:pt x="1580095" y="45466"/>
                  </a:lnTo>
                  <a:lnTo>
                    <a:pt x="1539887" y="26174"/>
                  </a:lnTo>
                  <a:lnTo>
                    <a:pt x="1496923" y="11899"/>
                  </a:lnTo>
                  <a:lnTo>
                    <a:pt x="1451597" y="3048"/>
                  </a:lnTo>
                  <a:lnTo>
                    <a:pt x="1404366" y="0"/>
                  </a:lnTo>
                  <a:lnTo>
                    <a:pt x="1357122" y="3048"/>
                  </a:lnTo>
                  <a:lnTo>
                    <a:pt x="1311795" y="11899"/>
                  </a:lnTo>
                  <a:lnTo>
                    <a:pt x="1268831" y="26174"/>
                  </a:lnTo>
                  <a:lnTo>
                    <a:pt x="1228623" y="45478"/>
                  </a:lnTo>
                  <a:lnTo>
                    <a:pt x="1191590" y="69392"/>
                  </a:lnTo>
                  <a:lnTo>
                    <a:pt x="1158138" y="97536"/>
                  </a:lnTo>
                  <a:lnTo>
                    <a:pt x="1128699" y="129527"/>
                  </a:lnTo>
                  <a:lnTo>
                    <a:pt x="1103680" y="164934"/>
                  </a:lnTo>
                  <a:lnTo>
                    <a:pt x="1083500" y="203390"/>
                  </a:lnTo>
                  <a:lnTo>
                    <a:pt x="1068565" y="244475"/>
                  </a:lnTo>
                  <a:lnTo>
                    <a:pt x="1059307" y="287820"/>
                  </a:lnTo>
                  <a:lnTo>
                    <a:pt x="1056132" y="332994"/>
                  </a:lnTo>
                  <a:lnTo>
                    <a:pt x="1059307" y="378180"/>
                  </a:lnTo>
                  <a:lnTo>
                    <a:pt x="1068565" y="421525"/>
                  </a:lnTo>
                  <a:lnTo>
                    <a:pt x="1083500" y="462622"/>
                  </a:lnTo>
                  <a:lnTo>
                    <a:pt x="1103680" y="501065"/>
                  </a:lnTo>
                  <a:lnTo>
                    <a:pt x="1128699" y="536486"/>
                  </a:lnTo>
                  <a:lnTo>
                    <a:pt x="1158138" y="568464"/>
                  </a:lnTo>
                  <a:lnTo>
                    <a:pt x="1191590" y="596607"/>
                  </a:lnTo>
                  <a:lnTo>
                    <a:pt x="1228623" y="620534"/>
                  </a:lnTo>
                  <a:lnTo>
                    <a:pt x="1268831" y="639826"/>
                  </a:lnTo>
                  <a:lnTo>
                    <a:pt x="1311795" y="654100"/>
                  </a:lnTo>
                  <a:lnTo>
                    <a:pt x="1357122" y="662952"/>
                  </a:lnTo>
                  <a:lnTo>
                    <a:pt x="1404366" y="665988"/>
                  </a:lnTo>
                  <a:lnTo>
                    <a:pt x="1451597" y="662952"/>
                  </a:lnTo>
                  <a:lnTo>
                    <a:pt x="1496923" y="654100"/>
                  </a:lnTo>
                  <a:lnTo>
                    <a:pt x="1539887" y="639826"/>
                  </a:lnTo>
                  <a:lnTo>
                    <a:pt x="1580095" y="620534"/>
                  </a:lnTo>
                  <a:lnTo>
                    <a:pt x="1617129" y="596607"/>
                  </a:lnTo>
                  <a:lnTo>
                    <a:pt x="1650580" y="568464"/>
                  </a:lnTo>
                  <a:lnTo>
                    <a:pt x="1663433" y="554507"/>
                  </a:lnTo>
                  <a:lnTo>
                    <a:pt x="1676298" y="568464"/>
                  </a:lnTo>
                  <a:lnTo>
                    <a:pt x="1709750" y="596607"/>
                  </a:lnTo>
                  <a:lnTo>
                    <a:pt x="1746783" y="620534"/>
                  </a:lnTo>
                  <a:lnTo>
                    <a:pt x="1786991" y="639826"/>
                  </a:lnTo>
                  <a:lnTo>
                    <a:pt x="1829955" y="654100"/>
                  </a:lnTo>
                  <a:lnTo>
                    <a:pt x="1875282" y="662952"/>
                  </a:lnTo>
                  <a:lnTo>
                    <a:pt x="1922526" y="665988"/>
                  </a:lnTo>
                  <a:lnTo>
                    <a:pt x="1969757" y="662952"/>
                  </a:lnTo>
                  <a:lnTo>
                    <a:pt x="2015083" y="654100"/>
                  </a:lnTo>
                  <a:lnTo>
                    <a:pt x="2058047" y="639826"/>
                  </a:lnTo>
                  <a:lnTo>
                    <a:pt x="2098255" y="620534"/>
                  </a:lnTo>
                  <a:lnTo>
                    <a:pt x="2135289" y="596607"/>
                  </a:lnTo>
                  <a:lnTo>
                    <a:pt x="2168741" y="568464"/>
                  </a:lnTo>
                  <a:lnTo>
                    <a:pt x="2198179" y="536486"/>
                  </a:lnTo>
                  <a:lnTo>
                    <a:pt x="2223198" y="501065"/>
                  </a:lnTo>
                  <a:lnTo>
                    <a:pt x="2243378" y="462622"/>
                  </a:lnTo>
                  <a:lnTo>
                    <a:pt x="2258314" y="421525"/>
                  </a:lnTo>
                  <a:lnTo>
                    <a:pt x="2267572" y="378180"/>
                  </a:lnTo>
                  <a:lnTo>
                    <a:pt x="2270760" y="332994"/>
                  </a:lnTo>
                  <a:close/>
                </a:path>
                <a:path w="4444365" h="1376679">
                  <a:moveTo>
                    <a:pt x="4443984" y="1043178"/>
                  </a:moveTo>
                  <a:lnTo>
                    <a:pt x="4440796" y="998004"/>
                  </a:lnTo>
                  <a:lnTo>
                    <a:pt x="4431538" y="954659"/>
                  </a:lnTo>
                  <a:lnTo>
                    <a:pt x="4416603" y="913561"/>
                  </a:lnTo>
                  <a:lnTo>
                    <a:pt x="4396422" y="875118"/>
                  </a:lnTo>
                  <a:lnTo>
                    <a:pt x="4371403" y="839698"/>
                  </a:lnTo>
                  <a:lnTo>
                    <a:pt x="4341965" y="807720"/>
                  </a:lnTo>
                  <a:lnTo>
                    <a:pt x="4308513" y="779576"/>
                  </a:lnTo>
                  <a:lnTo>
                    <a:pt x="4271480" y="755650"/>
                  </a:lnTo>
                  <a:lnTo>
                    <a:pt x="4231271" y="736358"/>
                  </a:lnTo>
                  <a:lnTo>
                    <a:pt x="4188307" y="722083"/>
                  </a:lnTo>
                  <a:lnTo>
                    <a:pt x="4142981" y="713232"/>
                  </a:lnTo>
                  <a:lnTo>
                    <a:pt x="4095750" y="710184"/>
                  </a:lnTo>
                  <a:lnTo>
                    <a:pt x="4048506" y="713232"/>
                  </a:lnTo>
                  <a:lnTo>
                    <a:pt x="4003179" y="722083"/>
                  </a:lnTo>
                  <a:lnTo>
                    <a:pt x="3960215" y="736358"/>
                  </a:lnTo>
                  <a:lnTo>
                    <a:pt x="3920007" y="755650"/>
                  </a:lnTo>
                  <a:lnTo>
                    <a:pt x="3882974" y="779576"/>
                  </a:lnTo>
                  <a:lnTo>
                    <a:pt x="3849522" y="807720"/>
                  </a:lnTo>
                  <a:lnTo>
                    <a:pt x="3829799" y="829144"/>
                  </a:lnTo>
                  <a:lnTo>
                    <a:pt x="3810089" y="807720"/>
                  </a:lnTo>
                  <a:lnTo>
                    <a:pt x="3776637" y="779576"/>
                  </a:lnTo>
                  <a:lnTo>
                    <a:pt x="3739604" y="755650"/>
                  </a:lnTo>
                  <a:lnTo>
                    <a:pt x="3699395" y="736358"/>
                  </a:lnTo>
                  <a:lnTo>
                    <a:pt x="3656431" y="722083"/>
                  </a:lnTo>
                  <a:lnTo>
                    <a:pt x="3611105" y="713232"/>
                  </a:lnTo>
                  <a:lnTo>
                    <a:pt x="3563874" y="710184"/>
                  </a:lnTo>
                  <a:lnTo>
                    <a:pt x="3516630" y="713232"/>
                  </a:lnTo>
                  <a:lnTo>
                    <a:pt x="3471303" y="722083"/>
                  </a:lnTo>
                  <a:lnTo>
                    <a:pt x="3428339" y="736358"/>
                  </a:lnTo>
                  <a:lnTo>
                    <a:pt x="3388131" y="755650"/>
                  </a:lnTo>
                  <a:lnTo>
                    <a:pt x="3351098" y="779576"/>
                  </a:lnTo>
                  <a:lnTo>
                    <a:pt x="3317646" y="807720"/>
                  </a:lnTo>
                  <a:lnTo>
                    <a:pt x="3288207" y="839698"/>
                  </a:lnTo>
                  <a:lnTo>
                    <a:pt x="3287191" y="841133"/>
                  </a:lnTo>
                  <a:lnTo>
                    <a:pt x="3286188" y="839698"/>
                  </a:lnTo>
                  <a:lnTo>
                    <a:pt x="3256686" y="807720"/>
                  </a:lnTo>
                  <a:lnTo>
                    <a:pt x="3223171" y="779576"/>
                  </a:lnTo>
                  <a:lnTo>
                    <a:pt x="3186061" y="755650"/>
                  </a:lnTo>
                  <a:lnTo>
                    <a:pt x="3145752" y="736358"/>
                  </a:lnTo>
                  <a:lnTo>
                    <a:pt x="3102686" y="722083"/>
                  </a:lnTo>
                  <a:lnTo>
                    <a:pt x="3057258" y="713232"/>
                  </a:lnTo>
                  <a:lnTo>
                    <a:pt x="3009900" y="710184"/>
                  </a:lnTo>
                  <a:lnTo>
                    <a:pt x="2962529" y="713232"/>
                  </a:lnTo>
                  <a:lnTo>
                    <a:pt x="2917101" y="722083"/>
                  </a:lnTo>
                  <a:lnTo>
                    <a:pt x="2874035" y="736358"/>
                  </a:lnTo>
                  <a:lnTo>
                    <a:pt x="2833725" y="755650"/>
                  </a:lnTo>
                  <a:lnTo>
                    <a:pt x="2796616" y="779576"/>
                  </a:lnTo>
                  <a:lnTo>
                    <a:pt x="2763101" y="807720"/>
                  </a:lnTo>
                  <a:lnTo>
                    <a:pt x="2750883" y="820953"/>
                  </a:lnTo>
                  <a:lnTo>
                    <a:pt x="2738717" y="807720"/>
                  </a:lnTo>
                  <a:lnTo>
                    <a:pt x="2705265" y="779576"/>
                  </a:lnTo>
                  <a:lnTo>
                    <a:pt x="2668232" y="755650"/>
                  </a:lnTo>
                  <a:lnTo>
                    <a:pt x="2628023" y="736358"/>
                  </a:lnTo>
                  <a:lnTo>
                    <a:pt x="2585059" y="722083"/>
                  </a:lnTo>
                  <a:lnTo>
                    <a:pt x="2539733" y="713232"/>
                  </a:lnTo>
                  <a:lnTo>
                    <a:pt x="2492502" y="710184"/>
                  </a:lnTo>
                  <a:lnTo>
                    <a:pt x="2445258" y="713232"/>
                  </a:lnTo>
                  <a:lnTo>
                    <a:pt x="2399931" y="722083"/>
                  </a:lnTo>
                  <a:lnTo>
                    <a:pt x="2356967" y="736358"/>
                  </a:lnTo>
                  <a:lnTo>
                    <a:pt x="2316759" y="755650"/>
                  </a:lnTo>
                  <a:lnTo>
                    <a:pt x="2279726" y="779576"/>
                  </a:lnTo>
                  <a:lnTo>
                    <a:pt x="2246274" y="807720"/>
                  </a:lnTo>
                  <a:lnTo>
                    <a:pt x="2222741" y="833285"/>
                  </a:lnTo>
                  <a:lnTo>
                    <a:pt x="2199221" y="807720"/>
                  </a:lnTo>
                  <a:lnTo>
                    <a:pt x="2165769" y="779576"/>
                  </a:lnTo>
                  <a:lnTo>
                    <a:pt x="2128736" y="755650"/>
                  </a:lnTo>
                  <a:lnTo>
                    <a:pt x="2088527" y="736358"/>
                  </a:lnTo>
                  <a:lnTo>
                    <a:pt x="2045563" y="722083"/>
                  </a:lnTo>
                  <a:lnTo>
                    <a:pt x="2000237" y="713232"/>
                  </a:lnTo>
                  <a:lnTo>
                    <a:pt x="1953006" y="710184"/>
                  </a:lnTo>
                  <a:lnTo>
                    <a:pt x="1905762" y="713232"/>
                  </a:lnTo>
                  <a:lnTo>
                    <a:pt x="1860435" y="722083"/>
                  </a:lnTo>
                  <a:lnTo>
                    <a:pt x="1817471" y="736358"/>
                  </a:lnTo>
                  <a:lnTo>
                    <a:pt x="1777263" y="755650"/>
                  </a:lnTo>
                  <a:lnTo>
                    <a:pt x="1740230" y="779576"/>
                  </a:lnTo>
                  <a:lnTo>
                    <a:pt x="1706778" y="807720"/>
                  </a:lnTo>
                  <a:lnTo>
                    <a:pt x="1687055" y="829144"/>
                  </a:lnTo>
                  <a:lnTo>
                    <a:pt x="1667344" y="807720"/>
                  </a:lnTo>
                  <a:lnTo>
                    <a:pt x="1633893" y="779576"/>
                  </a:lnTo>
                  <a:lnTo>
                    <a:pt x="1596859" y="755650"/>
                  </a:lnTo>
                  <a:lnTo>
                    <a:pt x="1556651" y="736358"/>
                  </a:lnTo>
                  <a:lnTo>
                    <a:pt x="1513687" y="722083"/>
                  </a:lnTo>
                  <a:lnTo>
                    <a:pt x="1468361" y="713232"/>
                  </a:lnTo>
                  <a:lnTo>
                    <a:pt x="1421130" y="710184"/>
                  </a:lnTo>
                  <a:lnTo>
                    <a:pt x="1373886" y="713232"/>
                  </a:lnTo>
                  <a:lnTo>
                    <a:pt x="1328559" y="722083"/>
                  </a:lnTo>
                  <a:lnTo>
                    <a:pt x="1285595" y="736358"/>
                  </a:lnTo>
                  <a:lnTo>
                    <a:pt x="1245387" y="755650"/>
                  </a:lnTo>
                  <a:lnTo>
                    <a:pt x="1208354" y="779576"/>
                  </a:lnTo>
                  <a:lnTo>
                    <a:pt x="1174902" y="807720"/>
                  </a:lnTo>
                  <a:lnTo>
                    <a:pt x="1145463" y="839698"/>
                  </a:lnTo>
                  <a:lnTo>
                    <a:pt x="1143749" y="842124"/>
                  </a:lnTo>
                  <a:lnTo>
                    <a:pt x="1142047" y="839698"/>
                  </a:lnTo>
                  <a:lnTo>
                    <a:pt x="1112608" y="807720"/>
                  </a:lnTo>
                  <a:lnTo>
                    <a:pt x="1079157" y="779576"/>
                  </a:lnTo>
                  <a:lnTo>
                    <a:pt x="1042123" y="755650"/>
                  </a:lnTo>
                  <a:lnTo>
                    <a:pt x="1001915" y="736358"/>
                  </a:lnTo>
                  <a:lnTo>
                    <a:pt x="958951" y="722083"/>
                  </a:lnTo>
                  <a:lnTo>
                    <a:pt x="913625" y="713232"/>
                  </a:lnTo>
                  <a:lnTo>
                    <a:pt x="866394" y="710184"/>
                  </a:lnTo>
                  <a:lnTo>
                    <a:pt x="819150" y="713232"/>
                  </a:lnTo>
                  <a:lnTo>
                    <a:pt x="773823" y="722083"/>
                  </a:lnTo>
                  <a:lnTo>
                    <a:pt x="730859" y="736358"/>
                  </a:lnTo>
                  <a:lnTo>
                    <a:pt x="690651" y="755650"/>
                  </a:lnTo>
                  <a:lnTo>
                    <a:pt x="653618" y="779576"/>
                  </a:lnTo>
                  <a:lnTo>
                    <a:pt x="620166" y="807720"/>
                  </a:lnTo>
                  <a:lnTo>
                    <a:pt x="607987" y="820953"/>
                  </a:lnTo>
                  <a:lnTo>
                    <a:pt x="595782" y="807720"/>
                  </a:lnTo>
                  <a:lnTo>
                    <a:pt x="562267" y="779576"/>
                  </a:lnTo>
                  <a:lnTo>
                    <a:pt x="525157" y="755650"/>
                  </a:lnTo>
                  <a:lnTo>
                    <a:pt x="484847" y="736358"/>
                  </a:lnTo>
                  <a:lnTo>
                    <a:pt x="441782" y="722083"/>
                  </a:lnTo>
                  <a:lnTo>
                    <a:pt x="396354" y="713232"/>
                  </a:lnTo>
                  <a:lnTo>
                    <a:pt x="348996" y="710184"/>
                  </a:lnTo>
                  <a:lnTo>
                    <a:pt x="301625" y="713232"/>
                  </a:lnTo>
                  <a:lnTo>
                    <a:pt x="256197" y="722083"/>
                  </a:lnTo>
                  <a:lnTo>
                    <a:pt x="213131" y="736358"/>
                  </a:lnTo>
                  <a:lnTo>
                    <a:pt x="172821" y="755650"/>
                  </a:lnTo>
                  <a:lnTo>
                    <a:pt x="135712" y="779576"/>
                  </a:lnTo>
                  <a:lnTo>
                    <a:pt x="102196" y="807720"/>
                  </a:lnTo>
                  <a:lnTo>
                    <a:pt x="72694" y="839698"/>
                  </a:lnTo>
                  <a:lnTo>
                    <a:pt x="47637" y="875118"/>
                  </a:lnTo>
                  <a:lnTo>
                    <a:pt x="27419" y="913561"/>
                  </a:lnTo>
                  <a:lnTo>
                    <a:pt x="12458" y="954659"/>
                  </a:lnTo>
                  <a:lnTo>
                    <a:pt x="3175" y="998004"/>
                  </a:lnTo>
                  <a:lnTo>
                    <a:pt x="0" y="1043178"/>
                  </a:lnTo>
                  <a:lnTo>
                    <a:pt x="3175" y="1088364"/>
                  </a:lnTo>
                  <a:lnTo>
                    <a:pt x="12458" y="1131709"/>
                  </a:lnTo>
                  <a:lnTo>
                    <a:pt x="27419" y="1172806"/>
                  </a:lnTo>
                  <a:lnTo>
                    <a:pt x="47637" y="1211249"/>
                  </a:lnTo>
                  <a:lnTo>
                    <a:pt x="72694" y="1246670"/>
                  </a:lnTo>
                  <a:lnTo>
                    <a:pt x="102196" y="1278648"/>
                  </a:lnTo>
                  <a:lnTo>
                    <a:pt x="135712" y="1306791"/>
                  </a:lnTo>
                  <a:lnTo>
                    <a:pt x="172821" y="1330718"/>
                  </a:lnTo>
                  <a:lnTo>
                    <a:pt x="213131" y="1350010"/>
                  </a:lnTo>
                  <a:lnTo>
                    <a:pt x="256197" y="1364284"/>
                  </a:lnTo>
                  <a:lnTo>
                    <a:pt x="301625" y="1373136"/>
                  </a:lnTo>
                  <a:lnTo>
                    <a:pt x="348996" y="1376172"/>
                  </a:lnTo>
                  <a:lnTo>
                    <a:pt x="396354" y="1373136"/>
                  </a:lnTo>
                  <a:lnTo>
                    <a:pt x="441782" y="1364284"/>
                  </a:lnTo>
                  <a:lnTo>
                    <a:pt x="484847" y="1350010"/>
                  </a:lnTo>
                  <a:lnTo>
                    <a:pt x="525157" y="1330718"/>
                  </a:lnTo>
                  <a:lnTo>
                    <a:pt x="562267" y="1306791"/>
                  </a:lnTo>
                  <a:lnTo>
                    <a:pt x="595782" y="1278648"/>
                  </a:lnTo>
                  <a:lnTo>
                    <a:pt x="607987" y="1265428"/>
                  </a:lnTo>
                  <a:lnTo>
                    <a:pt x="620166" y="1278648"/>
                  </a:lnTo>
                  <a:lnTo>
                    <a:pt x="653618" y="1306791"/>
                  </a:lnTo>
                  <a:lnTo>
                    <a:pt x="690651" y="1330718"/>
                  </a:lnTo>
                  <a:lnTo>
                    <a:pt x="730859" y="1350010"/>
                  </a:lnTo>
                  <a:lnTo>
                    <a:pt x="773823" y="1364284"/>
                  </a:lnTo>
                  <a:lnTo>
                    <a:pt x="819150" y="1373136"/>
                  </a:lnTo>
                  <a:lnTo>
                    <a:pt x="866394" y="1376172"/>
                  </a:lnTo>
                  <a:lnTo>
                    <a:pt x="913625" y="1373136"/>
                  </a:lnTo>
                  <a:lnTo>
                    <a:pt x="958951" y="1364284"/>
                  </a:lnTo>
                  <a:lnTo>
                    <a:pt x="1001915" y="1350010"/>
                  </a:lnTo>
                  <a:lnTo>
                    <a:pt x="1042123" y="1330718"/>
                  </a:lnTo>
                  <a:lnTo>
                    <a:pt x="1079157" y="1306791"/>
                  </a:lnTo>
                  <a:lnTo>
                    <a:pt x="1112608" y="1278648"/>
                  </a:lnTo>
                  <a:lnTo>
                    <a:pt x="1142047" y="1246670"/>
                  </a:lnTo>
                  <a:lnTo>
                    <a:pt x="1143749" y="1244257"/>
                  </a:lnTo>
                  <a:lnTo>
                    <a:pt x="1145463" y="1246670"/>
                  </a:lnTo>
                  <a:lnTo>
                    <a:pt x="1174902" y="1278648"/>
                  </a:lnTo>
                  <a:lnTo>
                    <a:pt x="1208354" y="1306791"/>
                  </a:lnTo>
                  <a:lnTo>
                    <a:pt x="1245387" y="1330718"/>
                  </a:lnTo>
                  <a:lnTo>
                    <a:pt x="1285595" y="1350010"/>
                  </a:lnTo>
                  <a:lnTo>
                    <a:pt x="1328559" y="1364284"/>
                  </a:lnTo>
                  <a:lnTo>
                    <a:pt x="1373886" y="1373136"/>
                  </a:lnTo>
                  <a:lnTo>
                    <a:pt x="1421130" y="1376172"/>
                  </a:lnTo>
                  <a:lnTo>
                    <a:pt x="1468361" y="1373136"/>
                  </a:lnTo>
                  <a:lnTo>
                    <a:pt x="1513687" y="1364284"/>
                  </a:lnTo>
                  <a:lnTo>
                    <a:pt x="1556651" y="1350010"/>
                  </a:lnTo>
                  <a:lnTo>
                    <a:pt x="1596859" y="1330718"/>
                  </a:lnTo>
                  <a:lnTo>
                    <a:pt x="1633893" y="1306791"/>
                  </a:lnTo>
                  <a:lnTo>
                    <a:pt x="1667344" y="1278648"/>
                  </a:lnTo>
                  <a:lnTo>
                    <a:pt x="1687055" y="1257236"/>
                  </a:lnTo>
                  <a:lnTo>
                    <a:pt x="1706778" y="1278648"/>
                  </a:lnTo>
                  <a:lnTo>
                    <a:pt x="1740230" y="1306791"/>
                  </a:lnTo>
                  <a:lnTo>
                    <a:pt x="1777263" y="1330718"/>
                  </a:lnTo>
                  <a:lnTo>
                    <a:pt x="1817471" y="1350010"/>
                  </a:lnTo>
                  <a:lnTo>
                    <a:pt x="1860435" y="1364284"/>
                  </a:lnTo>
                  <a:lnTo>
                    <a:pt x="1905762" y="1373136"/>
                  </a:lnTo>
                  <a:lnTo>
                    <a:pt x="1953006" y="1376172"/>
                  </a:lnTo>
                  <a:lnTo>
                    <a:pt x="2000237" y="1373136"/>
                  </a:lnTo>
                  <a:lnTo>
                    <a:pt x="2045563" y="1364284"/>
                  </a:lnTo>
                  <a:lnTo>
                    <a:pt x="2088527" y="1350010"/>
                  </a:lnTo>
                  <a:lnTo>
                    <a:pt x="2128736" y="1330718"/>
                  </a:lnTo>
                  <a:lnTo>
                    <a:pt x="2165769" y="1306791"/>
                  </a:lnTo>
                  <a:lnTo>
                    <a:pt x="2199221" y="1278648"/>
                  </a:lnTo>
                  <a:lnTo>
                    <a:pt x="2222741" y="1253096"/>
                  </a:lnTo>
                  <a:lnTo>
                    <a:pt x="2246274" y="1278648"/>
                  </a:lnTo>
                  <a:lnTo>
                    <a:pt x="2279726" y="1306791"/>
                  </a:lnTo>
                  <a:lnTo>
                    <a:pt x="2316759" y="1330718"/>
                  </a:lnTo>
                  <a:lnTo>
                    <a:pt x="2356967" y="1350010"/>
                  </a:lnTo>
                  <a:lnTo>
                    <a:pt x="2399931" y="1364284"/>
                  </a:lnTo>
                  <a:lnTo>
                    <a:pt x="2445258" y="1373136"/>
                  </a:lnTo>
                  <a:lnTo>
                    <a:pt x="2492502" y="1376172"/>
                  </a:lnTo>
                  <a:lnTo>
                    <a:pt x="2539733" y="1373136"/>
                  </a:lnTo>
                  <a:lnTo>
                    <a:pt x="2585059" y="1364284"/>
                  </a:lnTo>
                  <a:lnTo>
                    <a:pt x="2628023" y="1350010"/>
                  </a:lnTo>
                  <a:lnTo>
                    <a:pt x="2668232" y="1330718"/>
                  </a:lnTo>
                  <a:lnTo>
                    <a:pt x="2705265" y="1306791"/>
                  </a:lnTo>
                  <a:lnTo>
                    <a:pt x="2738717" y="1278648"/>
                  </a:lnTo>
                  <a:lnTo>
                    <a:pt x="2750883" y="1265428"/>
                  </a:lnTo>
                  <a:lnTo>
                    <a:pt x="2763101" y="1278648"/>
                  </a:lnTo>
                  <a:lnTo>
                    <a:pt x="2796616" y="1306791"/>
                  </a:lnTo>
                  <a:lnTo>
                    <a:pt x="2833725" y="1330718"/>
                  </a:lnTo>
                  <a:lnTo>
                    <a:pt x="2874035" y="1350010"/>
                  </a:lnTo>
                  <a:lnTo>
                    <a:pt x="2917101" y="1364284"/>
                  </a:lnTo>
                  <a:lnTo>
                    <a:pt x="2962529" y="1373136"/>
                  </a:lnTo>
                  <a:lnTo>
                    <a:pt x="3009900" y="1376172"/>
                  </a:lnTo>
                  <a:lnTo>
                    <a:pt x="3057258" y="1373136"/>
                  </a:lnTo>
                  <a:lnTo>
                    <a:pt x="3102686" y="1364284"/>
                  </a:lnTo>
                  <a:lnTo>
                    <a:pt x="3145752" y="1350010"/>
                  </a:lnTo>
                  <a:lnTo>
                    <a:pt x="3186061" y="1330718"/>
                  </a:lnTo>
                  <a:lnTo>
                    <a:pt x="3223171" y="1306791"/>
                  </a:lnTo>
                  <a:lnTo>
                    <a:pt x="3256686" y="1278648"/>
                  </a:lnTo>
                  <a:lnTo>
                    <a:pt x="3286188" y="1246670"/>
                  </a:lnTo>
                  <a:lnTo>
                    <a:pt x="3287191" y="1245247"/>
                  </a:lnTo>
                  <a:lnTo>
                    <a:pt x="3288207" y="1246670"/>
                  </a:lnTo>
                  <a:lnTo>
                    <a:pt x="3317646" y="1278648"/>
                  </a:lnTo>
                  <a:lnTo>
                    <a:pt x="3351098" y="1306791"/>
                  </a:lnTo>
                  <a:lnTo>
                    <a:pt x="3388131" y="1330718"/>
                  </a:lnTo>
                  <a:lnTo>
                    <a:pt x="3428339" y="1350010"/>
                  </a:lnTo>
                  <a:lnTo>
                    <a:pt x="3471303" y="1364284"/>
                  </a:lnTo>
                  <a:lnTo>
                    <a:pt x="3516630" y="1373136"/>
                  </a:lnTo>
                  <a:lnTo>
                    <a:pt x="3563874" y="1376172"/>
                  </a:lnTo>
                  <a:lnTo>
                    <a:pt x="3611105" y="1373136"/>
                  </a:lnTo>
                  <a:lnTo>
                    <a:pt x="3656431" y="1364284"/>
                  </a:lnTo>
                  <a:lnTo>
                    <a:pt x="3699395" y="1350010"/>
                  </a:lnTo>
                  <a:lnTo>
                    <a:pt x="3739604" y="1330718"/>
                  </a:lnTo>
                  <a:lnTo>
                    <a:pt x="3776637" y="1306791"/>
                  </a:lnTo>
                  <a:lnTo>
                    <a:pt x="3810089" y="1278648"/>
                  </a:lnTo>
                  <a:lnTo>
                    <a:pt x="3829799" y="1257236"/>
                  </a:lnTo>
                  <a:lnTo>
                    <a:pt x="3849522" y="1278648"/>
                  </a:lnTo>
                  <a:lnTo>
                    <a:pt x="3882974" y="1306791"/>
                  </a:lnTo>
                  <a:lnTo>
                    <a:pt x="3920007" y="1330718"/>
                  </a:lnTo>
                  <a:lnTo>
                    <a:pt x="3960215" y="1350010"/>
                  </a:lnTo>
                  <a:lnTo>
                    <a:pt x="4003179" y="1364284"/>
                  </a:lnTo>
                  <a:lnTo>
                    <a:pt x="4048506" y="1373136"/>
                  </a:lnTo>
                  <a:lnTo>
                    <a:pt x="4095750" y="1376172"/>
                  </a:lnTo>
                  <a:lnTo>
                    <a:pt x="4142981" y="1373136"/>
                  </a:lnTo>
                  <a:lnTo>
                    <a:pt x="4188307" y="1364284"/>
                  </a:lnTo>
                  <a:lnTo>
                    <a:pt x="4231271" y="1350010"/>
                  </a:lnTo>
                  <a:lnTo>
                    <a:pt x="4271480" y="1330718"/>
                  </a:lnTo>
                  <a:lnTo>
                    <a:pt x="4308513" y="1306791"/>
                  </a:lnTo>
                  <a:lnTo>
                    <a:pt x="4341965" y="1278648"/>
                  </a:lnTo>
                  <a:lnTo>
                    <a:pt x="4371403" y="1246670"/>
                  </a:lnTo>
                  <a:lnTo>
                    <a:pt x="4396422" y="1211249"/>
                  </a:lnTo>
                  <a:lnTo>
                    <a:pt x="4416603" y="1172806"/>
                  </a:lnTo>
                  <a:lnTo>
                    <a:pt x="4431538" y="1131709"/>
                  </a:lnTo>
                  <a:lnTo>
                    <a:pt x="4440796" y="1088364"/>
                  </a:lnTo>
                  <a:lnTo>
                    <a:pt x="4443984" y="1043178"/>
                  </a:lnTo>
                  <a:close/>
                </a:path>
              </a:pathLst>
            </a:custGeom>
            <a:solidFill>
              <a:srgbClr val="FF0000"/>
            </a:solidFill>
          </p:spPr>
          <p:txBody>
            <a:bodyPr wrap="square" lIns="0" tIns="0" rIns="0" bIns="0" rtlCol="0"/>
            <a:lstStyle/>
            <a:p/>
          </p:txBody>
        </p:sp>
        <p:sp>
          <p:nvSpPr>
            <p:cNvPr id="4" name="object 4"/>
            <p:cNvSpPr/>
            <p:nvPr/>
          </p:nvSpPr>
          <p:spPr>
            <a:xfrm>
              <a:off x="4210812" y="5295899"/>
              <a:ext cx="1228725" cy="666115"/>
            </a:xfrm>
            <a:custGeom>
              <a:avLst/>
              <a:gdLst/>
              <a:ahLst/>
              <a:cxnLst/>
              <a:rect l="l" t="t" r="r" b="b"/>
              <a:pathLst>
                <a:path w="1228725" h="666114">
                  <a:moveTo>
                    <a:pt x="1228344" y="332994"/>
                  </a:moveTo>
                  <a:lnTo>
                    <a:pt x="1225156" y="287820"/>
                  </a:lnTo>
                  <a:lnTo>
                    <a:pt x="1215898" y="244475"/>
                  </a:lnTo>
                  <a:lnTo>
                    <a:pt x="1200962" y="203390"/>
                  </a:lnTo>
                  <a:lnTo>
                    <a:pt x="1180782" y="164934"/>
                  </a:lnTo>
                  <a:lnTo>
                    <a:pt x="1155763" y="129527"/>
                  </a:lnTo>
                  <a:lnTo>
                    <a:pt x="1126324" y="97536"/>
                  </a:lnTo>
                  <a:lnTo>
                    <a:pt x="1092873" y="69392"/>
                  </a:lnTo>
                  <a:lnTo>
                    <a:pt x="1055839" y="45466"/>
                  </a:lnTo>
                  <a:lnTo>
                    <a:pt x="1015631" y="26174"/>
                  </a:lnTo>
                  <a:lnTo>
                    <a:pt x="972667" y="11899"/>
                  </a:lnTo>
                  <a:lnTo>
                    <a:pt x="927341" y="3048"/>
                  </a:lnTo>
                  <a:lnTo>
                    <a:pt x="880110" y="0"/>
                  </a:lnTo>
                  <a:lnTo>
                    <a:pt x="832866" y="3048"/>
                  </a:lnTo>
                  <a:lnTo>
                    <a:pt x="787539" y="11899"/>
                  </a:lnTo>
                  <a:lnTo>
                    <a:pt x="744575" y="26174"/>
                  </a:lnTo>
                  <a:lnTo>
                    <a:pt x="704367" y="45478"/>
                  </a:lnTo>
                  <a:lnTo>
                    <a:pt x="667334" y="69392"/>
                  </a:lnTo>
                  <a:lnTo>
                    <a:pt x="633882" y="97536"/>
                  </a:lnTo>
                  <a:lnTo>
                    <a:pt x="614159" y="118973"/>
                  </a:lnTo>
                  <a:lnTo>
                    <a:pt x="594448" y="97536"/>
                  </a:lnTo>
                  <a:lnTo>
                    <a:pt x="560997" y="69392"/>
                  </a:lnTo>
                  <a:lnTo>
                    <a:pt x="523963" y="45466"/>
                  </a:lnTo>
                  <a:lnTo>
                    <a:pt x="483755" y="26174"/>
                  </a:lnTo>
                  <a:lnTo>
                    <a:pt x="440791" y="11899"/>
                  </a:lnTo>
                  <a:lnTo>
                    <a:pt x="395465" y="3048"/>
                  </a:lnTo>
                  <a:lnTo>
                    <a:pt x="348234" y="0"/>
                  </a:lnTo>
                  <a:lnTo>
                    <a:pt x="300990" y="3048"/>
                  </a:lnTo>
                  <a:lnTo>
                    <a:pt x="255663" y="11899"/>
                  </a:lnTo>
                  <a:lnTo>
                    <a:pt x="212699" y="26174"/>
                  </a:lnTo>
                  <a:lnTo>
                    <a:pt x="172491" y="45478"/>
                  </a:lnTo>
                  <a:lnTo>
                    <a:pt x="135458" y="69392"/>
                  </a:lnTo>
                  <a:lnTo>
                    <a:pt x="102006" y="97536"/>
                  </a:lnTo>
                  <a:lnTo>
                    <a:pt x="72567" y="129527"/>
                  </a:lnTo>
                  <a:lnTo>
                    <a:pt x="47548" y="164934"/>
                  </a:lnTo>
                  <a:lnTo>
                    <a:pt x="27368" y="203390"/>
                  </a:lnTo>
                  <a:lnTo>
                    <a:pt x="12433" y="244475"/>
                  </a:lnTo>
                  <a:lnTo>
                    <a:pt x="3175" y="287820"/>
                  </a:lnTo>
                  <a:lnTo>
                    <a:pt x="0" y="332994"/>
                  </a:lnTo>
                  <a:lnTo>
                    <a:pt x="3175" y="378180"/>
                  </a:lnTo>
                  <a:lnTo>
                    <a:pt x="12433" y="421525"/>
                  </a:lnTo>
                  <a:lnTo>
                    <a:pt x="27368" y="462622"/>
                  </a:lnTo>
                  <a:lnTo>
                    <a:pt x="47548" y="501065"/>
                  </a:lnTo>
                  <a:lnTo>
                    <a:pt x="72567" y="536486"/>
                  </a:lnTo>
                  <a:lnTo>
                    <a:pt x="102006" y="568464"/>
                  </a:lnTo>
                  <a:lnTo>
                    <a:pt x="135458" y="596607"/>
                  </a:lnTo>
                  <a:lnTo>
                    <a:pt x="172491" y="620534"/>
                  </a:lnTo>
                  <a:lnTo>
                    <a:pt x="212699" y="639826"/>
                  </a:lnTo>
                  <a:lnTo>
                    <a:pt x="255663" y="654100"/>
                  </a:lnTo>
                  <a:lnTo>
                    <a:pt x="300990" y="662952"/>
                  </a:lnTo>
                  <a:lnTo>
                    <a:pt x="348234" y="665988"/>
                  </a:lnTo>
                  <a:lnTo>
                    <a:pt x="395465" y="662952"/>
                  </a:lnTo>
                  <a:lnTo>
                    <a:pt x="440791" y="654100"/>
                  </a:lnTo>
                  <a:lnTo>
                    <a:pt x="483755" y="639826"/>
                  </a:lnTo>
                  <a:lnTo>
                    <a:pt x="523963" y="620534"/>
                  </a:lnTo>
                  <a:lnTo>
                    <a:pt x="560997" y="596607"/>
                  </a:lnTo>
                  <a:lnTo>
                    <a:pt x="594448" y="568464"/>
                  </a:lnTo>
                  <a:lnTo>
                    <a:pt x="614159" y="547052"/>
                  </a:lnTo>
                  <a:lnTo>
                    <a:pt x="633882" y="568464"/>
                  </a:lnTo>
                  <a:lnTo>
                    <a:pt x="667334" y="596607"/>
                  </a:lnTo>
                  <a:lnTo>
                    <a:pt x="704367" y="620534"/>
                  </a:lnTo>
                  <a:lnTo>
                    <a:pt x="744575" y="639826"/>
                  </a:lnTo>
                  <a:lnTo>
                    <a:pt x="787539" y="654100"/>
                  </a:lnTo>
                  <a:lnTo>
                    <a:pt x="832866" y="662952"/>
                  </a:lnTo>
                  <a:lnTo>
                    <a:pt x="880110" y="665988"/>
                  </a:lnTo>
                  <a:lnTo>
                    <a:pt x="927341" y="662952"/>
                  </a:lnTo>
                  <a:lnTo>
                    <a:pt x="972667" y="654100"/>
                  </a:lnTo>
                  <a:lnTo>
                    <a:pt x="1015631" y="639826"/>
                  </a:lnTo>
                  <a:lnTo>
                    <a:pt x="1055839" y="620534"/>
                  </a:lnTo>
                  <a:lnTo>
                    <a:pt x="1092873" y="596607"/>
                  </a:lnTo>
                  <a:lnTo>
                    <a:pt x="1126324" y="568464"/>
                  </a:lnTo>
                  <a:lnTo>
                    <a:pt x="1155763" y="536486"/>
                  </a:lnTo>
                  <a:lnTo>
                    <a:pt x="1180782" y="501065"/>
                  </a:lnTo>
                  <a:lnTo>
                    <a:pt x="1200962" y="462622"/>
                  </a:lnTo>
                  <a:lnTo>
                    <a:pt x="1215898" y="421525"/>
                  </a:lnTo>
                  <a:lnTo>
                    <a:pt x="1225156" y="378180"/>
                  </a:lnTo>
                  <a:lnTo>
                    <a:pt x="1228344" y="332994"/>
                  </a:lnTo>
                  <a:close/>
                </a:path>
              </a:pathLst>
            </a:custGeom>
            <a:solidFill>
              <a:srgbClr val="006FC0"/>
            </a:solidFill>
          </p:spPr>
          <p:txBody>
            <a:bodyPr wrap="square" lIns="0" tIns="0" rIns="0" bIns="0" rtlCol="0"/>
            <a:lstStyle/>
            <a:p/>
          </p:txBody>
        </p:sp>
        <p:sp>
          <p:nvSpPr>
            <p:cNvPr id="5" name="object 5"/>
            <p:cNvSpPr/>
            <p:nvPr/>
          </p:nvSpPr>
          <p:spPr>
            <a:xfrm>
              <a:off x="4197095" y="5411724"/>
              <a:ext cx="167640" cy="426720"/>
            </a:xfrm>
            <a:custGeom>
              <a:avLst/>
              <a:gdLst/>
              <a:ahLst/>
              <a:cxnLst/>
              <a:rect l="l" t="t" r="r" b="b"/>
              <a:pathLst>
                <a:path w="167639" h="426720">
                  <a:moveTo>
                    <a:pt x="83819" y="0"/>
                  </a:moveTo>
                  <a:lnTo>
                    <a:pt x="34289" y="41160"/>
                  </a:lnTo>
                  <a:lnTo>
                    <a:pt x="16154" y="87343"/>
                  </a:lnTo>
                  <a:lnTo>
                    <a:pt x="4267" y="145913"/>
                  </a:lnTo>
                  <a:lnTo>
                    <a:pt x="0" y="213359"/>
                  </a:lnTo>
                  <a:lnTo>
                    <a:pt x="4267" y="280796"/>
                  </a:lnTo>
                  <a:lnTo>
                    <a:pt x="16154" y="339365"/>
                  </a:lnTo>
                  <a:lnTo>
                    <a:pt x="34289" y="385552"/>
                  </a:lnTo>
                  <a:lnTo>
                    <a:pt x="57302" y="415842"/>
                  </a:lnTo>
                  <a:lnTo>
                    <a:pt x="83819" y="426719"/>
                  </a:lnTo>
                  <a:lnTo>
                    <a:pt x="110337" y="415842"/>
                  </a:lnTo>
                  <a:lnTo>
                    <a:pt x="133350" y="385552"/>
                  </a:lnTo>
                  <a:lnTo>
                    <a:pt x="151485" y="339365"/>
                  </a:lnTo>
                  <a:lnTo>
                    <a:pt x="163372" y="280796"/>
                  </a:lnTo>
                  <a:lnTo>
                    <a:pt x="167639" y="213359"/>
                  </a:lnTo>
                  <a:lnTo>
                    <a:pt x="163372" y="145913"/>
                  </a:lnTo>
                  <a:lnTo>
                    <a:pt x="151485" y="87343"/>
                  </a:lnTo>
                  <a:lnTo>
                    <a:pt x="133350" y="41160"/>
                  </a:lnTo>
                  <a:lnTo>
                    <a:pt x="110337" y="10875"/>
                  </a:lnTo>
                  <a:lnTo>
                    <a:pt x="83819" y="0"/>
                  </a:lnTo>
                  <a:close/>
                </a:path>
              </a:pathLst>
            </a:custGeom>
            <a:solidFill>
              <a:srgbClr val="FFFFFF"/>
            </a:solidFill>
          </p:spPr>
          <p:txBody>
            <a:bodyPr wrap="square" lIns="0" tIns="0" rIns="0" bIns="0" rtlCol="0"/>
            <a:lstStyle/>
            <a:p/>
          </p:txBody>
        </p:sp>
        <p:sp>
          <p:nvSpPr>
            <p:cNvPr id="6" name="object 6"/>
            <p:cNvSpPr/>
            <p:nvPr/>
          </p:nvSpPr>
          <p:spPr>
            <a:xfrm>
              <a:off x="2586227" y="5305044"/>
              <a:ext cx="696595" cy="668020"/>
            </a:xfrm>
            <a:custGeom>
              <a:avLst/>
              <a:gdLst/>
              <a:ahLst/>
              <a:cxnLst/>
              <a:rect l="l" t="t" r="r" b="b"/>
              <a:pathLst>
                <a:path w="696595" h="668020">
                  <a:moveTo>
                    <a:pt x="348234"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5"/>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4" y="667511"/>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8" y="333755"/>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4" y="0"/>
                  </a:lnTo>
                  <a:close/>
                </a:path>
              </a:pathLst>
            </a:custGeom>
            <a:solidFill>
              <a:srgbClr val="FF0000"/>
            </a:solidFill>
          </p:spPr>
          <p:txBody>
            <a:bodyPr wrap="square" lIns="0" tIns="0" rIns="0" bIns="0" rtlCol="0"/>
            <a:lstStyle/>
            <a:p/>
          </p:txBody>
        </p:sp>
        <p:sp>
          <p:nvSpPr>
            <p:cNvPr id="7" name="object 7"/>
            <p:cNvSpPr/>
            <p:nvPr/>
          </p:nvSpPr>
          <p:spPr>
            <a:xfrm>
              <a:off x="1942210" y="165354"/>
              <a:ext cx="85725" cy="6565265"/>
            </a:xfrm>
            <a:custGeom>
              <a:avLst/>
              <a:gdLst/>
              <a:ahLst/>
              <a:cxnLst/>
              <a:rect l="l" t="t" r="r" b="b"/>
              <a:pathLst>
                <a:path w="85725" h="6565265">
                  <a:moveTo>
                    <a:pt x="57150" y="71374"/>
                  </a:moveTo>
                  <a:lnTo>
                    <a:pt x="28575" y="71374"/>
                  </a:lnTo>
                  <a:lnTo>
                    <a:pt x="28447" y="6565188"/>
                  </a:lnTo>
                  <a:lnTo>
                    <a:pt x="57022" y="6565188"/>
                  </a:lnTo>
                  <a:lnTo>
                    <a:pt x="57150" y="71374"/>
                  </a:lnTo>
                  <a:close/>
                </a:path>
                <a:path w="85725" h="6565265">
                  <a:moveTo>
                    <a:pt x="42799" y="0"/>
                  </a:moveTo>
                  <a:lnTo>
                    <a:pt x="0" y="85725"/>
                  </a:lnTo>
                  <a:lnTo>
                    <a:pt x="28574" y="85725"/>
                  </a:lnTo>
                  <a:lnTo>
                    <a:pt x="28575" y="71374"/>
                  </a:lnTo>
                  <a:lnTo>
                    <a:pt x="78538" y="71374"/>
                  </a:lnTo>
                  <a:lnTo>
                    <a:pt x="42799" y="0"/>
                  </a:lnTo>
                  <a:close/>
                </a:path>
                <a:path w="85725" h="6565265">
                  <a:moveTo>
                    <a:pt x="78538" y="71374"/>
                  </a:moveTo>
                  <a:lnTo>
                    <a:pt x="57150" y="71374"/>
                  </a:lnTo>
                  <a:lnTo>
                    <a:pt x="57149" y="85725"/>
                  </a:lnTo>
                  <a:lnTo>
                    <a:pt x="85725" y="85725"/>
                  </a:lnTo>
                  <a:lnTo>
                    <a:pt x="78538" y="71374"/>
                  </a:lnTo>
                  <a:close/>
                </a:path>
              </a:pathLst>
            </a:custGeom>
            <a:solidFill>
              <a:srgbClr val="000000"/>
            </a:solidFill>
          </p:spPr>
          <p:txBody>
            <a:bodyPr wrap="square" lIns="0" tIns="0" rIns="0" bIns="0" rtlCol="0"/>
            <a:lstStyle/>
            <a:p/>
          </p:txBody>
        </p:sp>
        <p:sp>
          <p:nvSpPr>
            <p:cNvPr id="8" name="object 8"/>
            <p:cNvSpPr/>
            <p:nvPr/>
          </p:nvSpPr>
          <p:spPr>
            <a:xfrm>
              <a:off x="2060447" y="5292851"/>
              <a:ext cx="696595" cy="668020"/>
            </a:xfrm>
            <a:custGeom>
              <a:avLst/>
              <a:gdLst/>
              <a:ahLst/>
              <a:cxnLst/>
              <a:rect l="l" t="t" r="r" b="b"/>
              <a:pathLst>
                <a:path w="696594" h="668020">
                  <a:moveTo>
                    <a:pt x="348233"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3" y="667512"/>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3" y="0"/>
                  </a:lnTo>
                  <a:close/>
                </a:path>
              </a:pathLst>
            </a:custGeom>
            <a:solidFill>
              <a:srgbClr val="FF0000"/>
            </a:solidFill>
          </p:spPr>
          <p:txBody>
            <a:bodyPr wrap="square" lIns="0" tIns="0" rIns="0" bIns="0" rtlCol="0"/>
            <a:lstStyle/>
            <a:p/>
          </p:txBody>
        </p:sp>
        <p:sp>
          <p:nvSpPr>
            <p:cNvPr id="9" name="object 9"/>
            <p:cNvSpPr/>
            <p:nvPr/>
          </p:nvSpPr>
          <p:spPr>
            <a:xfrm>
              <a:off x="3137916" y="4575048"/>
              <a:ext cx="3449320" cy="1385570"/>
            </a:xfrm>
            <a:custGeom>
              <a:avLst/>
              <a:gdLst/>
              <a:ahLst/>
              <a:cxnLst/>
              <a:rect l="l" t="t" r="r" b="b"/>
              <a:pathLst>
                <a:path w="3449320" h="1385570">
                  <a:moveTo>
                    <a:pt x="696468" y="332994"/>
                  </a:moveTo>
                  <a:lnTo>
                    <a:pt x="693280" y="287820"/>
                  </a:lnTo>
                  <a:lnTo>
                    <a:pt x="684022" y="244475"/>
                  </a:lnTo>
                  <a:lnTo>
                    <a:pt x="669086" y="203390"/>
                  </a:lnTo>
                  <a:lnTo>
                    <a:pt x="648906" y="164934"/>
                  </a:lnTo>
                  <a:lnTo>
                    <a:pt x="623887" y="129527"/>
                  </a:lnTo>
                  <a:lnTo>
                    <a:pt x="594448" y="97536"/>
                  </a:lnTo>
                  <a:lnTo>
                    <a:pt x="560997" y="69392"/>
                  </a:lnTo>
                  <a:lnTo>
                    <a:pt x="523963" y="45466"/>
                  </a:lnTo>
                  <a:lnTo>
                    <a:pt x="483755" y="26174"/>
                  </a:lnTo>
                  <a:lnTo>
                    <a:pt x="440791" y="11899"/>
                  </a:lnTo>
                  <a:lnTo>
                    <a:pt x="395465" y="3048"/>
                  </a:lnTo>
                  <a:lnTo>
                    <a:pt x="348234" y="0"/>
                  </a:lnTo>
                  <a:lnTo>
                    <a:pt x="300990" y="3048"/>
                  </a:lnTo>
                  <a:lnTo>
                    <a:pt x="255663" y="11899"/>
                  </a:lnTo>
                  <a:lnTo>
                    <a:pt x="212699" y="26174"/>
                  </a:lnTo>
                  <a:lnTo>
                    <a:pt x="172491" y="45478"/>
                  </a:lnTo>
                  <a:lnTo>
                    <a:pt x="135458" y="69392"/>
                  </a:lnTo>
                  <a:lnTo>
                    <a:pt x="102006" y="97548"/>
                  </a:lnTo>
                  <a:lnTo>
                    <a:pt x="72567" y="129527"/>
                  </a:lnTo>
                  <a:lnTo>
                    <a:pt x="47548" y="164934"/>
                  </a:lnTo>
                  <a:lnTo>
                    <a:pt x="27368" y="203390"/>
                  </a:lnTo>
                  <a:lnTo>
                    <a:pt x="12433" y="244475"/>
                  </a:lnTo>
                  <a:lnTo>
                    <a:pt x="3175" y="287820"/>
                  </a:lnTo>
                  <a:lnTo>
                    <a:pt x="0" y="332994"/>
                  </a:lnTo>
                  <a:lnTo>
                    <a:pt x="3175" y="378180"/>
                  </a:lnTo>
                  <a:lnTo>
                    <a:pt x="12433" y="421525"/>
                  </a:lnTo>
                  <a:lnTo>
                    <a:pt x="27368" y="462610"/>
                  </a:lnTo>
                  <a:lnTo>
                    <a:pt x="47548" y="501065"/>
                  </a:lnTo>
                  <a:lnTo>
                    <a:pt x="72567" y="536473"/>
                  </a:lnTo>
                  <a:lnTo>
                    <a:pt x="102006" y="568464"/>
                  </a:lnTo>
                  <a:lnTo>
                    <a:pt x="135458" y="596607"/>
                  </a:lnTo>
                  <a:lnTo>
                    <a:pt x="172491" y="620534"/>
                  </a:lnTo>
                  <a:lnTo>
                    <a:pt x="212699" y="639826"/>
                  </a:lnTo>
                  <a:lnTo>
                    <a:pt x="255663" y="654100"/>
                  </a:lnTo>
                  <a:lnTo>
                    <a:pt x="300990" y="662952"/>
                  </a:lnTo>
                  <a:lnTo>
                    <a:pt x="348234" y="665988"/>
                  </a:lnTo>
                  <a:lnTo>
                    <a:pt x="395465" y="662952"/>
                  </a:lnTo>
                  <a:lnTo>
                    <a:pt x="440791" y="654100"/>
                  </a:lnTo>
                  <a:lnTo>
                    <a:pt x="483755" y="639826"/>
                  </a:lnTo>
                  <a:lnTo>
                    <a:pt x="523963" y="620522"/>
                  </a:lnTo>
                  <a:lnTo>
                    <a:pt x="560997" y="596607"/>
                  </a:lnTo>
                  <a:lnTo>
                    <a:pt x="594448" y="568452"/>
                  </a:lnTo>
                  <a:lnTo>
                    <a:pt x="623887" y="536473"/>
                  </a:lnTo>
                  <a:lnTo>
                    <a:pt x="648906" y="501065"/>
                  </a:lnTo>
                  <a:lnTo>
                    <a:pt x="669086" y="462610"/>
                  </a:lnTo>
                  <a:lnTo>
                    <a:pt x="684022" y="421513"/>
                  </a:lnTo>
                  <a:lnTo>
                    <a:pt x="693280" y="378180"/>
                  </a:lnTo>
                  <a:lnTo>
                    <a:pt x="696468" y="332994"/>
                  </a:lnTo>
                  <a:close/>
                </a:path>
                <a:path w="3449320" h="1385570">
                  <a:moveTo>
                    <a:pt x="3448812" y="1050036"/>
                  </a:moveTo>
                  <a:lnTo>
                    <a:pt x="3445624" y="1004760"/>
                  </a:lnTo>
                  <a:lnTo>
                    <a:pt x="3436366" y="961339"/>
                  </a:lnTo>
                  <a:lnTo>
                    <a:pt x="3421430" y="920153"/>
                  </a:lnTo>
                  <a:lnTo>
                    <a:pt x="3401250" y="881608"/>
                  </a:lnTo>
                  <a:lnTo>
                    <a:pt x="3376231" y="846112"/>
                  </a:lnTo>
                  <a:lnTo>
                    <a:pt x="3346793" y="814057"/>
                  </a:lnTo>
                  <a:lnTo>
                    <a:pt x="3313341" y="785837"/>
                  </a:lnTo>
                  <a:lnTo>
                    <a:pt x="3276308" y="761860"/>
                  </a:lnTo>
                  <a:lnTo>
                    <a:pt x="3236099" y="742518"/>
                  </a:lnTo>
                  <a:lnTo>
                    <a:pt x="3193135" y="728218"/>
                  </a:lnTo>
                  <a:lnTo>
                    <a:pt x="3147809" y="719328"/>
                  </a:lnTo>
                  <a:lnTo>
                    <a:pt x="3100578" y="716280"/>
                  </a:lnTo>
                  <a:lnTo>
                    <a:pt x="3053334" y="719328"/>
                  </a:lnTo>
                  <a:lnTo>
                    <a:pt x="3008007" y="728218"/>
                  </a:lnTo>
                  <a:lnTo>
                    <a:pt x="2965043" y="742518"/>
                  </a:lnTo>
                  <a:lnTo>
                    <a:pt x="2924835" y="761860"/>
                  </a:lnTo>
                  <a:lnTo>
                    <a:pt x="2887802" y="785837"/>
                  </a:lnTo>
                  <a:lnTo>
                    <a:pt x="2854350" y="814057"/>
                  </a:lnTo>
                  <a:lnTo>
                    <a:pt x="2827832" y="842937"/>
                  </a:lnTo>
                  <a:lnTo>
                    <a:pt x="2802725" y="815581"/>
                  </a:lnTo>
                  <a:lnTo>
                    <a:pt x="2769273" y="787361"/>
                  </a:lnTo>
                  <a:lnTo>
                    <a:pt x="2732240" y="763384"/>
                  </a:lnTo>
                  <a:lnTo>
                    <a:pt x="2692031" y="744042"/>
                  </a:lnTo>
                  <a:lnTo>
                    <a:pt x="2649067" y="729742"/>
                  </a:lnTo>
                  <a:lnTo>
                    <a:pt x="2603741" y="720852"/>
                  </a:lnTo>
                  <a:lnTo>
                    <a:pt x="2556510" y="717804"/>
                  </a:lnTo>
                  <a:lnTo>
                    <a:pt x="2509266" y="720852"/>
                  </a:lnTo>
                  <a:lnTo>
                    <a:pt x="2463939" y="729742"/>
                  </a:lnTo>
                  <a:lnTo>
                    <a:pt x="2420975" y="744042"/>
                  </a:lnTo>
                  <a:lnTo>
                    <a:pt x="2380767" y="763384"/>
                  </a:lnTo>
                  <a:lnTo>
                    <a:pt x="2343734" y="787361"/>
                  </a:lnTo>
                  <a:lnTo>
                    <a:pt x="2310282" y="815581"/>
                  </a:lnTo>
                  <a:lnTo>
                    <a:pt x="2280843" y="847636"/>
                  </a:lnTo>
                  <a:lnTo>
                    <a:pt x="2255824" y="883132"/>
                  </a:lnTo>
                  <a:lnTo>
                    <a:pt x="2235644" y="921677"/>
                  </a:lnTo>
                  <a:lnTo>
                    <a:pt x="2220709" y="962863"/>
                  </a:lnTo>
                  <a:lnTo>
                    <a:pt x="2211451" y="1006284"/>
                  </a:lnTo>
                  <a:lnTo>
                    <a:pt x="2208276" y="1051560"/>
                  </a:lnTo>
                  <a:lnTo>
                    <a:pt x="2211451" y="1096860"/>
                  </a:lnTo>
                  <a:lnTo>
                    <a:pt x="2220709" y="1140294"/>
                  </a:lnTo>
                  <a:lnTo>
                    <a:pt x="2235644" y="1181481"/>
                  </a:lnTo>
                  <a:lnTo>
                    <a:pt x="2255824" y="1220012"/>
                  </a:lnTo>
                  <a:lnTo>
                    <a:pt x="2280843" y="1255509"/>
                  </a:lnTo>
                  <a:lnTo>
                    <a:pt x="2310282" y="1287564"/>
                  </a:lnTo>
                  <a:lnTo>
                    <a:pt x="2343734" y="1315783"/>
                  </a:lnTo>
                  <a:lnTo>
                    <a:pt x="2380767" y="1339748"/>
                  </a:lnTo>
                  <a:lnTo>
                    <a:pt x="2420975" y="1359090"/>
                  </a:lnTo>
                  <a:lnTo>
                    <a:pt x="2463939" y="1373403"/>
                  </a:lnTo>
                  <a:lnTo>
                    <a:pt x="2509266" y="1382280"/>
                  </a:lnTo>
                  <a:lnTo>
                    <a:pt x="2556510" y="1385316"/>
                  </a:lnTo>
                  <a:lnTo>
                    <a:pt x="2603741" y="1382280"/>
                  </a:lnTo>
                  <a:lnTo>
                    <a:pt x="2649067" y="1373403"/>
                  </a:lnTo>
                  <a:lnTo>
                    <a:pt x="2692031" y="1359090"/>
                  </a:lnTo>
                  <a:lnTo>
                    <a:pt x="2732240" y="1339748"/>
                  </a:lnTo>
                  <a:lnTo>
                    <a:pt x="2769273" y="1315783"/>
                  </a:lnTo>
                  <a:lnTo>
                    <a:pt x="2802725" y="1287564"/>
                  </a:lnTo>
                  <a:lnTo>
                    <a:pt x="2829229" y="1258697"/>
                  </a:lnTo>
                  <a:lnTo>
                    <a:pt x="2854350" y="1286040"/>
                  </a:lnTo>
                  <a:lnTo>
                    <a:pt x="2887802" y="1314259"/>
                  </a:lnTo>
                  <a:lnTo>
                    <a:pt x="2924835" y="1338237"/>
                  </a:lnTo>
                  <a:lnTo>
                    <a:pt x="2965043" y="1357566"/>
                  </a:lnTo>
                  <a:lnTo>
                    <a:pt x="3008007" y="1371879"/>
                  </a:lnTo>
                  <a:lnTo>
                    <a:pt x="3053334" y="1380756"/>
                  </a:lnTo>
                  <a:lnTo>
                    <a:pt x="3100578" y="1383792"/>
                  </a:lnTo>
                  <a:lnTo>
                    <a:pt x="3147809" y="1380756"/>
                  </a:lnTo>
                  <a:lnTo>
                    <a:pt x="3193135" y="1371879"/>
                  </a:lnTo>
                  <a:lnTo>
                    <a:pt x="3236099" y="1357566"/>
                  </a:lnTo>
                  <a:lnTo>
                    <a:pt x="3276308" y="1338224"/>
                  </a:lnTo>
                  <a:lnTo>
                    <a:pt x="3313341" y="1314259"/>
                  </a:lnTo>
                  <a:lnTo>
                    <a:pt x="3346793" y="1286040"/>
                  </a:lnTo>
                  <a:lnTo>
                    <a:pt x="3376231" y="1253985"/>
                  </a:lnTo>
                  <a:lnTo>
                    <a:pt x="3401250" y="1218488"/>
                  </a:lnTo>
                  <a:lnTo>
                    <a:pt x="3421430" y="1179957"/>
                  </a:lnTo>
                  <a:lnTo>
                    <a:pt x="3436366" y="1138770"/>
                  </a:lnTo>
                  <a:lnTo>
                    <a:pt x="3445624" y="1095336"/>
                  </a:lnTo>
                  <a:lnTo>
                    <a:pt x="3448812" y="1050036"/>
                  </a:lnTo>
                  <a:close/>
                </a:path>
              </a:pathLst>
            </a:custGeom>
            <a:solidFill>
              <a:srgbClr val="006FC0"/>
            </a:solidFill>
          </p:spPr>
          <p:txBody>
            <a:bodyPr wrap="square" lIns="0" tIns="0" rIns="0" bIns="0" rtlCol="0"/>
            <a:lstStyle/>
            <a:p/>
          </p:txBody>
        </p:sp>
        <p:sp>
          <p:nvSpPr>
            <p:cNvPr id="10" name="object 10"/>
            <p:cNvSpPr/>
            <p:nvPr/>
          </p:nvSpPr>
          <p:spPr>
            <a:xfrm>
              <a:off x="3654552" y="4575048"/>
              <a:ext cx="1251585" cy="666115"/>
            </a:xfrm>
            <a:custGeom>
              <a:avLst/>
              <a:gdLst/>
              <a:ahLst/>
              <a:cxnLst/>
              <a:rect l="l" t="t" r="r" b="b"/>
              <a:pathLst>
                <a:path w="1251585" h="666114">
                  <a:moveTo>
                    <a:pt x="1251204" y="332994"/>
                  </a:moveTo>
                  <a:lnTo>
                    <a:pt x="1248016" y="287820"/>
                  </a:lnTo>
                  <a:lnTo>
                    <a:pt x="1238758" y="244475"/>
                  </a:lnTo>
                  <a:lnTo>
                    <a:pt x="1223822" y="203390"/>
                  </a:lnTo>
                  <a:lnTo>
                    <a:pt x="1203642" y="164934"/>
                  </a:lnTo>
                  <a:lnTo>
                    <a:pt x="1178623" y="129527"/>
                  </a:lnTo>
                  <a:lnTo>
                    <a:pt x="1149184" y="97536"/>
                  </a:lnTo>
                  <a:lnTo>
                    <a:pt x="1115733" y="69392"/>
                  </a:lnTo>
                  <a:lnTo>
                    <a:pt x="1078699" y="45466"/>
                  </a:lnTo>
                  <a:lnTo>
                    <a:pt x="1038491" y="26174"/>
                  </a:lnTo>
                  <a:lnTo>
                    <a:pt x="995527" y="11899"/>
                  </a:lnTo>
                  <a:lnTo>
                    <a:pt x="950201" y="3048"/>
                  </a:lnTo>
                  <a:lnTo>
                    <a:pt x="902970" y="0"/>
                  </a:lnTo>
                  <a:lnTo>
                    <a:pt x="855726" y="3048"/>
                  </a:lnTo>
                  <a:lnTo>
                    <a:pt x="810399" y="11899"/>
                  </a:lnTo>
                  <a:lnTo>
                    <a:pt x="767435" y="26174"/>
                  </a:lnTo>
                  <a:lnTo>
                    <a:pt x="727227" y="45478"/>
                  </a:lnTo>
                  <a:lnTo>
                    <a:pt x="690194" y="69392"/>
                  </a:lnTo>
                  <a:lnTo>
                    <a:pt x="656742" y="97548"/>
                  </a:lnTo>
                  <a:lnTo>
                    <a:pt x="627303" y="129527"/>
                  </a:lnTo>
                  <a:lnTo>
                    <a:pt x="626287" y="130962"/>
                  </a:lnTo>
                  <a:lnTo>
                    <a:pt x="625284" y="129527"/>
                  </a:lnTo>
                  <a:lnTo>
                    <a:pt x="595782" y="97536"/>
                  </a:lnTo>
                  <a:lnTo>
                    <a:pt x="562267" y="69392"/>
                  </a:lnTo>
                  <a:lnTo>
                    <a:pt x="525157" y="45466"/>
                  </a:lnTo>
                  <a:lnTo>
                    <a:pt x="484847" y="26174"/>
                  </a:lnTo>
                  <a:lnTo>
                    <a:pt x="441782" y="11899"/>
                  </a:lnTo>
                  <a:lnTo>
                    <a:pt x="396354" y="3048"/>
                  </a:lnTo>
                  <a:lnTo>
                    <a:pt x="348996" y="0"/>
                  </a:lnTo>
                  <a:lnTo>
                    <a:pt x="301625" y="3048"/>
                  </a:lnTo>
                  <a:lnTo>
                    <a:pt x="256197" y="11899"/>
                  </a:lnTo>
                  <a:lnTo>
                    <a:pt x="213131" y="26174"/>
                  </a:lnTo>
                  <a:lnTo>
                    <a:pt x="172821" y="45478"/>
                  </a:lnTo>
                  <a:lnTo>
                    <a:pt x="135712" y="69392"/>
                  </a:lnTo>
                  <a:lnTo>
                    <a:pt x="102196" y="97548"/>
                  </a:lnTo>
                  <a:lnTo>
                    <a:pt x="72694" y="129527"/>
                  </a:lnTo>
                  <a:lnTo>
                    <a:pt x="47637" y="164934"/>
                  </a:lnTo>
                  <a:lnTo>
                    <a:pt x="27419" y="203390"/>
                  </a:lnTo>
                  <a:lnTo>
                    <a:pt x="12458" y="244475"/>
                  </a:lnTo>
                  <a:lnTo>
                    <a:pt x="3175" y="287820"/>
                  </a:lnTo>
                  <a:lnTo>
                    <a:pt x="0" y="332994"/>
                  </a:lnTo>
                  <a:lnTo>
                    <a:pt x="3175" y="378180"/>
                  </a:lnTo>
                  <a:lnTo>
                    <a:pt x="12458" y="421525"/>
                  </a:lnTo>
                  <a:lnTo>
                    <a:pt x="27419" y="462610"/>
                  </a:lnTo>
                  <a:lnTo>
                    <a:pt x="47637" y="501065"/>
                  </a:lnTo>
                  <a:lnTo>
                    <a:pt x="72694" y="536473"/>
                  </a:lnTo>
                  <a:lnTo>
                    <a:pt x="102196" y="568464"/>
                  </a:lnTo>
                  <a:lnTo>
                    <a:pt x="135712" y="596607"/>
                  </a:lnTo>
                  <a:lnTo>
                    <a:pt x="172821" y="620534"/>
                  </a:lnTo>
                  <a:lnTo>
                    <a:pt x="213131" y="639826"/>
                  </a:lnTo>
                  <a:lnTo>
                    <a:pt x="256197" y="654100"/>
                  </a:lnTo>
                  <a:lnTo>
                    <a:pt x="301625" y="662952"/>
                  </a:lnTo>
                  <a:lnTo>
                    <a:pt x="348996" y="665988"/>
                  </a:lnTo>
                  <a:lnTo>
                    <a:pt x="396354" y="662952"/>
                  </a:lnTo>
                  <a:lnTo>
                    <a:pt x="441782" y="654100"/>
                  </a:lnTo>
                  <a:lnTo>
                    <a:pt x="484847" y="639826"/>
                  </a:lnTo>
                  <a:lnTo>
                    <a:pt x="525157" y="620522"/>
                  </a:lnTo>
                  <a:lnTo>
                    <a:pt x="562267" y="596607"/>
                  </a:lnTo>
                  <a:lnTo>
                    <a:pt x="595782" y="568452"/>
                  </a:lnTo>
                  <a:lnTo>
                    <a:pt x="625284" y="536473"/>
                  </a:lnTo>
                  <a:lnTo>
                    <a:pt x="626287" y="535051"/>
                  </a:lnTo>
                  <a:lnTo>
                    <a:pt x="627303" y="536473"/>
                  </a:lnTo>
                  <a:lnTo>
                    <a:pt x="656742" y="568464"/>
                  </a:lnTo>
                  <a:lnTo>
                    <a:pt x="690194" y="596607"/>
                  </a:lnTo>
                  <a:lnTo>
                    <a:pt x="727227" y="620534"/>
                  </a:lnTo>
                  <a:lnTo>
                    <a:pt x="767435" y="639826"/>
                  </a:lnTo>
                  <a:lnTo>
                    <a:pt x="810399" y="654100"/>
                  </a:lnTo>
                  <a:lnTo>
                    <a:pt x="855726" y="662952"/>
                  </a:lnTo>
                  <a:lnTo>
                    <a:pt x="902970" y="665988"/>
                  </a:lnTo>
                  <a:lnTo>
                    <a:pt x="950201" y="662952"/>
                  </a:lnTo>
                  <a:lnTo>
                    <a:pt x="995527" y="654100"/>
                  </a:lnTo>
                  <a:lnTo>
                    <a:pt x="1038491" y="639826"/>
                  </a:lnTo>
                  <a:lnTo>
                    <a:pt x="1078699" y="620522"/>
                  </a:lnTo>
                  <a:lnTo>
                    <a:pt x="1115733" y="596607"/>
                  </a:lnTo>
                  <a:lnTo>
                    <a:pt x="1149184" y="568452"/>
                  </a:lnTo>
                  <a:lnTo>
                    <a:pt x="1178623" y="536473"/>
                  </a:lnTo>
                  <a:lnTo>
                    <a:pt x="1203642" y="501065"/>
                  </a:lnTo>
                  <a:lnTo>
                    <a:pt x="1223822" y="462610"/>
                  </a:lnTo>
                  <a:lnTo>
                    <a:pt x="1238758" y="421513"/>
                  </a:lnTo>
                  <a:lnTo>
                    <a:pt x="1248016" y="378180"/>
                  </a:lnTo>
                  <a:lnTo>
                    <a:pt x="1251204" y="332994"/>
                  </a:lnTo>
                  <a:close/>
                </a:path>
              </a:pathLst>
            </a:custGeom>
            <a:solidFill>
              <a:srgbClr val="FF0000"/>
            </a:solidFill>
          </p:spPr>
          <p:txBody>
            <a:bodyPr wrap="square" lIns="0" tIns="0" rIns="0" bIns="0" rtlCol="0"/>
            <a:lstStyle/>
            <a:p/>
          </p:txBody>
        </p:sp>
        <p:sp>
          <p:nvSpPr>
            <p:cNvPr id="11" name="object 11"/>
            <p:cNvSpPr/>
            <p:nvPr/>
          </p:nvSpPr>
          <p:spPr>
            <a:xfrm>
              <a:off x="2028444" y="4570475"/>
              <a:ext cx="4556760" cy="681355"/>
            </a:xfrm>
            <a:custGeom>
              <a:avLst/>
              <a:gdLst/>
              <a:ahLst/>
              <a:cxnLst/>
              <a:rect l="l" t="t" r="r" b="b"/>
              <a:pathLst>
                <a:path w="4556759" h="681354">
                  <a:moveTo>
                    <a:pt x="1252728" y="347472"/>
                  </a:moveTo>
                  <a:lnTo>
                    <a:pt x="1249540" y="302196"/>
                  </a:lnTo>
                  <a:lnTo>
                    <a:pt x="1240282" y="258775"/>
                  </a:lnTo>
                  <a:lnTo>
                    <a:pt x="1225346" y="217589"/>
                  </a:lnTo>
                  <a:lnTo>
                    <a:pt x="1205166" y="179044"/>
                  </a:lnTo>
                  <a:lnTo>
                    <a:pt x="1180147" y="143548"/>
                  </a:lnTo>
                  <a:lnTo>
                    <a:pt x="1150708" y="111493"/>
                  </a:lnTo>
                  <a:lnTo>
                    <a:pt x="1117257" y="83273"/>
                  </a:lnTo>
                  <a:lnTo>
                    <a:pt x="1080223" y="59296"/>
                  </a:lnTo>
                  <a:lnTo>
                    <a:pt x="1040015" y="39954"/>
                  </a:lnTo>
                  <a:lnTo>
                    <a:pt x="997051" y="25654"/>
                  </a:lnTo>
                  <a:lnTo>
                    <a:pt x="951725" y="16764"/>
                  </a:lnTo>
                  <a:lnTo>
                    <a:pt x="904494" y="13716"/>
                  </a:lnTo>
                  <a:lnTo>
                    <a:pt x="857250" y="16764"/>
                  </a:lnTo>
                  <a:lnTo>
                    <a:pt x="811923" y="25654"/>
                  </a:lnTo>
                  <a:lnTo>
                    <a:pt x="768959" y="39954"/>
                  </a:lnTo>
                  <a:lnTo>
                    <a:pt x="728751" y="59296"/>
                  </a:lnTo>
                  <a:lnTo>
                    <a:pt x="691718" y="83273"/>
                  </a:lnTo>
                  <a:lnTo>
                    <a:pt x="658266" y="111493"/>
                  </a:lnTo>
                  <a:lnTo>
                    <a:pt x="628827" y="143548"/>
                  </a:lnTo>
                  <a:lnTo>
                    <a:pt x="626999" y="146138"/>
                  </a:lnTo>
                  <a:lnTo>
                    <a:pt x="623887" y="141719"/>
                  </a:lnTo>
                  <a:lnTo>
                    <a:pt x="594448" y="109728"/>
                  </a:lnTo>
                  <a:lnTo>
                    <a:pt x="560997" y="81584"/>
                  </a:lnTo>
                  <a:lnTo>
                    <a:pt x="523963" y="57658"/>
                  </a:lnTo>
                  <a:lnTo>
                    <a:pt x="483755" y="38366"/>
                  </a:lnTo>
                  <a:lnTo>
                    <a:pt x="440791" y="24091"/>
                  </a:lnTo>
                  <a:lnTo>
                    <a:pt x="395465" y="15240"/>
                  </a:lnTo>
                  <a:lnTo>
                    <a:pt x="348234" y="12192"/>
                  </a:lnTo>
                  <a:lnTo>
                    <a:pt x="300990" y="15240"/>
                  </a:lnTo>
                  <a:lnTo>
                    <a:pt x="255663" y="24091"/>
                  </a:lnTo>
                  <a:lnTo>
                    <a:pt x="212699" y="38366"/>
                  </a:lnTo>
                  <a:lnTo>
                    <a:pt x="172491" y="57670"/>
                  </a:lnTo>
                  <a:lnTo>
                    <a:pt x="135458" y="81584"/>
                  </a:lnTo>
                  <a:lnTo>
                    <a:pt x="102006" y="109728"/>
                  </a:lnTo>
                  <a:lnTo>
                    <a:pt x="72567" y="141719"/>
                  </a:lnTo>
                  <a:lnTo>
                    <a:pt x="47548" y="177126"/>
                  </a:lnTo>
                  <a:lnTo>
                    <a:pt x="27368" y="215582"/>
                  </a:lnTo>
                  <a:lnTo>
                    <a:pt x="12433" y="256667"/>
                  </a:lnTo>
                  <a:lnTo>
                    <a:pt x="3175" y="300012"/>
                  </a:lnTo>
                  <a:lnTo>
                    <a:pt x="0" y="345186"/>
                  </a:lnTo>
                  <a:lnTo>
                    <a:pt x="3175" y="390372"/>
                  </a:lnTo>
                  <a:lnTo>
                    <a:pt x="12433" y="433717"/>
                  </a:lnTo>
                  <a:lnTo>
                    <a:pt x="27368" y="474802"/>
                  </a:lnTo>
                  <a:lnTo>
                    <a:pt x="47548" y="513257"/>
                  </a:lnTo>
                  <a:lnTo>
                    <a:pt x="72567" y="548665"/>
                  </a:lnTo>
                  <a:lnTo>
                    <a:pt x="102006" y="580656"/>
                  </a:lnTo>
                  <a:lnTo>
                    <a:pt x="135458" y="608799"/>
                  </a:lnTo>
                  <a:lnTo>
                    <a:pt x="172491" y="632726"/>
                  </a:lnTo>
                  <a:lnTo>
                    <a:pt x="212699" y="652018"/>
                  </a:lnTo>
                  <a:lnTo>
                    <a:pt x="255663" y="666292"/>
                  </a:lnTo>
                  <a:lnTo>
                    <a:pt x="300990" y="675144"/>
                  </a:lnTo>
                  <a:lnTo>
                    <a:pt x="348234" y="678180"/>
                  </a:lnTo>
                  <a:lnTo>
                    <a:pt x="395465" y="675144"/>
                  </a:lnTo>
                  <a:lnTo>
                    <a:pt x="440791" y="666292"/>
                  </a:lnTo>
                  <a:lnTo>
                    <a:pt x="483755" y="652018"/>
                  </a:lnTo>
                  <a:lnTo>
                    <a:pt x="523963" y="632714"/>
                  </a:lnTo>
                  <a:lnTo>
                    <a:pt x="560997" y="608799"/>
                  </a:lnTo>
                  <a:lnTo>
                    <a:pt x="594448" y="580644"/>
                  </a:lnTo>
                  <a:lnTo>
                    <a:pt x="623887" y="548665"/>
                  </a:lnTo>
                  <a:lnTo>
                    <a:pt x="625386" y="546544"/>
                  </a:lnTo>
                  <a:lnTo>
                    <a:pt x="628827" y="551408"/>
                  </a:lnTo>
                  <a:lnTo>
                    <a:pt x="658266" y="583463"/>
                  </a:lnTo>
                  <a:lnTo>
                    <a:pt x="691718" y="611682"/>
                  </a:lnTo>
                  <a:lnTo>
                    <a:pt x="728751" y="635660"/>
                  </a:lnTo>
                  <a:lnTo>
                    <a:pt x="768959" y="655002"/>
                  </a:lnTo>
                  <a:lnTo>
                    <a:pt x="811923" y="669302"/>
                  </a:lnTo>
                  <a:lnTo>
                    <a:pt x="857250" y="678192"/>
                  </a:lnTo>
                  <a:lnTo>
                    <a:pt x="904494" y="681228"/>
                  </a:lnTo>
                  <a:lnTo>
                    <a:pt x="951725" y="678192"/>
                  </a:lnTo>
                  <a:lnTo>
                    <a:pt x="997051" y="669302"/>
                  </a:lnTo>
                  <a:lnTo>
                    <a:pt x="1040015" y="655002"/>
                  </a:lnTo>
                  <a:lnTo>
                    <a:pt x="1080223" y="635660"/>
                  </a:lnTo>
                  <a:lnTo>
                    <a:pt x="1117257" y="611682"/>
                  </a:lnTo>
                  <a:lnTo>
                    <a:pt x="1150708" y="583463"/>
                  </a:lnTo>
                  <a:lnTo>
                    <a:pt x="1180147" y="551408"/>
                  </a:lnTo>
                  <a:lnTo>
                    <a:pt x="1205166" y="515912"/>
                  </a:lnTo>
                  <a:lnTo>
                    <a:pt x="1225346" y="477367"/>
                  </a:lnTo>
                  <a:lnTo>
                    <a:pt x="1240282" y="436181"/>
                  </a:lnTo>
                  <a:lnTo>
                    <a:pt x="1249540" y="392760"/>
                  </a:lnTo>
                  <a:lnTo>
                    <a:pt x="1252728" y="347472"/>
                  </a:lnTo>
                  <a:close/>
                </a:path>
                <a:path w="4556759" h="681354">
                  <a:moveTo>
                    <a:pt x="4556760" y="333756"/>
                  </a:moveTo>
                  <a:lnTo>
                    <a:pt x="4553572" y="288480"/>
                  </a:lnTo>
                  <a:lnTo>
                    <a:pt x="4544314" y="245059"/>
                  </a:lnTo>
                  <a:lnTo>
                    <a:pt x="4529379" y="203873"/>
                  </a:lnTo>
                  <a:lnTo>
                    <a:pt x="4509198" y="165328"/>
                  </a:lnTo>
                  <a:lnTo>
                    <a:pt x="4484179" y="129832"/>
                  </a:lnTo>
                  <a:lnTo>
                    <a:pt x="4454741" y="97777"/>
                  </a:lnTo>
                  <a:lnTo>
                    <a:pt x="4421289" y="69557"/>
                  </a:lnTo>
                  <a:lnTo>
                    <a:pt x="4384256" y="45580"/>
                  </a:lnTo>
                  <a:lnTo>
                    <a:pt x="4344047" y="26238"/>
                  </a:lnTo>
                  <a:lnTo>
                    <a:pt x="4301083" y="11938"/>
                  </a:lnTo>
                  <a:lnTo>
                    <a:pt x="4255757" y="3048"/>
                  </a:lnTo>
                  <a:lnTo>
                    <a:pt x="4208526" y="0"/>
                  </a:lnTo>
                  <a:lnTo>
                    <a:pt x="4161282" y="3048"/>
                  </a:lnTo>
                  <a:lnTo>
                    <a:pt x="4115955" y="11938"/>
                  </a:lnTo>
                  <a:lnTo>
                    <a:pt x="4072991" y="26238"/>
                  </a:lnTo>
                  <a:lnTo>
                    <a:pt x="4032783" y="45580"/>
                  </a:lnTo>
                  <a:lnTo>
                    <a:pt x="3995750" y="69557"/>
                  </a:lnTo>
                  <a:lnTo>
                    <a:pt x="3962298" y="97777"/>
                  </a:lnTo>
                  <a:lnTo>
                    <a:pt x="3935780" y="126657"/>
                  </a:lnTo>
                  <a:lnTo>
                    <a:pt x="3910673" y="99301"/>
                  </a:lnTo>
                  <a:lnTo>
                    <a:pt x="3877221" y="71081"/>
                  </a:lnTo>
                  <a:lnTo>
                    <a:pt x="3840188" y="47104"/>
                  </a:lnTo>
                  <a:lnTo>
                    <a:pt x="3799979" y="27762"/>
                  </a:lnTo>
                  <a:lnTo>
                    <a:pt x="3757015" y="13462"/>
                  </a:lnTo>
                  <a:lnTo>
                    <a:pt x="3711689" y="4572"/>
                  </a:lnTo>
                  <a:lnTo>
                    <a:pt x="3664458" y="1524"/>
                  </a:lnTo>
                  <a:lnTo>
                    <a:pt x="3617214" y="4572"/>
                  </a:lnTo>
                  <a:lnTo>
                    <a:pt x="3571887" y="13462"/>
                  </a:lnTo>
                  <a:lnTo>
                    <a:pt x="3528923" y="27762"/>
                  </a:lnTo>
                  <a:lnTo>
                    <a:pt x="3488715" y="47104"/>
                  </a:lnTo>
                  <a:lnTo>
                    <a:pt x="3451682" y="71081"/>
                  </a:lnTo>
                  <a:lnTo>
                    <a:pt x="3418230" y="99301"/>
                  </a:lnTo>
                  <a:lnTo>
                    <a:pt x="3388791" y="131356"/>
                  </a:lnTo>
                  <a:lnTo>
                    <a:pt x="3363772" y="166852"/>
                  </a:lnTo>
                  <a:lnTo>
                    <a:pt x="3361994" y="170230"/>
                  </a:lnTo>
                  <a:lnTo>
                    <a:pt x="3361626" y="169506"/>
                  </a:lnTo>
                  <a:lnTo>
                    <a:pt x="3336607" y="134099"/>
                  </a:lnTo>
                  <a:lnTo>
                    <a:pt x="3307169" y="102108"/>
                  </a:lnTo>
                  <a:lnTo>
                    <a:pt x="3273717" y="73964"/>
                  </a:lnTo>
                  <a:lnTo>
                    <a:pt x="3236684" y="50038"/>
                  </a:lnTo>
                  <a:lnTo>
                    <a:pt x="3196475" y="30746"/>
                  </a:lnTo>
                  <a:lnTo>
                    <a:pt x="3153511" y="16471"/>
                  </a:lnTo>
                  <a:lnTo>
                    <a:pt x="3108185" y="7620"/>
                  </a:lnTo>
                  <a:lnTo>
                    <a:pt x="3060954" y="4572"/>
                  </a:lnTo>
                  <a:lnTo>
                    <a:pt x="3013710" y="7620"/>
                  </a:lnTo>
                  <a:lnTo>
                    <a:pt x="2968383" y="16471"/>
                  </a:lnTo>
                  <a:lnTo>
                    <a:pt x="2925419" y="30746"/>
                  </a:lnTo>
                  <a:lnTo>
                    <a:pt x="2885211" y="50050"/>
                  </a:lnTo>
                  <a:lnTo>
                    <a:pt x="2848178" y="73964"/>
                  </a:lnTo>
                  <a:lnTo>
                    <a:pt x="2814726" y="102120"/>
                  </a:lnTo>
                  <a:lnTo>
                    <a:pt x="2785287" y="134099"/>
                  </a:lnTo>
                  <a:lnTo>
                    <a:pt x="2760268" y="169506"/>
                  </a:lnTo>
                  <a:lnTo>
                    <a:pt x="2740088" y="207962"/>
                  </a:lnTo>
                  <a:lnTo>
                    <a:pt x="2725153" y="249047"/>
                  </a:lnTo>
                  <a:lnTo>
                    <a:pt x="2715895" y="292392"/>
                  </a:lnTo>
                  <a:lnTo>
                    <a:pt x="2712720" y="337566"/>
                  </a:lnTo>
                  <a:lnTo>
                    <a:pt x="2715895" y="382752"/>
                  </a:lnTo>
                  <a:lnTo>
                    <a:pt x="2725153" y="426097"/>
                  </a:lnTo>
                  <a:lnTo>
                    <a:pt x="2740088" y="467182"/>
                  </a:lnTo>
                  <a:lnTo>
                    <a:pt x="2760268" y="505637"/>
                  </a:lnTo>
                  <a:lnTo>
                    <a:pt x="2785287" y="541045"/>
                  </a:lnTo>
                  <a:lnTo>
                    <a:pt x="2814726" y="573036"/>
                  </a:lnTo>
                  <a:lnTo>
                    <a:pt x="2848178" y="601179"/>
                  </a:lnTo>
                  <a:lnTo>
                    <a:pt x="2885211" y="625106"/>
                  </a:lnTo>
                  <a:lnTo>
                    <a:pt x="2925419" y="644398"/>
                  </a:lnTo>
                  <a:lnTo>
                    <a:pt x="2968383" y="658672"/>
                  </a:lnTo>
                  <a:lnTo>
                    <a:pt x="3013710" y="667524"/>
                  </a:lnTo>
                  <a:lnTo>
                    <a:pt x="3060954" y="670560"/>
                  </a:lnTo>
                  <a:lnTo>
                    <a:pt x="3108185" y="667524"/>
                  </a:lnTo>
                  <a:lnTo>
                    <a:pt x="3153511" y="658672"/>
                  </a:lnTo>
                  <a:lnTo>
                    <a:pt x="3196475" y="644398"/>
                  </a:lnTo>
                  <a:lnTo>
                    <a:pt x="3236684" y="625094"/>
                  </a:lnTo>
                  <a:lnTo>
                    <a:pt x="3273717" y="601179"/>
                  </a:lnTo>
                  <a:lnTo>
                    <a:pt x="3307169" y="573024"/>
                  </a:lnTo>
                  <a:lnTo>
                    <a:pt x="3336607" y="541045"/>
                  </a:lnTo>
                  <a:lnTo>
                    <a:pt x="3361626" y="505637"/>
                  </a:lnTo>
                  <a:lnTo>
                    <a:pt x="3363201" y="502640"/>
                  </a:lnTo>
                  <a:lnTo>
                    <a:pt x="3363772" y="503720"/>
                  </a:lnTo>
                  <a:lnTo>
                    <a:pt x="3388791" y="539216"/>
                  </a:lnTo>
                  <a:lnTo>
                    <a:pt x="3418230" y="571271"/>
                  </a:lnTo>
                  <a:lnTo>
                    <a:pt x="3451682" y="599490"/>
                  </a:lnTo>
                  <a:lnTo>
                    <a:pt x="3488715" y="623468"/>
                  </a:lnTo>
                  <a:lnTo>
                    <a:pt x="3528923" y="642810"/>
                  </a:lnTo>
                  <a:lnTo>
                    <a:pt x="3571887" y="657110"/>
                  </a:lnTo>
                  <a:lnTo>
                    <a:pt x="3617214" y="666000"/>
                  </a:lnTo>
                  <a:lnTo>
                    <a:pt x="3664458" y="669036"/>
                  </a:lnTo>
                  <a:lnTo>
                    <a:pt x="3711689" y="666000"/>
                  </a:lnTo>
                  <a:lnTo>
                    <a:pt x="3757015" y="657110"/>
                  </a:lnTo>
                  <a:lnTo>
                    <a:pt x="3799979" y="642810"/>
                  </a:lnTo>
                  <a:lnTo>
                    <a:pt x="3840188" y="623468"/>
                  </a:lnTo>
                  <a:lnTo>
                    <a:pt x="3877221" y="599490"/>
                  </a:lnTo>
                  <a:lnTo>
                    <a:pt x="3910673" y="571271"/>
                  </a:lnTo>
                  <a:lnTo>
                    <a:pt x="3937177" y="542404"/>
                  </a:lnTo>
                  <a:lnTo>
                    <a:pt x="3962298" y="569747"/>
                  </a:lnTo>
                  <a:lnTo>
                    <a:pt x="3995750" y="597966"/>
                  </a:lnTo>
                  <a:lnTo>
                    <a:pt x="4032783" y="621944"/>
                  </a:lnTo>
                  <a:lnTo>
                    <a:pt x="4072991" y="641286"/>
                  </a:lnTo>
                  <a:lnTo>
                    <a:pt x="4115955" y="655586"/>
                  </a:lnTo>
                  <a:lnTo>
                    <a:pt x="4161282" y="664476"/>
                  </a:lnTo>
                  <a:lnTo>
                    <a:pt x="4208526" y="667512"/>
                  </a:lnTo>
                  <a:lnTo>
                    <a:pt x="4255757" y="664476"/>
                  </a:lnTo>
                  <a:lnTo>
                    <a:pt x="4301083" y="655586"/>
                  </a:lnTo>
                  <a:lnTo>
                    <a:pt x="4344047" y="641286"/>
                  </a:lnTo>
                  <a:lnTo>
                    <a:pt x="4384256" y="621944"/>
                  </a:lnTo>
                  <a:lnTo>
                    <a:pt x="4421289" y="597966"/>
                  </a:lnTo>
                  <a:lnTo>
                    <a:pt x="4454741" y="569747"/>
                  </a:lnTo>
                  <a:lnTo>
                    <a:pt x="4484179" y="537692"/>
                  </a:lnTo>
                  <a:lnTo>
                    <a:pt x="4509198" y="502196"/>
                  </a:lnTo>
                  <a:lnTo>
                    <a:pt x="4529379" y="463651"/>
                  </a:lnTo>
                  <a:lnTo>
                    <a:pt x="4544314" y="422465"/>
                  </a:lnTo>
                  <a:lnTo>
                    <a:pt x="4553572" y="379044"/>
                  </a:lnTo>
                  <a:lnTo>
                    <a:pt x="4556760" y="333756"/>
                  </a:lnTo>
                  <a:close/>
                </a:path>
              </a:pathLst>
            </a:custGeom>
            <a:solidFill>
              <a:srgbClr val="006FC0"/>
            </a:solidFill>
          </p:spPr>
          <p:txBody>
            <a:bodyPr wrap="square" lIns="0" tIns="0" rIns="0" bIns="0" rtlCol="0"/>
            <a:lstStyle/>
            <a:p/>
          </p:txBody>
        </p:sp>
        <p:sp>
          <p:nvSpPr>
            <p:cNvPr id="12" name="object 12"/>
            <p:cNvSpPr/>
            <p:nvPr/>
          </p:nvSpPr>
          <p:spPr>
            <a:xfrm>
              <a:off x="3668268" y="4666487"/>
              <a:ext cx="1225550" cy="447040"/>
            </a:xfrm>
            <a:custGeom>
              <a:avLst/>
              <a:gdLst/>
              <a:ahLst/>
              <a:cxnLst/>
              <a:rect l="l" t="t" r="r" b="b"/>
              <a:pathLst>
                <a:path w="1225550" h="447039">
                  <a:moveTo>
                    <a:pt x="167640" y="233934"/>
                  </a:moveTo>
                  <a:lnTo>
                    <a:pt x="163372" y="166725"/>
                  </a:lnTo>
                  <a:lnTo>
                    <a:pt x="151485" y="108356"/>
                  </a:lnTo>
                  <a:lnTo>
                    <a:pt x="133350" y="62344"/>
                  </a:lnTo>
                  <a:lnTo>
                    <a:pt x="83820" y="21336"/>
                  </a:lnTo>
                  <a:lnTo>
                    <a:pt x="57302" y="32169"/>
                  </a:lnTo>
                  <a:lnTo>
                    <a:pt x="34290" y="62344"/>
                  </a:lnTo>
                  <a:lnTo>
                    <a:pt x="16154" y="108356"/>
                  </a:lnTo>
                  <a:lnTo>
                    <a:pt x="4267" y="166725"/>
                  </a:lnTo>
                  <a:lnTo>
                    <a:pt x="0" y="233934"/>
                  </a:lnTo>
                  <a:lnTo>
                    <a:pt x="4254" y="301155"/>
                  </a:lnTo>
                  <a:lnTo>
                    <a:pt x="16141" y="359524"/>
                  </a:lnTo>
                  <a:lnTo>
                    <a:pt x="34277" y="405536"/>
                  </a:lnTo>
                  <a:lnTo>
                    <a:pt x="57302" y="435711"/>
                  </a:lnTo>
                  <a:lnTo>
                    <a:pt x="83820" y="446532"/>
                  </a:lnTo>
                  <a:lnTo>
                    <a:pt x="110324" y="435711"/>
                  </a:lnTo>
                  <a:lnTo>
                    <a:pt x="133350" y="405536"/>
                  </a:lnTo>
                  <a:lnTo>
                    <a:pt x="151485" y="359524"/>
                  </a:lnTo>
                  <a:lnTo>
                    <a:pt x="163372" y="301155"/>
                  </a:lnTo>
                  <a:lnTo>
                    <a:pt x="167640" y="233934"/>
                  </a:lnTo>
                  <a:close/>
                </a:path>
                <a:path w="1225550" h="447039">
                  <a:moveTo>
                    <a:pt x="1225296" y="213360"/>
                  </a:moveTo>
                  <a:lnTo>
                    <a:pt x="1221028" y="145923"/>
                  </a:lnTo>
                  <a:lnTo>
                    <a:pt x="1209141" y="87350"/>
                  </a:lnTo>
                  <a:lnTo>
                    <a:pt x="1191006" y="41160"/>
                  </a:lnTo>
                  <a:lnTo>
                    <a:pt x="1141476" y="0"/>
                  </a:lnTo>
                  <a:lnTo>
                    <a:pt x="1114958" y="10883"/>
                  </a:lnTo>
                  <a:lnTo>
                    <a:pt x="1091946" y="41160"/>
                  </a:lnTo>
                  <a:lnTo>
                    <a:pt x="1073810" y="87350"/>
                  </a:lnTo>
                  <a:lnTo>
                    <a:pt x="1061923" y="145923"/>
                  </a:lnTo>
                  <a:lnTo>
                    <a:pt x="1057656" y="213360"/>
                  </a:lnTo>
                  <a:lnTo>
                    <a:pt x="1061923" y="280809"/>
                  </a:lnTo>
                  <a:lnTo>
                    <a:pt x="1073810" y="339382"/>
                  </a:lnTo>
                  <a:lnTo>
                    <a:pt x="1091946" y="385572"/>
                  </a:lnTo>
                  <a:lnTo>
                    <a:pt x="1114958" y="415848"/>
                  </a:lnTo>
                  <a:lnTo>
                    <a:pt x="1141476" y="426720"/>
                  </a:lnTo>
                  <a:lnTo>
                    <a:pt x="1167993" y="415848"/>
                  </a:lnTo>
                  <a:lnTo>
                    <a:pt x="1191006" y="385572"/>
                  </a:lnTo>
                  <a:lnTo>
                    <a:pt x="1209141" y="339382"/>
                  </a:lnTo>
                  <a:lnTo>
                    <a:pt x="1221028" y="280809"/>
                  </a:lnTo>
                  <a:lnTo>
                    <a:pt x="1225296" y="213360"/>
                  </a:lnTo>
                  <a:close/>
                </a:path>
              </a:pathLst>
            </a:custGeom>
            <a:solidFill>
              <a:srgbClr val="FFFFFF"/>
            </a:solidFill>
          </p:spPr>
          <p:txBody>
            <a:bodyPr wrap="square" lIns="0" tIns="0" rIns="0" bIns="0" rtlCol="0"/>
            <a:lstStyle/>
            <a:p/>
          </p:txBody>
        </p:sp>
        <p:sp>
          <p:nvSpPr>
            <p:cNvPr id="13" name="object 13"/>
            <p:cNvSpPr/>
            <p:nvPr/>
          </p:nvSpPr>
          <p:spPr>
            <a:xfrm>
              <a:off x="3125724" y="3832859"/>
              <a:ext cx="1214755" cy="668020"/>
            </a:xfrm>
            <a:custGeom>
              <a:avLst/>
              <a:gdLst/>
              <a:ahLst/>
              <a:cxnLst/>
              <a:rect l="l" t="t" r="r" b="b"/>
              <a:pathLst>
                <a:path w="1214754" h="668020">
                  <a:moveTo>
                    <a:pt x="1214628" y="333756"/>
                  </a:moveTo>
                  <a:lnTo>
                    <a:pt x="1211440" y="288480"/>
                  </a:lnTo>
                  <a:lnTo>
                    <a:pt x="1202182" y="245059"/>
                  </a:lnTo>
                  <a:lnTo>
                    <a:pt x="1187246" y="203873"/>
                  </a:lnTo>
                  <a:lnTo>
                    <a:pt x="1167066" y="165328"/>
                  </a:lnTo>
                  <a:lnTo>
                    <a:pt x="1142047" y="129832"/>
                  </a:lnTo>
                  <a:lnTo>
                    <a:pt x="1112608" y="97777"/>
                  </a:lnTo>
                  <a:lnTo>
                    <a:pt x="1079157" y="69557"/>
                  </a:lnTo>
                  <a:lnTo>
                    <a:pt x="1042123" y="45580"/>
                  </a:lnTo>
                  <a:lnTo>
                    <a:pt x="1001915" y="26238"/>
                  </a:lnTo>
                  <a:lnTo>
                    <a:pt x="958951" y="11938"/>
                  </a:lnTo>
                  <a:lnTo>
                    <a:pt x="913625" y="3048"/>
                  </a:lnTo>
                  <a:lnTo>
                    <a:pt x="866394" y="0"/>
                  </a:lnTo>
                  <a:lnTo>
                    <a:pt x="819150" y="3048"/>
                  </a:lnTo>
                  <a:lnTo>
                    <a:pt x="773823" y="11938"/>
                  </a:lnTo>
                  <a:lnTo>
                    <a:pt x="730859" y="26238"/>
                  </a:lnTo>
                  <a:lnTo>
                    <a:pt x="690651" y="45580"/>
                  </a:lnTo>
                  <a:lnTo>
                    <a:pt x="653618" y="69557"/>
                  </a:lnTo>
                  <a:lnTo>
                    <a:pt x="620166" y="97777"/>
                  </a:lnTo>
                  <a:lnTo>
                    <a:pt x="607301" y="111785"/>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07301" y="555752"/>
                  </a:lnTo>
                  <a:lnTo>
                    <a:pt x="620166" y="569747"/>
                  </a:lnTo>
                  <a:lnTo>
                    <a:pt x="653618" y="597966"/>
                  </a:lnTo>
                  <a:lnTo>
                    <a:pt x="690651" y="621944"/>
                  </a:lnTo>
                  <a:lnTo>
                    <a:pt x="730859" y="641286"/>
                  </a:lnTo>
                  <a:lnTo>
                    <a:pt x="773823" y="655586"/>
                  </a:lnTo>
                  <a:lnTo>
                    <a:pt x="819150" y="664476"/>
                  </a:lnTo>
                  <a:lnTo>
                    <a:pt x="866394" y="667512"/>
                  </a:lnTo>
                  <a:lnTo>
                    <a:pt x="913625" y="664476"/>
                  </a:lnTo>
                  <a:lnTo>
                    <a:pt x="958951" y="655586"/>
                  </a:lnTo>
                  <a:lnTo>
                    <a:pt x="1001915" y="641286"/>
                  </a:lnTo>
                  <a:lnTo>
                    <a:pt x="1042123" y="621944"/>
                  </a:lnTo>
                  <a:lnTo>
                    <a:pt x="1079157" y="597966"/>
                  </a:lnTo>
                  <a:lnTo>
                    <a:pt x="1112608" y="569747"/>
                  </a:lnTo>
                  <a:lnTo>
                    <a:pt x="1142047" y="537692"/>
                  </a:lnTo>
                  <a:lnTo>
                    <a:pt x="1167066" y="502196"/>
                  </a:lnTo>
                  <a:lnTo>
                    <a:pt x="1187246" y="463651"/>
                  </a:lnTo>
                  <a:lnTo>
                    <a:pt x="1202182" y="422465"/>
                  </a:lnTo>
                  <a:lnTo>
                    <a:pt x="1211440" y="379044"/>
                  </a:lnTo>
                  <a:lnTo>
                    <a:pt x="1214628" y="333756"/>
                  </a:lnTo>
                  <a:close/>
                </a:path>
              </a:pathLst>
            </a:custGeom>
            <a:solidFill>
              <a:srgbClr val="FF0000"/>
            </a:solidFill>
          </p:spPr>
          <p:txBody>
            <a:bodyPr wrap="square" lIns="0" tIns="0" rIns="0" bIns="0" rtlCol="0"/>
            <a:lstStyle/>
            <a:p/>
          </p:txBody>
        </p:sp>
        <p:sp>
          <p:nvSpPr>
            <p:cNvPr id="14" name="object 14"/>
            <p:cNvSpPr/>
            <p:nvPr/>
          </p:nvSpPr>
          <p:spPr>
            <a:xfrm>
              <a:off x="4197096" y="3832859"/>
              <a:ext cx="1228725" cy="668020"/>
            </a:xfrm>
            <a:custGeom>
              <a:avLst/>
              <a:gdLst/>
              <a:ahLst/>
              <a:cxnLst/>
              <a:rect l="l" t="t" r="r" b="b"/>
              <a:pathLst>
                <a:path w="1228725" h="668020">
                  <a:moveTo>
                    <a:pt x="1228344" y="333756"/>
                  </a:moveTo>
                  <a:lnTo>
                    <a:pt x="1225156" y="288480"/>
                  </a:lnTo>
                  <a:lnTo>
                    <a:pt x="1215898" y="245059"/>
                  </a:lnTo>
                  <a:lnTo>
                    <a:pt x="1200962" y="203873"/>
                  </a:lnTo>
                  <a:lnTo>
                    <a:pt x="1180782" y="165328"/>
                  </a:lnTo>
                  <a:lnTo>
                    <a:pt x="1155763" y="129832"/>
                  </a:lnTo>
                  <a:lnTo>
                    <a:pt x="1126324" y="97777"/>
                  </a:lnTo>
                  <a:lnTo>
                    <a:pt x="1092873" y="69557"/>
                  </a:lnTo>
                  <a:lnTo>
                    <a:pt x="1055839" y="45580"/>
                  </a:lnTo>
                  <a:lnTo>
                    <a:pt x="1015631" y="26238"/>
                  </a:lnTo>
                  <a:lnTo>
                    <a:pt x="972667" y="11938"/>
                  </a:lnTo>
                  <a:lnTo>
                    <a:pt x="927341" y="3048"/>
                  </a:lnTo>
                  <a:lnTo>
                    <a:pt x="880110" y="0"/>
                  </a:lnTo>
                  <a:lnTo>
                    <a:pt x="832866" y="3048"/>
                  </a:lnTo>
                  <a:lnTo>
                    <a:pt x="787539" y="11938"/>
                  </a:lnTo>
                  <a:lnTo>
                    <a:pt x="744575" y="26238"/>
                  </a:lnTo>
                  <a:lnTo>
                    <a:pt x="704367" y="45580"/>
                  </a:lnTo>
                  <a:lnTo>
                    <a:pt x="667334" y="69557"/>
                  </a:lnTo>
                  <a:lnTo>
                    <a:pt x="633882" y="97777"/>
                  </a:lnTo>
                  <a:lnTo>
                    <a:pt x="614159" y="119253"/>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14159" y="548284"/>
                  </a:lnTo>
                  <a:lnTo>
                    <a:pt x="633882" y="569747"/>
                  </a:lnTo>
                  <a:lnTo>
                    <a:pt x="667334" y="597966"/>
                  </a:lnTo>
                  <a:lnTo>
                    <a:pt x="704367" y="621944"/>
                  </a:lnTo>
                  <a:lnTo>
                    <a:pt x="744575" y="641286"/>
                  </a:lnTo>
                  <a:lnTo>
                    <a:pt x="787539" y="655586"/>
                  </a:lnTo>
                  <a:lnTo>
                    <a:pt x="832866" y="664476"/>
                  </a:lnTo>
                  <a:lnTo>
                    <a:pt x="880110" y="667512"/>
                  </a:lnTo>
                  <a:lnTo>
                    <a:pt x="927341" y="664476"/>
                  </a:lnTo>
                  <a:lnTo>
                    <a:pt x="972667" y="655586"/>
                  </a:lnTo>
                  <a:lnTo>
                    <a:pt x="1015631" y="641286"/>
                  </a:lnTo>
                  <a:lnTo>
                    <a:pt x="1055839" y="621944"/>
                  </a:lnTo>
                  <a:lnTo>
                    <a:pt x="1092873" y="597966"/>
                  </a:lnTo>
                  <a:lnTo>
                    <a:pt x="1126324" y="569747"/>
                  </a:lnTo>
                  <a:lnTo>
                    <a:pt x="1155763" y="537692"/>
                  </a:lnTo>
                  <a:lnTo>
                    <a:pt x="1180782" y="502196"/>
                  </a:lnTo>
                  <a:lnTo>
                    <a:pt x="1200962" y="463651"/>
                  </a:lnTo>
                  <a:lnTo>
                    <a:pt x="1215898" y="422465"/>
                  </a:lnTo>
                  <a:lnTo>
                    <a:pt x="1225156" y="379044"/>
                  </a:lnTo>
                  <a:lnTo>
                    <a:pt x="1228344" y="333756"/>
                  </a:lnTo>
                  <a:close/>
                </a:path>
              </a:pathLst>
            </a:custGeom>
            <a:solidFill>
              <a:srgbClr val="006FC0"/>
            </a:solidFill>
          </p:spPr>
          <p:txBody>
            <a:bodyPr wrap="square" lIns="0" tIns="0" rIns="0" bIns="0" rtlCol="0"/>
            <a:lstStyle/>
            <a:p/>
          </p:txBody>
        </p:sp>
        <p:sp>
          <p:nvSpPr>
            <p:cNvPr id="15" name="object 15"/>
            <p:cNvSpPr/>
            <p:nvPr/>
          </p:nvSpPr>
          <p:spPr>
            <a:xfrm>
              <a:off x="4183379" y="3948683"/>
              <a:ext cx="167640" cy="426720"/>
            </a:xfrm>
            <a:custGeom>
              <a:avLst/>
              <a:gdLst/>
              <a:ahLst/>
              <a:cxnLst/>
              <a:rect l="l" t="t" r="r" b="b"/>
              <a:pathLst>
                <a:path w="167639" h="426720">
                  <a:moveTo>
                    <a:pt x="83820" y="0"/>
                  </a:moveTo>
                  <a:lnTo>
                    <a:pt x="34290" y="41160"/>
                  </a:lnTo>
                  <a:lnTo>
                    <a:pt x="16154" y="87343"/>
                  </a:lnTo>
                  <a:lnTo>
                    <a:pt x="4267" y="145913"/>
                  </a:lnTo>
                  <a:lnTo>
                    <a:pt x="0" y="213360"/>
                  </a:lnTo>
                  <a:lnTo>
                    <a:pt x="4267" y="280806"/>
                  </a:lnTo>
                  <a:lnTo>
                    <a:pt x="16154" y="339376"/>
                  </a:lnTo>
                  <a:lnTo>
                    <a:pt x="34290" y="385559"/>
                  </a:lnTo>
                  <a:lnTo>
                    <a:pt x="57302" y="415844"/>
                  </a:lnTo>
                  <a:lnTo>
                    <a:pt x="83820" y="426720"/>
                  </a:lnTo>
                  <a:lnTo>
                    <a:pt x="110337" y="415844"/>
                  </a:lnTo>
                  <a:lnTo>
                    <a:pt x="133350" y="385559"/>
                  </a:lnTo>
                  <a:lnTo>
                    <a:pt x="151485" y="339376"/>
                  </a:lnTo>
                  <a:lnTo>
                    <a:pt x="163372" y="280806"/>
                  </a:lnTo>
                  <a:lnTo>
                    <a:pt x="167640" y="213360"/>
                  </a:lnTo>
                  <a:lnTo>
                    <a:pt x="163372" y="145913"/>
                  </a:lnTo>
                  <a:lnTo>
                    <a:pt x="151485" y="87343"/>
                  </a:lnTo>
                  <a:lnTo>
                    <a:pt x="133350" y="41160"/>
                  </a:lnTo>
                  <a:lnTo>
                    <a:pt x="110337" y="10875"/>
                  </a:lnTo>
                  <a:lnTo>
                    <a:pt x="83820" y="0"/>
                  </a:lnTo>
                  <a:close/>
                </a:path>
              </a:pathLst>
            </a:custGeom>
            <a:solidFill>
              <a:srgbClr val="FFFFFF"/>
            </a:solidFill>
          </p:spPr>
          <p:txBody>
            <a:bodyPr wrap="square" lIns="0" tIns="0" rIns="0" bIns="0" rtlCol="0"/>
            <a:lstStyle/>
            <a:p/>
          </p:txBody>
        </p:sp>
        <p:sp>
          <p:nvSpPr>
            <p:cNvPr id="16" name="object 16"/>
            <p:cNvSpPr/>
            <p:nvPr/>
          </p:nvSpPr>
          <p:spPr>
            <a:xfrm>
              <a:off x="2016252" y="3840479"/>
              <a:ext cx="1252855" cy="669290"/>
            </a:xfrm>
            <a:custGeom>
              <a:avLst/>
              <a:gdLst/>
              <a:ahLst/>
              <a:cxnLst/>
              <a:rect l="l" t="t" r="r" b="b"/>
              <a:pathLst>
                <a:path w="1252854" h="669289">
                  <a:moveTo>
                    <a:pt x="1252715" y="335280"/>
                  </a:moveTo>
                  <a:lnTo>
                    <a:pt x="1249540" y="290004"/>
                  </a:lnTo>
                  <a:lnTo>
                    <a:pt x="1240282" y="246583"/>
                  </a:lnTo>
                  <a:lnTo>
                    <a:pt x="1225346" y="205397"/>
                  </a:lnTo>
                  <a:lnTo>
                    <a:pt x="1205166" y="166852"/>
                  </a:lnTo>
                  <a:lnTo>
                    <a:pt x="1180147" y="131356"/>
                  </a:lnTo>
                  <a:lnTo>
                    <a:pt x="1150708" y="99301"/>
                  </a:lnTo>
                  <a:lnTo>
                    <a:pt x="1117257" y="71081"/>
                  </a:lnTo>
                  <a:lnTo>
                    <a:pt x="1080223" y="47104"/>
                  </a:lnTo>
                  <a:lnTo>
                    <a:pt x="1040015" y="27762"/>
                  </a:lnTo>
                  <a:lnTo>
                    <a:pt x="997051" y="13462"/>
                  </a:lnTo>
                  <a:lnTo>
                    <a:pt x="951725" y="4572"/>
                  </a:lnTo>
                  <a:lnTo>
                    <a:pt x="904494" y="1524"/>
                  </a:lnTo>
                  <a:lnTo>
                    <a:pt x="857250" y="4572"/>
                  </a:lnTo>
                  <a:lnTo>
                    <a:pt x="811923" y="13462"/>
                  </a:lnTo>
                  <a:lnTo>
                    <a:pt x="768959" y="27762"/>
                  </a:lnTo>
                  <a:lnTo>
                    <a:pt x="728751" y="47104"/>
                  </a:lnTo>
                  <a:lnTo>
                    <a:pt x="691718" y="71081"/>
                  </a:lnTo>
                  <a:lnTo>
                    <a:pt x="658266" y="99301"/>
                  </a:lnTo>
                  <a:lnTo>
                    <a:pt x="628827" y="131356"/>
                  </a:lnTo>
                  <a:lnTo>
                    <a:pt x="626884" y="134099"/>
                  </a:lnTo>
                  <a:lnTo>
                    <a:pt x="623887" y="129832"/>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23887" y="537692"/>
                  </a:lnTo>
                  <a:lnTo>
                    <a:pt x="625817" y="534962"/>
                  </a:lnTo>
                  <a:lnTo>
                    <a:pt x="628827" y="539216"/>
                  </a:lnTo>
                  <a:lnTo>
                    <a:pt x="658266" y="571271"/>
                  </a:lnTo>
                  <a:lnTo>
                    <a:pt x="691718" y="599490"/>
                  </a:lnTo>
                  <a:lnTo>
                    <a:pt x="728751" y="623468"/>
                  </a:lnTo>
                  <a:lnTo>
                    <a:pt x="768959" y="642810"/>
                  </a:lnTo>
                  <a:lnTo>
                    <a:pt x="811923" y="657110"/>
                  </a:lnTo>
                  <a:lnTo>
                    <a:pt x="857250" y="666000"/>
                  </a:lnTo>
                  <a:lnTo>
                    <a:pt x="904494" y="669036"/>
                  </a:lnTo>
                  <a:lnTo>
                    <a:pt x="951725" y="666000"/>
                  </a:lnTo>
                  <a:lnTo>
                    <a:pt x="997051" y="657110"/>
                  </a:lnTo>
                  <a:lnTo>
                    <a:pt x="1040015" y="642810"/>
                  </a:lnTo>
                  <a:lnTo>
                    <a:pt x="1080223" y="623468"/>
                  </a:lnTo>
                  <a:lnTo>
                    <a:pt x="1117257" y="599490"/>
                  </a:lnTo>
                  <a:lnTo>
                    <a:pt x="1150708" y="571271"/>
                  </a:lnTo>
                  <a:lnTo>
                    <a:pt x="1180147" y="539216"/>
                  </a:lnTo>
                  <a:lnTo>
                    <a:pt x="1205166" y="503720"/>
                  </a:lnTo>
                  <a:lnTo>
                    <a:pt x="1225346" y="465175"/>
                  </a:lnTo>
                  <a:lnTo>
                    <a:pt x="1240282" y="423989"/>
                  </a:lnTo>
                  <a:lnTo>
                    <a:pt x="1249540" y="380568"/>
                  </a:lnTo>
                  <a:lnTo>
                    <a:pt x="1252715" y="335280"/>
                  </a:lnTo>
                  <a:close/>
                </a:path>
              </a:pathLst>
            </a:custGeom>
            <a:solidFill>
              <a:srgbClr val="006FC0"/>
            </a:solidFill>
          </p:spPr>
          <p:txBody>
            <a:bodyPr wrap="square" lIns="0" tIns="0" rIns="0" bIns="0" rtlCol="0"/>
            <a:lstStyle/>
            <a:p/>
          </p:txBody>
        </p:sp>
        <p:sp>
          <p:nvSpPr>
            <p:cNvPr id="17" name="object 17"/>
            <p:cNvSpPr/>
            <p:nvPr/>
          </p:nvSpPr>
          <p:spPr>
            <a:xfrm>
              <a:off x="3081527" y="3947159"/>
              <a:ext cx="167640" cy="426720"/>
            </a:xfrm>
            <a:custGeom>
              <a:avLst/>
              <a:gdLst/>
              <a:ahLst/>
              <a:cxnLst/>
              <a:rect l="l" t="t" r="r" b="b"/>
              <a:pathLst>
                <a:path w="167639" h="426720">
                  <a:moveTo>
                    <a:pt x="83820" y="0"/>
                  </a:moveTo>
                  <a:lnTo>
                    <a:pt x="34290" y="41160"/>
                  </a:lnTo>
                  <a:lnTo>
                    <a:pt x="16154" y="87343"/>
                  </a:lnTo>
                  <a:lnTo>
                    <a:pt x="4267" y="145913"/>
                  </a:lnTo>
                  <a:lnTo>
                    <a:pt x="0" y="213359"/>
                  </a:lnTo>
                  <a:lnTo>
                    <a:pt x="4267" y="280806"/>
                  </a:lnTo>
                  <a:lnTo>
                    <a:pt x="16154" y="339376"/>
                  </a:lnTo>
                  <a:lnTo>
                    <a:pt x="34290" y="385559"/>
                  </a:lnTo>
                  <a:lnTo>
                    <a:pt x="57302" y="415844"/>
                  </a:lnTo>
                  <a:lnTo>
                    <a:pt x="83820" y="426719"/>
                  </a:lnTo>
                  <a:lnTo>
                    <a:pt x="110337" y="415844"/>
                  </a:lnTo>
                  <a:lnTo>
                    <a:pt x="133350" y="385559"/>
                  </a:lnTo>
                  <a:lnTo>
                    <a:pt x="151485" y="339376"/>
                  </a:lnTo>
                  <a:lnTo>
                    <a:pt x="163372" y="280806"/>
                  </a:lnTo>
                  <a:lnTo>
                    <a:pt x="167640" y="213359"/>
                  </a:lnTo>
                  <a:lnTo>
                    <a:pt x="163372" y="145913"/>
                  </a:lnTo>
                  <a:lnTo>
                    <a:pt x="151485" y="87343"/>
                  </a:lnTo>
                  <a:lnTo>
                    <a:pt x="133350" y="41160"/>
                  </a:lnTo>
                  <a:lnTo>
                    <a:pt x="110337" y="10875"/>
                  </a:lnTo>
                  <a:lnTo>
                    <a:pt x="83820" y="0"/>
                  </a:lnTo>
                  <a:close/>
                </a:path>
              </a:pathLst>
            </a:custGeom>
            <a:solidFill>
              <a:srgbClr val="FFFFFF"/>
            </a:solidFill>
          </p:spPr>
          <p:txBody>
            <a:bodyPr wrap="square" lIns="0" tIns="0" rIns="0" bIns="0" rtlCol="0"/>
            <a:lstStyle/>
            <a:p/>
          </p:txBody>
        </p:sp>
        <p:sp>
          <p:nvSpPr>
            <p:cNvPr id="18" name="object 18"/>
            <p:cNvSpPr/>
            <p:nvPr/>
          </p:nvSpPr>
          <p:spPr>
            <a:xfrm>
              <a:off x="5387340" y="3809999"/>
              <a:ext cx="1224280" cy="680085"/>
            </a:xfrm>
            <a:custGeom>
              <a:avLst/>
              <a:gdLst/>
              <a:ahLst/>
              <a:cxnLst/>
              <a:rect l="l" t="t" r="r" b="b"/>
              <a:pathLst>
                <a:path w="1224279" h="680085">
                  <a:moveTo>
                    <a:pt x="1223759" y="345948"/>
                  </a:moveTo>
                  <a:lnTo>
                    <a:pt x="1220584" y="300672"/>
                  </a:lnTo>
                  <a:lnTo>
                    <a:pt x="1211300" y="257251"/>
                  </a:lnTo>
                  <a:lnTo>
                    <a:pt x="1196340" y="216065"/>
                  </a:lnTo>
                  <a:lnTo>
                    <a:pt x="1176121" y="177520"/>
                  </a:lnTo>
                  <a:lnTo>
                    <a:pt x="1151064" y="142024"/>
                  </a:lnTo>
                  <a:lnTo>
                    <a:pt x="1121562" y="109969"/>
                  </a:lnTo>
                  <a:lnTo>
                    <a:pt x="1088047" y="81749"/>
                  </a:lnTo>
                  <a:lnTo>
                    <a:pt x="1050937" y="57772"/>
                  </a:lnTo>
                  <a:lnTo>
                    <a:pt x="1010627" y="38430"/>
                  </a:lnTo>
                  <a:lnTo>
                    <a:pt x="967562" y="24130"/>
                  </a:lnTo>
                  <a:lnTo>
                    <a:pt x="922134" y="15240"/>
                  </a:lnTo>
                  <a:lnTo>
                    <a:pt x="874776" y="12192"/>
                  </a:lnTo>
                  <a:lnTo>
                    <a:pt x="827405" y="15240"/>
                  </a:lnTo>
                  <a:lnTo>
                    <a:pt x="781977" y="24130"/>
                  </a:lnTo>
                  <a:lnTo>
                    <a:pt x="738911" y="38430"/>
                  </a:lnTo>
                  <a:lnTo>
                    <a:pt x="698601" y="57772"/>
                  </a:lnTo>
                  <a:lnTo>
                    <a:pt x="661492" y="81749"/>
                  </a:lnTo>
                  <a:lnTo>
                    <a:pt x="627976" y="109969"/>
                  </a:lnTo>
                  <a:lnTo>
                    <a:pt x="617486" y="121373"/>
                  </a:lnTo>
                  <a:lnTo>
                    <a:pt x="595782" y="97777"/>
                  </a:lnTo>
                  <a:lnTo>
                    <a:pt x="562267" y="69557"/>
                  </a:lnTo>
                  <a:lnTo>
                    <a:pt x="525157" y="45580"/>
                  </a:lnTo>
                  <a:lnTo>
                    <a:pt x="484847" y="26238"/>
                  </a:lnTo>
                  <a:lnTo>
                    <a:pt x="441782" y="11938"/>
                  </a:lnTo>
                  <a:lnTo>
                    <a:pt x="396354" y="3048"/>
                  </a:lnTo>
                  <a:lnTo>
                    <a:pt x="348996" y="0"/>
                  </a:lnTo>
                  <a:lnTo>
                    <a:pt x="301625" y="3048"/>
                  </a:lnTo>
                  <a:lnTo>
                    <a:pt x="256197" y="11938"/>
                  </a:lnTo>
                  <a:lnTo>
                    <a:pt x="213131" y="26238"/>
                  </a:lnTo>
                  <a:lnTo>
                    <a:pt x="172821" y="45580"/>
                  </a:lnTo>
                  <a:lnTo>
                    <a:pt x="135712" y="69557"/>
                  </a:lnTo>
                  <a:lnTo>
                    <a:pt x="102196" y="97777"/>
                  </a:lnTo>
                  <a:lnTo>
                    <a:pt x="72694" y="129832"/>
                  </a:lnTo>
                  <a:lnTo>
                    <a:pt x="47637" y="165328"/>
                  </a:lnTo>
                  <a:lnTo>
                    <a:pt x="27419" y="203873"/>
                  </a:lnTo>
                  <a:lnTo>
                    <a:pt x="12458" y="245059"/>
                  </a:lnTo>
                  <a:lnTo>
                    <a:pt x="3175" y="288480"/>
                  </a:lnTo>
                  <a:lnTo>
                    <a:pt x="0" y="333756"/>
                  </a:lnTo>
                  <a:lnTo>
                    <a:pt x="3175" y="379044"/>
                  </a:lnTo>
                  <a:lnTo>
                    <a:pt x="12458" y="422465"/>
                  </a:lnTo>
                  <a:lnTo>
                    <a:pt x="27419" y="463651"/>
                  </a:lnTo>
                  <a:lnTo>
                    <a:pt x="47637" y="502196"/>
                  </a:lnTo>
                  <a:lnTo>
                    <a:pt x="72694" y="537692"/>
                  </a:lnTo>
                  <a:lnTo>
                    <a:pt x="102196" y="569747"/>
                  </a:lnTo>
                  <a:lnTo>
                    <a:pt x="135712" y="597966"/>
                  </a:lnTo>
                  <a:lnTo>
                    <a:pt x="172821" y="621944"/>
                  </a:lnTo>
                  <a:lnTo>
                    <a:pt x="213131" y="641286"/>
                  </a:lnTo>
                  <a:lnTo>
                    <a:pt x="256197" y="655586"/>
                  </a:lnTo>
                  <a:lnTo>
                    <a:pt x="301625" y="664476"/>
                  </a:lnTo>
                  <a:lnTo>
                    <a:pt x="348996" y="667512"/>
                  </a:lnTo>
                  <a:lnTo>
                    <a:pt x="396354" y="664476"/>
                  </a:lnTo>
                  <a:lnTo>
                    <a:pt x="441782" y="655586"/>
                  </a:lnTo>
                  <a:lnTo>
                    <a:pt x="484847" y="641286"/>
                  </a:lnTo>
                  <a:lnTo>
                    <a:pt x="525157" y="621944"/>
                  </a:lnTo>
                  <a:lnTo>
                    <a:pt x="562267" y="597966"/>
                  </a:lnTo>
                  <a:lnTo>
                    <a:pt x="595782" y="569747"/>
                  </a:lnTo>
                  <a:lnTo>
                    <a:pt x="606259" y="558355"/>
                  </a:lnTo>
                  <a:lnTo>
                    <a:pt x="627976" y="581939"/>
                  </a:lnTo>
                  <a:lnTo>
                    <a:pt x="661492" y="610158"/>
                  </a:lnTo>
                  <a:lnTo>
                    <a:pt x="698601" y="634136"/>
                  </a:lnTo>
                  <a:lnTo>
                    <a:pt x="738911" y="653478"/>
                  </a:lnTo>
                  <a:lnTo>
                    <a:pt x="781977" y="667778"/>
                  </a:lnTo>
                  <a:lnTo>
                    <a:pt x="827405" y="676668"/>
                  </a:lnTo>
                  <a:lnTo>
                    <a:pt x="874776" y="679704"/>
                  </a:lnTo>
                  <a:lnTo>
                    <a:pt x="922134" y="676668"/>
                  </a:lnTo>
                  <a:lnTo>
                    <a:pt x="967562" y="667778"/>
                  </a:lnTo>
                  <a:lnTo>
                    <a:pt x="1010627" y="653478"/>
                  </a:lnTo>
                  <a:lnTo>
                    <a:pt x="1050937" y="634136"/>
                  </a:lnTo>
                  <a:lnTo>
                    <a:pt x="1088047" y="610158"/>
                  </a:lnTo>
                  <a:lnTo>
                    <a:pt x="1121562" y="581939"/>
                  </a:lnTo>
                  <a:lnTo>
                    <a:pt x="1151064" y="549884"/>
                  </a:lnTo>
                  <a:lnTo>
                    <a:pt x="1176121" y="514388"/>
                  </a:lnTo>
                  <a:lnTo>
                    <a:pt x="1196340" y="475843"/>
                  </a:lnTo>
                  <a:lnTo>
                    <a:pt x="1211300" y="434657"/>
                  </a:lnTo>
                  <a:lnTo>
                    <a:pt x="1220584" y="391236"/>
                  </a:lnTo>
                  <a:lnTo>
                    <a:pt x="1223759" y="345948"/>
                  </a:lnTo>
                  <a:close/>
                </a:path>
              </a:pathLst>
            </a:custGeom>
            <a:solidFill>
              <a:srgbClr val="FF0000"/>
            </a:solidFill>
          </p:spPr>
          <p:txBody>
            <a:bodyPr wrap="square" lIns="0" tIns="0" rIns="0" bIns="0" rtlCol="0"/>
            <a:lstStyle/>
            <a:p/>
          </p:txBody>
        </p:sp>
        <p:sp>
          <p:nvSpPr>
            <p:cNvPr id="19" name="object 19"/>
            <p:cNvSpPr/>
            <p:nvPr/>
          </p:nvSpPr>
          <p:spPr>
            <a:xfrm>
              <a:off x="5320283" y="3945636"/>
              <a:ext cx="167640" cy="426720"/>
            </a:xfrm>
            <a:custGeom>
              <a:avLst/>
              <a:gdLst/>
              <a:ahLst/>
              <a:cxnLst/>
              <a:rect l="l" t="t" r="r" b="b"/>
              <a:pathLst>
                <a:path w="167639" h="426720">
                  <a:moveTo>
                    <a:pt x="83819" y="0"/>
                  </a:moveTo>
                  <a:lnTo>
                    <a:pt x="34289" y="41160"/>
                  </a:lnTo>
                  <a:lnTo>
                    <a:pt x="16154" y="87343"/>
                  </a:lnTo>
                  <a:lnTo>
                    <a:pt x="4267" y="145913"/>
                  </a:lnTo>
                  <a:lnTo>
                    <a:pt x="0" y="213359"/>
                  </a:lnTo>
                  <a:lnTo>
                    <a:pt x="4267" y="280806"/>
                  </a:lnTo>
                  <a:lnTo>
                    <a:pt x="16154" y="339376"/>
                  </a:lnTo>
                  <a:lnTo>
                    <a:pt x="34289" y="385559"/>
                  </a:lnTo>
                  <a:lnTo>
                    <a:pt x="57302" y="415844"/>
                  </a:lnTo>
                  <a:lnTo>
                    <a:pt x="83819" y="426719"/>
                  </a:lnTo>
                  <a:lnTo>
                    <a:pt x="110337" y="415844"/>
                  </a:lnTo>
                  <a:lnTo>
                    <a:pt x="133350" y="385559"/>
                  </a:lnTo>
                  <a:lnTo>
                    <a:pt x="151485" y="339376"/>
                  </a:lnTo>
                  <a:lnTo>
                    <a:pt x="163372" y="280806"/>
                  </a:lnTo>
                  <a:lnTo>
                    <a:pt x="167639" y="213359"/>
                  </a:lnTo>
                  <a:lnTo>
                    <a:pt x="163372" y="145913"/>
                  </a:lnTo>
                  <a:lnTo>
                    <a:pt x="151485" y="87343"/>
                  </a:lnTo>
                  <a:lnTo>
                    <a:pt x="133350" y="41160"/>
                  </a:lnTo>
                  <a:lnTo>
                    <a:pt x="110337" y="10875"/>
                  </a:lnTo>
                  <a:lnTo>
                    <a:pt x="83819" y="0"/>
                  </a:lnTo>
                  <a:close/>
                </a:path>
              </a:pathLst>
            </a:custGeom>
            <a:solidFill>
              <a:srgbClr val="FFFFFF"/>
            </a:solidFill>
          </p:spPr>
          <p:txBody>
            <a:bodyPr wrap="square" lIns="0" tIns="0" rIns="0" bIns="0" rtlCol="0"/>
            <a:lstStyle/>
            <a:p/>
          </p:txBody>
        </p:sp>
        <p:pic>
          <p:nvPicPr>
            <p:cNvPr id="20" name="object 20"/>
            <p:cNvPicPr/>
            <p:nvPr/>
          </p:nvPicPr>
          <p:blipFill>
            <a:blip r:embed="rId1" cstate="print"/>
            <a:stretch>
              <a:fillRect/>
            </a:stretch>
          </p:blipFill>
          <p:spPr>
            <a:xfrm>
              <a:off x="1990343" y="908304"/>
              <a:ext cx="4628387" cy="2849880"/>
            </a:xfrm>
            <a:prstGeom prst="rect">
              <a:avLst/>
            </a:prstGeom>
          </p:spPr>
        </p:pic>
      </p:grpSp>
      <p:sp>
        <p:nvSpPr>
          <p:cNvPr id="21" name="object 21"/>
          <p:cNvSpPr/>
          <p:nvPr/>
        </p:nvSpPr>
        <p:spPr>
          <a:xfrm>
            <a:off x="3035807" y="96011"/>
            <a:ext cx="696595" cy="668020"/>
          </a:xfrm>
          <a:custGeom>
            <a:avLst/>
            <a:gdLst/>
            <a:ahLst/>
            <a:cxnLst/>
            <a:rect l="l" t="t" r="r" b="b"/>
            <a:pathLst>
              <a:path w="696595" h="668020">
                <a:moveTo>
                  <a:pt x="348233"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33"/>
                </a:lnTo>
                <a:lnTo>
                  <a:pt x="12442" y="422463"/>
                </a:lnTo>
                <a:lnTo>
                  <a:pt x="27372" y="463647"/>
                </a:lnTo>
                <a:lnTo>
                  <a:pt x="47554" y="502186"/>
                </a:lnTo>
                <a:lnTo>
                  <a:pt x="72573" y="537682"/>
                </a:lnTo>
                <a:lnTo>
                  <a:pt x="102012" y="569737"/>
                </a:lnTo>
                <a:lnTo>
                  <a:pt x="135458" y="597954"/>
                </a:lnTo>
                <a:lnTo>
                  <a:pt x="172494" y="621933"/>
                </a:lnTo>
                <a:lnTo>
                  <a:pt x="212705" y="641276"/>
                </a:lnTo>
                <a:lnTo>
                  <a:pt x="255675" y="655586"/>
                </a:lnTo>
                <a:lnTo>
                  <a:pt x="300990" y="664464"/>
                </a:lnTo>
                <a:lnTo>
                  <a:pt x="348233" y="667512"/>
                </a:lnTo>
                <a:lnTo>
                  <a:pt x="395477" y="664464"/>
                </a:lnTo>
                <a:lnTo>
                  <a:pt x="440792" y="655586"/>
                </a:lnTo>
                <a:lnTo>
                  <a:pt x="483762" y="641276"/>
                </a:lnTo>
                <a:lnTo>
                  <a:pt x="523973" y="621933"/>
                </a:lnTo>
                <a:lnTo>
                  <a:pt x="561009" y="597954"/>
                </a:lnTo>
                <a:lnTo>
                  <a:pt x="594455" y="569737"/>
                </a:lnTo>
                <a:lnTo>
                  <a:pt x="623894" y="537682"/>
                </a:lnTo>
                <a:lnTo>
                  <a:pt x="648913" y="502186"/>
                </a:lnTo>
                <a:lnTo>
                  <a:pt x="669095" y="463647"/>
                </a:lnTo>
                <a:lnTo>
                  <a:pt x="684025" y="422463"/>
                </a:lnTo>
                <a:lnTo>
                  <a:pt x="693288" y="379033"/>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3" y="0"/>
                </a:lnTo>
                <a:close/>
              </a:path>
            </a:pathLst>
          </a:custGeom>
          <a:solidFill>
            <a:srgbClr val="FF0000"/>
          </a:solidFill>
        </p:spPr>
        <p:txBody>
          <a:bodyPr wrap="square" lIns="0" tIns="0" rIns="0" bIns="0" rtlCol="0"/>
          <a:lstStyle/>
          <a:p/>
        </p:txBody>
      </p:sp>
      <p:sp>
        <p:nvSpPr>
          <p:cNvPr id="22" name="object 22"/>
          <p:cNvSpPr txBox="1">
            <a:spLocks noGrp="1"/>
          </p:cNvSpPr>
          <p:nvPr>
            <p:ph type="title"/>
          </p:nvPr>
        </p:nvSpPr>
        <p:spPr>
          <a:xfrm>
            <a:off x="2336292" y="39623"/>
            <a:ext cx="1572895" cy="751840"/>
          </a:xfrm>
          <a:prstGeom prst="rect">
            <a:avLst/>
          </a:prstGeom>
          <a:ln w="12700">
            <a:solidFill>
              <a:srgbClr val="FF0000"/>
            </a:solidFill>
          </a:ln>
        </p:spPr>
        <p:txBody>
          <a:bodyPr vert="horz" wrap="square" lIns="0" tIns="49530" rIns="0" bIns="0" rtlCol="0">
            <a:spAutoFit/>
          </a:bodyPr>
          <a:lstStyle/>
          <a:p>
            <a:pPr marL="62230">
              <a:lnSpc>
                <a:spcPct val="100000"/>
              </a:lnSpc>
              <a:spcBef>
                <a:spcPts val="390"/>
              </a:spcBef>
              <a:tabLst>
                <a:tab pos="999490" algn="l"/>
              </a:tabLst>
            </a:pPr>
            <a:r>
              <a:rPr dirty="0"/>
              <a:t>8 x	</a:t>
            </a:r>
            <a:r>
              <a:rPr sz="4350" spc="7" baseline="-2000" dirty="0"/>
              <a:t>.</a:t>
            </a:r>
            <a:endParaRPr sz="4350" baseline="-2000"/>
          </a:p>
        </p:txBody>
      </p:sp>
      <p:sp>
        <p:nvSpPr>
          <p:cNvPr id="23" name="object 23"/>
          <p:cNvSpPr txBox="1"/>
          <p:nvPr/>
        </p:nvSpPr>
        <p:spPr>
          <a:xfrm>
            <a:off x="4040504" y="157988"/>
            <a:ext cx="356171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panose="020F0502020204030204"/>
                <a:cs typeface="Calibri" panose="020F0502020204030204"/>
              </a:rPr>
              <a:t>3s </a:t>
            </a:r>
            <a:r>
              <a:rPr sz="1800" spc="-10" dirty="0">
                <a:latin typeface="Calibri" panose="020F0502020204030204"/>
                <a:cs typeface="Calibri" panose="020F0502020204030204"/>
              </a:rPr>
              <a:t>atomic</a:t>
            </a:r>
            <a:r>
              <a:rPr sz="1800" spc="-15" dirty="0">
                <a:latin typeface="Calibri" panose="020F0502020204030204"/>
                <a:cs typeface="Calibri" panose="020F0502020204030204"/>
              </a:rPr>
              <a:t> </a:t>
            </a:r>
            <a:r>
              <a:rPr sz="1800" spc="-10" dirty="0">
                <a:latin typeface="Calibri" panose="020F0502020204030204"/>
                <a:cs typeface="Calibri" panose="020F0502020204030204"/>
              </a:rPr>
              <a:t>orbitals,</a:t>
            </a:r>
            <a:r>
              <a:rPr sz="1800" spc="5" dirty="0">
                <a:latin typeface="Calibri" panose="020F0502020204030204"/>
                <a:cs typeface="Calibri" panose="020F0502020204030204"/>
              </a:rPr>
              <a:t> </a:t>
            </a:r>
            <a:r>
              <a:rPr sz="1800" dirty="0">
                <a:latin typeface="Calibri" panose="020F0502020204030204"/>
                <a:cs typeface="Calibri" panose="020F0502020204030204"/>
              </a:rPr>
              <a:t>8</a:t>
            </a:r>
            <a:r>
              <a:rPr sz="1800" spc="10" dirty="0">
                <a:latin typeface="Calibri" panose="020F0502020204030204"/>
                <a:cs typeface="Calibri" panose="020F0502020204030204"/>
              </a:rPr>
              <a:t> </a:t>
            </a:r>
            <a:r>
              <a:rPr sz="1800" spc="-5" dirty="0">
                <a:latin typeface="Calibri" panose="020F0502020204030204"/>
                <a:cs typeface="Calibri" panose="020F0502020204030204"/>
              </a:rPr>
              <a:t>valence</a:t>
            </a:r>
            <a:r>
              <a:rPr sz="1800" spc="10" dirty="0">
                <a:latin typeface="Calibri" panose="020F0502020204030204"/>
                <a:cs typeface="Calibri" panose="020F0502020204030204"/>
              </a:rPr>
              <a:t> </a:t>
            </a:r>
            <a:r>
              <a:rPr sz="1800" spc="-10" dirty="0">
                <a:latin typeface="Calibri" panose="020F0502020204030204"/>
                <a:cs typeface="Calibri" panose="020F0502020204030204"/>
              </a:rPr>
              <a:t>electrons</a:t>
            </a:r>
            <a:endParaRPr sz="1800">
              <a:latin typeface="Calibri" panose="020F0502020204030204"/>
              <a:cs typeface="Calibri" panose="020F0502020204030204"/>
            </a:endParaRPr>
          </a:p>
        </p:txBody>
      </p:sp>
      <p:sp>
        <p:nvSpPr>
          <p:cNvPr id="24" name="object 24"/>
          <p:cNvSpPr txBox="1"/>
          <p:nvPr/>
        </p:nvSpPr>
        <p:spPr>
          <a:xfrm>
            <a:off x="2290317" y="1652727"/>
            <a:ext cx="4039870" cy="4816475"/>
          </a:xfrm>
          <a:prstGeom prst="rect">
            <a:avLst/>
          </a:prstGeom>
        </p:spPr>
        <p:txBody>
          <a:bodyPr vert="horz" wrap="square" lIns="0" tIns="16510" rIns="0" bIns="0" rtlCol="0">
            <a:spAutoFit/>
          </a:bodyPr>
          <a:lstStyle/>
          <a:p>
            <a:pPr marL="22860">
              <a:lnSpc>
                <a:spcPct val="100000"/>
              </a:lnSpc>
              <a:spcBef>
                <a:spcPts val="130"/>
              </a:spcBef>
              <a:tabLst>
                <a:tab pos="575945" algn="l"/>
                <a:tab pos="1093470" algn="l"/>
                <a:tab pos="1647825" algn="l"/>
                <a:tab pos="2179320" algn="l"/>
                <a:tab pos="2838450" algn="l"/>
                <a:tab pos="3363595" algn="l"/>
              </a:tabLst>
            </a:pPr>
            <a:r>
              <a:rPr sz="2900" spc="5" dirty="0">
                <a:latin typeface="Calibri" panose="020F0502020204030204"/>
                <a:cs typeface="Calibri" panose="020F0502020204030204"/>
              </a:rPr>
              <a:t>.	.	.	.	</a:t>
            </a:r>
            <a:r>
              <a:rPr sz="2900" spc="-365" dirty="0">
                <a:latin typeface="Calibri" panose="020F0502020204030204"/>
                <a:cs typeface="Calibri" panose="020F0502020204030204"/>
              </a:rPr>
              <a:t>..		</a:t>
            </a:r>
            <a:r>
              <a:rPr sz="4350" spc="7" baseline="5000" dirty="0">
                <a:latin typeface="Calibri" panose="020F0502020204030204"/>
                <a:cs typeface="Calibri" panose="020F0502020204030204"/>
              </a:rPr>
              <a:t>.	</a:t>
            </a:r>
            <a:r>
              <a:rPr sz="4350" spc="7" baseline="3000" dirty="0">
                <a:latin typeface="Calibri" panose="020F0502020204030204"/>
                <a:cs typeface="Calibri" panose="020F0502020204030204"/>
              </a:rPr>
              <a:t>.</a:t>
            </a:r>
            <a:endParaRPr sz="4350" baseline="3000">
              <a:latin typeface="Calibri" panose="020F0502020204030204"/>
              <a:cs typeface="Calibri" panose="020F0502020204030204"/>
            </a:endParaRPr>
          </a:p>
          <a:p>
            <a:pPr marL="12700">
              <a:lnSpc>
                <a:spcPct val="100000"/>
              </a:lnSpc>
              <a:spcBef>
                <a:spcPts val="2175"/>
              </a:spcBef>
              <a:tabLst>
                <a:tab pos="568960" algn="l"/>
                <a:tab pos="1122045" algn="l"/>
                <a:tab pos="1639570" algn="l"/>
                <a:tab pos="2193925" algn="l"/>
                <a:tab pos="2725420" algn="l"/>
                <a:tab pos="3384550" algn="l"/>
                <a:tab pos="3909695" algn="l"/>
              </a:tabLst>
            </a:pPr>
            <a:r>
              <a:rPr sz="2900" spc="5" dirty="0">
                <a:latin typeface="Calibri" panose="020F0502020204030204"/>
                <a:cs typeface="Calibri" panose="020F0502020204030204"/>
              </a:rPr>
              <a:t>.	.	.	.	.	.	</a:t>
            </a:r>
            <a:r>
              <a:rPr sz="4350" spc="7" baseline="5000" dirty="0">
                <a:latin typeface="Calibri" panose="020F0502020204030204"/>
                <a:cs typeface="Calibri" panose="020F0502020204030204"/>
              </a:rPr>
              <a:t>.	</a:t>
            </a:r>
            <a:r>
              <a:rPr sz="4350" spc="7" baseline="3000" dirty="0">
                <a:latin typeface="Calibri" panose="020F0502020204030204"/>
                <a:cs typeface="Calibri" panose="020F0502020204030204"/>
              </a:rPr>
              <a:t>.</a:t>
            </a:r>
            <a:endParaRPr sz="4350" baseline="3000">
              <a:latin typeface="Calibri" panose="020F0502020204030204"/>
              <a:cs typeface="Calibri" panose="020F0502020204030204"/>
            </a:endParaRPr>
          </a:p>
          <a:p>
            <a:pPr marL="34925">
              <a:lnSpc>
                <a:spcPct val="100000"/>
              </a:lnSpc>
              <a:spcBef>
                <a:spcPts val="2120"/>
              </a:spcBef>
              <a:tabLst>
                <a:tab pos="591185" algn="l"/>
                <a:tab pos="1144270" algn="l"/>
                <a:tab pos="1661795" algn="l"/>
                <a:tab pos="2216150" algn="l"/>
                <a:tab pos="2747645" algn="l"/>
                <a:tab pos="3406775" algn="l"/>
                <a:tab pos="3931920" algn="l"/>
              </a:tabLst>
            </a:pPr>
            <a:r>
              <a:rPr sz="2900" spc="5" dirty="0">
                <a:latin typeface="Calibri" panose="020F0502020204030204"/>
                <a:cs typeface="Calibri" panose="020F0502020204030204"/>
              </a:rPr>
              <a:t>.	.	.	.	.	.	</a:t>
            </a:r>
            <a:r>
              <a:rPr sz="4350" spc="7" baseline="5000" dirty="0">
                <a:latin typeface="Calibri" panose="020F0502020204030204"/>
                <a:cs typeface="Calibri" panose="020F0502020204030204"/>
              </a:rPr>
              <a:t>.	</a:t>
            </a:r>
            <a:r>
              <a:rPr sz="4350" spc="7" baseline="3000" dirty="0">
                <a:latin typeface="Calibri" panose="020F0502020204030204"/>
                <a:cs typeface="Calibri" panose="020F0502020204030204"/>
              </a:rPr>
              <a:t>.</a:t>
            </a:r>
            <a:endParaRPr sz="4350" baseline="3000">
              <a:latin typeface="Calibri" panose="020F0502020204030204"/>
              <a:cs typeface="Calibri" panose="020F0502020204030204"/>
            </a:endParaRPr>
          </a:p>
          <a:p>
            <a:pPr marL="26035">
              <a:lnSpc>
                <a:spcPct val="100000"/>
              </a:lnSpc>
              <a:spcBef>
                <a:spcPts val="2440"/>
              </a:spcBef>
              <a:tabLst>
                <a:tab pos="582930" algn="l"/>
                <a:tab pos="1136015" algn="l"/>
                <a:tab pos="1652905" algn="l"/>
                <a:tab pos="2207260" algn="l"/>
                <a:tab pos="2739390" algn="l"/>
                <a:tab pos="3398520" algn="l"/>
                <a:tab pos="3924300" algn="l"/>
              </a:tabLst>
            </a:pPr>
            <a:r>
              <a:rPr sz="2900" spc="5" dirty="0">
                <a:latin typeface="Calibri" panose="020F0502020204030204"/>
                <a:cs typeface="Calibri" panose="020F0502020204030204"/>
              </a:rPr>
              <a:t>.	.	.	.	.	.	</a:t>
            </a:r>
            <a:r>
              <a:rPr sz="4350" spc="7" baseline="5000" dirty="0">
                <a:latin typeface="Calibri" panose="020F0502020204030204"/>
                <a:cs typeface="Calibri" panose="020F0502020204030204"/>
              </a:rPr>
              <a:t>.	</a:t>
            </a:r>
            <a:r>
              <a:rPr sz="4350" spc="7" baseline="3000" dirty="0">
                <a:latin typeface="Calibri" panose="020F0502020204030204"/>
                <a:cs typeface="Calibri" panose="020F0502020204030204"/>
              </a:rPr>
              <a:t>.</a:t>
            </a:r>
            <a:endParaRPr sz="4350" baseline="3000">
              <a:latin typeface="Calibri" panose="020F0502020204030204"/>
              <a:cs typeface="Calibri" panose="020F0502020204030204"/>
            </a:endParaRPr>
          </a:p>
          <a:p>
            <a:pPr marL="38100">
              <a:lnSpc>
                <a:spcPct val="100000"/>
              </a:lnSpc>
              <a:spcBef>
                <a:spcPts val="2360"/>
              </a:spcBef>
              <a:tabLst>
                <a:tab pos="594360" algn="l"/>
                <a:tab pos="1147445" algn="l"/>
                <a:tab pos="1665605" algn="l"/>
                <a:tab pos="2219325" algn="l"/>
                <a:tab pos="2751455" algn="l"/>
                <a:tab pos="3355340" algn="l"/>
                <a:tab pos="3898900" algn="l"/>
              </a:tabLst>
            </a:pPr>
            <a:r>
              <a:rPr sz="2900" spc="5" dirty="0">
                <a:latin typeface="Calibri" panose="020F0502020204030204"/>
                <a:cs typeface="Calibri" panose="020F0502020204030204"/>
              </a:rPr>
              <a:t>.	.	.	.	.	.	</a:t>
            </a:r>
            <a:r>
              <a:rPr sz="4350" spc="7" baseline="2000" dirty="0">
                <a:latin typeface="Calibri" panose="020F0502020204030204"/>
                <a:cs typeface="Calibri" panose="020F0502020204030204"/>
              </a:rPr>
              <a:t>.	.</a:t>
            </a:r>
            <a:endParaRPr sz="4350" baseline="2000">
              <a:latin typeface="Calibri" panose="020F0502020204030204"/>
              <a:cs typeface="Calibri" panose="020F0502020204030204"/>
            </a:endParaRPr>
          </a:p>
          <a:p>
            <a:pPr marL="70485">
              <a:lnSpc>
                <a:spcPct val="100000"/>
              </a:lnSpc>
              <a:spcBef>
                <a:spcPts val="2195"/>
              </a:spcBef>
              <a:tabLst>
                <a:tab pos="596265" algn="l"/>
                <a:tab pos="1149350" algn="l"/>
                <a:tab pos="1666875" algn="l"/>
                <a:tab pos="2221230" algn="l"/>
                <a:tab pos="2753360" algn="l"/>
                <a:tab pos="3356610" algn="l"/>
                <a:tab pos="3900170" algn="l"/>
              </a:tabLst>
            </a:pPr>
            <a:r>
              <a:rPr sz="4350" spc="7" baseline="2000" dirty="0">
                <a:latin typeface="Calibri" panose="020F0502020204030204"/>
                <a:cs typeface="Calibri" panose="020F0502020204030204"/>
              </a:rPr>
              <a:t>.	</a:t>
            </a:r>
            <a:r>
              <a:rPr sz="2900" spc="5" dirty="0">
                <a:latin typeface="Calibri" panose="020F0502020204030204"/>
                <a:cs typeface="Calibri" panose="020F0502020204030204"/>
              </a:rPr>
              <a:t>.	.	.	.	.	</a:t>
            </a:r>
            <a:r>
              <a:rPr sz="4350" spc="7" baseline="2000" dirty="0">
                <a:latin typeface="Calibri" panose="020F0502020204030204"/>
                <a:cs typeface="Calibri" panose="020F0502020204030204"/>
              </a:rPr>
              <a:t>.	.</a:t>
            </a:r>
            <a:endParaRPr sz="4350" baseline="2000">
              <a:latin typeface="Calibri" panose="020F0502020204030204"/>
              <a:cs typeface="Calibri" panose="020F0502020204030204"/>
            </a:endParaRPr>
          </a:p>
          <a:p>
            <a:pPr marL="93980">
              <a:lnSpc>
                <a:spcPct val="100000"/>
              </a:lnSpc>
              <a:spcBef>
                <a:spcPts val="2035"/>
              </a:spcBef>
              <a:tabLst>
                <a:tab pos="611505" algn="l"/>
                <a:tab pos="1165860" algn="l"/>
                <a:tab pos="1697355" algn="l"/>
                <a:tab pos="2237105" algn="l"/>
                <a:tab pos="2755265" algn="l"/>
                <a:tab pos="3308985" algn="l"/>
                <a:tab pos="3841115" algn="l"/>
              </a:tabLst>
            </a:pPr>
            <a:r>
              <a:rPr sz="2900" spc="5" dirty="0">
                <a:latin typeface="Calibri" panose="020F0502020204030204"/>
                <a:cs typeface="Calibri" panose="020F0502020204030204"/>
              </a:rPr>
              <a:t>.	.	.	.	.	.	.	.</a:t>
            </a:r>
            <a:endParaRPr sz="2900">
              <a:latin typeface="Calibri" panose="020F0502020204030204"/>
              <a:cs typeface="Calibri" panose="020F0502020204030204"/>
            </a:endParaRPr>
          </a:p>
        </p:txBody>
      </p:sp>
      <p:sp>
        <p:nvSpPr>
          <p:cNvPr id="25" name="object 25"/>
          <p:cNvSpPr txBox="1"/>
          <p:nvPr/>
        </p:nvSpPr>
        <p:spPr>
          <a:xfrm>
            <a:off x="1634235" y="3942027"/>
            <a:ext cx="254000" cy="659130"/>
          </a:xfrm>
          <a:prstGeom prst="rect">
            <a:avLst/>
          </a:prstGeom>
        </p:spPr>
        <p:txBody>
          <a:bodyPr vert="vert270" wrap="square" lIns="0" tIns="0" rIns="0" bIns="0" rtlCol="0">
            <a:spAutoFit/>
          </a:bodyPr>
          <a:lstStyle/>
          <a:p>
            <a:pPr marL="12700">
              <a:lnSpc>
                <a:spcPts val="1810"/>
              </a:lnSpc>
            </a:pPr>
            <a:r>
              <a:rPr sz="1800" spc="-10" dirty="0">
                <a:latin typeface="Calibri" panose="020F0502020204030204"/>
                <a:cs typeface="Calibri" panose="020F0502020204030204"/>
              </a:rPr>
              <a:t>Energy</a:t>
            </a:r>
            <a:endParaRPr sz="1800">
              <a:latin typeface="Calibri" panose="020F0502020204030204"/>
              <a:cs typeface="Calibri" panose="020F0502020204030204"/>
            </a:endParaRPr>
          </a:p>
        </p:txBody>
      </p:sp>
      <p:sp>
        <p:nvSpPr>
          <p:cNvPr id="26" name="object 26"/>
          <p:cNvSpPr txBox="1"/>
          <p:nvPr/>
        </p:nvSpPr>
        <p:spPr>
          <a:xfrm>
            <a:off x="6687057" y="6180835"/>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1</a:t>
            </a:r>
            <a:endParaRPr sz="1800">
              <a:latin typeface="Calibri" panose="020F0502020204030204"/>
              <a:cs typeface="Calibri" panose="020F0502020204030204"/>
            </a:endParaRPr>
          </a:p>
        </p:txBody>
      </p:sp>
      <p:sp>
        <p:nvSpPr>
          <p:cNvPr id="27" name="object 27"/>
          <p:cNvSpPr txBox="1"/>
          <p:nvPr/>
        </p:nvSpPr>
        <p:spPr>
          <a:xfrm>
            <a:off x="6701790" y="5469737"/>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2</a:t>
            </a:r>
            <a:endParaRPr sz="1800">
              <a:latin typeface="Calibri" panose="020F0502020204030204"/>
              <a:cs typeface="Calibri" panose="020F0502020204030204"/>
            </a:endParaRPr>
          </a:p>
        </p:txBody>
      </p:sp>
      <p:sp>
        <p:nvSpPr>
          <p:cNvPr id="28" name="object 28"/>
          <p:cNvSpPr txBox="1"/>
          <p:nvPr/>
        </p:nvSpPr>
        <p:spPr>
          <a:xfrm>
            <a:off x="6716014" y="4700778"/>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3</a:t>
            </a:r>
            <a:endParaRPr sz="1800">
              <a:latin typeface="Calibri" panose="020F0502020204030204"/>
              <a:cs typeface="Calibri" panose="020F0502020204030204"/>
            </a:endParaRPr>
          </a:p>
        </p:txBody>
      </p:sp>
      <p:sp>
        <p:nvSpPr>
          <p:cNvPr id="29" name="object 29"/>
          <p:cNvSpPr txBox="1"/>
          <p:nvPr/>
        </p:nvSpPr>
        <p:spPr>
          <a:xfrm>
            <a:off x="6665214" y="3961003"/>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4</a:t>
            </a:r>
            <a:endParaRPr sz="1800">
              <a:latin typeface="Calibri" panose="020F0502020204030204"/>
              <a:cs typeface="Calibri" panose="020F0502020204030204"/>
            </a:endParaRPr>
          </a:p>
        </p:txBody>
      </p:sp>
      <p:sp>
        <p:nvSpPr>
          <p:cNvPr id="30" name="object 30"/>
          <p:cNvSpPr txBox="1"/>
          <p:nvPr/>
        </p:nvSpPr>
        <p:spPr>
          <a:xfrm>
            <a:off x="7868539" y="6180835"/>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0</a:t>
            </a:r>
            <a:endParaRPr sz="1800">
              <a:latin typeface="Calibri" panose="020F0502020204030204"/>
              <a:cs typeface="Calibri" panose="020F0502020204030204"/>
            </a:endParaRPr>
          </a:p>
        </p:txBody>
      </p:sp>
      <p:sp>
        <p:nvSpPr>
          <p:cNvPr id="31" name="object 31"/>
          <p:cNvSpPr txBox="1"/>
          <p:nvPr/>
        </p:nvSpPr>
        <p:spPr>
          <a:xfrm>
            <a:off x="7911845" y="5469737"/>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1</a:t>
            </a:r>
            <a:endParaRPr sz="1800">
              <a:latin typeface="Calibri" panose="020F0502020204030204"/>
              <a:cs typeface="Calibri" panose="020F0502020204030204"/>
            </a:endParaRPr>
          </a:p>
        </p:txBody>
      </p:sp>
      <p:sp>
        <p:nvSpPr>
          <p:cNvPr id="32" name="object 32"/>
          <p:cNvSpPr txBox="1"/>
          <p:nvPr/>
        </p:nvSpPr>
        <p:spPr>
          <a:xfrm>
            <a:off x="7887081" y="4700778"/>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2</a:t>
            </a:r>
            <a:endParaRPr sz="1800">
              <a:latin typeface="Calibri" panose="020F0502020204030204"/>
              <a:cs typeface="Calibri" panose="020F0502020204030204"/>
            </a:endParaRPr>
          </a:p>
        </p:txBody>
      </p:sp>
      <p:sp>
        <p:nvSpPr>
          <p:cNvPr id="33" name="object 33"/>
          <p:cNvSpPr txBox="1"/>
          <p:nvPr/>
        </p:nvSpPr>
        <p:spPr>
          <a:xfrm>
            <a:off x="7820914" y="3964304"/>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3</a:t>
            </a:r>
            <a:endParaRPr sz="1800">
              <a:latin typeface="Calibri" panose="020F0502020204030204"/>
              <a:cs typeface="Calibri" panose="020F0502020204030204"/>
            </a:endParaRPr>
          </a:p>
        </p:txBody>
      </p:sp>
      <p:sp>
        <p:nvSpPr>
          <p:cNvPr id="34" name="object 34"/>
          <p:cNvSpPr txBox="1"/>
          <p:nvPr/>
        </p:nvSpPr>
        <p:spPr>
          <a:xfrm>
            <a:off x="6673722" y="3239465"/>
            <a:ext cx="667385" cy="300355"/>
          </a:xfrm>
          <a:prstGeom prst="rect">
            <a:avLst/>
          </a:prstGeom>
        </p:spPr>
        <p:txBody>
          <a:bodyPr vert="horz" wrap="square" lIns="0" tIns="12700" rIns="0" bIns="0" rtlCol="0">
            <a:spAutoFit/>
          </a:bodyPr>
          <a:lstStyle/>
          <a:p>
            <a:pPr marL="12700">
              <a:lnSpc>
                <a:spcPct val="100000"/>
              </a:lnSpc>
              <a:spcBef>
                <a:spcPts val="100"/>
              </a:spcBef>
            </a:pPr>
            <a:r>
              <a:rPr sz="1800" spc="-15" dirty="0">
                <a:latin typeface="Calibri" panose="020F0502020204030204"/>
                <a:cs typeface="Calibri" panose="020F0502020204030204"/>
              </a:rPr>
              <a:t>State</a:t>
            </a:r>
            <a:r>
              <a:rPr sz="1800" spc="-80" dirty="0">
                <a:latin typeface="Calibri" panose="020F0502020204030204"/>
                <a:cs typeface="Calibri" panose="020F0502020204030204"/>
              </a:rPr>
              <a:t> </a:t>
            </a:r>
            <a:r>
              <a:rPr sz="1800" dirty="0">
                <a:latin typeface="Calibri" panose="020F0502020204030204"/>
                <a:cs typeface="Calibri" panose="020F0502020204030204"/>
              </a:rPr>
              <a:t>5</a:t>
            </a:r>
            <a:endParaRPr sz="1800">
              <a:latin typeface="Calibri" panose="020F0502020204030204"/>
              <a:cs typeface="Calibri" panose="020F0502020204030204"/>
            </a:endParaRPr>
          </a:p>
        </p:txBody>
      </p:sp>
      <p:sp>
        <p:nvSpPr>
          <p:cNvPr id="35" name="object 35"/>
          <p:cNvSpPr txBox="1"/>
          <p:nvPr/>
        </p:nvSpPr>
        <p:spPr>
          <a:xfrm>
            <a:off x="7829550" y="3243198"/>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4</a:t>
            </a:r>
            <a:endParaRPr sz="1800">
              <a:latin typeface="Calibri" panose="020F0502020204030204"/>
              <a:cs typeface="Calibri" panose="020F0502020204030204"/>
            </a:endParaRPr>
          </a:p>
        </p:txBody>
      </p:sp>
      <p:sp>
        <p:nvSpPr>
          <p:cNvPr id="36" name="object 36"/>
          <p:cNvSpPr txBox="1"/>
          <p:nvPr/>
        </p:nvSpPr>
        <p:spPr>
          <a:xfrm>
            <a:off x="6671818" y="2487625"/>
            <a:ext cx="667385" cy="300355"/>
          </a:xfrm>
          <a:prstGeom prst="rect">
            <a:avLst/>
          </a:prstGeom>
        </p:spPr>
        <p:txBody>
          <a:bodyPr vert="horz" wrap="square" lIns="0" tIns="12700" rIns="0" bIns="0" rtlCol="0">
            <a:spAutoFit/>
          </a:bodyPr>
          <a:lstStyle/>
          <a:p>
            <a:pPr marL="12700">
              <a:lnSpc>
                <a:spcPct val="100000"/>
              </a:lnSpc>
              <a:spcBef>
                <a:spcPts val="100"/>
              </a:spcBef>
            </a:pPr>
            <a:r>
              <a:rPr sz="1800" spc="-15" dirty="0">
                <a:latin typeface="Calibri" panose="020F0502020204030204"/>
                <a:cs typeface="Calibri" panose="020F0502020204030204"/>
              </a:rPr>
              <a:t>State</a:t>
            </a:r>
            <a:r>
              <a:rPr sz="1800" spc="-80" dirty="0">
                <a:latin typeface="Calibri" panose="020F0502020204030204"/>
                <a:cs typeface="Calibri" panose="020F0502020204030204"/>
              </a:rPr>
              <a:t> </a:t>
            </a:r>
            <a:r>
              <a:rPr sz="1800" dirty="0">
                <a:latin typeface="Calibri" panose="020F0502020204030204"/>
                <a:cs typeface="Calibri" panose="020F0502020204030204"/>
              </a:rPr>
              <a:t>6</a:t>
            </a:r>
            <a:endParaRPr sz="1800">
              <a:latin typeface="Calibri" panose="020F0502020204030204"/>
              <a:cs typeface="Calibri" panose="020F0502020204030204"/>
            </a:endParaRPr>
          </a:p>
        </p:txBody>
      </p:sp>
      <p:sp>
        <p:nvSpPr>
          <p:cNvPr id="37" name="object 37"/>
          <p:cNvSpPr txBox="1"/>
          <p:nvPr/>
        </p:nvSpPr>
        <p:spPr>
          <a:xfrm>
            <a:off x="7827644" y="2491232"/>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5</a:t>
            </a:r>
            <a:endParaRPr sz="1800">
              <a:latin typeface="Calibri" panose="020F0502020204030204"/>
              <a:cs typeface="Calibri" panose="020F0502020204030204"/>
            </a:endParaRPr>
          </a:p>
        </p:txBody>
      </p:sp>
      <p:sp>
        <p:nvSpPr>
          <p:cNvPr id="38" name="object 38"/>
          <p:cNvSpPr txBox="1"/>
          <p:nvPr/>
        </p:nvSpPr>
        <p:spPr>
          <a:xfrm>
            <a:off x="6660006" y="1705483"/>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7</a:t>
            </a:r>
            <a:endParaRPr sz="1800">
              <a:latin typeface="Calibri" panose="020F0502020204030204"/>
              <a:cs typeface="Calibri" panose="020F0502020204030204"/>
            </a:endParaRPr>
          </a:p>
        </p:txBody>
      </p:sp>
      <p:sp>
        <p:nvSpPr>
          <p:cNvPr id="39" name="object 39"/>
          <p:cNvSpPr txBox="1"/>
          <p:nvPr/>
        </p:nvSpPr>
        <p:spPr>
          <a:xfrm>
            <a:off x="7815833" y="1708530"/>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6</a:t>
            </a:r>
            <a:endParaRPr sz="1800">
              <a:latin typeface="Calibri" panose="020F0502020204030204"/>
              <a:cs typeface="Calibri" panose="020F0502020204030204"/>
            </a:endParaRPr>
          </a:p>
        </p:txBody>
      </p:sp>
      <p:sp>
        <p:nvSpPr>
          <p:cNvPr id="40" name="object 40"/>
          <p:cNvSpPr txBox="1"/>
          <p:nvPr/>
        </p:nvSpPr>
        <p:spPr>
          <a:xfrm>
            <a:off x="6668516" y="1076705"/>
            <a:ext cx="666750" cy="299720"/>
          </a:xfrm>
          <a:prstGeom prst="rect">
            <a:avLst/>
          </a:prstGeom>
        </p:spPr>
        <p:txBody>
          <a:bodyPr vert="horz" wrap="square" lIns="0" tIns="12700" rIns="0" bIns="0" rtlCol="0">
            <a:spAutoFit/>
          </a:bodyPr>
          <a:lstStyle/>
          <a:p>
            <a:pPr marL="12700">
              <a:lnSpc>
                <a:spcPct val="100000"/>
              </a:lnSpc>
              <a:spcBef>
                <a:spcPts val="100"/>
              </a:spcBef>
            </a:pPr>
            <a:r>
              <a:rPr sz="1800" spc="-20" dirty="0">
                <a:latin typeface="Calibri" panose="020F0502020204030204"/>
                <a:cs typeface="Calibri" panose="020F0502020204030204"/>
              </a:rPr>
              <a:t>State</a:t>
            </a:r>
            <a:r>
              <a:rPr sz="1800" spc="-65" dirty="0">
                <a:latin typeface="Calibri" panose="020F0502020204030204"/>
                <a:cs typeface="Calibri" panose="020F0502020204030204"/>
              </a:rPr>
              <a:t> </a:t>
            </a:r>
            <a:r>
              <a:rPr sz="1800" dirty="0">
                <a:latin typeface="Calibri" panose="020F0502020204030204"/>
                <a:cs typeface="Calibri" panose="020F0502020204030204"/>
              </a:rPr>
              <a:t>8</a:t>
            </a:r>
            <a:endParaRPr sz="1800">
              <a:latin typeface="Calibri" panose="020F0502020204030204"/>
              <a:cs typeface="Calibri" panose="020F0502020204030204"/>
            </a:endParaRPr>
          </a:p>
        </p:txBody>
      </p:sp>
      <p:sp>
        <p:nvSpPr>
          <p:cNvPr id="41" name="object 41"/>
          <p:cNvSpPr txBox="1"/>
          <p:nvPr/>
        </p:nvSpPr>
        <p:spPr>
          <a:xfrm>
            <a:off x="7824343" y="1080008"/>
            <a:ext cx="75819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libri" panose="020F0502020204030204"/>
                <a:cs typeface="Calibri" panose="020F0502020204030204"/>
              </a:rPr>
              <a:t>nodes</a:t>
            </a:r>
            <a:r>
              <a:rPr sz="1800" spc="-70" dirty="0">
                <a:latin typeface="Calibri" panose="020F0502020204030204"/>
                <a:cs typeface="Calibri" panose="020F0502020204030204"/>
              </a:rPr>
              <a:t> </a:t>
            </a:r>
            <a:r>
              <a:rPr sz="1800" dirty="0">
                <a:latin typeface="Calibri" panose="020F0502020204030204"/>
                <a:cs typeface="Calibri" panose="020F0502020204030204"/>
              </a:rPr>
              <a:t>7</a:t>
            </a:r>
            <a:endParaRPr sz="1800">
              <a:latin typeface="Calibri" panose="020F0502020204030204"/>
              <a:cs typeface="Calibri" panose="020F0502020204030204"/>
            </a:endParaRPr>
          </a:p>
        </p:txBody>
      </p:sp>
      <p:sp>
        <p:nvSpPr>
          <p:cNvPr id="42" name="object 42"/>
          <p:cNvSpPr txBox="1"/>
          <p:nvPr/>
        </p:nvSpPr>
        <p:spPr>
          <a:xfrm>
            <a:off x="2278507" y="931621"/>
            <a:ext cx="1229360" cy="472440"/>
          </a:xfrm>
          <a:prstGeom prst="rect">
            <a:avLst/>
          </a:prstGeom>
        </p:spPr>
        <p:txBody>
          <a:bodyPr vert="horz" wrap="square" lIns="0" tIns="16510" rIns="0" bIns="0" rtlCol="0">
            <a:spAutoFit/>
          </a:bodyPr>
          <a:lstStyle/>
          <a:p>
            <a:pPr marL="12700">
              <a:lnSpc>
                <a:spcPct val="100000"/>
              </a:lnSpc>
              <a:spcBef>
                <a:spcPts val="130"/>
              </a:spcBef>
              <a:tabLst>
                <a:tab pos="568960" algn="l"/>
                <a:tab pos="1122045" algn="l"/>
              </a:tabLst>
            </a:pPr>
            <a:r>
              <a:rPr sz="2900" spc="5" dirty="0">
                <a:latin typeface="Calibri" panose="020F0502020204030204"/>
                <a:cs typeface="Calibri" panose="020F0502020204030204"/>
              </a:rPr>
              <a:t>.	.	.</a:t>
            </a:r>
            <a:endParaRPr sz="2900">
              <a:latin typeface="Calibri" panose="020F0502020204030204"/>
              <a:cs typeface="Calibri" panose="020F0502020204030204"/>
            </a:endParaRPr>
          </a:p>
        </p:txBody>
      </p:sp>
      <p:sp>
        <p:nvSpPr>
          <p:cNvPr id="43" name="object 43"/>
          <p:cNvSpPr txBox="1"/>
          <p:nvPr/>
        </p:nvSpPr>
        <p:spPr>
          <a:xfrm>
            <a:off x="3905758" y="922782"/>
            <a:ext cx="2390140" cy="471805"/>
          </a:xfrm>
          <a:prstGeom prst="rect">
            <a:avLst/>
          </a:prstGeom>
        </p:spPr>
        <p:txBody>
          <a:bodyPr vert="horz" wrap="square" lIns="0" tIns="15875" rIns="0" bIns="0" rtlCol="0">
            <a:spAutoFit/>
          </a:bodyPr>
          <a:lstStyle/>
          <a:p>
            <a:pPr marL="12700">
              <a:lnSpc>
                <a:spcPct val="100000"/>
              </a:lnSpc>
              <a:spcBef>
                <a:spcPts val="125"/>
              </a:spcBef>
              <a:tabLst>
                <a:tab pos="566420" algn="l"/>
                <a:tab pos="1098550" algn="l"/>
                <a:tab pos="1757045" algn="l"/>
                <a:tab pos="2282825" algn="l"/>
              </a:tabLst>
            </a:pPr>
            <a:r>
              <a:rPr sz="2900" spc="5" dirty="0">
                <a:latin typeface="Calibri" panose="020F0502020204030204"/>
                <a:cs typeface="Calibri" panose="020F0502020204030204"/>
              </a:rPr>
              <a:t>.	.	.	</a:t>
            </a:r>
            <a:r>
              <a:rPr sz="4350" spc="7" baseline="4000" dirty="0">
                <a:latin typeface="Calibri" panose="020F0502020204030204"/>
                <a:cs typeface="Calibri" panose="020F0502020204030204"/>
              </a:rPr>
              <a:t>.	</a:t>
            </a:r>
            <a:r>
              <a:rPr sz="4350" spc="7" baseline="2000" dirty="0">
                <a:latin typeface="Calibri" panose="020F0502020204030204"/>
                <a:cs typeface="Calibri" panose="020F0502020204030204"/>
              </a:rPr>
              <a:t>.</a:t>
            </a:r>
            <a:endParaRPr sz="4350" baseline="2000">
              <a:latin typeface="Calibri" panose="020F0502020204030204"/>
              <a:cs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942210" y="165354"/>
            <a:ext cx="4585335" cy="6565265"/>
            <a:chOff x="1942210" y="165354"/>
            <a:chExt cx="4585335" cy="6565265"/>
          </a:xfrm>
        </p:grpSpPr>
        <p:sp>
          <p:nvSpPr>
            <p:cNvPr id="3" name="object 3"/>
            <p:cNvSpPr/>
            <p:nvPr/>
          </p:nvSpPr>
          <p:spPr>
            <a:xfrm>
              <a:off x="2083308" y="5295899"/>
              <a:ext cx="4444365" cy="1376680"/>
            </a:xfrm>
            <a:custGeom>
              <a:avLst/>
              <a:gdLst/>
              <a:ahLst/>
              <a:cxnLst/>
              <a:rect l="l" t="t" r="r" b="b"/>
              <a:pathLst>
                <a:path w="4444365" h="1376679">
                  <a:moveTo>
                    <a:pt x="2270760" y="332994"/>
                  </a:moveTo>
                  <a:lnTo>
                    <a:pt x="2267572" y="287820"/>
                  </a:lnTo>
                  <a:lnTo>
                    <a:pt x="2258314" y="244475"/>
                  </a:lnTo>
                  <a:lnTo>
                    <a:pt x="2243378" y="203390"/>
                  </a:lnTo>
                  <a:lnTo>
                    <a:pt x="2223198" y="164934"/>
                  </a:lnTo>
                  <a:lnTo>
                    <a:pt x="2198179" y="129527"/>
                  </a:lnTo>
                  <a:lnTo>
                    <a:pt x="2168741" y="97536"/>
                  </a:lnTo>
                  <a:lnTo>
                    <a:pt x="2135289" y="69392"/>
                  </a:lnTo>
                  <a:lnTo>
                    <a:pt x="2098255" y="45466"/>
                  </a:lnTo>
                  <a:lnTo>
                    <a:pt x="2058047" y="26174"/>
                  </a:lnTo>
                  <a:lnTo>
                    <a:pt x="2015083" y="11899"/>
                  </a:lnTo>
                  <a:lnTo>
                    <a:pt x="1969757" y="3048"/>
                  </a:lnTo>
                  <a:lnTo>
                    <a:pt x="1922526" y="0"/>
                  </a:lnTo>
                  <a:lnTo>
                    <a:pt x="1875282" y="3048"/>
                  </a:lnTo>
                  <a:lnTo>
                    <a:pt x="1829955" y="11899"/>
                  </a:lnTo>
                  <a:lnTo>
                    <a:pt x="1786991" y="26174"/>
                  </a:lnTo>
                  <a:lnTo>
                    <a:pt x="1746783" y="45478"/>
                  </a:lnTo>
                  <a:lnTo>
                    <a:pt x="1709750" y="69392"/>
                  </a:lnTo>
                  <a:lnTo>
                    <a:pt x="1676298" y="97536"/>
                  </a:lnTo>
                  <a:lnTo>
                    <a:pt x="1663433" y="111518"/>
                  </a:lnTo>
                  <a:lnTo>
                    <a:pt x="1650580" y="97536"/>
                  </a:lnTo>
                  <a:lnTo>
                    <a:pt x="1617129" y="69392"/>
                  </a:lnTo>
                  <a:lnTo>
                    <a:pt x="1580095" y="45466"/>
                  </a:lnTo>
                  <a:lnTo>
                    <a:pt x="1539887" y="26174"/>
                  </a:lnTo>
                  <a:lnTo>
                    <a:pt x="1496923" y="11899"/>
                  </a:lnTo>
                  <a:lnTo>
                    <a:pt x="1451597" y="3048"/>
                  </a:lnTo>
                  <a:lnTo>
                    <a:pt x="1404366" y="0"/>
                  </a:lnTo>
                  <a:lnTo>
                    <a:pt x="1357122" y="3048"/>
                  </a:lnTo>
                  <a:lnTo>
                    <a:pt x="1311795" y="11899"/>
                  </a:lnTo>
                  <a:lnTo>
                    <a:pt x="1268831" y="26174"/>
                  </a:lnTo>
                  <a:lnTo>
                    <a:pt x="1228623" y="45478"/>
                  </a:lnTo>
                  <a:lnTo>
                    <a:pt x="1191590" y="69392"/>
                  </a:lnTo>
                  <a:lnTo>
                    <a:pt x="1158138" y="97536"/>
                  </a:lnTo>
                  <a:lnTo>
                    <a:pt x="1128699" y="129527"/>
                  </a:lnTo>
                  <a:lnTo>
                    <a:pt x="1103680" y="164934"/>
                  </a:lnTo>
                  <a:lnTo>
                    <a:pt x="1083500" y="203390"/>
                  </a:lnTo>
                  <a:lnTo>
                    <a:pt x="1068565" y="244475"/>
                  </a:lnTo>
                  <a:lnTo>
                    <a:pt x="1059307" y="287820"/>
                  </a:lnTo>
                  <a:lnTo>
                    <a:pt x="1056132" y="332994"/>
                  </a:lnTo>
                  <a:lnTo>
                    <a:pt x="1059307" y="378180"/>
                  </a:lnTo>
                  <a:lnTo>
                    <a:pt x="1068565" y="421525"/>
                  </a:lnTo>
                  <a:lnTo>
                    <a:pt x="1083500" y="462622"/>
                  </a:lnTo>
                  <a:lnTo>
                    <a:pt x="1103680" y="501065"/>
                  </a:lnTo>
                  <a:lnTo>
                    <a:pt x="1128699" y="536486"/>
                  </a:lnTo>
                  <a:lnTo>
                    <a:pt x="1158138" y="568464"/>
                  </a:lnTo>
                  <a:lnTo>
                    <a:pt x="1191590" y="596607"/>
                  </a:lnTo>
                  <a:lnTo>
                    <a:pt x="1228623" y="620534"/>
                  </a:lnTo>
                  <a:lnTo>
                    <a:pt x="1268831" y="639826"/>
                  </a:lnTo>
                  <a:lnTo>
                    <a:pt x="1311795" y="654100"/>
                  </a:lnTo>
                  <a:lnTo>
                    <a:pt x="1357122" y="662952"/>
                  </a:lnTo>
                  <a:lnTo>
                    <a:pt x="1404366" y="665988"/>
                  </a:lnTo>
                  <a:lnTo>
                    <a:pt x="1451597" y="662952"/>
                  </a:lnTo>
                  <a:lnTo>
                    <a:pt x="1496923" y="654100"/>
                  </a:lnTo>
                  <a:lnTo>
                    <a:pt x="1539887" y="639826"/>
                  </a:lnTo>
                  <a:lnTo>
                    <a:pt x="1580095" y="620534"/>
                  </a:lnTo>
                  <a:lnTo>
                    <a:pt x="1617129" y="596607"/>
                  </a:lnTo>
                  <a:lnTo>
                    <a:pt x="1650580" y="568464"/>
                  </a:lnTo>
                  <a:lnTo>
                    <a:pt x="1663433" y="554507"/>
                  </a:lnTo>
                  <a:lnTo>
                    <a:pt x="1676298" y="568464"/>
                  </a:lnTo>
                  <a:lnTo>
                    <a:pt x="1709750" y="596607"/>
                  </a:lnTo>
                  <a:lnTo>
                    <a:pt x="1746783" y="620534"/>
                  </a:lnTo>
                  <a:lnTo>
                    <a:pt x="1786991" y="639826"/>
                  </a:lnTo>
                  <a:lnTo>
                    <a:pt x="1829955" y="654100"/>
                  </a:lnTo>
                  <a:lnTo>
                    <a:pt x="1875282" y="662952"/>
                  </a:lnTo>
                  <a:lnTo>
                    <a:pt x="1922526" y="665988"/>
                  </a:lnTo>
                  <a:lnTo>
                    <a:pt x="1969757" y="662952"/>
                  </a:lnTo>
                  <a:lnTo>
                    <a:pt x="2015083" y="654100"/>
                  </a:lnTo>
                  <a:lnTo>
                    <a:pt x="2058047" y="639826"/>
                  </a:lnTo>
                  <a:lnTo>
                    <a:pt x="2098255" y="620534"/>
                  </a:lnTo>
                  <a:lnTo>
                    <a:pt x="2135289" y="596607"/>
                  </a:lnTo>
                  <a:lnTo>
                    <a:pt x="2168741" y="568464"/>
                  </a:lnTo>
                  <a:lnTo>
                    <a:pt x="2198179" y="536486"/>
                  </a:lnTo>
                  <a:lnTo>
                    <a:pt x="2223198" y="501065"/>
                  </a:lnTo>
                  <a:lnTo>
                    <a:pt x="2243378" y="462622"/>
                  </a:lnTo>
                  <a:lnTo>
                    <a:pt x="2258314" y="421525"/>
                  </a:lnTo>
                  <a:lnTo>
                    <a:pt x="2267572" y="378180"/>
                  </a:lnTo>
                  <a:lnTo>
                    <a:pt x="2270760" y="332994"/>
                  </a:lnTo>
                  <a:close/>
                </a:path>
                <a:path w="4444365" h="1376679">
                  <a:moveTo>
                    <a:pt x="4443984" y="1043178"/>
                  </a:moveTo>
                  <a:lnTo>
                    <a:pt x="4440796" y="998004"/>
                  </a:lnTo>
                  <a:lnTo>
                    <a:pt x="4431538" y="954659"/>
                  </a:lnTo>
                  <a:lnTo>
                    <a:pt x="4416603" y="913561"/>
                  </a:lnTo>
                  <a:lnTo>
                    <a:pt x="4396422" y="875118"/>
                  </a:lnTo>
                  <a:lnTo>
                    <a:pt x="4371403" y="839698"/>
                  </a:lnTo>
                  <a:lnTo>
                    <a:pt x="4341965" y="807720"/>
                  </a:lnTo>
                  <a:lnTo>
                    <a:pt x="4308513" y="779576"/>
                  </a:lnTo>
                  <a:lnTo>
                    <a:pt x="4271480" y="755650"/>
                  </a:lnTo>
                  <a:lnTo>
                    <a:pt x="4231271" y="736358"/>
                  </a:lnTo>
                  <a:lnTo>
                    <a:pt x="4188307" y="722083"/>
                  </a:lnTo>
                  <a:lnTo>
                    <a:pt x="4142981" y="713232"/>
                  </a:lnTo>
                  <a:lnTo>
                    <a:pt x="4095750" y="710184"/>
                  </a:lnTo>
                  <a:lnTo>
                    <a:pt x="4048506" y="713232"/>
                  </a:lnTo>
                  <a:lnTo>
                    <a:pt x="4003179" y="722083"/>
                  </a:lnTo>
                  <a:lnTo>
                    <a:pt x="3960215" y="736358"/>
                  </a:lnTo>
                  <a:lnTo>
                    <a:pt x="3920007" y="755650"/>
                  </a:lnTo>
                  <a:lnTo>
                    <a:pt x="3882974" y="779576"/>
                  </a:lnTo>
                  <a:lnTo>
                    <a:pt x="3849522" y="807720"/>
                  </a:lnTo>
                  <a:lnTo>
                    <a:pt x="3829799" y="829144"/>
                  </a:lnTo>
                  <a:lnTo>
                    <a:pt x="3810089" y="807720"/>
                  </a:lnTo>
                  <a:lnTo>
                    <a:pt x="3776637" y="779576"/>
                  </a:lnTo>
                  <a:lnTo>
                    <a:pt x="3739604" y="755650"/>
                  </a:lnTo>
                  <a:lnTo>
                    <a:pt x="3699395" y="736358"/>
                  </a:lnTo>
                  <a:lnTo>
                    <a:pt x="3656431" y="722083"/>
                  </a:lnTo>
                  <a:lnTo>
                    <a:pt x="3611105" y="713232"/>
                  </a:lnTo>
                  <a:lnTo>
                    <a:pt x="3563874" y="710184"/>
                  </a:lnTo>
                  <a:lnTo>
                    <a:pt x="3516630" y="713232"/>
                  </a:lnTo>
                  <a:lnTo>
                    <a:pt x="3471303" y="722083"/>
                  </a:lnTo>
                  <a:lnTo>
                    <a:pt x="3428339" y="736358"/>
                  </a:lnTo>
                  <a:lnTo>
                    <a:pt x="3388131" y="755650"/>
                  </a:lnTo>
                  <a:lnTo>
                    <a:pt x="3351098" y="779576"/>
                  </a:lnTo>
                  <a:lnTo>
                    <a:pt x="3317646" y="807720"/>
                  </a:lnTo>
                  <a:lnTo>
                    <a:pt x="3288207" y="839698"/>
                  </a:lnTo>
                  <a:lnTo>
                    <a:pt x="3287191" y="841133"/>
                  </a:lnTo>
                  <a:lnTo>
                    <a:pt x="3286188" y="839698"/>
                  </a:lnTo>
                  <a:lnTo>
                    <a:pt x="3256686" y="807720"/>
                  </a:lnTo>
                  <a:lnTo>
                    <a:pt x="3223171" y="779576"/>
                  </a:lnTo>
                  <a:lnTo>
                    <a:pt x="3186061" y="755650"/>
                  </a:lnTo>
                  <a:lnTo>
                    <a:pt x="3145752" y="736358"/>
                  </a:lnTo>
                  <a:lnTo>
                    <a:pt x="3102686" y="722083"/>
                  </a:lnTo>
                  <a:lnTo>
                    <a:pt x="3057258" y="713232"/>
                  </a:lnTo>
                  <a:lnTo>
                    <a:pt x="3009900" y="710184"/>
                  </a:lnTo>
                  <a:lnTo>
                    <a:pt x="2962529" y="713232"/>
                  </a:lnTo>
                  <a:lnTo>
                    <a:pt x="2917101" y="722083"/>
                  </a:lnTo>
                  <a:lnTo>
                    <a:pt x="2874035" y="736358"/>
                  </a:lnTo>
                  <a:lnTo>
                    <a:pt x="2833725" y="755650"/>
                  </a:lnTo>
                  <a:lnTo>
                    <a:pt x="2796616" y="779576"/>
                  </a:lnTo>
                  <a:lnTo>
                    <a:pt x="2763101" y="807720"/>
                  </a:lnTo>
                  <a:lnTo>
                    <a:pt x="2750883" y="820953"/>
                  </a:lnTo>
                  <a:lnTo>
                    <a:pt x="2738717" y="807720"/>
                  </a:lnTo>
                  <a:lnTo>
                    <a:pt x="2705265" y="779576"/>
                  </a:lnTo>
                  <a:lnTo>
                    <a:pt x="2668232" y="755650"/>
                  </a:lnTo>
                  <a:lnTo>
                    <a:pt x="2628023" y="736358"/>
                  </a:lnTo>
                  <a:lnTo>
                    <a:pt x="2585059" y="722083"/>
                  </a:lnTo>
                  <a:lnTo>
                    <a:pt x="2539733" y="713232"/>
                  </a:lnTo>
                  <a:lnTo>
                    <a:pt x="2492502" y="710184"/>
                  </a:lnTo>
                  <a:lnTo>
                    <a:pt x="2445258" y="713232"/>
                  </a:lnTo>
                  <a:lnTo>
                    <a:pt x="2399931" y="722083"/>
                  </a:lnTo>
                  <a:lnTo>
                    <a:pt x="2356967" y="736358"/>
                  </a:lnTo>
                  <a:lnTo>
                    <a:pt x="2316759" y="755650"/>
                  </a:lnTo>
                  <a:lnTo>
                    <a:pt x="2279726" y="779576"/>
                  </a:lnTo>
                  <a:lnTo>
                    <a:pt x="2246274" y="807720"/>
                  </a:lnTo>
                  <a:lnTo>
                    <a:pt x="2222741" y="833285"/>
                  </a:lnTo>
                  <a:lnTo>
                    <a:pt x="2199221" y="807720"/>
                  </a:lnTo>
                  <a:lnTo>
                    <a:pt x="2165769" y="779576"/>
                  </a:lnTo>
                  <a:lnTo>
                    <a:pt x="2128736" y="755650"/>
                  </a:lnTo>
                  <a:lnTo>
                    <a:pt x="2088527" y="736358"/>
                  </a:lnTo>
                  <a:lnTo>
                    <a:pt x="2045563" y="722083"/>
                  </a:lnTo>
                  <a:lnTo>
                    <a:pt x="2000237" y="713232"/>
                  </a:lnTo>
                  <a:lnTo>
                    <a:pt x="1953006" y="710184"/>
                  </a:lnTo>
                  <a:lnTo>
                    <a:pt x="1905762" y="713232"/>
                  </a:lnTo>
                  <a:lnTo>
                    <a:pt x="1860435" y="722083"/>
                  </a:lnTo>
                  <a:lnTo>
                    <a:pt x="1817471" y="736358"/>
                  </a:lnTo>
                  <a:lnTo>
                    <a:pt x="1777263" y="755650"/>
                  </a:lnTo>
                  <a:lnTo>
                    <a:pt x="1740230" y="779576"/>
                  </a:lnTo>
                  <a:lnTo>
                    <a:pt x="1706778" y="807720"/>
                  </a:lnTo>
                  <a:lnTo>
                    <a:pt x="1687055" y="829144"/>
                  </a:lnTo>
                  <a:lnTo>
                    <a:pt x="1667344" y="807720"/>
                  </a:lnTo>
                  <a:lnTo>
                    <a:pt x="1633893" y="779576"/>
                  </a:lnTo>
                  <a:lnTo>
                    <a:pt x="1596859" y="755650"/>
                  </a:lnTo>
                  <a:lnTo>
                    <a:pt x="1556651" y="736358"/>
                  </a:lnTo>
                  <a:lnTo>
                    <a:pt x="1513687" y="722083"/>
                  </a:lnTo>
                  <a:lnTo>
                    <a:pt x="1468361" y="713232"/>
                  </a:lnTo>
                  <a:lnTo>
                    <a:pt x="1421130" y="710184"/>
                  </a:lnTo>
                  <a:lnTo>
                    <a:pt x="1373886" y="713232"/>
                  </a:lnTo>
                  <a:lnTo>
                    <a:pt x="1328559" y="722083"/>
                  </a:lnTo>
                  <a:lnTo>
                    <a:pt x="1285595" y="736358"/>
                  </a:lnTo>
                  <a:lnTo>
                    <a:pt x="1245387" y="755650"/>
                  </a:lnTo>
                  <a:lnTo>
                    <a:pt x="1208354" y="779576"/>
                  </a:lnTo>
                  <a:lnTo>
                    <a:pt x="1174902" y="807720"/>
                  </a:lnTo>
                  <a:lnTo>
                    <a:pt x="1145463" y="839698"/>
                  </a:lnTo>
                  <a:lnTo>
                    <a:pt x="1143749" y="842124"/>
                  </a:lnTo>
                  <a:lnTo>
                    <a:pt x="1142047" y="839698"/>
                  </a:lnTo>
                  <a:lnTo>
                    <a:pt x="1112608" y="807720"/>
                  </a:lnTo>
                  <a:lnTo>
                    <a:pt x="1079157" y="779576"/>
                  </a:lnTo>
                  <a:lnTo>
                    <a:pt x="1042123" y="755650"/>
                  </a:lnTo>
                  <a:lnTo>
                    <a:pt x="1001915" y="736358"/>
                  </a:lnTo>
                  <a:lnTo>
                    <a:pt x="958951" y="722083"/>
                  </a:lnTo>
                  <a:lnTo>
                    <a:pt x="913625" y="713232"/>
                  </a:lnTo>
                  <a:lnTo>
                    <a:pt x="866394" y="710184"/>
                  </a:lnTo>
                  <a:lnTo>
                    <a:pt x="819150" y="713232"/>
                  </a:lnTo>
                  <a:lnTo>
                    <a:pt x="773823" y="722083"/>
                  </a:lnTo>
                  <a:lnTo>
                    <a:pt x="730859" y="736358"/>
                  </a:lnTo>
                  <a:lnTo>
                    <a:pt x="690651" y="755650"/>
                  </a:lnTo>
                  <a:lnTo>
                    <a:pt x="653618" y="779576"/>
                  </a:lnTo>
                  <a:lnTo>
                    <a:pt x="620166" y="807720"/>
                  </a:lnTo>
                  <a:lnTo>
                    <a:pt x="607987" y="820953"/>
                  </a:lnTo>
                  <a:lnTo>
                    <a:pt x="595782" y="807720"/>
                  </a:lnTo>
                  <a:lnTo>
                    <a:pt x="562267" y="779576"/>
                  </a:lnTo>
                  <a:lnTo>
                    <a:pt x="525157" y="755650"/>
                  </a:lnTo>
                  <a:lnTo>
                    <a:pt x="484847" y="736358"/>
                  </a:lnTo>
                  <a:lnTo>
                    <a:pt x="441782" y="722083"/>
                  </a:lnTo>
                  <a:lnTo>
                    <a:pt x="396354" y="713232"/>
                  </a:lnTo>
                  <a:lnTo>
                    <a:pt x="348996" y="710184"/>
                  </a:lnTo>
                  <a:lnTo>
                    <a:pt x="301625" y="713232"/>
                  </a:lnTo>
                  <a:lnTo>
                    <a:pt x="256197" y="722083"/>
                  </a:lnTo>
                  <a:lnTo>
                    <a:pt x="213131" y="736358"/>
                  </a:lnTo>
                  <a:lnTo>
                    <a:pt x="172821" y="755650"/>
                  </a:lnTo>
                  <a:lnTo>
                    <a:pt x="135712" y="779576"/>
                  </a:lnTo>
                  <a:lnTo>
                    <a:pt x="102196" y="807720"/>
                  </a:lnTo>
                  <a:lnTo>
                    <a:pt x="72694" y="839698"/>
                  </a:lnTo>
                  <a:lnTo>
                    <a:pt x="47637" y="875118"/>
                  </a:lnTo>
                  <a:lnTo>
                    <a:pt x="27419" y="913561"/>
                  </a:lnTo>
                  <a:lnTo>
                    <a:pt x="12458" y="954659"/>
                  </a:lnTo>
                  <a:lnTo>
                    <a:pt x="3175" y="998004"/>
                  </a:lnTo>
                  <a:lnTo>
                    <a:pt x="0" y="1043178"/>
                  </a:lnTo>
                  <a:lnTo>
                    <a:pt x="3175" y="1088364"/>
                  </a:lnTo>
                  <a:lnTo>
                    <a:pt x="12458" y="1131709"/>
                  </a:lnTo>
                  <a:lnTo>
                    <a:pt x="27419" y="1172806"/>
                  </a:lnTo>
                  <a:lnTo>
                    <a:pt x="47637" y="1211249"/>
                  </a:lnTo>
                  <a:lnTo>
                    <a:pt x="72694" y="1246670"/>
                  </a:lnTo>
                  <a:lnTo>
                    <a:pt x="102196" y="1278648"/>
                  </a:lnTo>
                  <a:lnTo>
                    <a:pt x="135712" y="1306791"/>
                  </a:lnTo>
                  <a:lnTo>
                    <a:pt x="172821" y="1330718"/>
                  </a:lnTo>
                  <a:lnTo>
                    <a:pt x="213131" y="1350010"/>
                  </a:lnTo>
                  <a:lnTo>
                    <a:pt x="256197" y="1364284"/>
                  </a:lnTo>
                  <a:lnTo>
                    <a:pt x="301625" y="1373136"/>
                  </a:lnTo>
                  <a:lnTo>
                    <a:pt x="348996" y="1376172"/>
                  </a:lnTo>
                  <a:lnTo>
                    <a:pt x="396354" y="1373136"/>
                  </a:lnTo>
                  <a:lnTo>
                    <a:pt x="441782" y="1364284"/>
                  </a:lnTo>
                  <a:lnTo>
                    <a:pt x="484847" y="1350010"/>
                  </a:lnTo>
                  <a:lnTo>
                    <a:pt x="525157" y="1330718"/>
                  </a:lnTo>
                  <a:lnTo>
                    <a:pt x="562267" y="1306791"/>
                  </a:lnTo>
                  <a:lnTo>
                    <a:pt x="595782" y="1278648"/>
                  </a:lnTo>
                  <a:lnTo>
                    <a:pt x="607987" y="1265428"/>
                  </a:lnTo>
                  <a:lnTo>
                    <a:pt x="620166" y="1278648"/>
                  </a:lnTo>
                  <a:lnTo>
                    <a:pt x="653618" y="1306791"/>
                  </a:lnTo>
                  <a:lnTo>
                    <a:pt x="690651" y="1330718"/>
                  </a:lnTo>
                  <a:lnTo>
                    <a:pt x="730859" y="1350010"/>
                  </a:lnTo>
                  <a:lnTo>
                    <a:pt x="773823" y="1364284"/>
                  </a:lnTo>
                  <a:lnTo>
                    <a:pt x="819150" y="1373136"/>
                  </a:lnTo>
                  <a:lnTo>
                    <a:pt x="866394" y="1376172"/>
                  </a:lnTo>
                  <a:lnTo>
                    <a:pt x="913625" y="1373136"/>
                  </a:lnTo>
                  <a:lnTo>
                    <a:pt x="958951" y="1364284"/>
                  </a:lnTo>
                  <a:lnTo>
                    <a:pt x="1001915" y="1350010"/>
                  </a:lnTo>
                  <a:lnTo>
                    <a:pt x="1042123" y="1330718"/>
                  </a:lnTo>
                  <a:lnTo>
                    <a:pt x="1079157" y="1306791"/>
                  </a:lnTo>
                  <a:lnTo>
                    <a:pt x="1112608" y="1278648"/>
                  </a:lnTo>
                  <a:lnTo>
                    <a:pt x="1142047" y="1246670"/>
                  </a:lnTo>
                  <a:lnTo>
                    <a:pt x="1143749" y="1244257"/>
                  </a:lnTo>
                  <a:lnTo>
                    <a:pt x="1145463" y="1246670"/>
                  </a:lnTo>
                  <a:lnTo>
                    <a:pt x="1174902" y="1278648"/>
                  </a:lnTo>
                  <a:lnTo>
                    <a:pt x="1208354" y="1306791"/>
                  </a:lnTo>
                  <a:lnTo>
                    <a:pt x="1245387" y="1330718"/>
                  </a:lnTo>
                  <a:lnTo>
                    <a:pt x="1285595" y="1350010"/>
                  </a:lnTo>
                  <a:lnTo>
                    <a:pt x="1328559" y="1364284"/>
                  </a:lnTo>
                  <a:lnTo>
                    <a:pt x="1373886" y="1373136"/>
                  </a:lnTo>
                  <a:lnTo>
                    <a:pt x="1421130" y="1376172"/>
                  </a:lnTo>
                  <a:lnTo>
                    <a:pt x="1468361" y="1373136"/>
                  </a:lnTo>
                  <a:lnTo>
                    <a:pt x="1513687" y="1364284"/>
                  </a:lnTo>
                  <a:lnTo>
                    <a:pt x="1556651" y="1350010"/>
                  </a:lnTo>
                  <a:lnTo>
                    <a:pt x="1596859" y="1330718"/>
                  </a:lnTo>
                  <a:lnTo>
                    <a:pt x="1633893" y="1306791"/>
                  </a:lnTo>
                  <a:lnTo>
                    <a:pt x="1667344" y="1278648"/>
                  </a:lnTo>
                  <a:lnTo>
                    <a:pt x="1687055" y="1257236"/>
                  </a:lnTo>
                  <a:lnTo>
                    <a:pt x="1706778" y="1278648"/>
                  </a:lnTo>
                  <a:lnTo>
                    <a:pt x="1740230" y="1306791"/>
                  </a:lnTo>
                  <a:lnTo>
                    <a:pt x="1777263" y="1330718"/>
                  </a:lnTo>
                  <a:lnTo>
                    <a:pt x="1817471" y="1350010"/>
                  </a:lnTo>
                  <a:lnTo>
                    <a:pt x="1860435" y="1364284"/>
                  </a:lnTo>
                  <a:lnTo>
                    <a:pt x="1905762" y="1373136"/>
                  </a:lnTo>
                  <a:lnTo>
                    <a:pt x="1953006" y="1376172"/>
                  </a:lnTo>
                  <a:lnTo>
                    <a:pt x="2000237" y="1373136"/>
                  </a:lnTo>
                  <a:lnTo>
                    <a:pt x="2045563" y="1364284"/>
                  </a:lnTo>
                  <a:lnTo>
                    <a:pt x="2088527" y="1350010"/>
                  </a:lnTo>
                  <a:lnTo>
                    <a:pt x="2128736" y="1330718"/>
                  </a:lnTo>
                  <a:lnTo>
                    <a:pt x="2165769" y="1306791"/>
                  </a:lnTo>
                  <a:lnTo>
                    <a:pt x="2199221" y="1278648"/>
                  </a:lnTo>
                  <a:lnTo>
                    <a:pt x="2222741" y="1253096"/>
                  </a:lnTo>
                  <a:lnTo>
                    <a:pt x="2246274" y="1278648"/>
                  </a:lnTo>
                  <a:lnTo>
                    <a:pt x="2279726" y="1306791"/>
                  </a:lnTo>
                  <a:lnTo>
                    <a:pt x="2316759" y="1330718"/>
                  </a:lnTo>
                  <a:lnTo>
                    <a:pt x="2356967" y="1350010"/>
                  </a:lnTo>
                  <a:lnTo>
                    <a:pt x="2399931" y="1364284"/>
                  </a:lnTo>
                  <a:lnTo>
                    <a:pt x="2445258" y="1373136"/>
                  </a:lnTo>
                  <a:lnTo>
                    <a:pt x="2492502" y="1376172"/>
                  </a:lnTo>
                  <a:lnTo>
                    <a:pt x="2539733" y="1373136"/>
                  </a:lnTo>
                  <a:lnTo>
                    <a:pt x="2585059" y="1364284"/>
                  </a:lnTo>
                  <a:lnTo>
                    <a:pt x="2628023" y="1350010"/>
                  </a:lnTo>
                  <a:lnTo>
                    <a:pt x="2668232" y="1330718"/>
                  </a:lnTo>
                  <a:lnTo>
                    <a:pt x="2705265" y="1306791"/>
                  </a:lnTo>
                  <a:lnTo>
                    <a:pt x="2738717" y="1278648"/>
                  </a:lnTo>
                  <a:lnTo>
                    <a:pt x="2750883" y="1265428"/>
                  </a:lnTo>
                  <a:lnTo>
                    <a:pt x="2763101" y="1278648"/>
                  </a:lnTo>
                  <a:lnTo>
                    <a:pt x="2796616" y="1306791"/>
                  </a:lnTo>
                  <a:lnTo>
                    <a:pt x="2833725" y="1330718"/>
                  </a:lnTo>
                  <a:lnTo>
                    <a:pt x="2874035" y="1350010"/>
                  </a:lnTo>
                  <a:lnTo>
                    <a:pt x="2917101" y="1364284"/>
                  </a:lnTo>
                  <a:lnTo>
                    <a:pt x="2962529" y="1373136"/>
                  </a:lnTo>
                  <a:lnTo>
                    <a:pt x="3009900" y="1376172"/>
                  </a:lnTo>
                  <a:lnTo>
                    <a:pt x="3057258" y="1373136"/>
                  </a:lnTo>
                  <a:lnTo>
                    <a:pt x="3102686" y="1364284"/>
                  </a:lnTo>
                  <a:lnTo>
                    <a:pt x="3145752" y="1350010"/>
                  </a:lnTo>
                  <a:lnTo>
                    <a:pt x="3186061" y="1330718"/>
                  </a:lnTo>
                  <a:lnTo>
                    <a:pt x="3223171" y="1306791"/>
                  </a:lnTo>
                  <a:lnTo>
                    <a:pt x="3256686" y="1278648"/>
                  </a:lnTo>
                  <a:lnTo>
                    <a:pt x="3286188" y="1246670"/>
                  </a:lnTo>
                  <a:lnTo>
                    <a:pt x="3287191" y="1245247"/>
                  </a:lnTo>
                  <a:lnTo>
                    <a:pt x="3288207" y="1246670"/>
                  </a:lnTo>
                  <a:lnTo>
                    <a:pt x="3317646" y="1278648"/>
                  </a:lnTo>
                  <a:lnTo>
                    <a:pt x="3351098" y="1306791"/>
                  </a:lnTo>
                  <a:lnTo>
                    <a:pt x="3388131" y="1330718"/>
                  </a:lnTo>
                  <a:lnTo>
                    <a:pt x="3428339" y="1350010"/>
                  </a:lnTo>
                  <a:lnTo>
                    <a:pt x="3471303" y="1364284"/>
                  </a:lnTo>
                  <a:lnTo>
                    <a:pt x="3516630" y="1373136"/>
                  </a:lnTo>
                  <a:lnTo>
                    <a:pt x="3563874" y="1376172"/>
                  </a:lnTo>
                  <a:lnTo>
                    <a:pt x="3611105" y="1373136"/>
                  </a:lnTo>
                  <a:lnTo>
                    <a:pt x="3656431" y="1364284"/>
                  </a:lnTo>
                  <a:lnTo>
                    <a:pt x="3699395" y="1350010"/>
                  </a:lnTo>
                  <a:lnTo>
                    <a:pt x="3739604" y="1330718"/>
                  </a:lnTo>
                  <a:lnTo>
                    <a:pt x="3776637" y="1306791"/>
                  </a:lnTo>
                  <a:lnTo>
                    <a:pt x="3810089" y="1278648"/>
                  </a:lnTo>
                  <a:lnTo>
                    <a:pt x="3829799" y="1257236"/>
                  </a:lnTo>
                  <a:lnTo>
                    <a:pt x="3849522" y="1278648"/>
                  </a:lnTo>
                  <a:lnTo>
                    <a:pt x="3882974" y="1306791"/>
                  </a:lnTo>
                  <a:lnTo>
                    <a:pt x="3920007" y="1330718"/>
                  </a:lnTo>
                  <a:lnTo>
                    <a:pt x="3960215" y="1350010"/>
                  </a:lnTo>
                  <a:lnTo>
                    <a:pt x="4003179" y="1364284"/>
                  </a:lnTo>
                  <a:lnTo>
                    <a:pt x="4048506" y="1373136"/>
                  </a:lnTo>
                  <a:lnTo>
                    <a:pt x="4095750" y="1376172"/>
                  </a:lnTo>
                  <a:lnTo>
                    <a:pt x="4142981" y="1373136"/>
                  </a:lnTo>
                  <a:lnTo>
                    <a:pt x="4188307" y="1364284"/>
                  </a:lnTo>
                  <a:lnTo>
                    <a:pt x="4231271" y="1350010"/>
                  </a:lnTo>
                  <a:lnTo>
                    <a:pt x="4271480" y="1330718"/>
                  </a:lnTo>
                  <a:lnTo>
                    <a:pt x="4308513" y="1306791"/>
                  </a:lnTo>
                  <a:lnTo>
                    <a:pt x="4341965" y="1278648"/>
                  </a:lnTo>
                  <a:lnTo>
                    <a:pt x="4371403" y="1246670"/>
                  </a:lnTo>
                  <a:lnTo>
                    <a:pt x="4396422" y="1211249"/>
                  </a:lnTo>
                  <a:lnTo>
                    <a:pt x="4416603" y="1172806"/>
                  </a:lnTo>
                  <a:lnTo>
                    <a:pt x="4431538" y="1131709"/>
                  </a:lnTo>
                  <a:lnTo>
                    <a:pt x="4440796" y="1088364"/>
                  </a:lnTo>
                  <a:lnTo>
                    <a:pt x="4443984" y="1043178"/>
                  </a:lnTo>
                  <a:close/>
                </a:path>
              </a:pathLst>
            </a:custGeom>
            <a:solidFill>
              <a:srgbClr val="FF0000"/>
            </a:solidFill>
          </p:spPr>
          <p:txBody>
            <a:bodyPr wrap="square" lIns="0" tIns="0" rIns="0" bIns="0" rtlCol="0"/>
            <a:lstStyle/>
            <a:p/>
          </p:txBody>
        </p:sp>
        <p:sp>
          <p:nvSpPr>
            <p:cNvPr id="4" name="object 4"/>
            <p:cNvSpPr/>
            <p:nvPr/>
          </p:nvSpPr>
          <p:spPr>
            <a:xfrm>
              <a:off x="4210812" y="5295899"/>
              <a:ext cx="1228725" cy="666115"/>
            </a:xfrm>
            <a:custGeom>
              <a:avLst/>
              <a:gdLst/>
              <a:ahLst/>
              <a:cxnLst/>
              <a:rect l="l" t="t" r="r" b="b"/>
              <a:pathLst>
                <a:path w="1228725" h="666114">
                  <a:moveTo>
                    <a:pt x="1228344" y="332994"/>
                  </a:moveTo>
                  <a:lnTo>
                    <a:pt x="1225156" y="287820"/>
                  </a:lnTo>
                  <a:lnTo>
                    <a:pt x="1215898" y="244475"/>
                  </a:lnTo>
                  <a:lnTo>
                    <a:pt x="1200962" y="203390"/>
                  </a:lnTo>
                  <a:lnTo>
                    <a:pt x="1180782" y="164934"/>
                  </a:lnTo>
                  <a:lnTo>
                    <a:pt x="1155763" y="129527"/>
                  </a:lnTo>
                  <a:lnTo>
                    <a:pt x="1126324" y="97536"/>
                  </a:lnTo>
                  <a:lnTo>
                    <a:pt x="1092873" y="69392"/>
                  </a:lnTo>
                  <a:lnTo>
                    <a:pt x="1055839" y="45466"/>
                  </a:lnTo>
                  <a:lnTo>
                    <a:pt x="1015631" y="26174"/>
                  </a:lnTo>
                  <a:lnTo>
                    <a:pt x="972667" y="11899"/>
                  </a:lnTo>
                  <a:lnTo>
                    <a:pt x="927341" y="3048"/>
                  </a:lnTo>
                  <a:lnTo>
                    <a:pt x="880110" y="0"/>
                  </a:lnTo>
                  <a:lnTo>
                    <a:pt x="832866" y="3048"/>
                  </a:lnTo>
                  <a:lnTo>
                    <a:pt x="787539" y="11899"/>
                  </a:lnTo>
                  <a:lnTo>
                    <a:pt x="744575" y="26174"/>
                  </a:lnTo>
                  <a:lnTo>
                    <a:pt x="704367" y="45478"/>
                  </a:lnTo>
                  <a:lnTo>
                    <a:pt x="667334" y="69392"/>
                  </a:lnTo>
                  <a:lnTo>
                    <a:pt x="633882" y="97536"/>
                  </a:lnTo>
                  <a:lnTo>
                    <a:pt x="614159" y="118973"/>
                  </a:lnTo>
                  <a:lnTo>
                    <a:pt x="594448" y="97536"/>
                  </a:lnTo>
                  <a:lnTo>
                    <a:pt x="560997" y="69392"/>
                  </a:lnTo>
                  <a:lnTo>
                    <a:pt x="523963" y="45466"/>
                  </a:lnTo>
                  <a:lnTo>
                    <a:pt x="483755" y="26174"/>
                  </a:lnTo>
                  <a:lnTo>
                    <a:pt x="440791" y="11899"/>
                  </a:lnTo>
                  <a:lnTo>
                    <a:pt x="395465" y="3048"/>
                  </a:lnTo>
                  <a:lnTo>
                    <a:pt x="348234" y="0"/>
                  </a:lnTo>
                  <a:lnTo>
                    <a:pt x="300990" y="3048"/>
                  </a:lnTo>
                  <a:lnTo>
                    <a:pt x="255663" y="11899"/>
                  </a:lnTo>
                  <a:lnTo>
                    <a:pt x="212699" y="26174"/>
                  </a:lnTo>
                  <a:lnTo>
                    <a:pt x="172491" y="45478"/>
                  </a:lnTo>
                  <a:lnTo>
                    <a:pt x="135458" y="69392"/>
                  </a:lnTo>
                  <a:lnTo>
                    <a:pt x="102006" y="97536"/>
                  </a:lnTo>
                  <a:lnTo>
                    <a:pt x="72567" y="129527"/>
                  </a:lnTo>
                  <a:lnTo>
                    <a:pt x="47548" y="164934"/>
                  </a:lnTo>
                  <a:lnTo>
                    <a:pt x="27368" y="203390"/>
                  </a:lnTo>
                  <a:lnTo>
                    <a:pt x="12433" y="244475"/>
                  </a:lnTo>
                  <a:lnTo>
                    <a:pt x="3175" y="287820"/>
                  </a:lnTo>
                  <a:lnTo>
                    <a:pt x="0" y="332994"/>
                  </a:lnTo>
                  <a:lnTo>
                    <a:pt x="3175" y="378180"/>
                  </a:lnTo>
                  <a:lnTo>
                    <a:pt x="12433" y="421525"/>
                  </a:lnTo>
                  <a:lnTo>
                    <a:pt x="27368" y="462622"/>
                  </a:lnTo>
                  <a:lnTo>
                    <a:pt x="47548" y="501065"/>
                  </a:lnTo>
                  <a:lnTo>
                    <a:pt x="72567" y="536486"/>
                  </a:lnTo>
                  <a:lnTo>
                    <a:pt x="102006" y="568464"/>
                  </a:lnTo>
                  <a:lnTo>
                    <a:pt x="135458" y="596607"/>
                  </a:lnTo>
                  <a:lnTo>
                    <a:pt x="172491" y="620534"/>
                  </a:lnTo>
                  <a:lnTo>
                    <a:pt x="212699" y="639826"/>
                  </a:lnTo>
                  <a:lnTo>
                    <a:pt x="255663" y="654100"/>
                  </a:lnTo>
                  <a:lnTo>
                    <a:pt x="300990" y="662952"/>
                  </a:lnTo>
                  <a:lnTo>
                    <a:pt x="348234" y="665988"/>
                  </a:lnTo>
                  <a:lnTo>
                    <a:pt x="395465" y="662952"/>
                  </a:lnTo>
                  <a:lnTo>
                    <a:pt x="440791" y="654100"/>
                  </a:lnTo>
                  <a:lnTo>
                    <a:pt x="483755" y="639826"/>
                  </a:lnTo>
                  <a:lnTo>
                    <a:pt x="523963" y="620534"/>
                  </a:lnTo>
                  <a:lnTo>
                    <a:pt x="560997" y="596607"/>
                  </a:lnTo>
                  <a:lnTo>
                    <a:pt x="594448" y="568464"/>
                  </a:lnTo>
                  <a:lnTo>
                    <a:pt x="614159" y="547052"/>
                  </a:lnTo>
                  <a:lnTo>
                    <a:pt x="633882" y="568464"/>
                  </a:lnTo>
                  <a:lnTo>
                    <a:pt x="667334" y="596607"/>
                  </a:lnTo>
                  <a:lnTo>
                    <a:pt x="704367" y="620534"/>
                  </a:lnTo>
                  <a:lnTo>
                    <a:pt x="744575" y="639826"/>
                  </a:lnTo>
                  <a:lnTo>
                    <a:pt x="787539" y="654100"/>
                  </a:lnTo>
                  <a:lnTo>
                    <a:pt x="832866" y="662952"/>
                  </a:lnTo>
                  <a:lnTo>
                    <a:pt x="880110" y="665988"/>
                  </a:lnTo>
                  <a:lnTo>
                    <a:pt x="927341" y="662952"/>
                  </a:lnTo>
                  <a:lnTo>
                    <a:pt x="972667" y="654100"/>
                  </a:lnTo>
                  <a:lnTo>
                    <a:pt x="1015631" y="639826"/>
                  </a:lnTo>
                  <a:lnTo>
                    <a:pt x="1055839" y="620534"/>
                  </a:lnTo>
                  <a:lnTo>
                    <a:pt x="1092873" y="596607"/>
                  </a:lnTo>
                  <a:lnTo>
                    <a:pt x="1126324" y="568464"/>
                  </a:lnTo>
                  <a:lnTo>
                    <a:pt x="1155763" y="536486"/>
                  </a:lnTo>
                  <a:lnTo>
                    <a:pt x="1180782" y="501065"/>
                  </a:lnTo>
                  <a:lnTo>
                    <a:pt x="1200962" y="462622"/>
                  </a:lnTo>
                  <a:lnTo>
                    <a:pt x="1215898" y="421525"/>
                  </a:lnTo>
                  <a:lnTo>
                    <a:pt x="1225156" y="378180"/>
                  </a:lnTo>
                  <a:lnTo>
                    <a:pt x="1228344" y="332994"/>
                  </a:lnTo>
                  <a:close/>
                </a:path>
              </a:pathLst>
            </a:custGeom>
            <a:solidFill>
              <a:srgbClr val="006FC0"/>
            </a:solidFill>
          </p:spPr>
          <p:txBody>
            <a:bodyPr wrap="square" lIns="0" tIns="0" rIns="0" bIns="0" rtlCol="0"/>
            <a:lstStyle/>
            <a:p/>
          </p:txBody>
        </p:sp>
        <p:sp>
          <p:nvSpPr>
            <p:cNvPr id="5" name="object 5"/>
            <p:cNvSpPr/>
            <p:nvPr/>
          </p:nvSpPr>
          <p:spPr>
            <a:xfrm>
              <a:off x="4197095" y="5411724"/>
              <a:ext cx="167640" cy="426720"/>
            </a:xfrm>
            <a:custGeom>
              <a:avLst/>
              <a:gdLst/>
              <a:ahLst/>
              <a:cxnLst/>
              <a:rect l="l" t="t" r="r" b="b"/>
              <a:pathLst>
                <a:path w="167639" h="426720">
                  <a:moveTo>
                    <a:pt x="83819" y="0"/>
                  </a:moveTo>
                  <a:lnTo>
                    <a:pt x="34289" y="41160"/>
                  </a:lnTo>
                  <a:lnTo>
                    <a:pt x="16154" y="87343"/>
                  </a:lnTo>
                  <a:lnTo>
                    <a:pt x="4267" y="145913"/>
                  </a:lnTo>
                  <a:lnTo>
                    <a:pt x="0" y="213359"/>
                  </a:lnTo>
                  <a:lnTo>
                    <a:pt x="4267" y="280796"/>
                  </a:lnTo>
                  <a:lnTo>
                    <a:pt x="16154" y="339365"/>
                  </a:lnTo>
                  <a:lnTo>
                    <a:pt x="34289" y="385552"/>
                  </a:lnTo>
                  <a:lnTo>
                    <a:pt x="57302" y="415842"/>
                  </a:lnTo>
                  <a:lnTo>
                    <a:pt x="83819" y="426719"/>
                  </a:lnTo>
                  <a:lnTo>
                    <a:pt x="110337" y="415842"/>
                  </a:lnTo>
                  <a:lnTo>
                    <a:pt x="133350" y="385552"/>
                  </a:lnTo>
                  <a:lnTo>
                    <a:pt x="151485" y="339365"/>
                  </a:lnTo>
                  <a:lnTo>
                    <a:pt x="163372" y="280796"/>
                  </a:lnTo>
                  <a:lnTo>
                    <a:pt x="167639" y="213359"/>
                  </a:lnTo>
                  <a:lnTo>
                    <a:pt x="163372" y="145913"/>
                  </a:lnTo>
                  <a:lnTo>
                    <a:pt x="151485" y="87343"/>
                  </a:lnTo>
                  <a:lnTo>
                    <a:pt x="133350" y="41160"/>
                  </a:lnTo>
                  <a:lnTo>
                    <a:pt x="110337" y="10875"/>
                  </a:lnTo>
                  <a:lnTo>
                    <a:pt x="83819" y="0"/>
                  </a:lnTo>
                  <a:close/>
                </a:path>
              </a:pathLst>
            </a:custGeom>
            <a:solidFill>
              <a:srgbClr val="FFFFFF"/>
            </a:solidFill>
          </p:spPr>
          <p:txBody>
            <a:bodyPr wrap="square" lIns="0" tIns="0" rIns="0" bIns="0" rtlCol="0"/>
            <a:lstStyle/>
            <a:p/>
          </p:txBody>
        </p:sp>
        <p:sp>
          <p:nvSpPr>
            <p:cNvPr id="6" name="object 6"/>
            <p:cNvSpPr/>
            <p:nvPr/>
          </p:nvSpPr>
          <p:spPr>
            <a:xfrm>
              <a:off x="2586227" y="5305044"/>
              <a:ext cx="696595" cy="668020"/>
            </a:xfrm>
            <a:custGeom>
              <a:avLst/>
              <a:gdLst/>
              <a:ahLst/>
              <a:cxnLst/>
              <a:rect l="l" t="t" r="r" b="b"/>
              <a:pathLst>
                <a:path w="696595" h="668020">
                  <a:moveTo>
                    <a:pt x="348234"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5"/>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4" y="667511"/>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8" y="333755"/>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4" y="0"/>
                  </a:lnTo>
                  <a:close/>
                </a:path>
              </a:pathLst>
            </a:custGeom>
            <a:solidFill>
              <a:srgbClr val="FF0000"/>
            </a:solidFill>
          </p:spPr>
          <p:txBody>
            <a:bodyPr wrap="square" lIns="0" tIns="0" rIns="0" bIns="0" rtlCol="0"/>
            <a:lstStyle/>
            <a:p/>
          </p:txBody>
        </p:sp>
        <p:sp>
          <p:nvSpPr>
            <p:cNvPr id="7" name="object 7"/>
            <p:cNvSpPr/>
            <p:nvPr/>
          </p:nvSpPr>
          <p:spPr>
            <a:xfrm>
              <a:off x="1942210" y="165354"/>
              <a:ext cx="85725" cy="6565265"/>
            </a:xfrm>
            <a:custGeom>
              <a:avLst/>
              <a:gdLst/>
              <a:ahLst/>
              <a:cxnLst/>
              <a:rect l="l" t="t" r="r" b="b"/>
              <a:pathLst>
                <a:path w="85725" h="6565265">
                  <a:moveTo>
                    <a:pt x="57150" y="71374"/>
                  </a:moveTo>
                  <a:lnTo>
                    <a:pt x="28575" y="71374"/>
                  </a:lnTo>
                  <a:lnTo>
                    <a:pt x="28447" y="6565188"/>
                  </a:lnTo>
                  <a:lnTo>
                    <a:pt x="57022" y="6565188"/>
                  </a:lnTo>
                  <a:lnTo>
                    <a:pt x="57150" y="71374"/>
                  </a:lnTo>
                  <a:close/>
                </a:path>
                <a:path w="85725" h="6565265">
                  <a:moveTo>
                    <a:pt x="42799" y="0"/>
                  </a:moveTo>
                  <a:lnTo>
                    <a:pt x="0" y="85725"/>
                  </a:lnTo>
                  <a:lnTo>
                    <a:pt x="28574" y="85725"/>
                  </a:lnTo>
                  <a:lnTo>
                    <a:pt x="28575" y="71374"/>
                  </a:lnTo>
                  <a:lnTo>
                    <a:pt x="78538" y="71374"/>
                  </a:lnTo>
                  <a:lnTo>
                    <a:pt x="42799" y="0"/>
                  </a:lnTo>
                  <a:close/>
                </a:path>
                <a:path w="85725" h="6565265">
                  <a:moveTo>
                    <a:pt x="78538" y="71374"/>
                  </a:moveTo>
                  <a:lnTo>
                    <a:pt x="57150" y="71374"/>
                  </a:lnTo>
                  <a:lnTo>
                    <a:pt x="57149" y="85725"/>
                  </a:lnTo>
                  <a:lnTo>
                    <a:pt x="85725" y="85725"/>
                  </a:lnTo>
                  <a:lnTo>
                    <a:pt x="78538" y="71374"/>
                  </a:lnTo>
                  <a:close/>
                </a:path>
              </a:pathLst>
            </a:custGeom>
            <a:solidFill>
              <a:srgbClr val="000000"/>
            </a:solidFill>
          </p:spPr>
          <p:txBody>
            <a:bodyPr wrap="square" lIns="0" tIns="0" rIns="0" bIns="0" rtlCol="0"/>
            <a:lstStyle/>
            <a:p/>
          </p:txBody>
        </p:sp>
        <p:sp>
          <p:nvSpPr>
            <p:cNvPr id="8" name="object 8"/>
            <p:cNvSpPr/>
            <p:nvPr/>
          </p:nvSpPr>
          <p:spPr>
            <a:xfrm>
              <a:off x="2060447" y="5292851"/>
              <a:ext cx="696595" cy="668020"/>
            </a:xfrm>
            <a:custGeom>
              <a:avLst/>
              <a:gdLst/>
              <a:ahLst/>
              <a:cxnLst/>
              <a:rect l="l" t="t" r="r" b="b"/>
              <a:pathLst>
                <a:path w="696594" h="668020">
                  <a:moveTo>
                    <a:pt x="348233"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3" y="667512"/>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3" y="0"/>
                  </a:lnTo>
                  <a:close/>
                </a:path>
              </a:pathLst>
            </a:custGeom>
            <a:solidFill>
              <a:srgbClr val="FF0000"/>
            </a:solidFill>
          </p:spPr>
          <p:txBody>
            <a:bodyPr wrap="square" lIns="0" tIns="0" rIns="0" bIns="0" rtlCol="0"/>
            <a:lstStyle/>
            <a:p/>
          </p:txBody>
        </p:sp>
        <p:sp>
          <p:nvSpPr>
            <p:cNvPr id="9" name="object 9"/>
            <p:cNvSpPr/>
            <p:nvPr/>
          </p:nvSpPr>
          <p:spPr>
            <a:xfrm>
              <a:off x="5346191" y="5292851"/>
              <a:ext cx="696595" cy="668020"/>
            </a:xfrm>
            <a:custGeom>
              <a:avLst/>
              <a:gdLst/>
              <a:ahLst/>
              <a:cxnLst/>
              <a:rect l="l" t="t" r="r" b="b"/>
              <a:pathLst>
                <a:path w="696595" h="668020">
                  <a:moveTo>
                    <a:pt x="348234"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4" y="667512"/>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4" y="0"/>
                  </a:lnTo>
                  <a:close/>
                </a:path>
              </a:pathLst>
            </a:custGeom>
            <a:solidFill>
              <a:srgbClr val="006FC0"/>
            </a:solidFill>
          </p:spPr>
          <p:txBody>
            <a:bodyPr wrap="square" lIns="0" tIns="0" rIns="0" bIns="0" rtlCol="0"/>
            <a:lstStyle/>
            <a:p/>
          </p:txBody>
        </p:sp>
      </p:grpSp>
      <p:sp>
        <p:nvSpPr>
          <p:cNvPr id="10" name="object 10"/>
          <p:cNvSpPr/>
          <p:nvPr/>
        </p:nvSpPr>
        <p:spPr>
          <a:xfrm>
            <a:off x="3035807" y="96011"/>
            <a:ext cx="696595" cy="668020"/>
          </a:xfrm>
          <a:custGeom>
            <a:avLst/>
            <a:gdLst/>
            <a:ahLst/>
            <a:cxnLst/>
            <a:rect l="l" t="t" r="r" b="b"/>
            <a:pathLst>
              <a:path w="696595" h="668020">
                <a:moveTo>
                  <a:pt x="348233"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33"/>
                </a:lnTo>
                <a:lnTo>
                  <a:pt x="12442" y="422463"/>
                </a:lnTo>
                <a:lnTo>
                  <a:pt x="27372" y="463647"/>
                </a:lnTo>
                <a:lnTo>
                  <a:pt x="47554" y="502186"/>
                </a:lnTo>
                <a:lnTo>
                  <a:pt x="72573" y="537682"/>
                </a:lnTo>
                <a:lnTo>
                  <a:pt x="102012" y="569737"/>
                </a:lnTo>
                <a:lnTo>
                  <a:pt x="135458" y="597954"/>
                </a:lnTo>
                <a:lnTo>
                  <a:pt x="172494" y="621933"/>
                </a:lnTo>
                <a:lnTo>
                  <a:pt x="212705" y="641276"/>
                </a:lnTo>
                <a:lnTo>
                  <a:pt x="255675" y="655586"/>
                </a:lnTo>
                <a:lnTo>
                  <a:pt x="300990" y="664464"/>
                </a:lnTo>
                <a:lnTo>
                  <a:pt x="348233" y="667512"/>
                </a:lnTo>
                <a:lnTo>
                  <a:pt x="395477" y="664464"/>
                </a:lnTo>
                <a:lnTo>
                  <a:pt x="440792" y="655586"/>
                </a:lnTo>
                <a:lnTo>
                  <a:pt x="483762" y="641276"/>
                </a:lnTo>
                <a:lnTo>
                  <a:pt x="523973" y="621933"/>
                </a:lnTo>
                <a:lnTo>
                  <a:pt x="561009" y="597954"/>
                </a:lnTo>
                <a:lnTo>
                  <a:pt x="594455" y="569737"/>
                </a:lnTo>
                <a:lnTo>
                  <a:pt x="623894" y="537682"/>
                </a:lnTo>
                <a:lnTo>
                  <a:pt x="648913" y="502186"/>
                </a:lnTo>
                <a:lnTo>
                  <a:pt x="669095" y="463647"/>
                </a:lnTo>
                <a:lnTo>
                  <a:pt x="684025" y="422463"/>
                </a:lnTo>
                <a:lnTo>
                  <a:pt x="693288" y="379033"/>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3" y="0"/>
                </a:lnTo>
                <a:close/>
              </a:path>
            </a:pathLst>
          </a:custGeom>
          <a:solidFill>
            <a:srgbClr val="FF0000"/>
          </a:solidFill>
        </p:spPr>
        <p:txBody>
          <a:bodyPr wrap="square" lIns="0" tIns="0" rIns="0" bIns="0" rtlCol="0"/>
          <a:lstStyle/>
          <a:p/>
        </p:txBody>
      </p:sp>
      <p:sp>
        <p:nvSpPr>
          <p:cNvPr id="11" name="object 11"/>
          <p:cNvSpPr txBox="1"/>
          <p:nvPr/>
        </p:nvSpPr>
        <p:spPr>
          <a:xfrm>
            <a:off x="2336292" y="39623"/>
            <a:ext cx="1572895" cy="751840"/>
          </a:xfrm>
          <a:prstGeom prst="rect">
            <a:avLst/>
          </a:prstGeom>
          <a:ln w="12700">
            <a:solidFill>
              <a:srgbClr val="FF0000"/>
            </a:solidFill>
          </a:ln>
        </p:spPr>
        <p:txBody>
          <a:bodyPr vert="horz" wrap="square" lIns="0" tIns="49530" rIns="0" bIns="0" rtlCol="0">
            <a:spAutoFit/>
          </a:bodyPr>
          <a:lstStyle/>
          <a:p>
            <a:pPr marL="62230">
              <a:lnSpc>
                <a:spcPct val="100000"/>
              </a:lnSpc>
              <a:spcBef>
                <a:spcPts val="390"/>
              </a:spcBef>
              <a:tabLst>
                <a:tab pos="999490" algn="l"/>
              </a:tabLst>
            </a:pPr>
            <a:r>
              <a:rPr sz="1800" dirty="0">
                <a:latin typeface="Calibri" panose="020F0502020204030204"/>
                <a:cs typeface="Calibri" panose="020F0502020204030204"/>
              </a:rPr>
              <a:t>8 x	</a:t>
            </a:r>
            <a:r>
              <a:rPr sz="4350" spc="7" baseline="-2000" dirty="0">
                <a:latin typeface="Calibri" panose="020F0502020204030204"/>
                <a:cs typeface="Calibri" panose="020F0502020204030204"/>
              </a:rPr>
              <a:t>.</a:t>
            </a:r>
            <a:endParaRPr sz="4350" baseline="-2000">
              <a:latin typeface="Calibri" panose="020F0502020204030204"/>
              <a:cs typeface="Calibri" panose="020F0502020204030204"/>
            </a:endParaRPr>
          </a:p>
        </p:txBody>
      </p:sp>
      <p:sp>
        <p:nvSpPr>
          <p:cNvPr id="12" name="object 12"/>
          <p:cNvSpPr txBox="1"/>
          <p:nvPr/>
        </p:nvSpPr>
        <p:spPr>
          <a:xfrm>
            <a:off x="2348610" y="5042712"/>
            <a:ext cx="3890010" cy="1426845"/>
          </a:xfrm>
          <a:prstGeom prst="rect">
            <a:avLst/>
          </a:prstGeom>
        </p:spPr>
        <p:txBody>
          <a:bodyPr vert="horz" wrap="square" lIns="0" tIns="270510" rIns="0" bIns="0" rtlCol="0">
            <a:spAutoFit/>
          </a:bodyPr>
          <a:lstStyle/>
          <a:p>
            <a:pPr marL="12700">
              <a:lnSpc>
                <a:spcPct val="100000"/>
              </a:lnSpc>
              <a:spcBef>
                <a:spcPts val="2130"/>
              </a:spcBef>
              <a:tabLst>
                <a:tab pos="537845" algn="l"/>
                <a:tab pos="1090930" algn="l"/>
                <a:tab pos="1609090" algn="l"/>
                <a:tab pos="2162810" algn="l"/>
                <a:tab pos="2694940" algn="l"/>
                <a:tab pos="3298190" algn="l"/>
              </a:tabLst>
            </a:pPr>
            <a:r>
              <a:rPr sz="4350" spc="7" baseline="2000" dirty="0">
                <a:latin typeface="Calibri" panose="020F0502020204030204"/>
                <a:cs typeface="Calibri" panose="020F0502020204030204"/>
              </a:rPr>
              <a:t>.	</a:t>
            </a:r>
            <a:r>
              <a:rPr sz="2900" spc="5" dirty="0">
                <a:latin typeface="Calibri" panose="020F0502020204030204"/>
                <a:cs typeface="Calibri" panose="020F0502020204030204"/>
              </a:rPr>
              <a:t>.	.	.	.	.	</a:t>
            </a:r>
            <a:r>
              <a:rPr sz="4350" spc="7" baseline="2000" dirty="0">
                <a:latin typeface="Calibri" panose="020F0502020204030204"/>
                <a:cs typeface="Calibri" panose="020F0502020204030204"/>
              </a:rPr>
              <a:t>.</a:t>
            </a:r>
            <a:endParaRPr sz="4350" baseline="2000">
              <a:latin typeface="Calibri" panose="020F0502020204030204"/>
              <a:cs typeface="Calibri" panose="020F0502020204030204"/>
            </a:endParaRPr>
          </a:p>
          <a:p>
            <a:pPr marL="35560">
              <a:lnSpc>
                <a:spcPct val="100000"/>
              </a:lnSpc>
              <a:spcBef>
                <a:spcPts val="2035"/>
              </a:spcBef>
              <a:tabLst>
                <a:tab pos="553085" algn="l"/>
                <a:tab pos="1107440" algn="l"/>
                <a:tab pos="1639570" algn="l"/>
                <a:tab pos="2179320" algn="l"/>
                <a:tab pos="2696845" algn="l"/>
                <a:tab pos="3250565" algn="l"/>
                <a:tab pos="3782695" algn="l"/>
              </a:tabLst>
            </a:pPr>
            <a:r>
              <a:rPr sz="2900" spc="5" dirty="0">
                <a:latin typeface="Calibri" panose="020F0502020204030204"/>
                <a:cs typeface="Calibri" panose="020F0502020204030204"/>
              </a:rPr>
              <a:t>.	.	.	.	.	.	.	.</a:t>
            </a:r>
            <a:endParaRPr sz="2900">
              <a:latin typeface="Calibri" panose="020F0502020204030204"/>
              <a:cs typeface="Calibri" panose="020F0502020204030204"/>
            </a:endParaRPr>
          </a:p>
        </p:txBody>
      </p:sp>
      <p:sp>
        <p:nvSpPr>
          <p:cNvPr id="13" name="object 13"/>
          <p:cNvSpPr txBox="1"/>
          <p:nvPr/>
        </p:nvSpPr>
        <p:spPr>
          <a:xfrm>
            <a:off x="1634235" y="3942027"/>
            <a:ext cx="254000" cy="659130"/>
          </a:xfrm>
          <a:prstGeom prst="rect">
            <a:avLst/>
          </a:prstGeom>
        </p:spPr>
        <p:txBody>
          <a:bodyPr vert="vert270" wrap="square" lIns="0" tIns="0" rIns="0" bIns="0" rtlCol="0">
            <a:spAutoFit/>
          </a:bodyPr>
          <a:lstStyle/>
          <a:p>
            <a:pPr marL="12700">
              <a:lnSpc>
                <a:spcPts val="1810"/>
              </a:lnSpc>
            </a:pPr>
            <a:r>
              <a:rPr sz="1800" spc="-10" dirty="0">
                <a:latin typeface="Calibri" panose="020F0502020204030204"/>
                <a:cs typeface="Calibri" panose="020F0502020204030204"/>
              </a:rPr>
              <a:t>Energy</a:t>
            </a:r>
            <a:endParaRPr sz="1800">
              <a:latin typeface="Calibri" panose="020F0502020204030204"/>
              <a:cs typeface="Calibri" panose="020F0502020204030204"/>
            </a:endParaRPr>
          </a:p>
        </p:txBody>
      </p:sp>
      <p:sp>
        <p:nvSpPr>
          <p:cNvPr id="14" name="object 14"/>
          <p:cNvSpPr/>
          <p:nvPr/>
        </p:nvSpPr>
        <p:spPr>
          <a:xfrm>
            <a:off x="5890259" y="5291328"/>
            <a:ext cx="696595" cy="668020"/>
          </a:xfrm>
          <a:custGeom>
            <a:avLst/>
            <a:gdLst/>
            <a:ahLst/>
            <a:cxnLst/>
            <a:rect l="l" t="t" r="r" b="b"/>
            <a:pathLst>
              <a:path w="696595" h="668020">
                <a:moveTo>
                  <a:pt x="348234"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44"/>
                </a:lnTo>
                <a:lnTo>
                  <a:pt x="12442" y="422481"/>
                </a:lnTo>
                <a:lnTo>
                  <a:pt x="27372" y="463668"/>
                </a:lnTo>
                <a:lnTo>
                  <a:pt x="47554" y="502208"/>
                </a:lnTo>
                <a:lnTo>
                  <a:pt x="72573" y="537704"/>
                </a:lnTo>
                <a:lnTo>
                  <a:pt x="102012" y="569756"/>
                </a:lnTo>
                <a:lnTo>
                  <a:pt x="135458" y="597969"/>
                </a:lnTo>
                <a:lnTo>
                  <a:pt x="172494" y="621944"/>
                </a:lnTo>
                <a:lnTo>
                  <a:pt x="212705" y="641283"/>
                </a:lnTo>
                <a:lnTo>
                  <a:pt x="255675" y="655589"/>
                </a:lnTo>
                <a:lnTo>
                  <a:pt x="300990" y="664465"/>
                </a:lnTo>
                <a:lnTo>
                  <a:pt x="348234" y="667512"/>
                </a:lnTo>
                <a:lnTo>
                  <a:pt x="395477" y="664465"/>
                </a:lnTo>
                <a:lnTo>
                  <a:pt x="440792" y="655589"/>
                </a:lnTo>
                <a:lnTo>
                  <a:pt x="483762" y="641283"/>
                </a:lnTo>
                <a:lnTo>
                  <a:pt x="523973" y="621944"/>
                </a:lnTo>
                <a:lnTo>
                  <a:pt x="561009" y="597969"/>
                </a:lnTo>
                <a:lnTo>
                  <a:pt x="594455" y="569756"/>
                </a:lnTo>
                <a:lnTo>
                  <a:pt x="623894" y="537704"/>
                </a:lnTo>
                <a:lnTo>
                  <a:pt x="648913" y="502208"/>
                </a:lnTo>
                <a:lnTo>
                  <a:pt x="669095" y="463668"/>
                </a:lnTo>
                <a:lnTo>
                  <a:pt x="684025" y="422481"/>
                </a:lnTo>
                <a:lnTo>
                  <a:pt x="693288" y="379044"/>
                </a:lnTo>
                <a:lnTo>
                  <a:pt x="696467"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4" y="0"/>
                </a:lnTo>
                <a:close/>
              </a:path>
            </a:pathLst>
          </a:custGeom>
          <a:solidFill>
            <a:srgbClr val="006FC0"/>
          </a:solidFill>
        </p:spPr>
        <p:txBody>
          <a:bodyPr wrap="square" lIns="0" tIns="0" rIns="0" bIns="0" rtlCol="0"/>
          <a:lstStyle/>
          <a:p/>
        </p:txBody>
      </p:sp>
      <p:sp>
        <p:nvSpPr>
          <p:cNvPr id="15" name="object 15"/>
          <p:cNvSpPr txBox="1"/>
          <p:nvPr/>
        </p:nvSpPr>
        <p:spPr>
          <a:xfrm>
            <a:off x="6178677" y="5283200"/>
            <a:ext cx="119380" cy="471805"/>
          </a:xfrm>
          <a:prstGeom prst="rect">
            <a:avLst/>
          </a:prstGeom>
        </p:spPr>
        <p:txBody>
          <a:bodyPr vert="horz" wrap="square" lIns="0" tIns="15875" rIns="0" bIns="0" rtlCol="0">
            <a:spAutoFit/>
          </a:bodyPr>
          <a:lstStyle/>
          <a:p>
            <a:pPr marL="12700">
              <a:lnSpc>
                <a:spcPct val="100000"/>
              </a:lnSpc>
              <a:spcBef>
                <a:spcPts val="125"/>
              </a:spcBef>
            </a:pPr>
            <a:r>
              <a:rPr sz="2900" spc="5" dirty="0">
                <a:latin typeface="Calibri" panose="020F0502020204030204"/>
                <a:cs typeface="Calibri" panose="020F0502020204030204"/>
              </a:rPr>
              <a:t>.</a:t>
            </a:r>
            <a:endParaRPr sz="2900">
              <a:latin typeface="Calibri" panose="020F0502020204030204"/>
              <a:cs typeface="Calibri" panose="020F0502020204030204"/>
            </a:endParaRPr>
          </a:p>
        </p:txBody>
      </p:sp>
      <p:grpSp>
        <p:nvGrpSpPr>
          <p:cNvPr id="16" name="object 16"/>
          <p:cNvGrpSpPr/>
          <p:nvPr/>
        </p:nvGrpSpPr>
        <p:grpSpPr>
          <a:xfrm>
            <a:off x="2028444" y="4570476"/>
            <a:ext cx="4556760" cy="681355"/>
            <a:chOff x="2028444" y="4570476"/>
            <a:chExt cx="4556760" cy="681355"/>
          </a:xfrm>
        </p:grpSpPr>
        <p:sp>
          <p:nvSpPr>
            <p:cNvPr id="17" name="object 17"/>
            <p:cNvSpPr/>
            <p:nvPr/>
          </p:nvSpPr>
          <p:spPr>
            <a:xfrm>
              <a:off x="3137916" y="4575048"/>
              <a:ext cx="696595" cy="666115"/>
            </a:xfrm>
            <a:custGeom>
              <a:avLst/>
              <a:gdLst/>
              <a:ahLst/>
              <a:cxnLst/>
              <a:rect l="l" t="t" r="r" b="b"/>
              <a:pathLst>
                <a:path w="696595" h="666114">
                  <a:moveTo>
                    <a:pt x="348233" y="0"/>
                  </a:moveTo>
                  <a:lnTo>
                    <a:pt x="300990" y="3040"/>
                  </a:lnTo>
                  <a:lnTo>
                    <a:pt x="255675" y="11895"/>
                  </a:lnTo>
                  <a:lnTo>
                    <a:pt x="212705" y="26169"/>
                  </a:lnTo>
                  <a:lnTo>
                    <a:pt x="172494" y="45466"/>
                  </a:lnTo>
                  <a:lnTo>
                    <a:pt x="135458" y="69386"/>
                  </a:lnTo>
                  <a:lnTo>
                    <a:pt x="102012" y="97536"/>
                  </a:lnTo>
                  <a:lnTo>
                    <a:pt x="72573" y="129516"/>
                  </a:lnTo>
                  <a:lnTo>
                    <a:pt x="47554" y="164930"/>
                  </a:lnTo>
                  <a:lnTo>
                    <a:pt x="27372" y="203382"/>
                  </a:lnTo>
                  <a:lnTo>
                    <a:pt x="12442" y="244475"/>
                  </a:lnTo>
                  <a:lnTo>
                    <a:pt x="3179" y="287811"/>
                  </a:lnTo>
                  <a:lnTo>
                    <a:pt x="0" y="332994"/>
                  </a:lnTo>
                  <a:lnTo>
                    <a:pt x="3179" y="378176"/>
                  </a:lnTo>
                  <a:lnTo>
                    <a:pt x="12442" y="421513"/>
                  </a:lnTo>
                  <a:lnTo>
                    <a:pt x="27372" y="462605"/>
                  </a:lnTo>
                  <a:lnTo>
                    <a:pt x="47554" y="501057"/>
                  </a:lnTo>
                  <a:lnTo>
                    <a:pt x="72573" y="536471"/>
                  </a:lnTo>
                  <a:lnTo>
                    <a:pt x="102012" y="568452"/>
                  </a:lnTo>
                  <a:lnTo>
                    <a:pt x="135458" y="596601"/>
                  </a:lnTo>
                  <a:lnTo>
                    <a:pt x="172494" y="620522"/>
                  </a:lnTo>
                  <a:lnTo>
                    <a:pt x="212705" y="639818"/>
                  </a:lnTo>
                  <a:lnTo>
                    <a:pt x="255675" y="654092"/>
                  </a:lnTo>
                  <a:lnTo>
                    <a:pt x="300990" y="662947"/>
                  </a:lnTo>
                  <a:lnTo>
                    <a:pt x="348233" y="665988"/>
                  </a:lnTo>
                  <a:lnTo>
                    <a:pt x="395477" y="662947"/>
                  </a:lnTo>
                  <a:lnTo>
                    <a:pt x="440792" y="654092"/>
                  </a:lnTo>
                  <a:lnTo>
                    <a:pt x="483762" y="639818"/>
                  </a:lnTo>
                  <a:lnTo>
                    <a:pt x="523973" y="620521"/>
                  </a:lnTo>
                  <a:lnTo>
                    <a:pt x="561009" y="596601"/>
                  </a:lnTo>
                  <a:lnTo>
                    <a:pt x="594455" y="568451"/>
                  </a:lnTo>
                  <a:lnTo>
                    <a:pt x="623894" y="536471"/>
                  </a:lnTo>
                  <a:lnTo>
                    <a:pt x="648913" y="501057"/>
                  </a:lnTo>
                  <a:lnTo>
                    <a:pt x="669095" y="462605"/>
                  </a:lnTo>
                  <a:lnTo>
                    <a:pt x="684025" y="421513"/>
                  </a:lnTo>
                  <a:lnTo>
                    <a:pt x="693288" y="378176"/>
                  </a:lnTo>
                  <a:lnTo>
                    <a:pt x="696468" y="332994"/>
                  </a:lnTo>
                  <a:lnTo>
                    <a:pt x="693288" y="287811"/>
                  </a:lnTo>
                  <a:lnTo>
                    <a:pt x="684025" y="244474"/>
                  </a:lnTo>
                  <a:lnTo>
                    <a:pt x="669095" y="203382"/>
                  </a:lnTo>
                  <a:lnTo>
                    <a:pt x="648913" y="164930"/>
                  </a:lnTo>
                  <a:lnTo>
                    <a:pt x="623894" y="129516"/>
                  </a:lnTo>
                  <a:lnTo>
                    <a:pt x="594455" y="97535"/>
                  </a:lnTo>
                  <a:lnTo>
                    <a:pt x="561009" y="69386"/>
                  </a:lnTo>
                  <a:lnTo>
                    <a:pt x="523973" y="45465"/>
                  </a:lnTo>
                  <a:lnTo>
                    <a:pt x="483762" y="26169"/>
                  </a:lnTo>
                  <a:lnTo>
                    <a:pt x="440792" y="11895"/>
                  </a:lnTo>
                  <a:lnTo>
                    <a:pt x="395477" y="3040"/>
                  </a:lnTo>
                  <a:lnTo>
                    <a:pt x="348233" y="0"/>
                  </a:lnTo>
                  <a:close/>
                </a:path>
              </a:pathLst>
            </a:custGeom>
            <a:solidFill>
              <a:srgbClr val="006FC0"/>
            </a:solidFill>
          </p:spPr>
          <p:txBody>
            <a:bodyPr wrap="square" lIns="0" tIns="0" rIns="0" bIns="0" rtlCol="0"/>
            <a:lstStyle/>
            <a:p/>
          </p:txBody>
        </p:sp>
        <p:sp>
          <p:nvSpPr>
            <p:cNvPr id="18" name="object 18"/>
            <p:cNvSpPr/>
            <p:nvPr/>
          </p:nvSpPr>
          <p:spPr>
            <a:xfrm>
              <a:off x="3654552" y="4575047"/>
              <a:ext cx="1251585" cy="666115"/>
            </a:xfrm>
            <a:custGeom>
              <a:avLst/>
              <a:gdLst/>
              <a:ahLst/>
              <a:cxnLst/>
              <a:rect l="l" t="t" r="r" b="b"/>
              <a:pathLst>
                <a:path w="1251585" h="666114">
                  <a:moveTo>
                    <a:pt x="1251204" y="332994"/>
                  </a:moveTo>
                  <a:lnTo>
                    <a:pt x="1248016" y="287820"/>
                  </a:lnTo>
                  <a:lnTo>
                    <a:pt x="1238758" y="244475"/>
                  </a:lnTo>
                  <a:lnTo>
                    <a:pt x="1223822" y="203390"/>
                  </a:lnTo>
                  <a:lnTo>
                    <a:pt x="1203642" y="164934"/>
                  </a:lnTo>
                  <a:lnTo>
                    <a:pt x="1178623" y="129527"/>
                  </a:lnTo>
                  <a:lnTo>
                    <a:pt x="1149184" y="97536"/>
                  </a:lnTo>
                  <a:lnTo>
                    <a:pt x="1115733" y="69392"/>
                  </a:lnTo>
                  <a:lnTo>
                    <a:pt x="1078699" y="45466"/>
                  </a:lnTo>
                  <a:lnTo>
                    <a:pt x="1038491" y="26174"/>
                  </a:lnTo>
                  <a:lnTo>
                    <a:pt x="995527" y="11899"/>
                  </a:lnTo>
                  <a:lnTo>
                    <a:pt x="950201" y="3048"/>
                  </a:lnTo>
                  <a:lnTo>
                    <a:pt x="902970" y="0"/>
                  </a:lnTo>
                  <a:lnTo>
                    <a:pt x="855726" y="3048"/>
                  </a:lnTo>
                  <a:lnTo>
                    <a:pt x="810399" y="11899"/>
                  </a:lnTo>
                  <a:lnTo>
                    <a:pt x="767435" y="26174"/>
                  </a:lnTo>
                  <a:lnTo>
                    <a:pt x="727227" y="45478"/>
                  </a:lnTo>
                  <a:lnTo>
                    <a:pt x="690194" y="69392"/>
                  </a:lnTo>
                  <a:lnTo>
                    <a:pt x="656742" y="97548"/>
                  </a:lnTo>
                  <a:lnTo>
                    <a:pt x="627303" y="129527"/>
                  </a:lnTo>
                  <a:lnTo>
                    <a:pt x="626287" y="130962"/>
                  </a:lnTo>
                  <a:lnTo>
                    <a:pt x="625284" y="129527"/>
                  </a:lnTo>
                  <a:lnTo>
                    <a:pt x="595782" y="97536"/>
                  </a:lnTo>
                  <a:lnTo>
                    <a:pt x="562267" y="69392"/>
                  </a:lnTo>
                  <a:lnTo>
                    <a:pt x="525157" y="45466"/>
                  </a:lnTo>
                  <a:lnTo>
                    <a:pt x="484847" y="26174"/>
                  </a:lnTo>
                  <a:lnTo>
                    <a:pt x="441782" y="11899"/>
                  </a:lnTo>
                  <a:lnTo>
                    <a:pt x="396354" y="3048"/>
                  </a:lnTo>
                  <a:lnTo>
                    <a:pt x="348996" y="0"/>
                  </a:lnTo>
                  <a:lnTo>
                    <a:pt x="301625" y="3048"/>
                  </a:lnTo>
                  <a:lnTo>
                    <a:pt x="256197" y="11899"/>
                  </a:lnTo>
                  <a:lnTo>
                    <a:pt x="213131" y="26174"/>
                  </a:lnTo>
                  <a:lnTo>
                    <a:pt x="172821" y="45478"/>
                  </a:lnTo>
                  <a:lnTo>
                    <a:pt x="135712" y="69392"/>
                  </a:lnTo>
                  <a:lnTo>
                    <a:pt x="102196" y="97548"/>
                  </a:lnTo>
                  <a:lnTo>
                    <a:pt x="72694" y="129527"/>
                  </a:lnTo>
                  <a:lnTo>
                    <a:pt x="47637" y="164934"/>
                  </a:lnTo>
                  <a:lnTo>
                    <a:pt x="27419" y="203390"/>
                  </a:lnTo>
                  <a:lnTo>
                    <a:pt x="12458" y="244475"/>
                  </a:lnTo>
                  <a:lnTo>
                    <a:pt x="3175" y="287820"/>
                  </a:lnTo>
                  <a:lnTo>
                    <a:pt x="0" y="332994"/>
                  </a:lnTo>
                  <a:lnTo>
                    <a:pt x="3175" y="378180"/>
                  </a:lnTo>
                  <a:lnTo>
                    <a:pt x="12458" y="421525"/>
                  </a:lnTo>
                  <a:lnTo>
                    <a:pt x="27419" y="462610"/>
                  </a:lnTo>
                  <a:lnTo>
                    <a:pt x="47637" y="501065"/>
                  </a:lnTo>
                  <a:lnTo>
                    <a:pt x="72694" y="536473"/>
                  </a:lnTo>
                  <a:lnTo>
                    <a:pt x="102196" y="568464"/>
                  </a:lnTo>
                  <a:lnTo>
                    <a:pt x="135712" y="596607"/>
                  </a:lnTo>
                  <a:lnTo>
                    <a:pt x="172821" y="620534"/>
                  </a:lnTo>
                  <a:lnTo>
                    <a:pt x="213131" y="639826"/>
                  </a:lnTo>
                  <a:lnTo>
                    <a:pt x="256197" y="654100"/>
                  </a:lnTo>
                  <a:lnTo>
                    <a:pt x="301625" y="662952"/>
                  </a:lnTo>
                  <a:lnTo>
                    <a:pt x="348996" y="665988"/>
                  </a:lnTo>
                  <a:lnTo>
                    <a:pt x="396354" y="662952"/>
                  </a:lnTo>
                  <a:lnTo>
                    <a:pt x="441782" y="654100"/>
                  </a:lnTo>
                  <a:lnTo>
                    <a:pt x="484847" y="639826"/>
                  </a:lnTo>
                  <a:lnTo>
                    <a:pt x="525157" y="620522"/>
                  </a:lnTo>
                  <a:lnTo>
                    <a:pt x="562267" y="596607"/>
                  </a:lnTo>
                  <a:lnTo>
                    <a:pt x="595782" y="568452"/>
                  </a:lnTo>
                  <a:lnTo>
                    <a:pt x="625284" y="536473"/>
                  </a:lnTo>
                  <a:lnTo>
                    <a:pt x="626287" y="535051"/>
                  </a:lnTo>
                  <a:lnTo>
                    <a:pt x="627303" y="536473"/>
                  </a:lnTo>
                  <a:lnTo>
                    <a:pt x="656742" y="568464"/>
                  </a:lnTo>
                  <a:lnTo>
                    <a:pt x="690194" y="596607"/>
                  </a:lnTo>
                  <a:lnTo>
                    <a:pt x="727227" y="620534"/>
                  </a:lnTo>
                  <a:lnTo>
                    <a:pt x="767435" y="639826"/>
                  </a:lnTo>
                  <a:lnTo>
                    <a:pt x="810399" y="654100"/>
                  </a:lnTo>
                  <a:lnTo>
                    <a:pt x="855726" y="662952"/>
                  </a:lnTo>
                  <a:lnTo>
                    <a:pt x="902970" y="665988"/>
                  </a:lnTo>
                  <a:lnTo>
                    <a:pt x="950201" y="662952"/>
                  </a:lnTo>
                  <a:lnTo>
                    <a:pt x="995527" y="654100"/>
                  </a:lnTo>
                  <a:lnTo>
                    <a:pt x="1038491" y="639826"/>
                  </a:lnTo>
                  <a:lnTo>
                    <a:pt x="1078699" y="620522"/>
                  </a:lnTo>
                  <a:lnTo>
                    <a:pt x="1115733" y="596607"/>
                  </a:lnTo>
                  <a:lnTo>
                    <a:pt x="1149184" y="568452"/>
                  </a:lnTo>
                  <a:lnTo>
                    <a:pt x="1178623" y="536473"/>
                  </a:lnTo>
                  <a:lnTo>
                    <a:pt x="1203642" y="501065"/>
                  </a:lnTo>
                  <a:lnTo>
                    <a:pt x="1223822" y="462610"/>
                  </a:lnTo>
                  <a:lnTo>
                    <a:pt x="1238758" y="421513"/>
                  </a:lnTo>
                  <a:lnTo>
                    <a:pt x="1248016" y="378180"/>
                  </a:lnTo>
                  <a:lnTo>
                    <a:pt x="1251204" y="332994"/>
                  </a:lnTo>
                  <a:close/>
                </a:path>
              </a:pathLst>
            </a:custGeom>
            <a:solidFill>
              <a:srgbClr val="FF0000"/>
            </a:solidFill>
          </p:spPr>
          <p:txBody>
            <a:bodyPr wrap="square" lIns="0" tIns="0" rIns="0" bIns="0" rtlCol="0"/>
            <a:lstStyle/>
            <a:p/>
          </p:txBody>
        </p:sp>
        <p:sp>
          <p:nvSpPr>
            <p:cNvPr id="19" name="object 19"/>
            <p:cNvSpPr/>
            <p:nvPr/>
          </p:nvSpPr>
          <p:spPr>
            <a:xfrm>
              <a:off x="2028444" y="4570475"/>
              <a:ext cx="4556760" cy="681355"/>
            </a:xfrm>
            <a:custGeom>
              <a:avLst/>
              <a:gdLst/>
              <a:ahLst/>
              <a:cxnLst/>
              <a:rect l="l" t="t" r="r" b="b"/>
              <a:pathLst>
                <a:path w="4556759" h="681354">
                  <a:moveTo>
                    <a:pt x="1252728" y="347472"/>
                  </a:moveTo>
                  <a:lnTo>
                    <a:pt x="1249540" y="302196"/>
                  </a:lnTo>
                  <a:lnTo>
                    <a:pt x="1240282" y="258775"/>
                  </a:lnTo>
                  <a:lnTo>
                    <a:pt x="1225346" y="217589"/>
                  </a:lnTo>
                  <a:lnTo>
                    <a:pt x="1205166" y="179044"/>
                  </a:lnTo>
                  <a:lnTo>
                    <a:pt x="1180147" y="143548"/>
                  </a:lnTo>
                  <a:lnTo>
                    <a:pt x="1150708" y="111493"/>
                  </a:lnTo>
                  <a:lnTo>
                    <a:pt x="1117257" y="83273"/>
                  </a:lnTo>
                  <a:lnTo>
                    <a:pt x="1080223" y="59296"/>
                  </a:lnTo>
                  <a:lnTo>
                    <a:pt x="1040015" y="39954"/>
                  </a:lnTo>
                  <a:lnTo>
                    <a:pt x="997051" y="25654"/>
                  </a:lnTo>
                  <a:lnTo>
                    <a:pt x="951725" y="16764"/>
                  </a:lnTo>
                  <a:lnTo>
                    <a:pt x="904494" y="13716"/>
                  </a:lnTo>
                  <a:lnTo>
                    <a:pt x="857250" y="16764"/>
                  </a:lnTo>
                  <a:lnTo>
                    <a:pt x="811923" y="25654"/>
                  </a:lnTo>
                  <a:lnTo>
                    <a:pt x="768959" y="39954"/>
                  </a:lnTo>
                  <a:lnTo>
                    <a:pt x="728751" y="59296"/>
                  </a:lnTo>
                  <a:lnTo>
                    <a:pt x="691718" y="83273"/>
                  </a:lnTo>
                  <a:lnTo>
                    <a:pt x="658266" y="111493"/>
                  </a:lnTo>
                  <a:lnTo>
                    <a:pt x="628827" y="143548"/>
                  </a:lnTo>
                  <a:lnTo>
                    <a:pt x="626999" y="146138"/>
                  </a:lnTo>
                  <a:lnTo>
                    <a:pt x="623887" y="141719"/>
                  </a:lnTo>
                  <a:lnTo>
                    <a:pt x="594448" y="109728"/>
                  </a:lnTo>
                  <a:lnTo>
                    <a:pt x="560997" y="81584"/>
                  </a:lnTo>
                  <a:lnTo>
                    <a:pt x="523963" y="57658"/>
                  </a:lnTo>
                  <a:lnTo>
                    <a:pt x="483755" y="38366"/>
                  </a:lnTo>
                  <a:lnTo>
                    <a:pt x="440791" y="24091"/>
                  </a:lnTo>
                  <a:lnTo>
                    <a:pt x="395465" y="15240"/>
                  </a:lnTo>
                  <a:lnTo>
                    <a:pt x="348234" y="12192"/>
                  </a:lnTo>
                  <a:lnTo>
                    <a:pt x="300990" y="15240"/>
                  </a:lnTo>
                  <a:lnTo>
                    <a:pt x="255663" y="24091"/>
                  </a:lnTo>
                  <a:lnTo>
                    <a:pt x="212699" y="38366"/>
                  </a:lnTo>
                  <a:lnTo>
                    <a:pt x="172491" y="57670"/>
                  </a:lnTo>
                  <a:lnTo>
                    <a:pt x="135458" y="81584"/>
                  </a:lnTo>
                  <a:lnTo>
                    <a:pt x="102006" y="109728"/>
                  </a:lnTo>
                  <a:lnTo>
                    <a:pt x="72567" y="141719"/>
                  </a:lnTo>
                  <a:lnTo>
                    <a:pt x="47548" y="177126"/>
                  </a:lnTo>
                  <a:lnTo>
                    <a:pt x="27368" y="215582"/>
                  </a:lnTo>
                  <a:lnTo>
                    <a:pt x="12433" y="256667"/>
                  </a:lnTo>
                  <a:lnTo>
                    <a:pt x="3175" y="300012"/>
                  </a:lnTo>
                  <a:lnTo>
                    <a:pt x="0" y="345186"/>
                  </a:lnTo>
                  <a:lnTo>
                    <a:pt x="3175" y="390372"/>
                  </a:lnTo>
                  <a:lnTo>
                    <a:pt x="12433" y="433717"/>
                  </a:lnTo>
                  <a:lnTo>
                    <a:pt x="27368" y="474802"/>
                  </a:lnTo>
                  <a:lnTo>
                    <a:pt x="47548" y="513257"/>
                  </a:lnTo>
                  <a:lnTo>
                    <a:pt x="72567" y="548665"/>
                  </a:lnTo>
                  <a:lnTo>
                    <a:pt x="102006" y="580656"/>
                  </a:lnTo>
                  <a:lnTo>
                    <a:pt x="135458" y="608799"/>
                  </a:lnTo>
                  <a:lnTo>
                    <a:pt x="172491" y="632726"/>
                  </a:lnTo>
                  <a:lnTo>
                    <a:pt x="212699" y="652018"/>
                  </a:lnTo>
                  <a:lnTo>
                    <a:pt x="255663" y="666292"/>
                  </a:lnTo>
                  <a:lnTo>
                    <a:pt x="300990" y="675144"/>
                  </a:lnTo>
                  <a:lnTo>
                    <a:pt x="348234" y="678180"/>
                  </a:lnTo>
                  <a:lnTo>
                    <a:pt x="395465" y="675144"/>
                  </a:lnTo>
                  <a:lnTo>
                    <a:pt x="440791" y="666292"/>
                  </a:lnTo>
                  <a:lnTo>
                    <a:pt x="483755" y="652018"/>
                  </a:lnTo>
                  <a:lnTo>
                    <a:pt x="523963" y="632714"/>
                  </a:lnTo>
                  <a:lnTo>
                    <a:pt x="560997" y="608799"/>
                  </a:lnTo>
                  <a:lnTo>
                    <a:pt x="594448" y="580644"/>
                  </a:lnTo>
                  <a:lnTo>
                    <a:pt x="623887" y="548665"/>
                  </a:lnTo>
                  <a:lnTo>
                    <a:pt x="625386" y="546544"/>
                  </a:lnTo>
                  <a:lnTo>
                    <a:pt x="628827" y="551408"/>
                  </a:lnTo>
                  <a:lnTo>
                    <a:pt x="658266" y="583463"/>
                  </a:lnTo>
                  <a:lnTo>
                    <a:pt x="691718" y="611682"/>
                  </a:lnTo>
                  <a:lnTo>
                    <a:pt x="728751" y="635660"/>
                  </a:lnTo>
                  <a:lnTo>
                    <a:pt x="768959" y="655002"/>
                  </a:lnTo>
                  <a:lnTo>
                    <a:pt x="811923" y="669302"/>
                  </a:lnTo>
                  <a:lnTo>
                    <a:pt x="857250" y="678192"/>
                  </a:lnTo>
                  <a:lnTo>
                    <a:pt x="904494" y="681228"/>
                  </a:lnTo>
                  <a:lnTo>
                    <a:pt x="951725" y="678192"/>
                  </a:lnTo>
                  <a:lnTo>
                    <a:pt x="997051" y="669302"/>
                  </a:lnTo>
                  <a:lnTo>
                    <a:pt x="1040015" y="655002"/>
                  </a:lnTo>
                  <a:lnTo>
                    <a:pt x="1080223" y="635660"/>
                  </a:lnTo>
                  <a:lnTo>
                    <a:pt x="1117257" y="611682"/>
                  </a:lnTo>
                  <a:lnTo>
                    <a:pt x="1150708" y="583463"/>
                  </a:lnTo>
                  <a:lnTo>
                    <a:pt x="1180147" y="551408"/>
                  </a:lnTo>
                  <a:lnTo>
                    <a:pt x="1205166" y="515912"/>
                  </a:lnTo>
                  <a:lnTo>
                    <a:pt x="1225346" y="477367"/>
                  </a:lnTo>
                  <a:lnTo>
                    <a:pt x="1240282" y="436181"/>
                  </a:lnTo>
                  <a:lnTo>
                    <a:pt x="1249540" y="392760"/>
                  </a:lnTo>
                  <a:lnTo>
                    <a:pt x="1252728" y="347472"/>
                  </a:lnTo>
                  <a:close/>
                </a:path>
                <a:path w="4556759" h="681354">
                  <a:moveTo>
                    <a:pt x="4556760" y="333756"/>
                  </a:moveTo>
                  <a:lnTo>
                    <a:pt x="4553572" y="288480"/>
                  </a:lnTo>
                  <a:lnTo>
                    <a:pt x="4544314" y="245059"/>
                  </a:lnTo>
                  <a:lnTo>
                    <a:pt x="4529379" y="203873"/>
                  </a:lnTo>
                  <a:lnTo>
                    <a:pt x="4509198" y="165328"/>
                  </a:lnTo>
                  <a:lnTo>
                    <a:pt x="4484179" y="129832"/>
                  </a:lnTo>
                  <a:lnTo>
                    <a:pt x="4454741" y="97777"/>
                  </a:lnTo>
                  <a:lnTo>
                    <a:pt x="4421289" y="69557"/>
                  </a:lnTo>
                  <a:lnTo>
                    <a:pt x="4384256" y="45580"/>
                  </a:lnTo>
                  <a:lnTo>
                    <a:pt x="4344047" y="26238"/>
                  </a:lnTo>
                  <a:lnTo>
                    <a:pt x="4301083" y="11938"/>
                  </a:lnTo>
                  <a:lnTo>
                    <a:pt x="4255757" y="3048"/>
                  </a:lnTo>
                  <a:lnTo>
                    <a:pt x="4208526" y="0"/>
                  </a:lnTo>
                  <a:lnTo>
                    <a:pt x="4161282" y="3048"/>
                  </a:lnTo>
                  <a:lnTo>
                    <a:pt x="4115955" y="11938"/>
                  </a:lnTo>
                  <a:lnTo>
                    <a:pt x="4072991" y="26238"/>
                  </a:lnTo>
                  <a:lnTo>
                    <a:pt x="4032783" y="45580"/>
                  </a:lnTo>
                  <a:lnTo>
                    <a:pt x="3995750" y="69557"/>
                  </a:lnTo>
                  <a:lnTo>
                    <a:pt x="3962298" y="97777"/>
                  </a:lnTo>
                  <a:lnTo>
                    <a:pt x="3935780" y="126657"/>
                  </a:lnTo>
                  <a:lnTo>
                    <a:pt x="3910673" y="99301"/>
                  </a:lnTo>
                  <a:lnTo>
                    <a:pt x="3877221" y="71081"/>
                  </a:lnTo>
                  <a:lnTo>
                    <a:pt x="3840188" y="47104"/>
                  </a:lnTo>
                  <a:lnTo>
                    <a:pt x="3799979" y="27762"/>
                  </a:lnTo>
                  <a:lnTo>
                    <a:pt x="3757015" y="13462"/>
                  </a:lnTo>
                  <a:lnTo>
                    <a:pt x="3711689" y="4572"/>
                  </a:lnTo>
                  <a:lnTo>
                    <a:pt x="3664458" y="1524"/>
                  </a:lnTo>
                  <a:lnTo>
                    <a:pt x="3617214" y="4572"/>
                  </a:lnTo>
                  <a:lnTo>
                    <a:pt x="3571887" y="13462"/>
                  </a:lnTo>
                  <a:lnTo>
                    <a:pt x="3528923" y="27762"/>
                  </a:lnTo>
                  <a:lnTo>
                    <a:pt x="3488715" y="47104"/>
                  </a:lnTo>
                  <a:lnTo>
                    <a:pt x="3451682" y="71081"/>
                  </a:lnTo>
                  <a:lnTo>
                    <a:pt x="3418230" y="99301"/>
                  </a:lnTo>
                  <a:lnTo>
                    <a:pt x="3388791" y="131356"/>
                  </a:lnTo>
                  <a:lnTo>
                    <a:pt x="3363772" y="166852"/>
                  </a:lnTo>
                  <a:lnTo>
                    <a:pt x="3361994" y="170230"/>
                  </a:lnTo>
                  <a:lnTo>
                    <a:pt x="3361626" y="169506"/>
                  </a:lnTo>
                  <a:lnTo>
                    <a:pt x="3336607" y="134099"/>
                  </a:lnTo>
                  <a:lnTo>
                    <a:pt x="3307169" y="102108"/>
                  </a:lnTo>
                  <a:lnTo>
                    <a:pt x="3273717" y="73964"/>
                  </a:lnTo>
                  <a:lnTo>
                    <a:pt x="3236684" y="50038"/>
                  </a:lnTo>
                  <a:lnTo>
                    <a:pt x="3196475" y="30746"/>
                  </a:lnTo>
                  <a:lnTo>
                    <a:pt x="3153511" y="16471"/>
                  </a:lnTo>
                  <a:lnTo>
                    <a:pt x="3108185" y="7620"/>
                  </a:lnTo>
                  <a:lnTo>
                    <a:pt x="3060954" y="4572"/>
                  </a:lnTo>
                  <a:lnTo>
                    <a:pt x="3013710" y="7620"/>
                  </a:lnTo>
                  <a:lnTo>
                    <a:pt x="2968383" y="16471"/>
                  </a:lnTo>
                  <a:lnTo>
                    <a:pt x="2925419" y="30746"/>
                  </a:lnTo>
                  <a:lnTo>
                    <a:pt x="2885211" y="50050"/>
                  </a:lnTo>
                  <a:lnTo>
                    <a:pt x="2848178" y="73964"/>
                  </a:lnTo>
                  <a:lnTo>
                    <a:pt x="2814726" y="102120"/>
                  </a:lnTo>
                  <a:lnTo>
                    <a:pt x="2785287" y="134099"/>
                  </a:lnTo>
                  <a:lnTo>
                    <a:pt x="2760268" y="169506"/>
                  </a:lnTo>
                  <a:lnTo>
                    <a:pt x="2740088" y="207962"/>
                  </a:lnTo>
                  <a:lnTo>
                    <a:pt x="2725153" y="249047"/>
                  </a:lnTo>
                  <a:lnTo>
                    <a:pt x="2715895" y="292392"/>
                  </a:lnTo>
                  <a:lnTo>
                    <a:pt x="2712720" y="337566"/>
                  </a:lnTo>
                  <a:lnTo>
                    <a:pt x="2715895" y="382752"/>
                  </a:lnTo>
                  <a:lnTo>
                    <a:pt x="2725153" y="426097"/>
                  </a:lnTo>
                  <a:lnTo>
                    <a:pt x="2740088" y="467182"/>
                  </a:lnTo>
                  <a:lnTo>
                    <a:pt x="2760268" y="505637"/>
                  </a:lnTo>
                  <a:lnTo>
                    <a:pt x="2785287" y="541045"/>
                  </a:lnTo>
                  <a:lnTo>
                    <a:pt x="2814726" y="573036"/>
                  </a:lnTo>
                  <a:lnTo>
                    <a:pt x="2848178" y="601179"/>
                  </a:lnTo>
                  <a:lnTo>
                    <a:pt x="2885211" y="625106"/>
                  </a:lnTo>
                  <a:lnTo>
                    <a:pt x="2925419" y="644398"/>
                  </a:lnTo>
                  <a:lnTo>
                    <a:pt x="2968383" y="658672"/>
                  </a:lnTo>
                  <a:lnTo>
                    <a:pt x="3013710" y="667524"/>
                  </a:lnTo>
                  <a:lnTo>
                    <a:pt x="3060954" y="670560"/>
                  </a:lnTo>
                  <a:lnTo>
                    <a:pt x="3108185" y="667524"/>
                  </a:lnTo>
                  <a:lnTo>
                    <a:pt x="3153511" y="658672"/>
                  </a:lnTo>
                  <a:lnTo>
                    <a:pt x="3196475" y="644398"/>
                  </a:lnTo>
                  <a:lnTo>
                    <a:pt x="3236684" y="625094"/>
                  </a:lnTo>
                  <a:lnTo>
                    <a:pt x="3273717" y="601179"/>
                  </a:lnTo>
                  <a:lnTo>
                    <a:pt x="3307169" y="573024"/>
                  </a:lnTo>
                  <a:lnTo>
                    <a:pt x="3336607" y="541045"/>
                  </a:lnTo>
                  <a:lnTo>
                    <a:pt x="3361626" y="505637"/>
                  </a:lnTo>
                  <a:lnTo>
                    <a:pt x="3363201" y="502640"/>
                  </a:lnTo>
                  <a:lnTo>
                    <a:pt x="3363772" y="503720"/>
                  </a:lnTo>
                  <a:lnTo>
                    <a:pt x="3388791" y="539216"/>
                  </a:lnTo>
                  <a:lnTo>
                    <a:pt x="3418230" y="571271"/>
                  </a:lnTo>
                  <a:lnTo>
                    <a:pt x="3451682" y="599490"/>
                  </a:lnTo>
                  <a:lnTo>
                    <a:pt x="3488715" y="623468"/>
                  </a:lnTo>
                  <a:lnTo>
                    <a:pt x="3528923" y="642810"/>
                  </a:lnTo>
                  <a:lnTo>
                    <a:pt x="3571887" y="657110"/>
                  </a:lnTo>
                  <a:lnTo>
                    <a:pt x="3617214" y="666000"/>
                  </a:lnTo>
                  <a:lnTo>
                    <a:pt x="3664458" y="669036"/>
                  </a:lnTo>
                  <a:lnTo>
                    <a:pt x="3711689" y="666000"/>
                  </a:lnTo>
                  <a:lnTo>
                    <a:pt x="3757015" y="657110"/>
                  </a:lnTo>
                  <a:lnTo>
                    <a:pt x="3799979" y="642810"/>
                  </a:lnTo>
                  <a:lnTo>
                    <a:pt x="3840188" y="623468"/>
                  </a:lnTo>
                  <a:lnTo>
                    <a:pt x="3877221" y="599490"/>
                  </a:lnTo>
                  <a:lnTo>
                    <a:pt x="3910673" y="571271"/>
                  </a:lnTo>
                  <a:lnTo>
                    <a:pt x="3937177" y="542404"/>
                  </a:lnTo>
                  <a:lnTo>
                    <a:pt x="3962298" y="569747"/>
                  </a:lnTo>
                  <a:lnTo>
                    <a:pt x="3995750" y="597966"/>
                  </a:lnTo>
                  <a:lnTo>
                    <a:pt x="4032783" y="621944"/>
                  </a:lnTo>
                  <a:lnTo>
                    <a:pt x="4072991" y="641286"/>
                  </a:lnTo>
                  <a:lnTo>
                    <a:pt x="4115955" y="655586"/>
                  </a:lnTo>
                  <a:lnTo>
                    <a:pt x="4161282" y="664476"/>
                  </a:lnTo>
                  <a:lnTo>
                    <a:pt x="4208526" y="667512"/>
                  </a:lnTo>
                  <a:lnTo>
                    <a:pt x="4255757" y="664476"/>
                  </a:lnTo>
                  <a:lnTo>
                    <a:pt x="4301083" y="655586"/>
                  </a:lnTo>
                  <a:lnTo>
                    <a:pt x="4344047" y="641286"/>
                  </a:lnTo>
                  <a:lnTo>
                    <a:pt x="4384256" y="621944"/>
                  </a:lnTo>
                  <a:lnTo>
                    <a:pt x="4421289" y="597966"/>
                  </a:lnTo>
                  <a:lnTo>
                    <a:pt x="4454741" y="569747"/>
                  </a:lnTo>
                  <a:lnTo>
                    <a:pt x="4484179" y="537692"/>
                  </a:lnTo>
                  <a:lnTo>
                    <a:pt x="4509198" y="502196"/>
                  </a:lnTo>
                  <a:lnTo>
                    <a:pt x="4529379" y="463651"/>
                  </a:lnTo>
                  <a:lnTo>
                    <a:pt x="4544314" y="422465"/>
                  </a:lnTo>
                  <a:lnTo>
                    <a:pt x="4553572" y="379044"/>
                  </a:lnTo>
                  <a:lnTo>
                    <a:pt x="4556760" y="333756"/>
                  </a:lnTo>
                  <a:close/>
                </a:path>
              </a:pathLst>
            </a:custGeom>
            <a:solidFill>
              <a:srgbClr val="006FC0"/>
            </a:solidFill>
          </p:spPr>
          <p:txBody>
            <a:bodyPr wrap="square" lIns="0" tIns="0" rIns="0" bIns="0" rtlCol="0"/>
            <a:lstStyle/>
            <a:p/>
          </p:txBody>
        </p:sp>
      </p:grpSp>
      <p:sp>
        <p:nvSpPr>
          <p:cNvPr id="20" name="object 20"/>
          <p:cNvSpPr txBox="1"/>
          <p:nvPr/>
        </p:nvSpPr>
        <p:spPr>
          <a:xfrm>
            <a:off x="2315972" y="4575505"/>
            <a:ext cx="3980815" cy="472440"/>
          </a:xfrm>
          <a:prstGeom prst="rect">
            <a:avLst/>
          </a:prstGeom>
        </p:spPr>
        <p:txBody>
          <a:bodyPr vert="horz" wrap="square" lIns="0" tIns="16510" rIns="0" bIns="0" rtlCol="0">
            <a:spAutoFit/>
          </a:bodyPr>
          <a:lstStyle/>
          <a:p>
            <a:pPr marL="12700">
              <a:lnSpc>
                <a:spcPct val="100000"/>
              </a:lnSpc>
              <a:spcBef>
                <a:spcPts val="130"/>
              </a:spcBef>
              <a:tabLst>
                <a:tab pos="568960" algn="l"/>
                <a:tab pos="1122045" algn="l"/>
                <a:tab pos="1639570" algn="l"/>
                <a:tab pos="2193925" algn="l"/>
                <a:tab pos="2725420" algn="l"/>
                <a:tab pos="3328670" algn="l"/>
                <a:tab pos="3873500" algn="l"/>
              </a:tabLst>
            </a:pPr>
            <a:r>
              <a:rPr sz="2900" spc="5" dirty="0">
                <a:latin typeface="Calibri" panose="020F0502020204030204"/>
                <a:cs typeface="Calibri" panose="020F0502020204030204"/>
              </a:rPr>
              <a:t>.	.	.	.	.	.	</a:t>
            </a:r>
            <a:r>
              <a:rPr sz="4350" spc="7" baseline="2000" dirty="0">
                <a:latin typeface="Calibri" panose="020F0502020204030204"/>
                <a:cs typeface="Calibri" panose="020F0502020204030204"/>
              </a:rPr>
              <a:t>.	.</a:t>
            </a:r>
            <a:endParaRPr sz="4350" baseline="2000">
              <a:latin typeface="Calibri" panose="020F0502020204030204"/>
              <a:cs typeface="Calibri" panose="020F0502020204030204"/>
            </a:endParaRPr>
          </a:p>
        </p:txBody>
      </p:sp>
      <p:grpSp>
        <p:nvGrpSpPr>
          <p:cNvPr id="21" name="object 21"/>
          <p:cNvGrpSpPr/>
          <p:nvPr/>
        </p:nvGrpSpPr>
        <p:grpSpPr>
          <a:xfrm>
            <a:off x="2016251" y="3822191"/>
            <a:ext cx="4594860" cy="1290955"/>
            <a:chOff x="2016251" y="3822191"/>
            <a:chExt cx="4594860" cy="1290955"/>
          </a:xfrm>
        </p:grpSpPr>
        <p:sp>
          <p:nvSpPr>
            <p:cNvPr id="22" name="object 22"/>
            <p:cNvSpPr/>
            <p:nvPr/>
          </p:nvSpPr>
          <p:spPr>
            <a:xfrm>
              <a:off x="3668268" y="4666487"/>
              <a:ext cx="1225550" cy="447040"/>
            </a:xfrm>
            <a:custGeom>
              <a:avLst/>
              <a:gdLst/>
              <a:ahLst/>
              <a:cxnLst/>
              <a:rect l="l" t="t" r="r" b="b"/>
              <a:pathLst>
                <a:path w="1225550" h="447039">
                  <a:moveTo>
                    <a:pt x="167640" y="233934"/>
                  </a:moveTo>
                  <a:lnTo>
                    <a:pt x="163372" y="166725"/>
                  </a:lnTo>
                  <a:lnTo>
                    <a:pt x="151485" y="108356"/>
                  </a:lnTo>
                  <a:lnTo>
                    <a:pt x="133350" y="62344"/>
                  </a:lnTo>
                  <a:lnTo>
                    <a:pt x="83820" y="21336"/>
                  </a:lnTo>
                  <a:lnTo>
                    <a:pt x="57302" y="32169"/>
                  </a:lnTo>
                  <a:lnTo>
                    <a:pt x="34290" y="62344"/>
                  </a:lnTo>
                  <a:lnTo>
                    <a:pt x="16154" y="108356"/>
                  </a:lnTo>
                  <a:lnTo>
                    <a:pt x="4267" y="166725"/>
                  </a:lnTo>
                  <a:lnTo>
                    <a:pt x="0" y="233934"/>
                  </a:lnTo>
                  <a:lnTo>
                    <a:pt x="4254" y="301155"/>
                  </a:lnTo>
                  <a:lnTo>
                    <a:pt x="16141" y="359524"/>
                  </a:lnTo>
                  <a:lnTo>
                    <a:pt x="34277" y="405536"/>
                  </a:lnTo>
                  <a:lnTo>
                    <a:pt x="57302" y="435711"/>
                  </a:lnTo>
                  <a:lnTo>
                    <a:pt x="83820" y="446532"/>
                  </a:lnTo>
                  <a:lnTo>
                    <a:pt x="110324" y="435711"/>
                  </a:lnTo>
                  <a:lnTo>
                    <a:pt x="133350" y="405536"/>
                  </a:lnTo>
                  <a:lnTo>
                    <a:pt x="151485" y="359524"/>
                  </a:lnTo>
                  <a:lnTo>
                    <a:pt x="163372" y="301155"/>
                  </a:lnTo>
                  <a:lnTo>
                    <a:pt x="167640" y="233934"/>
                  </a:lnTo>
                  <a:close/>
                </a:path>
                <a:path w="1225550" h="447039">
                  <a:moveTo>
                    <a:pt x="1225296" y="213360"/>
                  </a:moveTo>
                  <a:lnTo>
                    <a:pt x="1221028" y="145923"/>
                  </a:lnTo>
                  <a:lnTo>
                    <a:pt x="1209141" y="87350"/>
                  </a:lnTo>
                  <a:lnTo>
                    <a:pt x="1191006" y="41160"/>
                  </a:lnTo>
                  <a:lnTo>
                    <a:pt x="1141476" y="0"/>
                  </a:lnTo>
                  <a:lnTo>
                    <a:pt x="1114958" y="10883"/>
                  </a:lnTo>
                  <a:lnTo>
                    <a:pt x="1091946" y="41160"/>
                  </a:lnTo>
                  <a:lnTo>
                    <a:pt x="1073810" y="87350"/>
                  </a:lnTo>
                  <a:lnTo>
                    <a:pt x="1061923" y="145923"/>
                  </a:lnTo>
                  <a:lnTo>
                    <a:pt x="1057656" y="213360"/>
                  </a:lnTo>
                  <a:lnTo>
                    <a:pt x="1061923" y="280809"/>
                  </a:lnTo>
                  <a:lnTo>
                    <a:pt x="1073810" y="339382"/>
                  </a:lnTo>
                  <a:lnTo>
                    <a:pt x="1091946" y="385572"/>
                  </a:lnTo>
                  <a:lnTo>
                    <a:pt x="1114958" y="415848"/>
                  </a:lnTo>
                  <a:lnTo>
                    <a:pt x="1141476" y="426720"/>
                  </a:lnTo>
                  <a:lnTo>
                    <a:pt x="1167993" y="415848"/>
                  </a:lnTo>
                  <a:lnTo>
                    <a:pt x="1191006" y="385572"/>
                  </a:lnTo>
                  <a:lnTo>
                    <a:pt x="1209141" y="339382"/>
                  </a:lnTo>
                  <a:lnTo>
                    <a:pt x="1221028" y="280809"/>
                  </a:lnTo>
                  <a:lnTo>
                    <a:pt x="1225296" y="213360"/>
                  </a:lnTo>
                  <a:close/>
                </a:path>
              </a:pathLst>
            </a:custGeom>
            <a:solidFill>
              <a:srgbClr val="FFFFFF"/>
            </a:solidFill>
          </p:spPr>
          <p:txBody>
            <a:bodyPr wrap="square" lIns="0" tIns="0" rIns="0" bIns="0" rtlCol="0"/>
            <a:lstStyle/>
            <a:p/>
          </p:txBody>
        </p:sp>
        <p:sp>
          <p:nvSpPr>
            <p:cNvPr id="23" name="object 23"/>
            <p:cNvSpPr/>
            <p:nvPr/>
          </p:nvSpPr>
          <p:spPr>
            <a:xfrm>
              <a:off x="3125724" y="3832859"/>
              <a:ext cx="1214755" cy="668020"/>
            </a:xfrm>
            <a:custGeom>
              <a:avLst/>
              <a:gdLst/>
              <a:ahLst/>
              <a:cxnLst/>
              <a:rect l="l" t="t" r="r" b="b"/>
              <a:pathLst>
                <a:path w="1214754" h="668020">
                  <a:moveTo>
                    <a:pt x="1214628" y="333756"/>
                  </a:moveTo>
                  <a:lnTo>
                    <a:pt x="1211440" y="288480"/>
                  </a:lnTo>
                  <a:lnTo>
                    <a:pt x="1202182" y="245059"/>
                  </a:lnTo>
                  <a:lnTo>
                    <a:pt x="1187246" y="203873"/>
                  </a:lnTo>
                  <a:lnTo>
                    <a:pt x="1167066" y="165328"/>
                  </a:lnTo>
                  <a:lnTo>
                    <a:pt x="1142047" y="129832"/>
                  </a:lnTo>
                  <a:lnTo>
                    <a:pt x="1112608" y="97777"/>
                  </a:lnTo>
                  <a:lnTo>
                    <a:pt x="1079157" y="69557"/>
                  </a:lnTo>
                  <a:lnTo>
                    <a:pt x="1042123" y="45580"/>
                  </a:lnTo>
                  <a:lnTo>
                    <a:pt x="1001915" y="26238"/>
                  </a:lnTo>
                  <a:lnTo>
                    <a:pt x="958951" y="11938"/>
                  </a:lnTo>
                  <a:lnTo>
                    <a:pt x="913625" y="3048"/>
                  </a:lnTo>
                  <a:lnTo>
                    <a:pt x="866394" y="0"/>
                  </a:lnTo>
                  <a:lnTo>
                    <a:pt x="819150" y="3048"/>
                  </a:lnTo>
                  <a:lnTo>
                    <a:pt x="773823" y="11938"/>
                  </a:lnTo>
                  <a:lnTo>
                    <a:pt x="730859" y="26238"/>
                  </a:lnTo>
                  <a:lnTo>
                    <a:pt x="690651" y="45580"/>
                  </a:lnTo>
                  <a:lnTo>
                    <a:pt x="653618" y="69557"/>
                  </a:lnTo>
                  <a:lnTo>
                    <a:pt x="620166" y="97777"/>
                  </a:lnTo>
                  <a:lnTo>
                    <a:pt x="607301" y="111785"/>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07301" y="555752"/>
                  </a:lnTo>
                  <a:lnTo>
                    <a:pt x="620166" y="569747"/>
                  </a:lnTo>
                  <a:lnTo>
                    <a:pt x="653618" y="597966"/>
                  </a:lnTo>
                  <a:lnTo>
                    <a:pt x="690651" y="621944"/>
                  </a:lnTo>
                  <a:lnTo>
                    <a:pt x="730859" y="641286"/>
                  </a:lnTo>
                  <a:lnTo>
                    <a:pt x="773823" y="655586"/>
                  </a:lnTo>
                  <a:lnTo>
                    <a:pt x="819150" y="664476"/>
                  </a:lnTo>
                  <a:lnTo>
                    <a:pt x="866394" y="667512"/>
                  </a:lnTo>
                  <a:lnTo>
                    <a:pt x="913625" y="664476"/>
                  </a:lnTo>
                  <a:lnTo>
                    <a:pt x="958951" y="655586"/>
                  </a:lnTo>
                  <a:lnTo>
                    <a:pt x="1001915" y="641286"/>
                  </a:lnTo>
                  <a:lnTo>
                    <a:pt x="1042123" y="621944"/>
                  </a:lnTo>
                  <a:lnTo>
                    <a:pt x="1079157" y="597966"/>
                  </a:lnTo>
                  <a:lnTo>
                    <a:pt x="1112608" y="569747"/>
                  </a:lnTo>
                  <a:lnTo>
                    <a:pt x="1142047" y="537692"/>
                  </a:lnTo>
                  <a:lnTo>
                    <a:pt x="1167066" y="502196"/>
                  </a:lnTo>
                  <a:lnTo>
                    <a:pt x="1187246" y="463651"/>
                  </a:lnTo>
                  <a:lnTo>
                    <a:pt x="1202182" y="422465"/>
                  </a:lnTo>
                  <a:lnTo>
                    <a:pt x="1211440" y="379044"/>
                  </a:lnTo>
                  <a:lnTo>
                    <a:pt x="1214628" y="333756"/>
                  </a:lnTo>
                  <a:close/>
                </a:path>
              </a:pathLst>
            </a:custGeom>
            <a:solidFill>
              <a:srgbClr val="FF0000"/>
            </a:solidFill>
          </p:spPr>
          <p:txBody>
            <a:bodyPr wrap="square" lIns="0" tIns="0" rIns="0" bIns="0" rtlCol="0"/>
            <a:lstStyle/>
            <a:p/>
          </p:txBody>
        </p:sp>
        <p:sp>
          <p:nvSpPr>
            <p:cNvPr id="24" name="object 24"/>
            <p:cNvSpPr/>
            <p:nvPr/>
          </p:nvSpPr>
          <p:spPr>
            <a:xfrm>
              <a:off x="4197096" y="3832859"/>
              <a:ext cx="1228725" cy="668020"/>
            </a:xfrm>
            <a:custGeom>
              <a:avLst/>
              <a:gdLst/>
              <a:ahLst/>
              <a:cxnLst/>
              <a:rect l="l" t="t" r="r" b="b"/>
              <a:pathLst>
                <a:path w="1228725" h="668020">
                  <a:moveTo>
                    <a:pt x="1228344" y="333756"/>
                  </a:moveTo>
                  <a:lnTo>
                    <a:pt x="1225156" y="288480"/>
                  </a:lnTo>
                  <a:lnTo>
                    <a:pt x="1215898" y="245059"/>
                  </a:lnTo>
                  <a:lnTo>
                    <a:pt x="1200962" y="203873"/>
                  </a:lnTo>
                  <a:lnTo>
                    <a:pt x="1180782" y="165328"/>
                  </a:lnTo>
                  <a:lnTo>
                    <a:pt x="1155763" y="129832"/>
                  </a:lnTo>
                  <a:lnTo>
                    <a:pt x="1126324" y="97777"/>
                  </a:lnTo>
                  <a:lnTo>
                    <a:pt x="1092873" y="69557"/>
                  </a:lnTo>
                  <a:lnTo>
                    <a:pt x="1055839" y="45580"/>
                  </a:lnTo>
                  <a:lnTo>
                    <a:pt x="1015631" y="26238"/>
                  </a:lnTo>
                  <a:lnTo>
                    <a:pt x="972667" y="11938"/>
                  </a:lnTo>
                  <a:lnTo>
                    <a:pt x="927341" y="3048"/>
                  </a:lnTo>
                  <a:lnTo>
                    <a:pt x="880110" y="0"/>
                  </a:lnTo>
                  <a:lnTo>
                    <a:pt x="832866" y="3048"/>
                  </a:lnTo>
                  <a:lnTo>
                    <a:pt x="787539" y="11938"/>
                  </a:lnTo>
                  <a:lnTo>
                    <a:pt x="744575" y="26238"/>
                  </a:lnTo>
                  <a:lnTo>
                    <a:pt x="704367" y="45580"/>
                  </a:lnTo>
                  <a:lnTo>
                    <a:pt x="667334" y="69557"/>
                  </a:lnTo>
                  <a:lnTo>
                    <a:pt x="633882" y="97777"/>
                  </a:lnTo>
                  <a:lnTo>
                    <a:pt x="614159" y="119253"/>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14159" y="548284"/>
                  </a:lnTo>
                  <a:lnTo>
                    <a:pt x="633882" y="569747"/>
                  </a:lnTo>
                  <a:lnTo>
                    <a:pt x="667334" y="597966"/>
                  </a:lnTo>
                  <a:lnTo>
                    <a:pt x="704367" y="621944"/>
                  </a:lnTo>
                  <a:lnTo>
                    <a:pt x="744575" y="641286"/>
                  </a:lnTo>
                  <a:lnTo>
                    <a:pt x="787539" y="655586"/>
                  </a:lnTo>
                  <a:lnTo>
                    <a:pt x="832866" y="664476"/>
                  </a:lnTo>
                  <a:lnTo>
                    <a:pt x="880110" y="667512"/>
                  </a:lnTo>
                  <a:lnTo>
                    <a:pt x="927341" y="664476"/>
                  </a:lnTo>
                  <a:lnTo>
                    <a:pt x="972667" y="655586"/>
                  </a:lnTo>
                  <a:lnTo>
                    <a:pt x="1015631" y="641286"/>
                  </a:lnTo>
                  <a:lnTo>
                    <a:pt x="1055839" y="621944"/>
                  </a:lnTo>
                  <a:lnTo>
                    <a:pt x="1092873" y="597966"/>
                  </a:lnTo>
                  <a:lnTo>
                    <a:pt x="1126324" y="569747"/>
                  </a:lnTo>
                  <a:lnTo>
                    <a:pt x="1155763" y="537692"/>
                  </a:lnTo>
                  <a:lnTo>
                    <a:pt x="1180782" y="502196"/>
                  </a:lnTo>
                  <a:lnTo>
                    <a:pt x="1200962" y="463651"/>
                  </a:lnTo>
                  <a:lnTo>
                    <a:pt x="1215898" y="422465"/>
                  </a:lnTo>
                  <a:lnTo>
                    <a:pt x="1225156" y="379044"/>
                  </a:lnTo>
                  <a:lnTo>
                    <a:pt x="1228344" y="333756"/>
                  </a:lnTo>
                  <a:close/>
                </a:path>
              </a:pathLst>
            </a:custGeom>
            <a:solidFill>
              <a:srgbClr val="006FC0"/>
            </a:solidFill>
          </p:spPr>
          <p:txBody>
            <a:bodyPr wrap="square" lIns="0" tIns="0" rIns="0" bIns="0" rtlCol="0"/>
            <a:lstStyle/>
            <a:p/>
          </p:txBody>
        </p:sp>
        <p:sp>
          <p:nvSpPr>
            <p:cNvPr id="25" name="object 25"/>
            <p:cNvSpPr/>
            <p:nvPr/>
          </p:nvSpPr>
          <p:spPr>
            <a:xfrm>
              <a:off x="4183379" y="3948683"/>
              <a:ext cx="167640" cy="426720"/>
            </a:xfrm>
            <a:custGeom>
              <a:avLst/>
              <a:gdLst/>
              <a:ahLst/>
              <a:cxnLst/>
              <a:rect l="l" t="t" r="r" b="b"/>
              <a:pathLst>
                <a:path w="167639" h="426720">
                  <a:moveTo>
                    <a:pt x="83820" y="0"/>
                  </a:moveTo>
                  <a:lnTo>
                    <a:pt x="34290" y="41160"/>
                  </a:lnTo>
                  <a:lnTo>
                    <a:pt x="16154" y="87343"/>
                  </a:lnTo>
                  <a:lnTo>
                    <a:pt x="4267" y="145913"/>
                  </a:lnTo>
                  <a:lnTo>
                    <a:pt x="0" y="213360"/>
                  </a:lnTo>
                  <a:lnTo>
                    <a:pt x="4267" y="280806"/>
                  </a:lnTo>
                  <a:lnTo>
                    <a:pt x="16154" y="339376"/>
                  </a:lnTo>
                  <a:lnTo>
                    <a:pt x="34290" y="385559"/>
                  </a:lnTo>
                  <a:lnTo>
                    <a:pt x="57302" y="415844"/>
                  </a:lnTo>
                  <a:lnTo>
                    <a:pt x="83820" y="426720"/>
                  </a:lnTo>
                  <a:lnTo>
                    <a:pt x="110337" y="415844"/>
                  </a:lnTo>
                  <a:lnTo>
                    <a:pt x="133350" y="385559"/>
                  </a:lnTo>
                  <a:lnTo>
                    <a:pt x="151485" y="339376"/>
                  </a:lnTo>
                  <a:lnTo>
                    <a:pt x="163372" y="280806"/>
                  </a:lnTo>
                  <a:lnTo>
                    <a:pt x="167640" y="213360"/>
                  </a:lnTo>
                  <a:lnTo>
                    <a:pt x="163372" y="145913"/>
                  </a:lnTo>
                  <a:lnTo>
                    <a:pt x="151485" y="87343"/>
                  </a:lnTo>
                  <a:lnTo>
                    <a:pt x="133350" y="41160"/>
                  </a:lnTo>
                  <a:lnTo>
                    <a:pt x="110337" y="10875"/>
                  </a:lnTo>
                  <a:lnTo>
                    <a:pt x="83820" y="0"/>
                  </a:lnTo>
                  <a:close/>
                </a:path>
              </a:pathLst>
            </a:custGeom>
            <a:solidFill>
              <a:srgbClr val="FFFFFF"/>
            </a:solidFill>
          </p:spPr>
          <p:txBody>
            <a:bodyPr wrap="square" lIns="0" tIns="0" rIns="0" bIns="0" rtlCol="0"/>
            <a:lstStyle/>
            <a:p/>
          </p:txBody>
        </p:sp>
        <p:sp>
          <p:nvSpPr>
            <p:cNvPr id="26" name="object 26"/>
            <p:cNvSpPr/>
            <p:nvPr/>
          </p:nvSpPr>
          <p:spPr>
            <a:xfrm>
              <a:off x="2016252" y="3840479"/>
              <a:ext cx="1252855" cy="669290"/>
            </a:xfrm>
            <a:custGeom>
              <a:avLst/>
              <a:gdLst/>
              <a:ahLst/>
              <a:cxnLst/>
              <a:rect l="l" t="t" r="r" b="b"/>
              <a:pathLst>
                <a:path w="1252854" h="669289">
                  <a:moveTo>
                    <a:pt x="1252715" y="335280"/>
                  </a:moveTo>
                  <a:lnTo>
                    <a:pt x="1249540" y="290004"/>
                  </a:lnTo>
                  <a:lnTo>
                    <a:pt x="1240282" y="246583"/>
                  </a:lnTo>
                  <a:lnTo>
                    <a:pt x="1225346" y="205397"/>
                  </a:lnTo>
                  <a:lnTo>
                    <a:pt x="1205166" y="166852"/>
                  </a:lnTo>
                  <a:lnTo>
                    <a:pt x="1180147" y="131356"/>
                  </a:lnTo>
                  <a:lnTo>
                    <a:pt x="1150708" y="99301"/>
                  </a:lnTo>
                  <a:lnTo>
                    <a:pt x="1117257" y="71081"/>
                  </a:lnTo>
                  <a:lnTo>
                    <a:pt x="1080223" y="47104"/>
                  </a:lnTo>
                  <a:lnTo>
                    <a:pt x="1040015" y="27762"/>
                  </a:lnTo>
                  <a:lnTo>
                    <a:pt x="997051" y="13462"/>
                  </a:lnTo>
                  <a:lnTo>
                    <a:pt x="951725" y="4572"/>
                  </a:lnTo>
                  <a:lnTo>
                    <a:pt x="904494" y="1524"/>
                  </a:lnTo>
                  <a:lnTo>
                    <a:pt x="857250" y="4572"/>
                  </a:lnTo>
                  <a:lnTo>
                    <a:pt x="811923" y="13462"/>
                  </a:lnTo>
                  <a:lnTo>
                    <a:pt x="768959" y="27762"/>
                  </a:lnTo>
                  <a:lnTo>
                    <a:pt x="728751" y="47104"/>
                  </a:lnTo>
                  <a:lnTo>
                    <a:pt x="691718" y="71081"/>
                  </a:lnTo>
                  <a:lnTo>
                    <a:pt x="658266" y="99301"/>
                  </a:lnTo>
                  <a:lnTo>
                    <a:pt x="628827" y="131356"/>
                  </a:lnTo>
                  <a:lnTo>
                    <a:pt x="626884" y="134099"/>
                  </a:lnTo>
                  <a:lnTo>
                    <a:pt x="623887" y="129832"/>
                  </a:lnTo>
                  <a:lnTo>
                    <a:pt x="594448" y="97777"/>
                  </a:lnTo>
                  <a:lnTo>
                    <a:pt x="560997" y="69557"/>
                  </a:lnTo>
                  <a:lnTo>
                    <a:pt x="523963" y="45580"/>
                  </a:lnTo>
                  <a:lnTo>
                    <a:pt x="483755" y="26238"/>
                  </a:lnTo>
                  <a:lnTo>
                    <a:pt x="440791" y="11938"/>
                  </a:lnTo>
                  <a:lnTo>
                    <a:pt x="395465" y="3048"/>
                  </a:lnTo>
                  <a:lnTo>
                    <a:pt x="348234" y="0"/>
                  </a:lnTo>
                  <a:lnTo>
                    <a:pt x="300990" y="3048"/>
                  </a:lnTo>
                  <a:lnTo>
                    <a:pt x="255663" y="11938"/>
                  </a:lnTo>
                  <a:lnTo>
                    <a:pt x="212699" y="26238"/>
                  </a:lnTo>
                  <a:lnTo>
                    <a:pt x="172491" y="45580"/>
                  </a:lnTo>
                  <a:lnTo>
                    <a:pt x="135458" y="69557"/>
                  </a:lnTo>
                  <a:lnTo>
                    <a:pt x="102006" y="97777"/>
                  </a:lnTo>
                  <a:lnTo>
                    <a:pt x="72567" y="129832"/>
                  </a:lnTo>
                  <a:lnTo>
                    <a:pt x="47548" y="165328"/>
                  </a:lnTo>
                  <a:lnTo>
                    <a:pt x="27368" y="203873"/>
                  </a:lnTo>
                  <a:lnTo>
                    <a:pt x="12433" y="245059"/>
                  </a:lnTo>
                  <a:lnTo>
                    <a:pt x="3175" y="288480"/>
                  </a:lnTo>
                  <a:lnTo>
                    <a:pt x="0" y="333756"/>
                  </a:lnTo>
                  <a:lnTo>
                    <a:pt x="3175" y="379044"/>
                  </a:lnTo>
                  <a:lnTo>
                    <a:pt x="12433" y="422465"/>
                  </a:lnTo>
                  <a:lnTo>
                    <a:pt x="27368" y="463651"/>
                  </a:lnTo>
                  <a:lnTo>
                    <a:pt x="47548" y="502196"/>
                  </a:lnTo>
                  <a:lnTo>
                    <a:pt x="72567" y="537692"/>
                  </a:lnTo>
                  <a:lnTo>
                    <a:pt x="102006" y="569747"/>
                  </a:lnTo>
                  <a:lnTo>
                    <a:pt x="135458" y="597966"/>
                  </a:lnTo>
                  <a:lnTo>
                    <a:pt x="172491" y="621944"/>
                  </a:lnTo>
                  <a:lnTo>
                    <a:pt x="212699" y="641286"/>
                  </a:lnTo>
                  <a:lnTo>
                    <a:pt x="255663" y="655586"/>
                  </a:lnTo>
                  <a:lnTo>
                    <a:pt x="300990" y="664476"/>
                  </a:lnTo>
                  <a:lnTo>
                    <a:pt x="348234" y="667512"/>
                  </a:lnTo>
                  <a:lnTo>
                    <a:pt x="395465" y="664476"/>
                  </a:lnTo>
                  <a:lnTo>
                    <a:pt x="440791" y="655586"/>
                  </a:lnTo>
                  <a:lnTo>
                    <a:pt x="483755" y="641286"/>
                  </a:lnTo>
                  <a:lnTo>
                    <a:pt x="523963" y="621944"/>
                  </a:lnTo>
                  <a:lnTo>
                    <a:pt x="560997" y="597966"/>
                  </a:lnTo>
                  <a:lnTo>
                    <a:pt x="594448" y="569747"/>
                  </a:lnTo>
                  <a:lnTo>
                    <a:pt x="623887" y="537692"/>
                  </a:lnTo>
                  <a:lnTo>
                    <a:pt x="625817" y="534962"/>
                  </a:lnTo>
                  <a:lnTo>
                    <a:pt x="628827" y="539216"/>
                  </a:lnTo>
                  <a:lnTo>
                    <a:pt x="658266" y="571271"/>
                  </a:lnTo>
                  <a:lnTo>
                    <a:pt x="691718" y="599490"/>
                  </a:lnTo>
                  <a:lnTo>
                    <a:pt x="728751" y="623468"/>
                  </a:lnTo>
                  <a:lnTo>
                    <a:pt x="768959" y="642810"/>
                  </a:lnTo>
                  <a:lnTo>
                    <a:pt x="811923" y="657110"/>
                  </a:lnTo>
                  <a:lnTo>
                    <a:pt x="857250" y="666000"/>
                  </a:lnTo>
                  <a:lnTo>
                    <a:pt x="904494" y="669036"/>
                  </a:lnTo>
                  <a:lnTo>
                    <a:pt x="951725" y="666000"/>
                  </a:lnTo>
                  <a:lnTo>
                    <a:pt x="997051" y="657110"/>
                  </a:lnTo>
                  <a:lnTo>
                    <a:pt x="1040015" y="642810"/>
                  </a:lnTo>
                  <a:lnTo>
                    <a:pt x="1080223" y="623468"/>
                  </a:lnTo>
                  <a:lnTo>
                    <a:pt x="1117257" y="599490"/>
                  </a:lnTo>
                  <a:lnTo>
                    <a:pt x="1150708" y="571271"/>
                  </a:lnTo>
                  <a:lnTo>
                    <a:pt x="1180147" y="539216"/>
                  </a:lnTo>
                  <a:lnTo>
                    <a:pt x="1205166" y="503720"/>
                  </a:lnTo>
                  <a:lnTo>
                    <a:pt x="1225346" y="465175"/>
                  </a:lnTo>
                  <a:lnTo>
                    <a:pt x="1240282" y="423989"/>
                  </a:lnTo>
                  <a:lnTo>
                    <a:pt x="1249540" y="380568"/>
                  </a:lnTo>
                  <a:lnTo>
                    <a:pt x="1252715" y="335280"/>
                  </a:lnTo>
                  <a:close/>
                </a:path>
              </a:pathLst>
            </a:custGeom>
            <a:solidFill>
              <a:srgbClr val="006FC0"/>
            </a:solidFill>
          </p:spPr>
          <p:txBody>
            <a:bodyPr wrap="square" lIns="0" tIns="0" rIns="0" bIns="0" rtlCol="0"/>
            <a:lstStyle/>
            <a:p/>
          </p:txBody>
        </p:sp>
        <p:sp>
          <p:nvSpPr>
            <p:cNvPr id="27" name="object 27"/>
            <p:cNvSpPr/>
            <p:nvPr/>
          </p:nvSpPr>
          <p:spPr>
            <a:xfrm>
              <a:off x="3081527" y="3947159"/>
              <a:ext cx="167640" cy="426720"/>
            </a:xfrm>
            <a:custGeom>
              <a:avLst/>
              <a:gdLst/>
              <a:ahLst/>
              <a:cxnLst/>
              <a:rect l="l" t="t" r="r" b="b"/>
              <a:pathLst>
                <a:path w="167639" h="426720">
                  <a:moveTo>
                    <a:pt x="83820" y="0"/>
                  </a:moveTo>
                  <a:lnTo>
                    <a:pt x="34290" y="41160"/>
                  </a:lnTo>
                  <a:lnTo>
                    <a:pt x="16154" y="87343"/>
                  </a:lnTo>
                  <a:lnTo>
                    <a:pt x="4267" y="145913"/>
                  </a:lnTo>
                  <a:lnTo>
                    <a:pt x="0" y="213359"/>
                  </a:lnTo>
                  <a:lnTo>
                    <a:pt x="4267" y="280806"/>
                  </a:lnTo>
                  <a:lnTo>
                    <a:pt x="16154" y="339376"/>
                  </a:lnTo>
                  <a:lnTo>
                    <a:pt x="34290" y="385559"/>
                  </a:lnTo>
                  <a:lnTo>
                    <a:pt x="57302" y="415844"/>
                  </a:lnTo>
                  <a:lnTo>
                    <a:pt x="83820" y="426719"/>
                  </a:lnTo>
                  <a:lnTo>
                    <a:pt x="110337" y="415844"/>
                  </a:lnTo>
                  <a:lnTo>
                    <a:pt x="133350" y="385559"/>
                  </a:lnTo>
                  <a:lnTo>
                    <a:pt x="151485" y="339376"/>
                  </a:lnTo>
                  <a:lnTo>
                    <a:pt x="163372" y="280806"/>
                  </a:lnTo>
                  <a:lnTo>
                    <a:pt x="167640" y="213359"/>
                  </a:lnTo>
                  <a:lnTo>
                    <a:pt x="163372" y="145913"/>
                  </a:lnTo>
                  <a:lnTo>
                    <a:pt x="151485" y="87343"/>
                  </a:lnTo>
                  <a:lnTo>
                    <a:pt x="133350" y="41160"/>
                  </a:lnTo>
                  <a:lnTo>
                    <a:pt x="110337" y="10875"/>
                  </a:lnTo>
                  <a:lnTo>
                    <a:pt x="83820" y="0"/>
                  </a:lnTo>
                  <a:close/>
                </a:path>
              </a:pathLst>
            </a:custGeom>
            <a:solidFill>
              <a:srgbClr val="FFFFFF"/>
            </a:solidFill>
          </p:spPr>
          <p:txBody>
            <a:bodyPr wrap="square" lIns="0" tIns="0" rIns="0" bIns="0" rtlCol="0"/>
            <a:lstStyle/>
            <a:p/>
          </p:txBody>
        </p:sp>
        <p:sp>
          <p:nvSpPr>
            <p:cNvPr id="28" name="object 28"/>
            <p:cNvSpPr/>
            <p:nvPr/>
          </p:nvSpPr>
          <p:spPr>
            <a:xfrm>
              <a:off x="5913119" y="3822191"/>
              <a:ext cx="698500" cy="668020"/>
            </a:xfrm>
            <a:custGeom>
              <a:avLst/>
              <a:gdLst/>
              <a:ahLst/>
              <a:cxnLst/>
              <a:rect l="l" t="t" r="r" b="b"/>
              <a:pathLst>
                <a:path w="698500" h="668020">
                  <a:moveTo>
                    <a:pt x="348995" y="0"/>
                  </a:moveTo>
                  <a:lnTo>
                    <a:pt x="301630" y="3047"/>
                  </a:lnTo>
                  <a:lnTo>
                    <a:pt x="256204" y="11925"/>
                  </a:lnTo>
                  <a:lnTo>
                    <a:pt x="213133" y="26235"/>
                  </a:lnTo>
                  <a:lnTo>
                    <a:pt x="172832" y="45578"/>
                  </a:lnTo>
                  <a:lnTo>
                    <a:pt x="135717" y="69557"/>
                  </a:lnTo>
                  <a:lnTo>
                    <a:pt x="102203" y="97774"/>
                  </a:lnTo>
                  <a:lnTo>
                    <a:pt x="72705" y="129829"/>
                  </a:lnTo>
                  <a:lnTo>
                    <a:pt x="47639" y="165325"/>
                  </a:lnTo>
                  <a:lnTo>
                    <a:pt x="27420" y="203864"/>
                  </a:lnTo>
                  <a:lnTo>
                    <a:pt x="12463" y="245048"/>
                  </a:lnTo>
                  <a:lnTo>
                    <a:pt x="3185" y="288478"/>
                  </a:lnTo>
                  <a:lnTo>
                    <a:pt x="0" y="333755"/>
                  </a:lnTo>
                  <a:lnTo>
                    <a:pt x="3185" y="379033"/>
                  </a:lnTo>
                  <a:lnTo>
                    <a:pt x="12463" y="422463"/>
                  </a:lnTo>
                  <a:lnTo>
                    <a:pt x="27420" y="463647"/>
                  </a:lnTo>
                  <a:lnTo>
                    <a:pt x="47639" y="502186"/>
                  </a:lnTo>
                  <a:lnTo>
                    <a:pt x="72705" y="537682"/>
                  </a:lnTo>
                  <a:lnTo>
                    <a:pt x="102203" y="569737"/>
                  </a:lnTo>
                  <a:lnTo>
                    <a:pt x="135717" y="597954"/>
                  </a:lnTo>
                  <a:lnTo>
                    <a:pt x="172832" y="621933"/>
                  </a:lnTo>
                  <a:lnTo>
                    <a:pt x="213133" y="641276"/>
                  </a:lnTo>
                  <a:lnTo>
                    <a:pt x="256204" y="655586"/>
                  </a:lnTo>
                  <a:lnTo>
                    <a:pt x="301630" y="664464"/>
                  </a:lnTo>
                  <a:lnTo>
                    <a:pt x="348995" y="667511"/>
                  </a:lnTo>
                  <a:lnTo>
                    <a:pt x="396361" y="664464"/>
                  </a:lnTo>
                  <a:lnTo>
                    <a:pt x="441787" y="655586"/>
                  </a:lnTo>
                  <a:lnTo>
                    <a:pt x="484858" y="641276"/>
                  </a:lnTo>
                  <a:lnTo>
                    <a:pt x="525159" y="621933"/>
                  </a:lnTo>
                  <a:lnTo>
                    <a:pt x="562274" y="597954"/>
                  </a:lnTo>
                  <a:lnTo>
                    <a:pt x="595788" y="569737"/>
                  </a:lnTo>
                  <a:lnTo>
                    <a:pt x="625286" y="537682"/>
                  </a:lnTo>
                  <a:lnTo>
                    <a:pt x="650352" y="502186"/>
                  </a:lnTo>
                  <a:lnTo>
                    <a:pt x="670571" y="463647"/>
                  </a:lnTo>
                  <a:lnTo>
                    <a:pt x="685528" y="422463"/>
                  </a:lnTo>
                  <a:lnTo>
                    <a:pt x="694806" y="379033"/>
                  </a:lnTo>
                  <a:lnTo>
                    <a:pt x="697991" y="333755"/>
                  </a:lnTo>
                  <a:lnTo>
                    <a:pt x="694806" y="288478"/>
                  </a:lnTo>
                  <a:lnTo>
                    <a:pt x="685528" y="245048"/>
                  </a:lnTo>
                  <a:lnTo>
                    <a:pt x="670571" y="203864"/>
                  </a:lnTo>
                  <a:lnTo>
                    <a:pt x="650352" y="165325"/>
                  </a:lnTo>
                  <a:lnTo>
                    <a:pt x="625286" y="129829"/>
                  </a:lnTo>
                  <a:lnTo>
                    <a:pt x="595788" y="97774"/>
                  </a:lnTo>
                  <a:lnTo>
                    <a:pt x="562274" y="69557"/>
                  </a:lnTo>
                  <a:lnTo>
                    <a:pt x="525159" y="45578"/>
                  </a:lnTo>
                  <a:lnTo>
                    <a:pt x="484858" y="26235"/>
                  </a:lnTo>
                  <a:lnTo>
                    <a:pt x="441787" y="11925"/>
                  </a:lnTo>
                  <a:lnTo>
                    <a:pt x="396361" y="3047"/>
                  </a:lnTo>
                  <a:lnTo>
                    <a:pt x="348995" y="0"/>
                  </a:lnTo>
                  <a:close/>
                </a:path>
              </a:pathLst>
            </a:custGeom>
            <a:solidFill>
              <a:srgbClr val="FF0000"/>
            </a:solidFill>
          </p:spPr>
          <p:txBody>
            <a:bodyPr wrap="square" lIns="0" tIns="0" rIns="0" bIns="0" rtlCol="0"/>
            <a:lstStyle/>
            <a:p/>
          </p:txBody>
        </p:sp>
      </p:grpSp>
      <p:sp>
        <p:nvSpPr>
          <p:cNvPr id="29" name="object 29"/>
          <p:cNvSpPr txBox="1"/>
          <p:nvPr/>
        </p:nvSpPr>
        <p:spPr>
          <a:xfrm>
            <a:off x="2304033" y="3833825"/>
            <a:ext cx="4017645" cy="472440"/>
          </a:xfrm>
          <a:prstGeom prst="rect">
            <a:avLst/>
          </a:prstGeom>
        </p:spPr>
        <p:txBody>
          <a:bodyPr vert="horz" wrap="square" lIns="0" tIns="16510" rIns="0" bIns="0" rtlCol="0">
            <a:spAutoFit/>
          </a:bodyPr>
          <a:lstStyle/>
          <a:p>
            <a:pPr marL="12700">
              <a:lnSpc>
                <a:spcPct val="100000"/>
              </a:lnSpc>
              <a:spcBef>
                <a:spcPts val="130"/>
              </a:spcBef>
              <a:tabLst>
                <a:tab pos="568960" algn="l"/>
                <a:tab pos="1122045" algn="l"/>
                <a:tab pos="1639570" algn="l"/>
                <a:tab pos="2193925" algn="l"/>
                <a:tab pos="2725420" algn="l"/>
                <a:tab pos="3909695" algn="l"/>
              </a:tabLst>
            </a:pPr>
            <a:r>
              <a:rPr sz="2900" spc="5" dirty="0">
                <a:latin typeface="Calibri" panose="020F0502020204030204"/>
                <a:cs typeface="Calibri" panose="020F0502020204030204"/>
              </a:rPr>
              <a:t>.	.	.	.	.	.	</a:t>
            </a:r>
            <a:r>
              <a:rPr sz="4350" spc="7" baseline="3000" dirty="0">
                <a:latin typeface="Calibri" panose="020F0502020204030204"/>
                <a:cs typeface="Calibri" panose="020F0502020204030204"/>
              </a:rPr>
              <a:t>.</a:t>
            </a:r>
            <a:endParaRPr sz="4350" baseline="3000">
              <a:latin typeface="Calibri" panose="020F0502020204030204"/>
              <a:cs typeface="Calibri" panose="020F0502020204030204"/>
            </a:endParaRPr>
          </a:p>
        </p:txBody>
      </p:sp>
      <p:sp>
        <p:nvSpPr>
          <p:cNvPr id="30" name="object 30"/>
          <p:cNvSpPr/>
          <p:nvPr/>
        </p:nvSpPr>
        <p:spPr>
          <a:xfrm>
            <a:off x="5387340" y="3810000"/>
            <a:ext cx="698500" cy="668020"/>
          </a:xfrm>
          <a:custGeom>
            <a:avLst/>
            <a:gdLst/>
            <a:ahLst/>
            <a:cxnLst/>
            <a:rect l="l" t="t" r="r" b="b"/>
            <a:pathLst>
              <a:path w="698500" h="668020">
                <a:moveTo>
                  <a:pt x="348996" y="0"/>
                </a:moveTo>
                <a:lnTo>
                  <a:pt x="301630" y="3047"/>
                </a:lnTo>
                <a:lnTo>
                  <a:pt x="256204" y="11925"/>
                </a:lnTo>
                <a:lnTo>
                  <a:pt x="213133" y="26235"/>
                </a:lnTo>
                <a:lnTo>
                  <a:pt x="172832" y="45578"/>
                </a:lnTo>
                <a:lnTo>
                  <a:pt x="135717" y="69557"/>
                </a:lnTo>
                <a:lnTo>
                  <a:pt x="102203" y="97774"/>
                </a:lnTo>
                <a:lnTo>
                  <a:pt x="72705" y="129829"/>
                </a:lnTo>
                <a:lnTo>
                  <a:pt x="47639" y="165325"/>
                </a:lnTo>
                <a:lnTo>
                  <a:pt x="27420" y="203864"/>
                </a:lnTo>
                <a:lnTo>
                  <a:pt x="12463" y="245048"/>
                </a:lnTo>
                <a:lnTo>
                  <a:pt x="3185" y="288478"/>
                </a:lnTo>
                <a:lnTo>
                  <a:pt x="0" y="333756"/>
                </a:lnTo>
                <a:lnTo>
                  <a:pt x="3185" y="379033"/>
                </a:lnTo>
                <a:lnTo>
                  <a:pt x="12463" y="422463"/>
                </a:lnTo>
                <a:lnTo>
                  <a:pt x="27420" y="463647"/>
                </a:lnTo>
                <a:lnTo>
                  <a:pt x="47639" y="502186"/>
                </a:lnTo>
                <a:lnTo>
                  <a:pt x="72705" y="537682"/>
                </a:lnTo>
                <a:lnTo>
                  <a:pt x="102203" y="569737"/>
                </a:lnTo>
                <a:lnTo>
                  <a:pt x="135717" y="597954"/>
                </a:lnTo>
                <a:lnTo>
                  <a:pt x="172832" y="621933"/>
                </a:lnTo>
                <a:lnTo>
                  <a:pt x="213133" y="641276"/>
                </a:lnTo>
                <a:lnTo>
                  <a:pt x="256204" y="655586"/>
                </a:lnTo>
                <a:lnTo>
                  <a:pt x="301630" y="664464"/>
                </a:lnTo>
                <a:lnTo>
                  <a:pt x="348996" y="667512"/>
                </a:lnTo>
                <a:lnTo>
                  <a:pt x="396361" y="664464"/>
                </a:lnTo>
                <a:lnTo>
                  <a:pt x="441787" y="655586"/>
                </a:lnTo>
                <a:lnTo>
                  <a:pt x="484858" y="641276"/>
                </a:lnTo>
                <a:lnTo>
                  <a:pt x="525159" y="621933"/>
                </a:lnTo>
                <a:lnTo>
                  <a:pt x="562274" y="597954"/>
                </a:lnTo>
                <a:lnTo>
                  <a:pt x="595788" y="569737"/>
                </a:lnTo>
                <a:lnTo>
                  <a:pt x="625286" y="537682"/>
                </a:lnTo>
                <a:lnTo>
                  <a:pt x="650352" y="502186"/>
                </a:lnTo>
                <a:lnTo>
                  <a:pt x="670571" y="463647"/>
                </a:lnTo>
                <a:lnTo>
                  <a:pt x="685528" y="422463"/>
                </a:lnTo>
                <a:lnTo>
                  <a:pt x="694806" y="379033"/>
                </a:lnTo>
                <a:lnTo>
                  <a:pt x="697992" y="333756"/>
                </a:lnTo>
                <a:lnTo>
                  <a:pt x="694806" y="288478"/>
                </a:lnTo>
                <a:lnTo>
                  <a:pt x="685528" y="245048"/>
                </a:lnTo>
                <a:lnTo>
                  <a:pt x="670571" y="203864"/>
                </a:lnTo>
                <a:lnTo>
                  <a:pt x="650352" y="165325"/>
                </a:lnTo>
                <a:lnTo>
                  <a:pt x="625286" y="129829"/>
                </a:lnTo>
                <a:lnTo>
                  <a:pt x="595788" y="97774"/>
                </a:lnTo>
                <a:lnTo>
                  <a:pt x="562274" y="69557"/>
                </a:lnTo>
                <a:lnTo>
                  <a:pt x="525159" y="45578"/>
                </a:lnTo>
                <a:lnTo>
                  <a:pt x="484858" y="26235"/>
                </a:lnTo>
                <a:lnTo>
                  <a:pt x="441787" y="11925"/>
                </a:lnTo>
                <a:lnTo>
                  <a:pt x="396361" y="3047"/>
                </a:lnTo>
                <a:lnTo>
                  <a:pt x="348996" y="0"/>
                </a:lnTo>
                <a:close/>
              </a:path>
            </a:pathLst>
          </a:custGeom>
          <a:solidFill>
            <a:srgbClr val="FF0000"/>
          </a:solidFill>
        </p:spPr>
        <p:txBody>
          <a:bodyPr wrap="square" lIns="0" tIns="0" rIns="0" bIns="0" rtlCol="0"/>
          <a:lstStyle/>
          <a:p/>
        </p:txBody>
      </p:sp>
      <p:sp>
        <p:nvSpPr>
          <p:cNvPr id="31" name="object 31"/>
          <p:cNvSpPr txBox="1"/>
          <p:nvPr/>
        </p:nvSpPr>
        <p:spPr>
          <a:xfrm>
            <a:off x="5676391" y="3802126"/>
            <a:ext cx="119380" cy="471805"/>
          </a:xfrm>
          <a:prstGeom prst="rect">
            <a:avLst/>
          </a:prstGeom>
        </p:spPr>
        <p:txBody>
          <a:bodyPr vert="horz" wrap="square" lIns="0" tIns="15875" rIns="0" bIns="0" rtlCol="0">
            <a:spAutoFit/>
          </a:bodyPr>
          <a:lstStyle/>
          <a:p>
            <a:pPr marL="12700">
              <a:lnSpc>
                <a:spcPct val="100000"/>
              </a:lnSpc>
              <a:spcBef>
                <a:spcPts val="125"/>
              </a:spcBef>
            </a:pPr>
            <a:r>
              <a:rPr sz="2900" spc="5" dirty="0">
                <a:latin typeface="Calibri" panose="020F0502020204030204"/>
                <a:cs typeface="Calibri" panose="020F0502020204030204"/>
              </a:rPr>
              <a:t>.</a:t>
            </a:r>
            <a:endParaRPr sz="2900">
              <a:latin typeface="Calibri" panose="020F0502020204030204"/>
              <a:cs typeface="Calibri" panose="020F0502020204030204"/>
            </a:endParaRPr>
          </a:p>
        </p:txBody>
      </p:sp>
      <p:grpSp>
        <p:nvGrpSpPr>
          <p:cNvPr id="32" name="object 32"/>
          <p:cNvGrpSpPr/>
          <p:nvPr/>
        </p:nvGrpSpPr>
        <p:grpSpPr>
          <a:xfrm>
            <a:off x="1990344" y="908303"/>
            <a:ext cx="4628515" cy="3464560"/>
            <a:chOff x="1990344" y="908303"/>
            <a:chExt cx="4628515" cy="3464560"/>
          </a:xfrm>
        </p:grpSpPr>
        <p:sp>
          <p:nvSpPr>
            <p:cNvPr id="33" name="object 33"/>
            <p:cNvSpPr/>
            <p:nvPr/>
          </p:nvSpPr>
          <p:spPr>
            <a:xfrm>
              <a:off x="5320284" y="3945636"/>
              <a:ext cx="167640" cy="426720"/>
            </a:xfrm>
            <a:custGeom>
              <a:avLst/>
              <a:gdLst/>
              <a:ahLst/>
              <a:cxnLst/>
              <a:rect l="l" t="t" r="r" b="b"/>
              <a:pathLst>
                <a:path w="167639" h="426720">
                  <a:moveTo>
                    <a:pt x="83819" y="0"/>
                  </a:moveTo>
                  <a:lnTo>
                    <a:pt x="34289" y="41160"/>
                  </a:lnTo>
                  <a:lnTo>
                    <a:pt x="16154" y="87343"/>
                  </a:lnTo>
                  <a:lnTo>
                    <a:pt x="4267" y="145913"/>
                  </a:lnTo>
                  <a:lnTo>
                    <a:pt x="0" y="213359"/>
                  </a:lnTo>
                  <a:lnTo>
                    <a:pt x="4267" y="280806"/>
                  </a:lnTo>
                  <a:lnTo>
                    <a:pt x="16154" y="339376"/>
                  </a:lnTo>
                  <a:lnTo>
                    <a:pt x="34289" y="385559"/>
                  </a:lnTo>
                  <a:lnTo>
                    <a:pt x="57302" y="415844"/>
                  </a:lnTo>
                  <a:lnTo>
                    <a:pt x="83819" y="426719"/>
                  </a:lnTo>
                  <a:lnTo>
                    <a:pt x="110337" y="415844"/>
                  </a:lnTo>
                  <a:lnTo>
                    <a:pt x="133350" y="385559"/>
                  </a:lnTo>
                  <a:lnTo>
                    <a:pt x="151485" y="339376"/>
                  </a:lnTo>
                  <a:lnTo>
                    <a:pt x="163372" y="280806"/>
                  </a:lnTo>
                  <a:lnTo>
                    <a:pt x="167639" y="213359"/>
                  </a:lnTo>
                  <a:lnTo>
                    <a:pt x="163372" y="145913"/>
                  </a:lnTo>
                  <a:lnTo>
                    <a:pt x="151485" y="87343"/>
                  </a:lnTo>
                  <a:lnTo>
                    <a:pt x="133350" y="41160"/>
                  </a:lnTo>
                  <a:lnTo>
                    <a:pt x="110337" y="10875"/>
                  </a:lnTo>
                  <a:lnTo>
                    <a:pt x="83819" y="0"/>
                  </a:lnTo>
                  <a:close/>
                </a:path>
              </a:pathLst>
            </a:custGeom>
            <a:solidFill>
              <a:srgbClr val="FFFFFF"/>
            </a:solidFill>
          </p:spPr>
          <p:txBody>
            <a:bodyPr wrap="square" lIns="0" tIns="0" rIns="0" bIns="0" rtlCol="0"/>
            <a:lstStyle/>
            <a:p/>
          </p:txBody>
        </p:sp>
        <p:pic>
          <p:nvPicPr>
            <p:cNvPr id="34" name="object 34"/>
            <p:cNvPicPr/>
            <p:nvPr/>
          </p:nvPicPr>
          <p:blipFill>
            <a:blip r:embed="rId1" cstate="print"/>
            <a:stretch>
              <a:fillRect/>
            </a:stretch>
          </p:blipFill>
          <p:spPr>
            <a:xfrm>
              <a:off x="1990344" y="908303"/>
              <a:ext cx="4628387" cy="2849880"/>
            </a:xfrm>
            <a:prstGeom prst="rect">
              <a:avLst/>
            </a:prstGeom>
          </p:spPr>
        </p:pic>
      </p:grpSp>
      <p:sp>
        <p:nvSpPr>
          <p:cNvPr id="35" name="object 35"/>
          <p:cNvSpPr txBox="1"/>
          <p:nvPr/>
        </p:nvSpPr>
        <p:spPr>
          <a:xfrm>
            <a:off x="2290317" y="1652727"/>
            <a:ext cx="2854960" cy="1901189"/>
          </a:xfrm>
          <a:prstGeom prst="rect">
            <a:avLst/>
          </a:prstGeom>
        </p:spPr>
        <p:txBody>
          <a:bodyPr vert="horz" wrap="square" lIns="0" tIns="16510" rIns="0" bIns="0" rtlCol="0">
            <a:spAutoFit/>
          </a:bodyPr>
          <a:lstStyle/>
          <a:p>
            <a:pPr marL="22860">
              <a:lnSpc>
                <a:spcPct val="100000"/>
              </a:lnSpc>
              <a:spcBef>
                <a:spcPts val="130"/>
              </a:spcBef>
              <a:tabLst>
                <a:tab pos="575945" algn="l"/>
                <a:tab pos="1093470" algn="l"/>
                <a:tab pos="1647825" algn="l"/>
                <a:tab pos="2179320" algn="l"/>
              </a:tabLst>
            </a:pPr>
            <a:r>
              <a:rPr sz="2900" spc="5" dirty="0">
                <a:latin typeface="Calibri" panose="020F0502020204030204"/>
                <a:cs typeface="Calibri" panose="020F0502020204030204"/>
              </a:rPr>
              <a:t>.	.	.	.	</a:t>
            </a:r>
            <a:r>
              <a:rPr sz="2900" spc="-365" dirty="0">
                <a:latin typeface="Calibri" panose="020F0502020204030204"/>
                <a:cs typeface="Calibri" panose="020F0502020204030204"/>
              </a:rPr>
              <a:t>..</a:t>
            </a:r>
            <a:endParaRPr sz="2900">
              <a:latin typeface="Calibri" panose="020F0502020204030204"/>
              <a:cs typeface="Calibri" panose="020F0502020204030204"/>
            </a:endParaRPr>
          </a:p>
          <a:p>
            <a:pPr marL="12700">
              <a:lnSpc>
                <a:spcPct val="100000"/>
              </a:lnSpc>
              <a:spcBef>
                <a:spcPts val="2175"/>
              </a:spcBef>
              <a:tabLst>
                <a:tab pos="568960" algn="l"/>
                <a:tab pos="1122045" algn="l"/>
                <a:tab pos="1639570" algn="l"/>
                <a:tab pos="2193925" algn="l"/>
                <a:tab pos="2725420" algn="l"/>
              </a:tabLst>
            </a:pPr>
            <a:r>
              <a:rPr sz="2900" spc="5" dirty="0">
                <a:latin typeface="Calibri" panose="020F0502020204030204"/>
                <a:cs typeface="Calibri" panose="020F0502020204030204"/>
              </a:rPr>
              <a:t>.	.	.	.	.	.</a:t>
            </a:r>
            <a:endParaRPr sz="2900">
              <a:latin typeface="Calibri" panose="020F0502020204030204"/>
              <a:cs typeface="Calibri" panose="020F0502020204030204"/>
            </a:endParaRPr>
          </a:p>
          <a:p>
            <a:pPr marL="34925">
              <a:lnSpc>
                <a:spcPct val="100000"/>
              </a:lnSpc>
              <a:spcBef>
                <a:spcPts val="2120"/>
              </a:spcBef>
              <a:tabLst>
                <a:tab pos="591185" algn="l"/>
                <a:tab pos="1144270" algn="l"/>
                <a:tab pos="1661795" algn="l"/>
                <a:tab pos="2216150" algn="l"/>
                <a:tab pos="2747645" algn="l"/>
              </a:tabLst>
            </a:pPr>
            <a:r>
              <a:rPr sz="2900" spc="5" dirty="0">
                <a:latin typeface="Calibri" panose="020F0502020204030204"/>
                <a:cs typeface="Calibri" panose="020F0502020204030204"/>
              </a:rPr>
              <a:t>.	.	.	.	.	.</a:t>
            </a:r>
            <a:endParaRPr sz="2900">
              <a:latin typeface="Calibri" panose="020F0502020204030204"/>
              <a:cs typeface="Calibri" panose="020F0502020204030204"/>
            </a:endParaRPr>
          </a:p>
        </p:txBody>
      </p:sp>
      <p:sp>
        <p:nvSpPr>
          <p:cNvPr id="36" name="object 36"/>
          <p:cNvSpPr txBox="1"/>
          <p:nvPr/>
        </p:nvSpPr>
        <p:spPr>
          <a:xfrm>
            <a:off x="5662676" y="1632661"/>
            <a:ext cx="667385" cy="1901189"/>
          </a:xfrm>
          <a:prstGeom prst="rect">
            <a:avLst/>
          </a:prstGeom>
        </p:spPr>
        <p:txBody>
          <a:bodyPr vert="horz" wrap="square" lIns="0" tIns="16510" rIns="0" bIns="0" rtlCol="0">
            <a:spAutoFit/>
          </a:bodyPr>
          <a:lstStyle/>
          <a:p>
            <a:pPr marL="22860">
              <a:lnSpc>
                <a:spcPct val="100000"/>
              </a:lnSpc>
              <a:spcBef>
                <a:spcPts val="130"/>
              </a:spcBef>
              <a:tabLst>
                <a:tab pos="548640" algn="l"/>
              </a:tabLst>
            </a:pPr>
            <a:r>
              <a:rPr sz="4350" spc="7" baseline="2000" dirty="0">
                <a:latin typeface="Calibri" panose="020F0502020204030204"/>
                <a:cs typeface="Calibri" panose="020F0502020204030204"/>
              </a:rPr>
              <a:t>.	</a:t>
            </a:r>
            <a:r>
              <a:rPr sz="2900" spc="5" dirty="0">
                <a:latin typeface="Calibri" panose="020F0502020204030204"/>
                <a:cs typeface="Calibri" panose="020F0502020204030204"/>
              </a:rPr>
              <a:t>.</a:t>
            </a:r>
            <a:endParaRPr sz="2900">
              <a:latin typeface="Calibri" panose="020F0502020204030204"/>
              <a:cs typeface="Calibri" panose="020F0502020204030204"/>
            </a:endParaRPr>
          </a:p>
          <a:p>
            <a:pPr marL="12700">
              <a:lnSpc>
                <a:spcPct val="100000"/>
              </a:lnSpc>
              <a:spcBef>
                <a:spcPts val="2175"/>
              </a:spcBef>
              <a:tabLst>
                <a:tab pos="537845" algn="l"/>
              </a:tabLst>
            </a:pPr>
            <a:r>
              <a:rPr sz="4350" spc="7" baseline="2000" dirty="0">
                <a:latin typeface="Calibri" panose="020F0502020204030204"/>
                <a:cs typeface="Calibri" panose="020F0502020204030204"/>
              </a:rPr>
              <a:t>.	</a:t>
            </a:r>
            <a:r>
              <a:rPr sz="2900" spc="5" dirty="0">
                <a:latin typeface="Calibri" panose="020F0502020204030204"/>
                <a:cs typeface="Calibri" panose="020F0502020204030204"/>
              </a:rPr>
              <a:t>.</a:t>
            </a:r>
            <a:endParaRPr sz="2900">
              <a:latin typeface="Calibri" panose="020F0502020204030204"/>
              <a:cs typeface="Calibri" panose="020F0502020204030204"/>
            </a:endParaRPr>
          </a:p>
          <a:p>
            <a:pPr marL="34925">
              <a:lnSpc>
                <a:spcPct val="100000"/>
              </a:lnSpc>
              <a:spcBef>
                <a:spcPts val="2115"/>
              </a:spcBef>
              <a:tabLst>
                <a:tab pos="560070" algn="l"/>
              </a:tabLst>
            </a:pPr>
            <a:r>
              <a:rPr sz="4350" spc="7" baseline="2000" dirty="0">
                <a:latin typeface="Calibri" panose="020F0502020204030204"/>
                <a:cs typeface="Calibri" panose="020F0502020204030204"/>
              </a:rPr>
              <a:t>.	</a:t>
            </a:r>
            <a:r>
              <a:rPr sz="2900" spc="5" dirty="0">
                <a:latin typeface="Calibri" panose="020F0502020204030204"/>
                <a:cs typeface="Calibri" panose="020F0502020204030204"/>
              </a:rPr>
              <a:t>.</a:t>
            </a:r>
            <a:endParaRPr sz="2900">
              <a:latin typeface="Calibri" panose="020F0502020204030204"/>
              <a:cs typeface="Calibri" panose="020F0502020204030204"/>
            </a:endParaRPr>
          </a:p>
        </p:txBody>
      </p:sp>
      <p:sp>
        <p:nvSpPr>
          <p:cNvPr id="37" name="object 37"/>
          <p:cNvSpPr txBox="1"/>
          <p:nvPr/>
        </p:nvSpPr>
        <p:spPr>
          <a:xfrm>
            <a:off x="2278507" y="931621"/>
            <a:ext cx="1229360" cy="472440"/>
          </a:xfrm>
          <a:prstGeom prst="rect">
            <a:avLst/>
          </a:prstGeom>
        </p:spPr>
        <p:txBody>
          <a:bodyPr vert="horz" wrap="square" lIns="0" tIns="16510" rIns="0" bIns="0" rtlCol="0">
            <a:spAutoFit/>
          </a:bodyPr>
          <a:lstStyle/>
          <a:p>
            <a:pPr marL="12700">
              <a:lnSpc>
                <a:spcPct val="100000"/>
              </a:lnSpc>
              <a:spcBef>
                <a:spcPts val="130"/>
              </a:spcBef>
              <a:tabLst>
                <a:tab pos="568960" algn="l"/>
                <a:tab pos="1122045" algn="l"/>
              </a:tabLst>
            </a:pPr>
            <a:r>
              <a:rPr sz="2900" spc="5" dirty="0">
                <a:latin typeface="Calibri" panose="020F0502020204030204"/>
                <a:cs typeface="Calibri" panose="020F0502020204030204"/>
              </a:rPr>
              <a:t>.	.	.</a:t>
            </a:r>
            <a:endParaRPr sz="2900">
              <a:latin typeface="Calibri" panose="020F0502020204030204"/>
              <a:cs typeface="Calibri" panose="020F0502020204030204"/>
            </a:endParaRPr>
          </a:p>
        </p:txBody>
      </p:sp>
      <p:sp>
        <p:nvSpPr>
          <p:cNvPr id="38" name="object 38"/>
          <p:cNvSpPr txBox="1"/>
          <p:nvPr/>
        </p:nvSpPr>
        <p:spPr>
          <a:xfrm>
            <a:off x="3905758" y="157988"/>
            <a:ext cx="3696335" cy="1236980"/>
          </a:xfrm>
          <a:prstGeom prst="rect">
            <a:avLst/>
          </a:prstGeom>
        </p:spPr>
        <p:txBody>
          <a:bodyPr vert="horz" wrap="square" lIns="0" tIns="12700" rIns="0" bIns="0" rtlCol="0">
            <a:spAutoFit/>
          </a:bodyPr>
          <a:lstStyle/>
          <a:p>
            <a:pPr marL="147320">
              <a:lnSpc>
                <a:spcPct val="100000"/>
              </a:lnSpc>
              <a:spcBef>
                <a:spcPts val="100"/>
              </a:spcBef>
            </a:pPr>
            <a:r>
              <a:rPr sz="1800" dirty="0">
                <a:latin typeface="Calibri" panose="020F0502020204030204"/>
                <a:cs typeface="Calibri" panose="020F0502020204030204"/>
              </a:rPr>
              <a:t>3s </a:t>
            </a:r>
            <a:r>
              <a:rPr sz="1800" spc="-10" dirty="0">
                <a:latin typeface="Calibri" panose="020F0502020204030204"/>
                <a:cs typeface="Calibri" panose="020F0502020204030204"/>
              </a:rPr>
              <a:t>atomic</a:t>
            </a:r>
            <a:r>
              <a:rPr sz="1800" spc="-15" dirty="0">
                <a:latin typeface="Calibri" panose="020F0502020204030204"/>
                <a:cs typeface="Calibri" panose="020F0502020204030204"/>
              </a:rPr>
              <a:t> </a:t>
            </a:r>
            <a:r>
              <a:rPr sz="1800" spc="-10" dirty="0">
                <a:latin typeface="Calibri" panose="020F0502020204030204"/>
                <a:cs typeface="Calibri" panose="020F0502020204030204"/>
              </a:rPr>
              <a:t>orbitals,</a:t>
            </a:r>
            <a:r>
              <a:rPr sz="1800" spc="5" dirty="0">
                <a:latin typeface="Calibri" panose="020F0502020204030204"/>
                <a:cs typeface="Calibri" panose="020F0502020204030204"/>
              </a:rPr>
              <a:t> </a:t>
            </a:r>
            <a:r>
              <a:rPr sz="1800" dirty="0">
                <a:latin typeface="Calibri" panose="020F0502020204030204"/>
                <a:cs typeface="Calibri" panose="020F0502020204030204"/>
              </a:rPr>
              <a:t>8</a:t>
            </a:r>
            <a:r>
              <a:rPr sz="1800" spc="10" dirty="0">
                <a:latin typeface="Calibri" panose="020F0502020204030204"/>
                <a:cs typeface="Calibri" panose="020F0502020204030204"/>
              </a:rPr>
              <a:t> </a:t>
            </a:r>
            <a:r>
              <a:rPr sz="1800" spc="-5" dirty="0">
                <a:latin typeface="Calibri" panose="020F0502020204030204"/>
                <a:cs typeface="Calibri" panose="020F0502020204030204"/>
              </a:rPr>
              <a:t>valence</a:t>
            </a:r>
            <a:r>
              <a:rPr sz="1800" spc="10" dirty="0">
                <a:latin typeface="Calibri" panose="020F0502020204030204"/>
                <a:cs typeface="Calibri" panose="020F0502020204030204"/>
              </a:rPr>
              <a:t> </a:t>
            </a:r>
            <a:r>
              <a:rPr sz="1800" spc="-10" dirty="0">
                <a:latin typeface="Calibri" panose="020F0502020204030204"/>
                <a:cs typeface="Calibri" panose="020F0502020204030204"/>
              </a:rPr>
              <a:t>electrons</a:t>
            </a:r>
            <a:endParaRPr sz="1800">
              <a:latin typeface="Calibri" panose="020F0502020204030204"/>
              <a:cs typeface="Calibri" panose="020F0502020204030204"/>
            </a:endParaRPr>
          </a:p>
          <a:p>
            <a:pPr>
              <a:lnSpc>
                <a:spcPct val="100000"/>
              </a:lnSpc>
            </a:pPr>
            <a:endParaRPr sz="1800">
              <a:latin typeface="Calibri" panose="020F0502020204030204"/>
              <a:cs typeface="Calibri" panose="020F0502020204030204"/>
            </a:endParaRPr>
          </a:p>
          <a:p>
            <a:pPr>
              <a:lnSpc>
                <a:spcPct val="100000"/>
              </a:lnSpc>
              <a:spcBef>
                <a:spcPts val="40"/>
              </a:spcBef>
            </a:pPr>
            <a:endParaRPr sz="1350">
              <a:latin typeface="Calibri" panose="020F0502020204030204"/>
              <a:cs typeface="Calibri" panose="020F0502020204030204"/>
            </a:endParaRPr>
          </a:p>
          <a:p>
            <a:pPr marL="12700">
              <a:lnSpc>
                <a:spcPct val="100000"/>
              </a:lnSpc>
              <a:spcBef>
                <a:spcPts val="5"/>
              </a:spcBef>
              <a:tabLst>
                <a:tab pos="566420" algn="l"/>
                <a:tab pos="1098550" algn="l"/>
                <a:tab pos="1757045" algn="l"/>
                <a:tab pos="2282825" algn="l"/>
              </a:tabLst>
            </a:pPr>
            <a:r>
              <a:rPr sz="2900" spc="5" dirty="0">
                <a:latin typeface="Calibri" panose="020F0502020204030204"/>
                <a:cs typeface="Calibri" panose="020F0502020204030204"/>
              </a:rPr>
              <a:t>.	.	.	</a:t>
            </a:r>
            <a:r>
              <a:rPr sz="4350" spc="7" baseline="4000" dirty="0">
                <a:latin typeface="Calibri" panose="020F0502020204030204"/>
                <a:cs typeface="Calibri" panose="020F0502020204030204"/>
              </a:rPr>
              <a:t>.	</a:t>
            </a:r>
            <a:r>
              <a:rPr sz="4350" spc="7" baseline="2000" dirty="0">
                <a:latin typeface="Calibri" panose="020F0502020204030204"/>
                <a:cs typeface="Calibri" panose="020F0502020204030204"/>
              </a:rPr>
              <a:t>.</a:t>
            </a:r>
            <a:endParaRPr sz="4350" baseline="2000">
              <a:latin typeface="Calibri" panose="020F0502020204030204"/>
              <a:cs typeface="Calibri" panose="020F0502020204030204"/>
            </a:endParaRPr>
          </a:p>
        </p:txBody>
      </p:sp>
      <p:grpSp>
        <p:nvGrpSpPr>
          <p:cNvPr id="39" name="object 39"/>
          <p:cNvGrpSpPr/>
          <p:nvPr/>
        </p:nvGrpSpPr>
        <p:grpSpPr>
          <a:xfrm>
            <a:off x="7139178" y="5395721"/>
            <a:ext cx="2257425" cy="1322705"/>
            <a:chOff x="7139178" y="5395721"/>
            <a:chExt cx="2257425" cy="1322705"/>
          </a:xfrm>
        </p:grpSpPr>
        <p:sp>
          <p:nvSpPr>
            <p:cNvPr id="40" name="object 40"/>
            <p:cNvSpPr/>
            <p:nvPr/>
          </p:nvSpPr>
          <p:spPr>
            <a:xfrm>
              <a:off x="7139178" y="6444233"/>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41" name="object 41"/>
            <p:cNvSpPr/>
            <p:nvPr/>
          </p:nvSpPr>
          <p:spPr>
            <a:xfrm>
              <a:off x="8041386" y="6051041"/>
              <a:ext cx="375285" cy="667385"/>
            </a:xfrm>
            <a:custGeom>
              <a:avLst/>
              <a:gdLst/>
              <a:ahLst/>
              <a:cxnLst/>
              <a:rect l="l" t="t" r="r" b="b"/>
              <a:pathLst>
                <a:path w="375284" h="667384">
                  <a:moveTo>
                    <a:pt x="152400" y="152400"/>
                  </a:moveTo>
                  <a:lnTo>
                    <a:pt x="139700" y="127000"/>
                  </a:lnTo>
                  <a:lnTo>
                    <a:pt x="76200" y="0"/>
                  </a:lnTo>
                  <a:lnTo>
                    <a:pt x="0" y="152400"/>
                  </a:lnTo>
                  <a:lnTo>
                    <a:pt x="50800" y="152400"/>
                  </a:lnTo>
                  <a:lnTo>
                    <a:pt x="50800" y="597484"/>
                  </a:lnTo>
                  <a:lnTo>
                    <a:pt x="101600" y="597484"/>
                  </a:lnTo>
                  <a:lnTo>
                    <a:pt x="101600" y="152400"/>
                  </a:lnTo>
                  <a:lnTo>
                    <a:pt x="152400" y="152400"/>
                  </a:lnTo>
                  <a:close/>
                </a:path>
                <a:path w="375284" h="667384">
                  <a:moveTo>
                    <a:pt x="374904" y="514705"/>
                  </a:moveTo>
                  <a:lnTo>
                    <a:pt x="324104" y="514705"/>
                  </a:lnTo>
                  <a:lnTo>
                    <a:pt x="324104" y="60960"/>
                  </a:lnTo>
                  <a:lnTo>
                    <a:pt x="273304" y="60960"/>
                  </a:lnTo>
                  <a:lnTo>
                    <a:pt x="273304" y="514705"/>
                  </a:lnTo>
                  <a:lnTo>
                    <a:pt x="222504" y="514705"/>
                  </a:lnTo>
                  <a:lnTo>
                    <a:pt x="298704" y="667092"/>
                  </a:lnTo>
                  <a:lnTo>
                    <a:pt x="362204" y="540092"/>
                  </a:lnTo>
                  <a:lnTo>
                    <a:pt x="374904" y="514705"/>
                  </a:lnTo>
                  <a:close/>
                </a:path>
              </a:pathLst>
            </a:custGeom>
            <a:solidFill>
              <a:srgbClr val="000000"/>
            </a:solidFill>
          </p:spPr>
          <p:txBody>
            <a:bodyPr wrap="square" lIns="0" tIns="0" rIns="0" bIns="0" rtlCol="0"/>
            <a:lstStyle/>
            <a:p/>
          </p:txBody>
        </p:sp>
        <p:sp>
          <p:nvSpPr>
            <p:cNvPr id="42" name="object 42"/>
            <p:cNvSpPr/>
            <p:nvPr/>
          </p:nvSpPr>
          <p:spPr>
            <a:xfrm>
              <a:off x="7152894" y="5735573"/>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43" name="object 43"/>
            <p:cNvSpPr/>
            <p:nvPr/>
          </p:nvSpPr>
          <p:spPr>
            <a:xfrm>
              <a:off x="8044434" y="5395721"/>
              <a:ext cx="375285" cy="666115"/>
            </a:xfrm>
            <a:custGeom>
              <a:avLst/>
              <a:gdLst/>
              <a:ahLst/>
              <a:cxnLst/>
              <a:rect l="l" t="t" r="r" b="b"/>
              <a:pathLst>
                <a:path w="375284" h="666114">
                  <a:moveTo>
                    <a:pt x="152400" y="152400"/>
                  </a:moveTo>
                  <a:lnTo>
                    <a:pt x="139700" y="127000"/>
                  </a:lnTo>
                  <a:lnTo>
                    <a:pt x="76200" y="0"/>
                  </a:lnTo>
                  <a:lnTo>
                    <a:pt x="0" y="152400"/>
                  </a:lnTo>
                  <a:lnTo>
                    <a:pt x="50800" y="152400"/>
                  </a:lnTo>
                  <a:lnTo>
                    <a:pt x="50800" y="597484"/>
                  </a:lnTo>
                  <a:lnTo>
                    <a:pt x="101600" y="597484"/>
                  </a:lnTo>
                  <a:lnTo>
                    <a:pt x="101600" y="152400"/>
                  </a:lnTo>
                  <a:lnTo>
                    <a:pt x="152400" y="152400"/>
                  </a:lnTo>
                  <a:close/>
                </a:path>
                <a:path w="375284" h="666114">
                  <a:moveTo>
                    <a:pt x="374904" y="513168"/>
                  </a:moveTo>
                  <a:lnTo>
                    <a:pt x="324104" y="513168"/>
                  </a:lnTo>
                  <a:lnTo>
                    <a:pt x="324104" y="59436"/>
                  </a:lnTo>
                  <a:lnTo>
                    <a:pt x="273304" y="59436"/>
                  </a:lnTo>
                  <a:lnTo>
                    <a:pt x="273304" y="513168"/>
                  </a:lnTo>
                  <a:lnTo>
                    <a:pt x="222504" y="513168"/>
                  </a:lnTo>
                  <a:lnTo>
                    <a:pt x="298704" y="665568"/>
                  </a:lnTo>
                  <a:lnTo>
                    <a:pt x="362204" y="538568"/>
                  </a:lnTo>
                  <a:lnTo>
                    <a:pt x="374904" y="513168"/>
                  </a:lnTo>
                  <a:close/>
                </a:path>
              </a:pathLst>
            </a:custGeom>
            <a:solidFill>
              <a:srgbClr val="000000"/>
            </a:solidFill>
          </p:spPr>
          <p:txBody>
            <a:bodyPr wrap="square" lIns="0" tIns="0" rIns="0" bIns="0" rtlCol="0"/>
            <a:lstStyle/>
            <a:p/>
          </p:txBody>
        </p:sp>
      </p:grpSp>
      <p:grpSp>
        <p:nvGrpSpPr>
          <p:cNvPr id="44" name="object 44"/>
          <p:cNvGrpSpPr/>
          <p:nvPr/>
        </p:nvGrpSpPr>
        <p:grpSpPr>
          <a:xfrm>
            <a:off x="7123938" y="4633721"/>
            <a:ext cx="2243455" cy="666115"/>
            <a:chOff x="7123938" y="4633721"/>
            <a:chExt cx="2243455" cy="666115"/>
          </a:xfrm>
        </p:grpSpPr>
        <p:sp>
          <p:nvSpPr>
            <p:cNvPr id="45" name="object 45"/>
            <p:cNvSpPr/>
            <p:nvPr/>
          </p:nvSpPr>
          <p:spPr>
            <a:xfrm>
              <a:off x="7123938" y="4920233"/>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46" name="object 46"/>
            <p:cNvSpPr/>
            <p:nvPr/>
          </p:nvSpPr>
          <p:spPr>
            <a:xfrm>
              <a:off x="8036814" y="4633721"/>
              <a:ext cx="376555" cy="666115"/>
            </a:xfrm>
            <a:custGeom>
              <a:avLst/>
              <a:gdLst/>
              <a:ahLst/>
              <a:cxnLst/>
              <a:rect l="l" t="t" r="r" b="b"/>
              <a:pathLst>
                <a:path w="376554" h="666114">
                  <a:moveTo>
                    <a:pt x="152400" y="152400"/>
                  </a:moveTo>
                  <a:lnTo>
                    <a:pt x="139700" y="127000"/>
                  </a:lnTo>
                  <a:lnTo>
                    <a:pt x="76200" y="0"/>
                  </a:lnTo>
                  <a:lnTo>
                    <a:pt x="0" y="152400"/>
                  </a:lnTo>
                  <a:lnTo>
                    <a:pt x="50800" y="152400"/>
                  </a:lnTo>
                  <a:lnTo>
                    <a:pt x="50800" y="597535"/>
                  </a:lnTo>
                  <a:lnTo>
                    <a:pt x="101600" y="597535"/>
                  </a:lnTo>
                  <a:lnTo>
                    <a:pt x="101600" y="152400"/>
                  </a:lnTo>
                  <a:lnTo>
                    <a:pt x="152400" y="152400"/>
                  </a:lnTo>
                  <a:close/>
                </a:path>
                <a:path w="376554" h="666114">
                  <a:moveTo>
                    <a:pt x="376428" y="513207"/>
                  </a:moveTo>
                  <a:lnTo>
                    <a:pt x="325628" y="513207"/>
                  </a:lnTo>
                  <a:lnTo>
                    <a:pt x="325628" y="59436"/>
                  </a:lnTo>
                  <a:lnTo>
                    <a:pt x="274828" y="59436"/>
                  </a:lnTo>
                  <a:lnTo>
                    <a:pt x="274828" y="513207"/>
                  </a:lnTo>
                  <a:lnTo>
                    <a:pt x="224028" y="513207"/>
                  </a:lnTo>
                  <a:lnTo>
                    <a:pt x="300228" y="665607"/>
                  </a:lnTo>
                  <a:lnTo>
                    <a:pt x="363728" y="538607"/>
                  </a:lnTo>
                  <a:lnTo>
                    <a:pt x="376428" y="513207"/>
                  </a:lnTo>
                  <a:close/>
                </a:path>
              </a:pathLst>
            </a:custGeom>
            <a:solidFill>
              <a:srgbClr val="000000"/>
            </a:solidFill>
          </p:spPr>
          <p:txBody>
            <a:bodyPr wrap="square" lIns="0" tIns="0" rIns="0" bIns="0" rtlCol="0"/>
            <a:lstStyle/>
            <a:p/>
          </p:txBody>
        </p:sp>
      </p:grpSp>
      <p:grpSp>
        <p:nvGrpSpPr>
          <p:cNvPr id="47" name="object 47"/>
          <p:cNvGrpSpPr/>
          <p:nvPr/>
        </p:nvGrpSpPr>
        <p:grpSpPr>
          <a:xfrm>
            <a:off x="7117842" y="3839717"/>
            <a:ext cx="2243455" cy="666115"/>
            <a:chOff x="7117842" y="3839717"/>
            <a:chExt cx="2243455" cy="666115"/>
          </a:xfrm>
        </p:grpSpPr>
        <p:sp>
          <p:nvSpPr>
            <p:cNvPr id="48" name="object 48"/>
            <p:cNvSpPr/>
            <p:nvPr/>
          </p:nvSpPr>
          <p:spPr>
            <a:xfrm>
              <a:off x="7117842" y="4168901"/>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49" name="object 49"/>
            <p:cNvSpPr/>
            <p:nvPr/>
          </p:nvSpPr>
          <p:spPr>
            <a:xfrm>
              <a:off x="8041386" y="3839717"/>
              <a:ext cx="375285" cy="666115"/>
            </a:xfrm>
            <a:custGeom>
              <a:avLst/>
              <a:gdLst/>
              <a:ahLst/>
              <a:cxnLst/>
              <a:rect l="l" t="t" r="r" b="b"/>
              <a:pathLst>
                <a:path w="375284" h="666114">
                  <a:moveTo>
                    <a:pt x="152400" y="152400"/>
                  </a:moveTo>
                  <a:lnTo>
                    <a:pt x="139700" y="127000"/>
                  </a:lnTo>
                  <a:lnTo>
                    <a:pt x="76200" y="0"/>
                  </a:lnTo>
                  <a:lnTo>
                    <a:pt x="0" y="152400"/>
                  </a:lnTo>
                  <a:lnTo>
                    <a:pt x="50800" y="152400"/>
                  </a:lnTo>
                  <a:lnTo>
                    <a:pt x="50800" y="597535"/>
                  </a:lnTo>
                  <a:lnTo>
                    <a:pt x="101600" y="597535"/>
                  </a:lnTo>
                  <a:lnTo>
                    <a:pt x="101600" y="152400"/>
                  </a:lnTo>
                  <a:lnTo>
                    <a:pt x="152400" y="152400"/>
                  </a:lnTo>
                  <a:close/>
                </a:path>
                <a:path w="375284" h="666114">
                  <a:moveTo>
                    <a:pt x="374904" y="513207"/>
                  </a:moveTo>
                  <a:lnTo>
                    <a:pt x="324104" y="513207"/>
                  </a:lnTo>
                  <a:lnTo>
                    <a:pt x="324104" y="59436"/>
                  </a:lnTo>
                  <a:lnTo>
                    <a:pt x="273304" y="59436"/>
                  </a:lnTo>
                  <a:lnTo>
                    <a:pt x="273304" y="513207"/>
                  </a:lnTo>
                  <a:lnTo>
                    <a:pt x="222504" y="513207"/>
                  </a:lnTo>
                  <a:lnTo>
                    <a:pt x="298704" y="665607"/>
                  </a:lnTo>
                  <a:lnTo>
                    <a:pt x="362204" y="538607"/>
                  </a:lnTo>
                  <a:lnTo>
                    <a:pt x="374904" y="513207"/>
                  </a:lnTo>
                  <a:close/>
                </a:path>
              </a:pathLst>
            </a:custGeom>
            <a:solidFill>
              <a:srgbClr val="000000"/>
            </a:solidFill>
          </p:spPr>
          <p:txBody>
            <a:bodyPr wrap="square" lIns="0" tIns="0" rIns="0" bIns="0" rtlCol="0"/>
            <a:lstStyle/>
            <a:p/>
          </p:txBody>
        </p:sp>
      </p:grpSp>
      <p:sp>
        <p:nvSpPr>
          <p:cNvPr id="50" name="object 50"/>
          <p:cNvSpPr/>
          <p:nvPr/>
        </p:nvSpPr>
        <p:spPr>
          <a:xfrm>
            <a:off x="7131557" y="3417570"/>
            <a:ext cx="2243455" cy="0"/>
          </a:xfrm>
          <a:custGeom>
            <a:avLst/>
            <a:gdLst/>
            <a:ahLst/>
            <a:cxnLst/>
            <a:rect l="l" t="t" r="r" b="b"/>
            <a:pathLst>
              <a:path w="2243454">
                <a:moveTo>
                  <a:pt x="0" y="0"/>
                </a:moveTo>
                <a:lnTo>
                  <a:pt x="2243455" y="0"/>
                </a:lnTo>
              </a:path>
            </a:pathLst>
          </a:custGeom>
          <a:ln w="50800">
            <a:solidFill>
              <a:srgbClr val="000000"/>
            </a:solidFill>
          </a:ln>
        </p:spPr>
        <p:txBody>
          <a:bodyPr wrap="square" lIns="0" tIns="0" rIns="0" bIns="0" rtlCol="0"/>
          <a:lstStyle/>
          <a:p/>
        </p:txBody>
      </p:sp>
      <p:sp>
        <p:nvSpPr>
          <p:cNvPr id="51" name="object 51"/>
          <p:cNvSpPr/>
          <p:nvPr/>
        </p:nvSpPr>
        <p:spPr>
          <a:xfrm>
            <a:off x="7102602" y="2666238"/>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52" name="object 52"/>
          <p:cNvSpPr/>
          <p:nvPr/>
        </p:nvSpPr>
        <p:spPr>
          <a:xfrm>
            <a:off x="7139178" y="1914905"/>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53" name="object 53"/>
          <p:cNvSpPr/>
          <p:nvPr/>
        </p:nvSpPr>
        <p:spPr>
          <a:xfrm>
            <a:off x="7152893" y="1227582"/>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3035807" y="96011"/>
            <a:ext cx="696595" cy="668020"/>
          </a:xfrm>
          <a:custGeom>
            <a:avLst/>
            <a:gdLst/>
            <a:ahLst/>
            <a:cxnLst/>
            <a:rect l="l" t="t" r="r" b="b"/>
            <a:pathLst>
              <a:path w="696595" h="668020">
                <a:moveTo>
                  <a:pt x="348233" y="0"/>
                </a:moveTo>
                <a:lnTo>
                  <a:pt x="300990" y="3047"/>
                </a:lnTo>
                <a:lnTo>
                  <a:pt x="255675" y="11925"/>
                </a:lnTo>
                <a:lnTo>
                  <a:pt x="212705" y="26235"/>
                </a:lnTo>
                <a:lnTo>
                  <a:pt x="172494" y="45578"/>
                </a:lnTo>
                <a:lnTo>
                  <a:pt x="135458" y="69557"/>
                </a:lnTo>
                <a:lnTo>
                  <a:pt x="102012" y="97774"/>
                </a:lnTo>
                <a:lnTo>
                  <a:pt x="72573" y="129829"/>
                </a:lnTo>
                <a:lnTo>
                  <a:pt x="47554" y="165325"/>
                </a:lnTo>
                <a:lnTo>
                  <a:pt x="27372" y="203864"/>
                </a:lnTo>
                <a:lnTo>
                  <a:pt x="12442" y="245048"/>
                </a:lnTo>
                <a:lnTo>
                  <a:pt x="3179" y="288478"/>
                </a:lnTo>
                <a:lnTo>
                  <a:pt x="0" y="333756"/>
                </a:lnTo>
                <a:lnTo>
                  <a:pt x="3179" y="379033"/>
                </a:lnTo>
                <a:lnTo>
                  <a:pt x="12442" y="422463"/>
                </a:lnTo>
                <a:lnTo>
                  <a:pt x="27372" y="463647"/>
                </a:lnTo>
                <a:lnTo>
                  <a:pt x="47554" y="502186"/>
                </a:lnTo>
                <a:lnTo>
                  <a:pt x="72573" y="537682"/>
                </a:lnTo>
                <a:lnTo>
                  <a:pt x="102012" y="569737"/>
                </a:lnTo>
                <a:lnTo>
                  <a:pt x="135458" y="597954"/>
                </a:lnTo>
                <a:lnTo>
                  <a:pt x="172494" y="621933"/>
                </a:lnTo>
                <a:lnTo>
                  <a:pt x="212705" y="641276"/>
                </a:lnTo>
                <a:lnTo>
                  <a:pt x="255675" y="655586"/>
                </a:lnTo>
                <a:lnTo>
                  <a:pt x="300990" y="664464"/>
                </a:lnTo>
                <a:lnTo>
                  <a:pt x="348233" y="667512"/>
                </a:lnTo>
                <a:lnTo>
                  <a:pt x="395477" y="664464"/>
                </a:lnTo>
                <a:lnTo>
                  <a:pt x="440792" y="655586"/>
                </a:lnTo>
                <a:lnTo>
                  <a:pt x="483762" y="641276"/>
                </a:lnTo>
                <a:lnTo>
                  <a:pt x="523973" y="621933"/>
                </a:lnTo>
                <a:lnTo>
                  <a:pt x="561009" y="597954"/>
                </a:lnTo>
                <a:lnTo>
                  <a:pt x="594455" y="569737"/>
                </a:lnTo>
                <a:lnTo>
                  <a:pt x="623894" y="537682"/>
                </a:lnTo>
                <a:lnTo>
                  <a:pt x="648913" y="502186"/>
                </a:lnTo>
                <a:lnTo>
                  <a:pt x="669095" y="463647"/>
                </a:lnTo>
                <a:lnTo>
                  <a:pt x="684025" y="422463"/>
                </a:lnTo>
                <a:lnTo>
                  <a:pt x="693288" y="379033"/>
                </a:lnTo>
                <a:lnTo>
                  <a:pt x="696468" y="333756"/>
                </a:lnTo>
                <a:lnTo>
                  <a:pt x="693288" y="288478"/>
                </a:lnTo>
                <a:lnTo>
                  <a:pt x="684025" y="245048"/>
                </a:lnTo>
                <a:lnTo>
                  <a:pt x="669095" y="203864"/>
                </a:lnTo>
                <a:lnTo>
                  <a:pt x="648913" y="165325"/>
                </a:lnTo>
                <a:lnTo>
                  <a:pt x="623894" y="129829"/>
                </a:lnTo>
                <a:lnTo>
                  <a:pt x="594455" y="97774"/>
                </a:lnTo>
                <a:lnTo>
                  <a:pt x="561009" y="69557"/>
                </a:lnTo>
                <a:lnTo>
                  <a:pt x="523973" y="45578"/>
                </a:lnTo>
                <a:lnTo>
                  <a:pt x="483762" y="26235"/>
                </a:lnTo>
                <a:lnTo>
                  <a:pt x="440792" y="11925"/>
                </a:lnTo>
                <a:lnTo>
                  <a:pt x="395477" y="3047"/>
                </a:lnTo>
                <a:lnTo>
                  <a:pt x="348233" y="0"/>
                </a:lnTo>
                <a:close/>
              </a:path>
            </a:pathLst>
          </a:custGeom>
          <a:solidFill>
            <a:srgbClr val="FF0000"/>
          </a:solidFill>
        </p:spPr>
        <p:txBody>
          <a:bodyPr wrap="square" lIns="0" tIns="0" rIns="0" bIns="0" rtlCol="0"/>
          <a:lstStyle/>
          <a:p/>
        </p:txBody>
      </p:sp>
      <p:sp>
        <p:nvSpPr>
          <p:cNvPr id="3" name="object 3"/>
          <p:cNvSpPr txBox="1">
            <a:spLocks noGrp="1"/>
          </p:cNvSpPr>
          <p:nvPr>
            <p:ph type="title"/>
          </p:nvPr>
        </p:nvSpPr>
        <p:spPr>
          <a:xfrm>
            <a:off x="2336292" y="39623"/>
            <a:ext cx="1572895" cy="751840"/>
          </a:xfrm>
          <a:prstGeom prst="rect">
            <a:avLst/>
          </a:prstGeom>
          <a:ln w="12700">
            <a:solidFill>
              <a:srgbClr val="FF0000"/>
            </a:solidFill>
          </a:ln>
        </p:spPr>
        <p:txBody>
          <a:bodyPr vert="horz" wrap="square" lIns="0" tIns="49530" rIns="0" bIns="0" rtlCol="0">
            <a:spAutoFit/>
          </a:bodyPr>
          <a:lstStyle/>
          <a:p>
            <a:pPr marL="62230">
              <a:lnSpc>
                <a:spcPct val="100000"/>
              </a:lnSpc>
              <a:spcBef>
                <a:spcPts val="390"/>
              </a:spcBef>
              <a:tabLst>
                <a:tab pos="999490" algn="l"/>
              </a:tabLst>
            </a:pPr>
            <a:r>
              <a:rPr dirty="0"/>
              <a:t>8 x	</a:t>
            </a:r>
            <a:r>
              <a:rPr sz="4350" spc="7" baseline="-2000" dirty="0"/>
              <a:t>.</a:t>
            </a:r>
            <a:endParaRPr sz="4350" baseline="-2000"/>
          </a:p>
        </p:txBody>
      </p:sp>
      <p:sp>
        <p:nvSpPr>
          <p:cNvPr id="4" name="object 4"/>
          <p:cNvSpPr txBox="1"/>
          <p:nvPr/>
        </p:nvSpPr>
        <p:spPr>
          <a:xfrm>
            <a:off x="4040504" y="157988"/>
            <a:ext cx="356171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panose="020F0502020204030204"/>
                <a:cs typeface="Calibri" panose="020F0502020204030204"/>
              </a:rPr>
              <a:t>3s </a:t>
            </a:r>
            <a:r>
              <a:rPr sz="1800" spc="-10" dirty="0">
                <a:latin typeface="Calibri" panose="020F0502020204030204"/>
                <a:cs typeface="Calibri" panose="020F0502020204030204"/>
              </a:rPr>
              <a:t>atomic</a:t>
            </a:r>
            <a:r>
              <a:rPr sz="1800" spc="-15" dirty="0">
                <a:latin typeface="Calibri" panose="020F0502020204030204"/>
                <a:cs typeface="Calibri" panose="020F0502020204030204"/>
              </a:rPr>
              <a:t> </a:t>
            </a:r>
            <a:r>
              <a:rPr sz="1800" spc="-10" dirty="0">
                <a:latin typeface="Calibri" panose="020F0502020204030204"/>
                <a:cs typeface="Calibri" panose="020F0502020204030204"/>
              </a:rPr>
              <a:t>orbitals,</a:t>
            </a:r>
            <a:r>
              <a:rPr sz="1800" spc="5" dirty="0">
                <a:latin typeface="Calibri" panose="020F0502020204030204"/>
                <a:cs typeface="Calibri" panose="020F0502020204030204"/>
              </a:rPr>
              <a:t> </a:t>
            </a:r>
            <a:r>
              <a:rPr sz="1800" dirty="0">
                <a:latin typeface="Calibri" panose="020F0502020204030204"/>
                <a:cs typeface="Calibri" panose="020F0502020204030204"/>
              </a:rPr>
              <a:t>8</a:t>
            </a:r>
            <a:r>
              <a:rPr sz="1800" spc="10" dirty="0">
                <a:latin typeface="Calibri" panose="020F0502020204030204"/>
                <a:cs typeface="Calibri" panose="020F0502020204030204"/>
              </a:rPr>
              <a:t> </a:t>
            </a:r>
            <a:r>
              <a:rPr sz="1800" spc="-5" dirty="0">
                <a:latin typeface="Calibri" panose="020F0502020204030204"/>
                <a:cs typeface="Calibri" panose="020F0502020204030204"/>
              </a:rPr>
              <a:t>valence</a:t>
            </a:r>
            <a:r>
              <a:rPr sz="1800" spc="10" dirty="0">
                <a:latin typeface="Calibri" panose="020F0502020204030204"/>
                <a:cs typeface="Calibri" panose="020F0502020204030204"/>
              </a:rPr>
              <a:t> </a:t>
            </a:r>
            <a:r>
              <a:rPr sz="1800" spc="-10" dirty="0">
                <a:latin typeface="Calibri" panose="020F0502020204030204"/>
                <a:cs typeface="Calibri" panose="020F0502020204030204"/>
              </a:rPr>
              <a:t>electrons</a:t>
            </a:r>
            <a:endParaRPr sz="1800">
              <a:latin typeface="Calibri" panose="020F0502020204030204"/>
              <a:cs typeface="Calibri" panose="020F0502020204030204"/>
            </a:endParaRPr>
          </a:p>
        </p:txBody>
      </p:sp>
      <p:sp>
        <p:nvSpPr>
          <p:cNvPr id="5" name="object 5"/>
          <p:cNvSpPr/>
          <p:nvPr/>
        </p:nvSpPr>
        <p:spPr>
          <a:xfrm>
            <a:off x="1942210" y="165354"/>
            <a:ext cx="85725" cy="6565265"/>
          </a:xfrm>
          <a:custGeom>
            <a:avLst/>
            <a:gdLst/>
            <a:ahLst/>
            <a:cxnLst/>
            <a:rect l="l" t="t" r="r" b="b"/>
            <a:pathLst>
              <a:path w="85725" h="6565265">
                <a:moveTo>
                  <a:pt x="57150" y="71374"/>
                </a:moveTo>
                <a:lnTo>
                  <a:pt x="28575" y="71374"/>
                </a:lnTo>
                <a:lnTo>
                  <a:pt x="28447" y="6565188"/>
                </a:lnTo>
                <a:lnTo>
                  <a:pt x="57022" y="6565188"/>
                </a:lnTo>
                <a:lnTo>
                  <a:pt x="57150" y="71374"/>
                </a:lnTo>
                <a:close/>
              </a:path>
              <a:path w="85725" h="6565265">
                <a:moveTo>
                  <a:pt x="42799" y="0"/>
                </a:moveTo>
                <a:lnTo>
                  <a:pt x="0" y="85725"/>
                </a:lnTo>
                <a:lnTo>
                  <a:pt x="28574" y="85725"/>
                </a:lnTo>
                <a:lnTo>
                  <a:pt x="28575" y="71374"/>
                </a:lnTo>
                <a:lnTo>
                  <a:pt x="78538" y="71374"/>
                </a:lnTo>
                <a:lnTo>
                  <a:pt x="42799" y="0"/>
                </a:lnTo>
                <a:close/>
              </a:path>
              <a:path w="85725" h="6565265">
                <a:moveTo>
                  <a:pt x="78538" y="71374"/>
                </a:moveTo>
                <a:lnTo>
                  <a:pt x="57150" y="71374"/>
                </a:lnTo>
                <a:lnTo>
                  <a:pt x="57149" y="85725"/>
                </a:lnTo>
                <a:lnTo>
                  <a:pt x="85725" y="85725"/>
                </a:lnTo>
                <a:lnTo>
                  <a:pt x="78538" y="71374"/>
                </a:lnTo>
                <a:close/>
              </a:path>
            </a:pathLst>
          </a:custGeom>
          <a:solidFill>
            <a:srgbClr val="000000"/>
          </a:solidFill>
        </p:spPr>
        <p:txBody>
          <a:bodyPr wrap="square" lIns="0" tIns="0" rIns="0" bIns="0" rtlCol="0"/>
          <a:lstStyle/>
          <a:p/>
        </p:txBody>
      </p:sp>
      <p:sp>
        <p:nvSpPr>
          <p:cNvPr id="6" name="object 6"/>
          <p:cNvSpPr txBox="1"/>
          <p:nvPr/>
        </p:nvSpPr>
        <p:spPr>
          <a:xfrm>
            <a:off x="1634235" y="3942027"/>
            <a:ext cx="254000" cy="659130"/>
          </a:xfrm>
          <a:prstGeom prst="rect">
            <a:avLst/>
          </a:prstGeom>
        </p:spPr>
        <p:txBody>
          <a:bodyPr vert="vert270" wrap="square" lIns="0" tIns="0" rIns="0" bIns="0" rtlCol="0">
            <a:spAutoFit/>
          </a:bodyPr>
          <a:lstStyle/>
          <a:p>
            <a:pPr marL="12700">
              <a:lnSpc>
                <a:spcPts val="1810"/>
              </a:lnSpc>
            </a:pPr>
            <a:r>
              <a:rPr sz="1800" spc="-10" dirty="0">
                <a:latin typeface="Calibri" panose="020F0502020204030204"/>
                <a:cs typeface="Calibri" panose="020F0502020204030204"/>
              </a:rPr>
              <a:t>Energy</a:t>
            </a:r>
            <a:endParaRPr sz="1800">
              <a:latin typeface="Calibri" panose="020F0502020204030204"/>
              <a:cs typeface="Calibri" panose="020F0502020204030204"/>
            </a:endParaRPr>
          </a:p>
        </p:txBody>
      </p:sp>
      <p:grpSp>
        <p:nvGrpSpPr>
          <p:cNvPr id="7" name="object 7"/>
          <p:cNvGrpSpPr/>
          <p:nvPr/>
        </p:nvGrpSpPr>
        <p:grpSpPr>
          <a:xfrm>
            <a:off x="2577845" y="5395721"/>
            <a:ext cx="2257425" cy="1322705"/>
            <a:chOff x="2577845" y="5395721"/>
            <a:chExt cx="2257425" cy="1322705"/>
          </a:xfrm>
        </p:grpSpPr>
        <p:sp>
          <p:nvSpPr>
            <p:cNvPr id="8" name="object 8"/>
            <p:cNvSpPr/>
            <p:nvPr/>
          </p:nvSpPr>
          <p:spPr>
            <a:xfrm>
              <a:off x="2577845" y="6444233"/>
              <a:ext cx="2243455" cy="0"/>
            </a:xfrm>
            <a:custGeom>
              <a:avLst/>
              <a:gdLst/>
              <a:ahLst/>
              <a:cxnLst/>
              <a:rect l="l" t="t" r="r" b="b"/>
              <a:pathLst>
                <a:path w="2243454">
                  <a:moveTo>
                    <a:pt x="0" y="0"/>
                  </a:moveTo>
                  <a:lnTo>
                    <a:pt x="2243455" y="0"/>
                  </a:lnTo>
                </a:path>
              </a:pathLst>
            </a:custGeom>
            <a:ln w="50800">
              <a:solidFill>
                <a:srgbClr val="000000"/>
              </a:solidFill>
            </a:ln>
          </p:spPr>
          <p:txBody>
            <a:bodyPr wrap="square" lIns="0" tIns="0" rIns="0" bIns="0" rtlCol="0"/>
            <a:lstStyle/>
            <a:p/>
          </p:txBody>
        </p:sp>
        <p:sp>
          <p:nvSpPr>
            <p:cNvPr id="9" name="object 9"/>
            <p:cNvSpPr/>
            <p:nvPr/>
          </p:nvSpPr>
          <p:spPr>
            <a:xfrm>
              <a:off x="3480054" y="6051041"/>
              <a:ext cx="375285" cy="667385"/>
            </a:xfrm>
            <a:custGeom>
              <a:avLst/>
              <a:gdLst/>
              <a:ahLst/>
              <a:cxnLst/>
              <a:rect l="l" t="t" r="r" b="b"/>
              <a:pathLst>
                <a:path w="375285" h="667384">
                  <a:moveTo>
                    <a:pt x="152400" y="152400"/>
                  </a:moveTo>
                  <a:lnTo>
                    <a:pt x="139700" y="127000"/>
                  </a:lnTo>
                  <a:lnTo>
                    <a:pt x="76200" y="0"/>
                  </a:lnTo>
                  <a:lnTo>
                    <a:pt x="0" y="152400"/>
                  </a:lnTo>
                  <a:lnTo>
                    <a:pt x="50800" y="152400"/>
                  </a:lnTo>
                  <a:lnTo>
                    <a:pt x="50800" y="597484"/>
                  </a:lnTo>
                  <a:lnTo>
                    <a:pt x="101600" y="597484"/>
                  </a:lnTo>
                  <a:lnTo>
                    <a:pt x="101600" y="152400"/>
                  </a:lnTo>
                  <a:lnTo>
                    <a:pt x="152400" y="152400"/>
                  </a:lnTo>
                  <a:close/>
                </a:path>
                <a:path w="375285" h="667384">
                  <a:moveTo>
                    <a:pt x="374904" y="514705"/>
                  </a:moveTo>
                  <a:lnTo>
                    <a:pt x="324104" y="514705"/>
                  </a:lnTo>
                  <a:lnTo>
                    <a:pt x="324104" y="60960"/>
                  </a:lnTo>
                  <a:lnTo>
                    <a:pt x="273304" y="60960"/>
                  </a:lnTo>
                  <a:lnTo>
                    <a:pt x="273304" y="514705"/>
                  </a:lnTo>
                  <a:lnTo>
                    <a:pt x="222504" y="514705"/>
                  </a:lnTo>
                  <a:lnTo>
                    <a:pt x="298704" y="667092"/>
                  </a:lnTo>
                  <a:lnTo>
                    <a:pt x="362204" y="540092"/>
                  </a:lnTo>
                  <a:lnTo>
                    <a:pt x="374904" y="514705"/>
                  </a:lnTo>
                  <a:close/>
                </a:path>
              </a:pathLst>
            </a:custGeom>
            <a:solidFill>
              <a:srgbClr val="000000"/>
            </a:solidFill>
          </p:spPr>
          <p:txBody>
            <a:bodyPr wrap="square" lIns="0" tIns="0" rIns="0" bIns="0" rtlCol="0"/>
            <a:lstStyle/>
            <a:p/>
          </p:txBody>
        </p:sp>
        <p:sp>
          <p:nvSpPr>
            <p:cNvPr id="10" name="object 10"/>
            <p:cNvSpPr/>
            <p:nvPr/>
          </p:nvSpPr>
          <p:spPr>
            <a:xfrm>
              <a:off x="2591561" y="5735573"/>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11" name="object 11"/>
            <p:cNvSpPr/>
            <p:nvPr/>
          </p:nvSpPr>
          <p:spPr>
            <a:xfrm>
              <a:off x="3483102" y="5395721"/>
              <a:ext cx="375285" cy="666115"/>
            </a:xfrm>
            <a:custGeom>
              <a:avLst/>
              <a:gdLst/>
              <a:ahLst/>
              <a:cxnLst/>
              <a:rect l="l" t="t" r="r" b="b"/>
              <a:pathLst>
                <a:path w="375285" h="666114">
                  <a:moveTo>
                    <a:pt x="152400" y="152400"/>
                  </a:moveTo>
                  <a:lnTo>
                    <a:pt x="139700" y="127000"/>
                  </a:lnTo>
                  <a:lnTo>
                    <a:pt x="76200" y="0"/>
                  </a:lnTo>
                  <a:lnTo>
                    <a:pt x="0" y="152400"/>
                  </a:lnTo>
                  <a:lnTo>
                    <a:pt x="50800" y="152400"/>
                  </a:lnTo>
                  <a:lnTo>
                    <a:pt x="50800" y="597484"/>
                  </a:lnTo>
                  <a:lnTo>
                    <a:pt x="101600" y="597484"/>
                  </a:lnTo>
                  <a:lnTo>
                    <a:pt x="101600" y="152400"/>
                  </a:lnTo>
                  <a:lnTo>
                    <a:pt x="152400" y="152400"/>
                  </a:lnTo>
                  <a:close/>
                </a:path>
                <a:path w="375285" h="666114">
                  <a:moveTo>
                    <a:pt x="374904" y="513168"/>
                  </a:moveTo>
                  <a:lnTo>
                    <a:pt x="324104" y="513168"/>
                  </a:lnTo>
                  <a:lnTo>
                    <a:pt x="324104" y="59436"/>
                  </a:lnTo>
                  <a:lnTo>
                    <a:pt x="273304" y="59436"/>
                  </a:lnTo>
                  <a:lnTo>
                    <a:pt x="273304" y="513168"/>
                  </a:lnTo>
                  <a:lnTo>
                    <a:pt x="222504" y="513168"/>
                  </a:lnTo>
                  <a:lnTo>
                    <a:pt x="298704" y="665568"/>
                  </a:lnTo>
                  <a:lnTo>
                    <a:pt x="362204" y="538568"/>
                  </a:lnTo>
                  <a:lnTo>
                    <a:pt x="374904" y="513168"/>
                  </a:lnTo>
                  <a:close/>
                </a:path>
              </a:pathLst>
            </a:custGeom>
            <a:solidFill>
              <a:srgbClr val="000000"/>
            </a:solidFill>
          </p:spPr>
          <p:txBody>
            <a:bodyPr wrap="square" lIns="0" tIns="0" rIns="0" bIns="0" rtlCol="0"/>
            <a:lstStyle/>
            <a:p/>
          </p:txBody>
        </p:sp>
      </p:grpSp>
      <p:grpSp>
        <p:nvGrpSpPr>
          <p:cNvPr id="12" name="object 12"/>
          <p:cNvGrpSpPr/>
          <p:nvPr/>
        </p:nvGrpSpPr>
        <p:grpSpPr>
          <a:xfrm>
            <a:off x="2562605" y="4633721"/>
            <a:ext cx="2243455" cy="666115"/>
            <a:chOff x="2562605" y="4633721"/>
            <a:chExt cx="2243455" cy="666115"/>
          </a:xfrm>
        </p:grpSpPr>
        <p:sp>
          <p:nvSpPr>
            <p:cNvPr id="13" name="object 13"/>
            <p:cNvSpPr/>
            <p:nvPr/>
          </p:nvSpPr>
          <p:spPr>
            <a:xfrm>
              <a:off x="2562605" y="4920233"/>
              <a:ext cx="2243455" cy="0"/>
            </a:xfrm>
            <a:custGeom>
              <a:avLst/>
              <a:gdLst/>
              <a:ahLst/>
              <a:cxnLst/>
              <a:rect l="l" t="t" r="r" b="b"/>
              <a:pathLst>
                <a:path w="2243454">
                  <a:moveTo>
                    <a:pt x="0" y="0"/>
                  </a:moveTo>
                  <a:lnTo>
                    <a:pt x="2243455" y="0"/>
                  </a:lnTo>
                </a:path>
              </a:pathLst>
            </a:custGeom>
            <a:ln w="50800">
              <a:solidFill>
                <a:srgbClr val="000000"/>
              </a:solidFill>
            </a:ln>
          </p:spPr>
          <p:txBody>
            <a:bodyPr wrap="square" lIns="0" tIns="0" rIns="0" bIns="0" rtlCol="0"/>
            <a:lstStyle/>
            <a:p/>
          </p:txBody>
        </p:sp>
        <p:sp>
          <p:nvSpPr>
            <p:cNvPr id="14" name="object 14"/>
            <p:cNvSpPr/>
            <p:nvPr/>
          </p:nvSpPr>
          <p:spPr>
            <a:xfrm>
              <a:off x="3475482" y="4633721"/>
              <a:ext cx="376555" cy="666115"/>
            </a:xfrm>
            <a:custGeom>
              <a:avLst/>
              <a:gdLst/>
              <a:ahLst/>
              <a:cxnLst/>
              <a:rect l="l" t="t" r="r" b="b"/>
              <a:pathLst>
                <a:path w="376554" h="666114">
                  <a:moveTo>
                    <a:pt x="152400" y="152400"/>
                  </a:moveTo>
                  <a:lnTo>
                    <a:pt x="139700" y="127000"/>
                  </a:lnTo>
                  <a:lnTo>
                    <a:pt x="76200" y="0"/>
                  </a:lnTo>
                  <a:lnTo>
                    <a:pt x="0" y="152400"/>
                  </a:lnTo>
                  <a:lnTo>
                    <a:pt x="50800" y="152400"/>
                  </a:lnTo>
                  <a:lnTo>
                    <a:pt x="50800" y="597535"/>
                  </a:lnTo>
                  <a:lnTo>
                    <a:pt x="101600" y="597535"/>
                  </a:lnTo>
                  <a:lnTo>
                    <a:pt x="101600" y="152400"/>
                  </a:lnTo>
                  <a:lnTo>
                    <a:pt x="152400" y="152400"/>
                  </a:lnTo>
                  <a:close/>
                </a:path>
                <a:path w="376554" h="666114">
                  <a:moveTo>
                    <a:pt x="376428" y="513207"/>
                  </a:moveTo>
                  <a:lnTo>
                    <a:pt x="325628" y="513207"/>
                  </a:lnTo>
                  <a:lnTo>
                    <a:pt x="325628" y="59436"/>
                  </a:lnTo>
                  <a:lnTo>
                    <a:pt x="274828" y="59436"/>
                  </a:lnTo>
                  <a:lnTo>
                    <a:pt x="274828" y="513207"/>
                  </a:lnTo>
                  <a:lnTo>
                    <a:pt x="224028" y="513207"/>
                  </a:lnTo>
                  <a:lnTo>
                    <a:pt x="300228" y="665607"/>
                  </a:lnTo>
                  <a:lnTo>
                    <a:pt x="363728" y="538607"/>
                  </a:lnTo>
                  <a:lnTo>
                    <a:pt x="376428" y="513207"/>
                  </a:lnTo>
                  <a:close/>
                </a:path>
              </a:pathLst>
            </a:custGeom>
            <a:solidFill>
              <a:srgbClr val="000000"/>
            </a:solidFill>
          </p:spPr>
          <p:txBody>
            <a:bodyPr wrap="square" lIns="0" tIns="0" rIns="0" bIns="0" rtlCol="0"/>
            <a:lstStyle/>
            <a:p/>
          </p:txBody>
        </p:sp>
      </p:grpSp>
      <p:grpSp>
        <p:nvGrpSpPr>
          <p:cNvPr id="15" name="object 15"/>
          <p:cNvGrpSpPr/>
          <p:nvPr/>
        </p:nvGrpSpPr>
        <p:grpSpPr>
          <a:xfrm>
            <a:off x="2556510" y="3839717"/>
            <a:ext cx="2243455" cy="666115"/>
            <a:chOff x="2556510" y="3839717"/>
            <a:chExt cx="2243455" cy="666115"/>
          </a:xfrm>
        </p:grpSpPr>
        <p:sp>
          <p:nvSpPr>
            <p:cNvPr id="16" name="object 16"/>
            <p:cNvSpPr/>
            <p:nvPr/>
          </p:nvSpPr>
          <p:spPr>
            <a:xfrm>
              <a:off x="2556510" y="4168901"/>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17" name="object 17"/>
            <p:cNvSpPr/>
            <p:nvPr/>
          </p:nvSpPr>
          <p:spPr>
            <a:xfrm>
              <a:off x="3480054" y="3839717"/>
              <a:ext cx="375285" cy="666115"/>
            </a:xfrm>
            <a:custGeom>
              <a:avLst/>
              <a:gdLst/>
              <a:ahLst/>
              <a:cxnLst/>
              <a:rect l="l" t="t" r="r" b="b"/>
              <a:pathLst>
                <a:path w="375285" h="666114">
                  <a:moveTo>
                    <a:pt x="152400" y="152400"/>
                  </a:moveTo>
                  <a:lnTo>
                    <a:pt x="139700" y="127000"/>
                  </a:lnTo>
                  <a:lnTo>
                    <a:pt x="76200" y="0"/>
                  </a:lnTo>
                  <a:lnTo>
                    <a:pt x="0" y="152400"/>
                  </a:lnTo>
                  <a:lnTo>
                    <a:pt x="50800" y="152400"/>
                  </a:lnTo>
                  <a:lnTo>
                    <a:pt x="50800" y="597535"/>
                  </a:lnTo>
                  <a:lnTo>
                    <a:pt x="101600" y="597535"/>
                  </a:lnTo>
                  <a:lnTo>
                    <a:pt x="101600" y="152400"/>
                  </a:lnTo>
                  <a:lnTo>
                    <a:pt x="152400" y="152400"/>
                  </a:lnTo>
                  <a:close/>
                </a:path>
                <a:path w="375285" h="666114">
                  <a:moveTo>
                    <a:pt x="374904" y="513207"/>
                  </a:moveTo>
                  <a:lnTo>
                    <a:pt x="324104" y="513207"/>
                  </a:lnTo>
                  <a:lnTo>
                    <a:pt x="324104" y="59436"/>
                  </a:lnTo>
                  <a:lnTo>
                    <a:pt x="273304" y="59436"/>
                  </a:lnTo>
                  <a:lnTo>
                    <a:pt x="273304" y="513207"/>
                  </a:lnTo>
                  <a:lnTo>
                    <a:pt x="222504" y="513207"/>
                  </a:lnTo>
                  <a:lnTo>
                    <a:pt x="298704" y="665607"/>
                  </a:lnTo>
                  <a:lnTo>
                    <a:pt x="362204" y="538607"/>
                  </a:lnTo>
                  <a:lnTo>
                    <a:pt x="374904" y="513207"/>
                  </a:lnTo>
                  <a:close/>
                </a:path>
              </a:pathLst>
            </a:custGeom>
            <a:solidFill>
              <a:srgbClr val="000000"/>
            </a:solidFill>
          </p:spPr>
          <p:txBody>
            <a:bodyPr wrap="square" lIns="0" tIns="0" rIns="0" bIns="0" rtlCol="0"/>
            <a:lstStyle/>
            <a:p/>
          </p:txBody>
        </p:sp>
      </p:grpSp>
      <p:sp>
        <p:nvSpPr>
          <p:cNvPr id="18" name="object 18"/>
          <p:cNvSpPr/>
          <p:nvPr/>
        </p:nvSpPr>
        <p:spPr>
          <a:xfrm>
            <a:off x="2570226" y="3417570"/>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sp>
        <p:nvSpPr>
          <p:cNvPr id="19" name="object 19"/>
          <p:cNvSpPr/>
          <p:nvPr/>
        </p:nvSpPr>
        <p:spPr>
          <a:xfrm>
            <a:off x="2541270" y="2666238"/>
            <a:ext cx="2243455" cy="0"/>
          </a:xfrm>
          <a:custGeom>
            <a:avLst/>
            <a:gdLst/>
            <a:ahLst/>
            <a:cxnLst/>
            <a:rect l="l" t="t" r="r" b="b"/>
            <a:pathLst>
              <a:path w="2243454">
                <a:moveTo>
                  <a:pt x="0" y="0"/>
                </a:moveTo>
                <a:lnTo>
                  <a:pt x="2243455" y="0"/>
                </a:lnTo>
              </a:path>
            </a:pathLst>
          </a:custGeom>
          <a:ln w="50800">
            <a:solidFill>
              <a:srgbClr val="000000"/>
            </a:solidFill>
          </a:ln>
        </p:spPr>
        <p:txBody>
          <a:bodyPr wrap="square" lIns="0" tIns="0" rIns="0" bIns="0" rtlCol="0"/>
          <a:lstStyle/>
          <a:p/>
        </p:txBody>
      </p:sp>
      <p:sp>
        <p:nvSpPr>
          <p:cNvPr id="20" name="object 20"/>
          <p:cNvSpPr/>
          <p:nvPr/>
        </p:nvSpPr>
        <p:spPr>
          <a:xfrm>
            <a:off x="2577845" y="1914905"/>
            <a:ext cx="2243455" cy="0"/>
          </a:xfrm>
          <a:custGeom>
            <a:avLst/>
            <a:gdLst/>
            <a:ahLst/>
            <a:cxnLst/>
            <a:rect l="l" t="t" r="r" b="b"/>
            <a:pathLst>
              <a:path w="2243454">
                <a:moveTo>
                  <a:pt x="0" y="0"/>
                </a:moveTo>
                <a:lnTo>
                  <a:pt x="2243455" y="0"/>
                </a:lnTo>
              </a:path>
            </a:pathLst>
          </a:custGeom>
          <a:ln w="50800">
            <a:solidFill>
              <a:srgbClr val="000000"/>
            </a:solidFill>
          </a:ln>
        </p:spPr>
        <p:txBody>
          <a:bodyPr wrap="square" lIns="0" tIns="0" rIns="0" bIns="0" rtlCol="0"/>
          <a:lstStyle/>
          <a:p/>
        </p:txBody>
      </p:sp>
      <p:sp>
        <p:nvSpPr>
          <p:cNvPr id="21" name="object 21"/>
          <p:cNvSpPr/>
          <p:nvPr/>
        </p:nvSpPr>
        <p:spPr>
          <a:xfrm>
            <a:off x="2591561" y="1227582"/>
            <a:ext cx="2243455" cy="0"/>
          </a:xfrm>
          <a:custGeom>
            <a:avLst/>
            <a:gdLst/>
            <a:ahLst/>
            <a:cxnLst/>
            <a:rect l="l" t="t" r="r" b="b"/>
            <a:pathLst>
              <a:path w="2243454">
                <a:moveTo>
                  <a:pt x="0" y="0"/>
                </a:moveTo>
                <a:lnTo>
                  <a:pt x="2243454" y="0"/>
                </a:lnTo>
              </a:path>
            </a:pathLst>
          </a:custGeom>
          <a:ln w="50800">
            <a:solidFill>
              <a:srgbClr val="000000"/>
            </a:solidFill>
          </a:ln>
        </p:spPr>
        <p:txBody>
          <a:bodyPr wrap="square" lIns="0" tIns="0" rIns="0" bIns="0" rtlCol="0"/>
          <a:lstStyle/>
          <a:p/>
        </p:txBody>
      </p:sp>
      <p:grpSp>
        <p:nvGrpSpPr>
          <p:cNvPr id="22" name="object 22"/>
          <p:cNvGrpSpPr/>
          <p:nvPr/>
        </p:nvGrpSpPr>
        <p:grpSpPr>
          <a:xfrm>
            <a:off x="5384038" y="1220469"/>
            <a:ext cx="2759075" cy="5229860"/>
            <a:chOff x="5384038" y="1220469"/>
            <a:chExt cx="2759075" cy="5229860"/>
          </a:xfrm>
        </p:grpSpPr>
        <p:sp>
          <p:nvSpPr>
            <p:cNvPr id="23" name="object 23"/>
            <p:cNvSpPr/>
            <p:nvPr/>
          </p:nvSpPr>
          <p:spPr>
            <a:xfrm>
              <a:off x="5393436" y="1226819"/>
              <a:ext cx="2743200" cy="5217160"/>
            </a:xfrm>
            <a:custGeom>
              <a:avLst/>
              <a:gdLst/>
              <a:ahLst/>
              <a:cxnLst/>
              <a:rect l="l" t="t" r="r" b="b"/>
              <a:pathLst>
                <a:path w="2743200" h="5217160">
                  <a:moveTo>
                    <a:pt x="0" y="5216652"/>
                  </a:moveTo>
                  <a:lnTo>
                    <a:pt x="2743200" y="5216652"/>
                  </a:lnTo>
                  <a:lnTo>
                    <a:pt x="2743200" y="0"/>
                  </a:lnTo>
                  <a:lnTo>
                    <a:pt x="0" y="0"/>
                  </a:lnTo>
                  <a:lnTo>
                    <a:pt x="0" y="5216652"/>
                  </a:lnTo>
                  <a:close/>
                </a:path>
              </a:pathLst>
            </a:custGeom>
            <a:ln w="12700">
              <a:solidFill>
                <a:srgbClr val="2E528F"/>
              </a:solidFill>
            </a:ln>
          </p:spPr>
          <p:txBody>
            <a:bodyPr wrap="square" lIns="0" tIns="0" rIns="0" bIns="0" rtlCol="0"/>
            <a:lstStyle/>
            <a:p/>
          </p:txBody>
        </p:sp>
        <p:sp>
          <p:nvSpPr>
            <p:cNvPr id="24" name="object 24"/>
            <p:cNvSpPr/>
            <p:nvPr/>
          </p:nvSpPr>
          <p:spPr>
            <a:xfrm>
              <a:off x="5390388" y="3842003"/>
              <a:ext cx="2743200" cy="2601595"/>
            </a:xfrm>
            <a:custGeom>
              <a:avLst/>
              <a:gdLst/>
              <a:ahLst/>
              <a:cxnLst/>
              <a:rect l="l" t="t" r="r" b="b"/>
              <a:pathLst>
                <a:path w="2743200" h="2601595">
                  <a:moveTo>
                    <a:pt x="2743200" y="0"/>
                  </a:moveTo>
                  <a:lnTo>
                    <a:pt x="0" y="0"/>
                  </a:lnTo>
                  <a:lnTo>
                    <a:pt x="0" y="2601468"/>
                  </a:lnTo>
                  <a:lnTo>
                    <a:pt x="2743200" y="2601468"/>
                  </a:lnTo>
                  <a:lnTo>
                    <a:pt x="2743200" y="0"/>
                  </a:lnTo>
                  <a:close/>
                </a:path>
              </a:pathLst>
            </a:custGeom>
            <a:solidFill>
              <a:srgbClr val="4471C4"/>
            </a:solidFill>
          </p:spPr>
          <p:txBody>
            <a:bodyPr wrap="square" lIns="0" tIns="0" rIns="0" bIns="0" rtlCol="0"/>
            <a:lstStyle/>
            <a:p/>
          </p:txBody>
        </p:sp>
        <p:sp>
          <p:nvSpPr>
            <p:cNvPr id="25" name="object 25"/>
            <p:cNvSpPr/>
            <p:nvPr/>
          </p:nvSpPr>
          <p:spPr>
            <a:xfrm>
              <a:off x="5390388" y="3842003"/>
              <a:ext cx="2743200" cy="2601595"/>
            </a:xfrm>
            <a:custGeom>
              <a:avLst/>
              <a:gdLst/>
              <a:ahLst/>
              <a:cxnLst/>
              <a:rect l="l" t="t" r="r" b="b"/>
              <a:pathLst>
                <a:path w="2743200" h="2601595">
                  <a:moveTo>
                    <a:pt x="0" y="2601468"/>
                  </a:moveTo>
                  <a:lnTo>
                    <a:pt x="2743200" y="2601468"/>
                  </a:lnTo>
                  <a:lnTo>
                    <a:pt x="2743200" y="0"/>
                  </a:lnTo>
                  <a:lnTo>
                    <a:pt x="0" y="0"/>
                  </a:lnTo>
                  <a:lnTo>
                    <a:pt x="0" y="2601468"/>
                  </a:lnTo>
                  <a:close/>
                </a:path>
              </a:pathLst>
            </a:custGeom>
            <a:ln w="12700">
              <a:solidFill>
                <a:srgbClr val="2E528F"/>
              </a:solidFill>
            </a:ln>
          </p:spPr>
          <p:txBody>
            <a:bodyPr wrap="square" lIns="0" tIns="0" rIns="0" bIns="0" rtlCol="0"/>
            <a:lstStyle/>
            <a:p/>
          </p:txBody>
        </p:sp>
      </p:grpSp>
      <p:sp>
        <p:nvSpPr>
          <p:cNvPr id="26" name="object 26"/>
          <p:cNvSpPr txBox="1"/>
          <p:nvPr/>
        </p:nvSpPr>
        <p:spPr>
          <a:xfrm>
            <a:off x="8408669" y="3367785"/>
            <a:ext cx="1415415" cy="574675"/>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panose="020F0502020204030204"/>
                <a:cs typeface="Calibri" panose="020F0502020204030204"/>
              </a:rPr>
              <a:t>3s</a:t>
            </a:r>
            <a:r>
              <a:rPr sz="1800" spc="-40" dirty="0">
                <a:latin typeface="Calibri" panose="020F0502020204030204"/>
                <a:cs typeface="Calibri" panose="020F0502020204030204"/>
              </a:rPr>
              <a:t> </a:t>
            </a:r>
            <a:r>
              <a:rPr sz="1800" spc="-15" dirty="0">
                <a:latin typeface="Calibri" panose="020F0502020204030204"/>
                <a:cs typeface="Calibri" panose="020F0502020204030204"/>
              </a:rPr>
              <a:t>Valence</a:t>
            </a:r>
            <a:endParaRPr sz="1800">
              <a:latin typeface="Calibri" panose="020F0502020204030204"/>
              <a:cs typeface="Calibri" panose="020F0502020204030204"/>
            </a:endParaRPr>
          </a:p>
          <a:p>
            <a:pPr marL="12700">
              <a:lnSpc>
                <a:spcPct val="100000"/>
              </a:lnSpc>
            </a:pPr>
            <a:r>
              <a:rPr sz="1800" dirty="0">
                <a:latin typeface="Calibri" panose="020F0502020204030204"/>
                <a:cs typeface="Calibri" panose="020F0502020204030204"/>
              </a:rPr>
              <a:t>Band</a:t>
            </a:r>
            <a:r>
              <a:rPr sz="1800" spc="-40" dirty="0">
                <a:latin typeface="Calibri" panose="020F0502020204030204"/>
                <a:cs typeface="Calibri" panose="020F0502020204030204"/>
              </a:rPr>
              <a:t> </a:t>
            </a:r>
            <a:r>
              <a:rPr sz="1800" spc="-5" dirty="0">
                <a:latin typeface="Calibri" panose="020F0502020204030204"/>
                <a:cs typeface="Calibri" panose="020F0502020204030204"/>
              </a:rPr>
              <a:t>half</a:t>
            </a:r>
            <a:r>
              <a:rPr sz="1800" spc="-40" dirty="0">
                <a:latin typeface="Calibri" panose="020F0502020204030204"/>
                <a:cs typeface="Calibri" panose="020F0502020204030204"/>
              </a:rPr>
              <a:t> </a:t>
            </a:r>
            <a:r>
              <a:rPr sz="1800" spc="-5" dirty="0">
                <a:latin typeface="Calibri" panose="020F0502020204030204"/>
                <a:cs typeface="Calibri" panose="020F0502020204030204"/>
              </a:rPr>
              <a:t>filled</a:t>
            </a:r>
            <a:endParaRPr sz="1800">
              <a:latin typeface="Calibri" panose="020F0502020204030204"/>
              <a:cs typeface="Calibri" panose="020F0502020204030204"/>
            </a:endParaRPr>
          </a:p>
        </p:txBody>
      </p:sp>
    </p:spTree>
  </p:cSld>
  <p:clrMapOvr>
    <a:masterClrMapping/>
  </p:clrMapOvr>
</p:sld>
</file>

<file path=ppt/tags/tag1.xml><?xml version="1.0" encoding="utf-8"?>
<p:tagLst xmlns:p="http://schemas.openxmlformats.org/presentationml/2006/main">
  <p:tag name="KSO_WPP_MARK_KEY" val="5debc747-8ea8-4a7c-b0f0-33db594e7406"/>
  <p:tag name="COMMONDATA" val="eyJoZGlkIjoiM2FiZDIzMjBhYjY3YjcwYmIxYWI1NjM4YzVmYjEyMDMifQ=="/>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1646</Words>
  <Application>WPS 演示</Application>
  <PresentationFormat>Widescreen</PresentationFormat>
  <Paragraphs>112</Paragraphs>
  <Slides>6</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6</vt:i4>
      </vt:variant>
    </vt:vector>
  </HeadingPairs>
  <TitlesOfParts>
    <vt:vector size="14" baseType="lpstr">
      <vt:lpstr>Arial</vt:lpstr>
      <vt:lpstr>宋体</vt:lpstr>
      <vt:lpstr>Wingdings</vt:lpstr>
      <vt:lpstr>Calibri</vt:lpstr>
      <vt:lpstr>MS PGothic</vt:lpstr>
      <vt:lpstr>微软雅黑</vt:lpstr>
      <vt:lpstr>Arial Unicode MS</vt:lpstr>
      <vt:lpstr>Office Theme</vt:lpstr>
      <vt:lpstr>PowerPoint 演示文稿</vt:lpstr>
      <vt:lpstr>PowerPoint 演示文稿</vt:lpstr>
      <vt:lpstr>Using orbital theory, explain the formation of orbitals that  lead to conduction in Na (draw suitable energy diagrams  and draw the shape of all orbitals involved, the phases,  position of nuclei and nodes; consider 8 atoms of Na as  an example).</vt:lpstr>
      <vt:lpstr>8 x	.</vt:lpstr>
      <vt:lpstr>PowerPoint 演示文稿</vt:lpstr>
      <vt:lpstr>8 x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David Palomas</dc:creator>
  <cp:lastModifiedBy>司江南</cp:lastModifiedBy>
  <cp:revision>2</cp:revision>
  <dcterms:created xsi:type="dcterms:W3CDTF">2023-03-27T10:48:00Z</dcterms:created>
  <dcterms:modified xsi:type="dcterms:W3CDTF">2023-06-04T14:00:10Z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2021-10-11T08:00:00Z</vt:filetime>
  </property>
  <property fmtid="{D5CDD505-2E9C-101B-9397-08002B2CF9AE}" pid="3" name="Creator">
    <vt:lpwstr>Microsoft® PowerPoint® for Microsoft 365</vt:lpwstr>
  </property>
  <property fmtid="{D5CDD505-2E9C-101B-9397-08002B2CF9AE}" pid="4" name="LastSaved">
    <vt:filetime>2023-03-27T08:00:00Z</vt:filetime>
  </property>
  <property fmtid="{D5CDD505-2E9C-101B-9397-08002B2CF9AE}" pid="5" name="ICV">
    <vt:lpwstr>C0C17A43F7BB43BBA614F3675DF7A5CB</vt:lpwstr>
  </property>
  <property fmtid="{D5CDD505-2E9C-101B-9397-08002B2CF9AE}" pid="6" name="KSOProductBuildVer">
    <vt:lpwstr>2052-11.1.0.12598</vt:lpwstr>
  </property>
</Properties>
</file>