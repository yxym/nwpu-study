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9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9144000" cy="6858000" type="screen4x3"/>
  <p:notesSz cx="6858000" cy="9144000"/>
  <p:custDataLst>
    <p:tags r:id="rId46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1110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6" Type="http://schemas.openxmlformats.org/officeDocument/2006/relationships/tags" Target="tags/tag1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F4CEFC-1D5C-49AE-8E0F-6777933FBC2C}" type="datetimeFigureOut">
              <a:rPr lang="en-GB" smtClean="0"/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194EA6-4416-4C1A-9633-B90CF4A15C44}" type="slidenum">
              <a:rPr lang="en-GB" smtClean="0"/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en-US" altLang="zh-CN"/>
              <a:t>half life for 0,1,2,order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sz="4400" kern="1200">
          <a:solidFill>
            <a:schemeClr val="lt1"/>
          </a:solidFill>
        </a:defRPr>
      </a:lvl1pPr>
    </p:titleStyle>
    <p:bodyStyle>
      <a:lvl1pPr indent="-325120" algn="ctr">
        <a:defRPr sz="3200" kern="1200">
          <a:solidFill>
            <a:schemeClr val="tx1"/>
          </a:solidFill>
        </a:defRPr>
      </a:lvl1pPr>
    </p:bodyStyle>
    <p:otherStyle>
      <a:defPPr algn="ctr">
        <a:defRPr kern="1200">
          <a:solidFill>
            <a:schemeClr val="tx1"/>
          </a:solidFill>
        </a:defRPr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509" y="836712"/>
            <a:ext cx="8840981" cy="49730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38851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867096"/>
          <a:ext cx="9144000" cy="6010596"/>
          <a:chOff x="0" y="867096"/>
          <a:chExt cx="9144000" cy="6010596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7096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2FiZDIzMjBhYjY3YjcwYmIxYWI1NjM4YzVmYjEyMDMifQ=="/>
</p:tagLst>
</file>

<file path=ppt/theme/theme1.xml><?xml version="1.0" encoding="utf-8"?>
<a:theme xmlns:a="http://schemas.openxmlformats.org/drawingml/2006/main" name="Theme76">
  <a:themeElements>
    <a:clrScheme name="Theme7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7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7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On-screen Show (4:3)</PresentationFormat>
  <Paragraphs>0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7" baseType="lpstr">
      <vt:lpstr>Arial</vt:lpstr>
      <vt:lpstr>宋体</vt:lpstr>
      <vt:lpstr>Wingdings</vt:lpstr>
      <vt:lpstr>微软雅黑</vt:lpstr>
      <vt:lpstr>Arial Unicode MS</vt:lpstr>
      <vt:lpstr>Calibri</vt:lpstr>
      <vt:lpstr>等线</vt:lpstr>
      <vt:lpstr>Theme76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 Corporation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creator>Unknown Creator</dc:creator>
  <cp:lastModifiedBy>司江南</cp:lastModifiedBy>
  <cp:revision>3</cp:revision>
  <dcterms:created xsi:type="dcterms:W3CDTF">2023-04-17T07:49:00Z</dcterms:created>
  <dcterms:modified xsi:type="dcterms:W3CDTF">2023-06-05T08:50:04Z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7CCC71AF9233454F819475547C7212EA</vt:lpwstr>
  </property>
  <property fmtid="{D5CDD505-2E9C-101B-9397-08002B2CF9AE}" pid="3" name="KSOProductBuildVer">
    <vt:lpwstr>2052-11.1.0.12598</vt:lpwstr>
  </property>
</Properties>
</file>