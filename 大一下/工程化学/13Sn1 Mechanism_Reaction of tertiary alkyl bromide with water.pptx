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DB9B-6EE5-4308-C37E-A142F53BD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848EF-59D7-F258-88AF-753A2F00B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E41CA-434E-37D2-0CFC-20B4C7A9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CE2D4-523F-2EE5-9FBD-4D4F7F6E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D0AFE-578A-4C40-62B3-1C11347E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1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D73D-DD77-8AC2-29D0-7F0D0AA5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7ADF-6D78-DA1B-14DA-B165CF34E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3C9FC-E48A-7AF1-3B90-80A7906C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684DD-A0B5-452D-38AF-7CC5F791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9AFF-80F2-97D6-7C0C-819B35DB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56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2877-D8FE-FECA-81F8-CD3BAE35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0EF15-B7DD-8695-2CC7-24075E1C2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2062-74EB-B895-CEE1-E0FDE63B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C898C-79F4-4F81-6E07-4E6B7D1D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EE11-FF0E-8C6E-E94F-B17DAA34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14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C739-6C1E-C3D4-396C-41CE01A5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910E2-ACFC-1760-E0DE-522DA3E3A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80CE8-3873-4649-9A6C-CCA543EA7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157C-D1AB-29AF-2E63-64A5939D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AEE69-5D04-AB9D-1CBC-590E9D6E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1669-A893-192C-B917-21C5EAE7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68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7732-BABF-CB98-D9A8-5D143AA27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D1E7B-9118-D1A5-8681-C2790AC4B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B451F-A8FF-C700-2038-F62DA6716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D30EF-F2E8-8668-D272-F86A532A3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3A23F-6EDB-BB1B-A45C-EF3CF8E0B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7F76B-2BD1-5A83-CB9D-B37DDEC3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BA924-F512-D50D-3B0F-5CDF5B50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E7A92-57CC-13A1-57B5-81BA2EFA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10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2CA8-6797-5C1E-E97A-B472B96A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BF040-354C-1AED-3A06-EF4EFEF1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69969-7132-8415-2BC1-351BF153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8422A-4783-732B-8E19-1A7C9BCB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70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3F47C-E17E-E42C-BD98-51D5780F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8FC29-DF87-D3AD-F2CF-3E45E873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5ED9D-2A84-40AE-2EE5-E1FB63DD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896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066E-46E8-EE4C-F109-027057C5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2C4B-EBEC-E066-3681-BE6B04CAC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80029-6DF5-0C59-6E88-706CCE1E4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4231E-8510-881C-3D09-830F78DA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8BE7B-BDD8-0AB9-A70C-F0C7B628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B32D7-BB6A-5C28-28E9-F4F08705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40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D937-9051-857A-E463-74551AF8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64F309-5E7C-FBDB-851E-5F53405F0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E665B-D4A0-1F0F-01B8-2B30C0327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B6EC6-EDA5-8112-B118-446BBAF3E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C0297-C876-3C1B-48F5-DD6347D7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E58B-CB0C-80E6-DF09-98CC3C7F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88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A7E1-FA06-C372-0EA2-A603AEE0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68DE-BAD5-82E8-2D49-1394FAC90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69871-5F9E-48B0-3A64-808AB3CF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0AFD-BBC1-7ABE-84BF-AC27C50F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9A075-1CEB-E4B3-1460-64DE07CF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93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44A9D-CAA0-836F-467E-4F133CE3C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C70A9-C9F3-9E1A-B064-99A6D5FF5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425F5-3577-FF1A-909F-9444FC5D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3B4DB-7FB1-77E5-3CE1-8DCB38A1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F4096-F77F-DC9B-A02D-F88E2DD9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61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F3B7E-D440-AD3A-FF17-9ED257AD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DC620-6825-BEBE-C024-19202710C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532E3-4A85-805E-10F1-980A9759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CFC79-EB57-4FE2-96D9-8164833BA3E0}" type="datetimeFigureOut">
              <a:rPr lang="en-GB" smtClean="0"/>
              <a:t>17/04/2023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377B-2D10-5989-E7F9-A431D25EB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CE912-6AC7-081E-CEF1-4962E94CE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5B8E6-37B7-4F00-83EE-C385C0D075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0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43E21-CF31-9053-5B6C-8D0D3F5C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50" y="0"/>
            <a:ext cx="8317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17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Sulafudin Vukusic</dc:creator>
  <cp:lastModifiedBy>Sulafudin Vukusic</cp:lastModifiedBy>
  <cp:revision>1</cp:revision>
  <dcterms:created xsi:type="dcterms:W3CDTF">2022-11-17T06:59:04Z</dcterms:created>
  <dcterms:modified xsi:type="dcterms:W3CDTF">2023-04-17T09:45:07Z</dcterms:modified>
</cp:coreProperties>
</file>