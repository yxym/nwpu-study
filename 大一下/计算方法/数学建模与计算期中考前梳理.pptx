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tags/tag1.xml" ContentType="application/vnd.openxmlformats-officedocument.presentationml.tags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57" r:id="rId3"/>
    <p:sldId id="322" r:id="rId4"/>
    <p:sldId id="294" r:id="rId5"/>
    <p:sldId id="323" r:id="rId6"/>
    <p:sldId id="335" r:id="rId7"/>
    <p:sldId id="324" r:id="rId8"/>
    <p:sldId id="325" r:id="rId9"/>
    <p:sldId id="326" r:id="rId10"/>
    <p:sldId id="328" r:id="rId11"/>
    <p:sldId id="327" r:id="rId12"/>
    <p:sldId id="299" r:id="rId13"/>
    <p:sldId id="300" r:id="rId14"/>
    <p:sldId id="302" r:id="rId15"/>
    <p:sldId id="329" r:id="rId16"/>
    <p:sldId id="330" r:id="rId17"/>
    <p:sldId id="33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02:38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5891 15117 0,'53'0'282,"0"0"-282,-17 0 15,16 0-15,1 0 16,88 35 15,-17-18 16,-36 1-16,-17-18-15,-36 0-1,0 0 1,36 0 0,-36 0-1,0 18 1,18-18 0,-35 0-1,0 0 1,17 17-1,0-17 17,0 0-17,18 0 1,35 0 0,-70 0-1,35 0 1,-18 0-1,36 0 1,-18 0 0,35-17-1,-35 17 1,0-18 0,35-17-1,-53 35 1,36-18-1,-1 18 1,-34 0 15,-36-17-15,53 17 0,-36 0-1,1 0 1,-18-18 62</inkml:trace>
  <inkml:trace contextRef="#ctx0" brushRef="#br0" timeOffset="2675.23">15610 15152 0,'36'0'281,"-1"0"-281,0 0 15,1 0-15,-19 0 16,1 0 0,-1 0 15,1 0-15,-18 17-16,18 1 15,-1-18 16,19 18-15,-1-18 0,35 0-1,-52 0 1,0 0 0,17 0-1,-17 0 1,-1 0 15,1 0-31,17 0 16,53 0-1,177 0 17,-124 0-17,-88 0 1,-18 0-1,-17 0 1,0 0 0,-1 0-1,1 0 1,0 0 0,-1 0-1,1 0 32</inkml:trace>
  <inkml:trace contextRef="#ctx0" brushRef="#br0" timeOffset="9175.16">14746 10301 0,'0'35'281,"0"54"-281,-35-19 16,35 1-16,-18-18 0,18 0 15,0-1 1,0 19 31,0 0-16,0 17 0,0-71-31,0 1 16,0 0-1,0 17 1,0 0 0,0-17 15,0 0-15,0-36 30</inkml:trace>
  <inkml:trace contextRef="#ctx0" brushRef="#br0" timeOffset="11416.31">14975 10530 0,'0'18'281,"0"17"-281,18-35 16,-18 18-16,0 0 15,18 17-15,-18-17 16,0-1-16,0 1 0,17-18 15,-17 17 1,18 1-16,17 53 47,1-54-16,-36 1-15,17 0-1,1-18 1,-1 0 0,1 0-1,0-18 1,-1 18 0,-17-18-1,18-52 1,0 34-1,-1 1 1,1-18 15,0 0-15,-1 36 0,-17-1-16,0 0 15,0-17 1,0 0-1,0 17 17,0 1-17,0-1 1,-17 18 15,-1 0-15,0 0-1,1 0 1,-1 0-16,0 0 31,-35 0-15,36 0 0,-1 0-1,-35 0 1,36 18-1,-1-1 1,-17-17 0,-1 18-1,19-18 1,17 18-16,-18-18 31,18 17-31,0 1 31,0-1-15,0 1 15,0 0 1,0-1-17,0 1 1,0 0-1,0-1 1,0 1 0,18-18 31,-18-18-16,0 1-31</inkml:trace>
  <inkml:trace contextRef="#ctx0" brushRef="#br0" timeOffset="14081.79">15363 9984 0,'0'17'281,"0"1"-265,0 0-16,0 17 0,0-18 16,0 1-16,18 17 31,0 54 0,-1-19 0,-17-35 1,0-70 108,0 0-140,0 17 16,0-17-16,0 0 15,0-1 1,0-34 0,0 17-1,0 35 1,0-17 0,0 0-1,0 17 1,0 0-1,0 1 1,0-1 0,18 18-1,0 0 32,-18 18 16,0-1-48,17 1 1,-17 0 0,0-1-16,0 36 15,18-35-15,-18 0 16,0 17-1,18 0 1,-18 18 15,17-35-15,-17 35 0,0-18 15,0-18-16,0 1 1,0-36 47,0-17-63,0 18 15,0-19 1,0 19-16,0-19 15,0 1 1,0 17 0,0-17-1,0 18 1,0-1 0,0 0-1,0 1 1,18-1-1,0 18 1,-18-18 0,17 18 46,-17 18-15,0 0-31,0-1-1,0 1 32,0 0-31,18-18-1,-18 17 1,17 1 0,-17 17-1,18-17 1,0-1-16,-18 1 16,17 17-1,1-35 1,-18 18-1,0 0 1,0-1 15,0 1-31,0-36 63,0-17-48,-18 35 1,1-53 0,-19-18-1</inkml:trace>
  <inkml:trace contextRef="#ctx0" brushRef="#br0" timeOffset="15282.1">13688 10848 0,'17'0'281,"1"0"-265,0-18 0,17 18-16,-17 0 0,-1-17 31,89-1 0,-71 0 0,1 18 1,-36-17-32,0-1 31,0 0 63,-18 1-63</inkml:trace>
  <inkml:trace contextRef="#ctx0" brushRef="#br0" timeOffset="16322.99">13741 10619 0,'0'17'297,"0"1"-297,0 0 15,17-1 1,-17 1-16,0-1 16,0 1-16,18-18 15,-18 18-15,0-1 16,18 19 0,-18 34 30,17-52-14,-17 17-1,0-17-15,18 17-1,-18-17 1,0-1 15,0 1-15,18-18-1,-18 18-15,17-18 16,-17-18 62,-17 0-62</inkml:trace>
  <inkml:trace contextRef="#ctx0" brushRef="#br0" timeOffset="17395.22">13688 11113 0,'35'0'297,"-35"-18"-297,18 0 16,17 1-16,-17-1 15,-1 18-15,1-18 16,35 18 0,35-35 15,-35 0 0,17-1 0,-17 19-15,-35 17 0,0 0-16,-1 0 31,1 0-16,0 0 1,-1 0 0,1 0-1,-36-18 32,1 1-31</inkml:trace>
  <inkml:trace contextRef="#ctx0" brushRef="#br0" timeOffset="19023.21">16104 10654 0,'-17'18'297,"-1"-1"-297,0 1 15,18-1-15,-17 1 16,-1-18 0,18 18-16,0 17 15,-35 18 16,17 17 16,18-17-15,0-17-17,0-1 1,0 18-1,0-18 1,-17 0 0,17-17-1</inkml:trace>
  <inkml:trace contextRef="#ctx0" brushRef="#br0" timeOffset="20171.47">15787 10777 0,'17'18'281,"19"0"-281,-1-1 16,0-17-16,-17 18 15,35 17 1,-36-35-16,72 35 31,-54-17 0,0-18 1,-17 0-17,-18-18 141,0 1-156</inkml:trace>
  <inkml:trace contextRef="#ctx0" brushRef="#br0" timeOffset="21618.13">16616 10619 0,'0'17'219,"0"19"-219,0-19 15,0 1-15,0 17 16,0-17-16,17 17 16,1 0-1,0 71 16,17-71 1,-17-35-1,-1 0-31,1 0 16,0 0-1,-1-17 16,1 17-15,0-36 15,-18 19-31,17-18 16,1-36 0,35-35-1,-36 36 1,1 34-1,-18-34 1,0 35 0,0 17-1,0-17 1,0 17 0,0 0-1,-18 1 1,1 17-1,-1 0 17,-17 17-1,0 19-15,-1-19-1,1 36 1,17-35-1,-17 17 1,17-17 0,18-1-1,-17 19 1,-1-1 0,0-17-1,18 17 1,0-18-1,0 1 1</inkml:trace>
  <inkml:trace contextRef="#ctx0" brushRef="#br0" timeOffset="22662.19">17092 10866 0,'18'17'297,"-1"1"-297,1-18 16,-18 17-16,18 1 15,-18 0 1,35 35 15,0-18 0,-35-17 1,-17-36 46,17-17-78,-18-1 15</inkml:trace>
  <inkml:trace contextRef="#ctx0" brushRef="#br0" timeOffset="24173.19">17286 11289 0,'18'0'282,"17"0"-282,-17 0 15,-1 0-15,1 0 16,17 0-16,-17 0 16,0 0-1,17 0-15,-18 0 0,1 0 16,0 0-1,17 0 1,53 0 15,-70 0-31,88 0 32,-36 0-17,1 0 1,-18 0-1,0 0 1,0 0 0,-18 0 15,35 0-15,-34 0-1,17 0 1,-1 0-1,19 0 1,70 0 0,-53 0-1,-17 0 1,-18 0 0,-18 0-1,18 0 1,-35 0 15,-1 0 0,-17-18 1,0 1-17,0-1 1,-17 18-1</inkml:trace>
  <inkml:trace contextRef="#ctx0" brushRef="#br0" timeOffset="29129.58">15416 10548 0,'18'0'312,"0"0"-312,-1 0 16,1 0 0,-18-18-16,18 18 15,-18-17 1,53-18 15,-1 17 0,1 0-15,-17 18 0,17-35-1,-18 35 1,0-35-1,-35 17 1,18 18 0,-1 0-1,-17-18 1,18 1-16,0 17 31,-1-36-15,-17 19 15,0-1-31,0-35 31,0 36-15,0-1 0,0 0-1,0-35 1,-17 18-1,-1 0 1,0-36 0,1 36-1,17 17 1,-18-17 0,0 35-1,-34-35 1,34 35 15,0 0-15,1 0-1,-1 0 1,-17 0 0,-1 18-1,19-18 1,-36 17-1,35 1 1,-35-18 0,0 0-1,18 0 1,0 0 0,0 0-1,17 17 16,0 1-15,1 0 0,-19-18-1,36 17 1,-17 1-16,-1-18 16,18 18-1,0-1-15,-18-17 16,1 0-1,17 18 1,-35 0 0,35-1-1,0 1 1,0-1 0,0 1-1,0 0 1,17 17 15,1 0-15,-1-17-1,-17 17 1,18-17 0,0 17-1,-1-35 1,1 35-1,0-17 1,-18 0 0,17-1-1,-17 1 1,0 0 15,18-18 0,-18 17-15,18-17 0,-1 0-1,-17 18 1,18-18 0,-1 0-1,1 0 16,0 0 1,-1 0-1,1 0 0,0 0-15,-1 0-1,1 0 1,0 0 15,-1 0-15</inkml:trace>
  <inkml:trace contextRef="#ctx0" brushRef="#br0" timeOffset="38256.06">4092 13335 0,'18'18'281,"0"-1"-266,-1-17-15,1 0 16,-1 18-16,1 17 16,35 0 15,-35-35-31,17 18 47,0 17-16,-17-35-15,17 0-1,-35 18 1,18-18 0,-18 18-16,17-18 15,1 0 16,0 0-15,-1 0 0,1 0-1,0 0 1,-1 0 15,1 0-15,-1 0-1,-17-18 1,18 18 0,-18-18-16,18 18 15,-1 0 17,1 0-17,0-17 1,-1 17-1,1 0 1,0 0 0,-1 0 15,1 0-15,0 0-16,-1 0 31,18 0-16,-17 0 1,17 17 0,1 1-1,-19 0 1,-17-1 0,18 1-1,0-18 1,-1 0-1,1 0 1,-1 0 0,1 0-1,-18-18 1,53-17 0,53-36-1,-36 54 16,1-18-15,-53 35-16,17-18 16,0 18-1,-17 0 1,17 0 0,0 18 15,-17-1-16,0-17 1,17 35 0,0-17-1,-17-18 1,17 18 0,0-18-1,-17 17 16,0-17-31,-1 0 16,1 0 0,17 0-1,-17 0 17,-1 0-17,36 0 1,0 0-1,18 0 1,-36 0 0,18 0-1,-18 0 1,18 0 0,-17 0-1,-19 0 16,1 0-15,-1 0 0,1-17-1,0 17 1,-1 0 0,1 0-16,17 0 15,-17 0 1,17 0-1,-17 0 17,-1-18-17,-17 0 17,0 1-17,0-1 16,0 1 16</inkml:trace>
  <inkml:trace contextRef="#ctx0" brushRef="#br0" timeOffset="70968.75">18186 3122 0,'-88'35'171,"-71"106"-155,-529 353 0,406-264-1,123-89 1,53-71 0,88-52-1,-17 0 1,17 17 15,1-17-15,-18 17-1,17 0 1,0-17 0,18 17-1,-17 0 1,-1-17-1,18 0-15,-18 17 16,1-18 0,-1 1-1,18 0-15,0-1 16,-18 19 15,1-36-31,-1 0 16,1 0 15,-1 0-15,0 0-1,1 0 17,-1 0-17,18-18 1,0 0-1,0 1 1,0-1 0,0 0-1,18 18 1,-1 0 15,-17-17-15,18 17-16,0-18 15,-1 18 17,1-17-17,-1 17 1,-17-18 0,36 0-1,-1 1 1,0-1-1,36-17 1,-1-18 0,19-18-1,-19 36 1,36-18 0,-53 35-1,0 1 1,-18-1 15,-17 1-31,-1-1 31,1 18-31,0-18 16,17 18 0,0 0 15,-17 0-16,-18-17 17,0-1-1,0 0 16,17 18 0,-17 18-16,0 0-15,18-18-1,-18 17 1,0 1-1,0 0 1,0-1 0,18 18-1,-18-17 1,17 17 15,1 1-31,-18-19 16,18-17-1,-18-17 1,-36-213 15</inkml:trace>
  <inkml:trace contextRef="#ctx0" brushRef="#br0" timeOffset="131227.47">12735 10672 0,'0'35'218,"18"-18"-202,-18 1-16,35 123 31,-35 71-15,18 158 0,-18-17-1,0-265 1,0-35-1,0-35-15,0-1 16,0 19 0,0-19 15,0 1-15,0-36 62,0 1-63,0-1-15</inkml:trace>
  <inkml:trace contextRef="#ctx0" brushRef="#br0" timeOffset="132517.35">13106 10548 0,'0'35'281,"0"1"-281,0-1 16,0 0-16,0 18 15,0 18 16,-36-36 1,19-70 15,-1-1-32,18 19-15</inkml:trace>
  <inkml:trace contextRef="#ctx0" brushRef="#br0" timeOffset="141442.14">4092 12435 0,'-53'0'297,"36"18"-297,-1 0 16,0-18-16,18 17 0,-17-17 31,-19 36 0,19-1 0,17 0 1,0-17-1,0-1-16,0 1 1,0 0 0,0-1-1,0 1 17,0 0-17,17-1 1,1 19-1,0-19 1,-18 18 0,0 1-1,0-1 1,0-17 0,0 17-16,0 0 15,0 1 1,0 34 15,0-17-15,0-35-1,0 17 1,0 0 0,0-17-1,0-1 16,0 1-15,0 0 0,17-1-1,1 1 1,0 0 0,-1-18-1,1 17 1,-18 1-1,18 0 1,-1-1 15,1 1-15,0-1 0,-1-17-1,1 18 1,-18-53 15</inkml:trace>
  <inkml:trace contextRef="#ctx0" brushRef="#br0" timeOffset="143528.28">3933 12383 0,'89'0'141,"34"17"-126,-17 1-15,-18-1 16,141 1-1,54-18 1,-125 0 0,-16 0-1,-54 0-15,18 0 16,-1 0 0,1 18-1,35-18 1,-70 0-1,35 0 1,70 0 15,-70 0-15,17 0 0,-87 0-1,-1 0 1,-17 0-1,-1 0 1,1 0 0,17 0-1,0 0 1,18 0 0,0 0-1,-35 0 1,53 0-1,-36 0 17,-18 0-17,1 17 1,0 1 0,-1 0-1,-17-1 1,0 1-1,0 0 1,0 17 15,0 0-15,0-17 0,0 17-1,-35 0 1,35 1-1,0-19 1,0 1-16,-18-1 31,1 19-15,-1-1 0,1-17-1,-1 17 1,0 0-1,1 18 1,17 35 0,-18 106-1,18-105 1,0-19 0,0-52-1,0-1 1,0 19-1,0-19 1,0 1 15,0 0-31,0-1 32,0 1-17,0 0 1,0-1-1,0 1 1,-18-36 78,18 1-79,0-1 1,-17 18 0,-1-18-1,0 18 1,18-17 0,-17-1-1,-1 0-15,0 1 31,18-1 16,-17 18-31,-1 0 0,18-18-1,-17 1 1</inkml:trace>
  <inkml:trace contextRef="#ctx0" brushRef="#br0" timeOffset="150159.9">9472 13300 0,'18'0'219,"-1"17"-204,19 1 1,-1 0-16,-17-1 16,17 1-16,88 17 31,-17 36 0,-88-71-31,35 17 31,-18 19 1,-35-19-17,35 1 1,-17-18-1,0 0 48,-18-18-63,17 18 0,36-35 31,35 17-15,-17-17-1,-36 17 1,-17 18 0,-1-17-1,1-1 1,0 18 0,-1 0-1,-17-17 32,18-1 31,0 0-78,35 18 16,-1 0-1,19-17-15,-18 17 16,53-36 0,-53 36-1,-36 0 1,1 0 0,0 0-1,-1 0 1,1 0-1,-1 0 1,1 0 15,0 0-15,-1 0-16,1 0 0,53 0 16,-36 0 15,35 0-16,36 0 1,-53 0 0,0 0-1,-18 0 1,1 0 0,-19-17-1,19 17 1,-1 0-1,18 0 1,-18 0 0,18 0-1,0 0 1,-18 0 0,18 0 15,-18 0-16,18 0 1,-35 0 15,0 0-15,-1 0 0,36 0-1,88 0 1,-53 0-1,18 0 1,53 0 0,-106 0-1,-18 0 1,-17 0-16,-1 0 16,19 0 15,-19 0-16,1 0 1,0 0 0,-1-18-1,1 18 1,0-18 0,-18-17 15,0 0-16,0 0 1,0-1 0,-18-34-1,0 35 1,1-1 0,17 1-1,-18 0 1,0-1-1,18-17 1,-35 36 0,17-1-1,1-17 1,-18 35 0,35-18-1,-36-17 1,1 35-1,17-18 1,1 18 0,-1-17-1,-17-19 1,0 19 0,17-1 15,-35-17-16,0-18 1,35 18 0,-17 17-1,0 0 1,17 1 0,-17-1-1,17 1 1,-35 17-1,36-18 1,-19 0 0,19 18-1,-18 0 1,-36-35 0,-52 17 15,-36 1-16,53 17 1,18 0 0,17 0-1,1 17 1,17-17 0,-53 0-1,35 0 1,36 0-1,-36 0 1,36 18 0,0-18-1,0 18-15,-54-18 16,-34 17 0,-36 1 15,53 0-16,18-1 1,-53 18 0,53 1-1,70-36 1,-17 35 0,17-35-1,1 35 1,-1-35-1,0 18 1,-34 35 0,34-36-1,0 19 1,-35 17 0,36 0 15,-19-1-16,36-34 1,0 17 0,0 1-1,0-1 1,0 18 0,0-18-1,0-17 1,0 17-1,0 0 1,0-17 15,18 17-15,0-17 15,-1 17-31,1-35 31,-18 18-15,18-1 0,-1 1-1,-17 0 1,18-18-16,0 0 16,-1 17-1,1 1 1,-18 0-1,0-1 1,35 1 0,-17 0-1,-18-1 1,35-17 0,-17 0-1,-1 18 32,1-18-31,17 0-1,-17 0 1,-1 0 0,1 0-1,0 0 1,-1 0-1,1 0 17,0 0-17,-1 0 17,1 0-17,0 0 16,-1 0 1,1 0-1,-1 0 0,1 0 0,-18-18 63,0 1-94,0-1 16</inkml:trace>
  <inkml:trace contextRef="#ctx0" brushRef="#br0" timeOffset="154365.62">13229 12629 0,'0'53'265,"0"-17"-265,0 52 16,0 35 0,0-87-1,0 17 1,0-36 0,0 36-1,0-35 16,0-1-31,0 1 0,0 0 16,18-18 15,-18 35-15,17-17 15,-17-1-15,0-34 31,0-19-32,0-34 1,0 17-16</inkml:trace>
  <inkml:trace contextRef="#ctx0" brushRef="#br0" timeOffset="155730.4">13423 12506 0,'18'53'281,"-18"0"-281,17 0 16,-17 17-16,0-17 16,18 35-1,0 1 1,-1-19-1,1 1 1,-18-54 0,0 19-1,0-19 1,0 1 0,18 0-1,-18-1 1,17-17-1,1 0 1,-18-17 0,18-19-1,-1-52 17,-17 35-32,18-70 15,0 17 1,-1 35-1,1-35 1,-1 36 0,1-1-1,-18 54 1,0-36 0,0 18-1,0 17 1,0 0-1,-18-17 1,18 17 0,-35 18 15,0-17-15,0 17-1,-1 0 1,-17 0-1,0 35 1,1-17 0,-1 17-1,35-35 1,-17 35 0,-1-17-1,1 17 1,18-35 31,17-18-32,0 1 1</inkml:trace>
  <inkml:trace contextRef="#ctx0" brushRef="#br0" timeOffset="157811.99">13794 12065 0,'0'18'219,"0"17"-219,17 0 16,19 36-1,-19-36-15,-17 0 0,0 1 16,18-1-16,-18 0 16,17-17-16,1 17 15,-18-17 1,18 52 0,-1 18 15,-17-35 0,0-35 0,0 0-15,0-36 31,0-35-32,0 0-15,-17-53 16,17-35 0,0 35-1,0 71 1,0 0 15,0 17-15,0 1-1,17-1 1,1 18 0,0-18 15,-1 18 63,-17 18-63,0 0-15,0-1-16,0 1 15,0-1-15,0 1 16,18 17-1,-18 1 1,18-1 0,-18 0-1,0-17 17,17-18-17,-17-18 48,0 1-63,0-1 15,18-35 1,-18-18 0,0 19-1,0 16 1,17 1-1,-17 17 1,18 1 0,0 17-1,-1 17 48,-17 1-63,0 0 15,0-1 1,0 1-16,18 0 16,0 17-1,-1 18 1,1 0 0,-18-18-1,0 0 1,18 36-1,-18-54 1,0 19 0,0-19 15,0 1-31,0 0 31,0-54 16</inkml:trace>
  <inkml:trace contextRef="#ctx0" brushRef="#br0" timeOffset="158881.03">14358 12153 0,'18'0'266,"-1"0"-266,19 0 15,-19 0-15,1 0 16,0 0-16,-1 0 16,1 0-16,-1 0 15,36 0 17,0 0-1,-17 0 0,-19 0 0</inkml:trace>
  <inkml:trace contextRef="#ctx0" brushRef="#br0" timeOffset="161167.81">14693 11977 0,'0'17'219,"0"1"-219,18 0 15,-18-1 1,17-17-16,-17 18 16,18 53 15,0-1 0,-1 1-15,19 52-1,-1-35 1,-17-17 0,17-1-1,-35-52-15,18 17 16,-1 1 15,-17-19-15,0 1-1,0-36 32,-17-35-31,-1 18-16,-17-88 15,-1-18 1,-17 52 0,53 54-16,0-18 15,-17 18 1,-1 17 0,18-17-1,-18 0 1,18 17 15,0-17-15,0-1-1,0 1 1,0 18 31,18-1-32,0 0 1,-1 18 15,1 0-15,0 0-16,-1 0 31,1 0-31,0 0 16,-1 0 15,36 18-15,-18 0-1,1-1 1,-1-17 0,0 0-1,-17 18 1,-18-1-1,18 19 1,-1-1 0,1-17-1,-1 17 1,-17 0 0,0-17-1,0 17 1,0 0-1,0 1 1,0-1 0,0 18-1,0-35 1,0 17 0,0 0-1,0-17 1,0 17-1,0-17 1</inkml:trace>
  <inkml:trace contextRef="#ctx0" brushRef="#br0" timeOffset="168787.09">16528 12577 0,'0'35'218,"17"0"-218,1 0 0,-18 1 16,0-1-16,0 0 31,35 71 0,0-35 1,-35-54-32,0 36 31,0-35-15,0-36 30,0 1-30,0-19-16,0 1 16,0 0-1,0-18 1,18 0 0,-18 18-1,18 17 1,-18-17-1,17-1 1,1 19 0,0 17-1,-1 0 1,1 0 0,0 0-1,-18 17 1,17 1-1,1 0 1,0 17 0,-18 18 15,0-18-15,0-17 15,0 17-16,17-17 1,-17-1 0,0 1-1,18-18 32,-18-18-16,17 1-31,-17-19 16,0 19 0,0-19-16,18-16 15,0-1 1,-1 17 0,72-52 15,-19 53-16,-35 17 1,-17 18 0,0 0-1,17 0 1,-17 18 0,-1 17 15,-17 0-16,0 1 1,0-19-16,18 19 16,-1 17-1,1-18 1,0 18 0,-1-18 15,-17-17-16,0 17 1,0-17 0,0-1-1,0 1 1,0-36 15,-17-17-15</inkml:trace>
  <inkml:trace contextRef="#ctx0" brushRef="#br0" timeOffset="169822.35">17463 12665 0,'17'0'313,"1"0"-298,-1 0-15,1 0 16,0 0-16,-1 0 16,1 0 15,0 0-16,-1 0 1,1 0 15,0 0-15,-1 0 0,-17-18 15,53 0-16,-18 18 1,-17 0 0,17 0-1,-17 0 1,0 0 0,-1 0-1,1 0 1,-18-17 15,0-1-15</inkml:trace>
  <inkml:trace contextRef="#ctx0" brushRef="#br0" timeOffset="171434.47">17974 12330 0,'0'17'297,"18"19"-297,-1-19 16,-17 1-1,0-1-15,0 1 0,18 17 16,-18-17 0,18 0-16,-18 35 15,53 17 32,-53-35-16,0 1 1,0-19-17,0 1 1,0 0-1,17-18 1,-17 17 0,0-34 62,0-1-63,0 0-15,0 1 0,0-1 16,0 0 0,0-17-1,18-35 1,-1 34 0,-17 19-1,18-1-15,-18-17 16,18 17-1,17 0 1,-35 1 0,18-1-1,-18 1 1,17 17 15,19 0-15,-19 0-1,36 17 17,-18 1-32,-17-18 15,17 17 1,1 19 0,-36-1-1,17-17 1,1 17-1,-1-17 1,19 34 0,-19-16-1,1-1 17,0-17-17,-18-36 16</inkml:trace>
  <inkml:trace contextRef="#ctx0" brushRef="#br0" timeOffset="172550.6">19121 12330 0,'35'0'266,"-18"0"-251,19 0-15,-19 0 16,1 0-16,17 0 15,1 0 32,-1 0-15,-35-18-1,-18 0-16</inkml:trace>
  <inkml:trace contextRef="#ctx0" brushRef="#br0" timeOffset="173549.93">19173 12629 0,'36'0'219,"17"0"-219,17 0 0,124 0 31,-106 0-15,-35 0 0,-17 0-16,-19 0 15,1 0 1,17 0 0,-17 0-1,-1 0 1,1 0-1,0 0 17,-18-17-1,0-1-15,0 1-1,0-1 1,-18 18-1</inkml:trace>
  <inkml:trace contextRef="#ctx0" brushRef="#br0" timeOffset="175149.35">19791 12012 0,'0'0'0,"17"0"218,1 0-202,17 0-16,1 35 0,34-35 16,-34 0-16,16 18 15,1-18-15,-17 18 16,17-18-16,-36 0 16,18 0-16,-17 0 15,17 0 1,1 17 15,-1 1 0,0-18 1,-35 18-17,18-1 1,17 1-1,-17-1 1,-1 1 0,1 17 15,-18-17-15,0 17-1,0 18 1,-18-17-1,-52 16 1,35-16 0,17-1-1,0-17-15,-17-1 16,35 1 0,-18 17-1,1-17 1,17-1-1,-36 1 1,54-18 109,0 0-109,-1 0-1,1 0 1,0-18-16,17 1 16,-17 17-1,34-18 1,72-17-1,17 0 1,-17 17 0,-72 18-1,1 0 1,-17 0 0,17 0-1,-36 0 1,1 0-1,17 0 1,-17-18 15,-18 1-31,0-1 32,-18-17-17,0 35-15</inkml:trace>
  <inkml:trace contextRef="#ctx0" brushRef="#br0" timeOffset="187672.59">17110 13741 0,'17'35'219,"1"0"-203,0-17-1,-1 17-15,1 0 0,-18 1 16,35-1-16,-35-17 16,0-1-1,35 36 1,1 0 15,-19 0 0,19 0 1,-36-35-17,17-18 1,-17 17 0,0 1-1,0-36 63,-17 1-62,17-1-16,-18-17 16,0-36-1,18 1 1,0-19-1,0 54-15,0-18 16,36 0 15,-36 36-31,35-19 16,-17 1 15,17 35-15,0-35-1,-17 35 1,17 0 0,-17 0-1,17 0 1,-17 0 0,-1 0-1,1 0 1,0 0 15,-1 0-15,1 0-1,-18 17 17,17-17-32,1 0 31,0 36-16,-18-1 1,0-17 0,35 70-1,-17-18 1,-1 1 0,1-36-16,0 36 15,-1-1 1,1-17-1,-1 0 1,1-18 0,-18-17-1,0 0 1,-18-18 46,1-18-62</inkml:trace>
  <inkml:trace contextRef="#ctx0" brushRef="#br0" timeOffset="188887.16">18150 13829 0,'18'0'312,"0"0"-296,-1 0-1,1 0 1,0 0-16,-1 0 31,1 0-15,0 0-1,-1 0 17,1 0-17,35-18 1,35 1 0,-70 17-1,17 0 1,0 0-1,-17 0-15,-1 0 32,1 0-17,-18-18 17,-18 18-17</inkml:trace>
  <inkml:trace contextRef="#ctx0" brushRef="#br0" timeOffset="190012.37">18221 14164 0,'18'-18'297,"-1"18"-297,1 0 0,0 0 15,-1 0-15,18 0 32,18 0-1,-17-35 0,-19 35 0,1 0-15,0-18 0,70-17-1,18 0 1,17 17 0,-17 1-1,-88 17 16,17 0-15,-18-18 0,1 18-1,-36 0 32</inkml:trace>
  <inkml:trace contextRef="#ctx0" brushRef="#br0" timeOffset="192750.16">19068 13406 0,'0'35'219,"0"18"-219,17 17 0,-17-17 16,18-17-16,-18 34 15,18 71 32,17 18-16,-18-124-31,1 89 32,-18-89-17,0 0 1,0-17-1,18 17 1,-1 36 0,1-18 15,-18-36-15,0 1-1,0 0 1,0-36 62,-18 0-78,18 1 16,0-19-16,-17 1 15,-1 17 1,18 1-1,-18-1-15,18 1 16,0-1 0,0 0-1,0 1 1,0-1 15,0 0-15,0 1-1,0-1 1,0 0 0,0 1-1,-17-1 1,-1-35 0,1-53-1,-1 1 1,0 69-1,18 1 1,0-36 0,0 1-1,0 35 1,0-54 0,0 36-1,0 36 1,0-18-1,0-1 17,0 19-32,0-1 31,0 0-15,18 18-1,0 0 1,-1 0-1,1 0 1,-18 18 0,17-18 15,-17 18-31,18-1 16,-18 1-16,18 17 15,17-17 16,-35 17-15,35 18 0,-35-18-1,36 36 1,-19-18 0,1-18-1,0 18 1,-1 0-1,1-18 1,-18 0 0,0-17-1,0 17 1,0-17 0,0-53 62,0-1-78,0-52 15,0-18 1,0-88 0,0 124-1,0 17 1,17 18-1,1-18 1,0 17 0,35 19-1,-36-1 1,1 1 0,0-1-16,17 18 15,-18 0 16,19 0-15,-19 18 15,19 17-15,-19-18-16,1 54 16,0 0-1,17 87 1,-18-87-1,-17-18 1,36 35 0,-19-17-1,1 17 1,0-53 0,-18-17-1,0 17 1,0-17-1,0-1 17,0 1-17,0-53 17</inkml:trace>
  <inkml:trace contextRef="#ctx0" brushRef="#br0" timeOffset="193799.3">19985 13529 0,'35'0'313,"-17"-18"-313,-1 18 15,1 0-15,0-17 16,-1 17 0,1 0-1,0 0-15,-1 0 16,19 0 15,-19 0 0,1 0-15,-1 0 15,1 0 0,0 0-15,-1-18 0,1 18-1,0-18 1,-1 1 0,19-1-1,-36 1 1,0-1-1</inkml:trace>
  <inkml:trace contextRef="#ctx0" brushRef="#br0" timeOffset="195582.84">20320 13106 0,'18'0'281,"-1"0"-281,1 0 16,0 0-16,-1 0 16,1 0-1,17 0-15,0 0 16,-17 0 0,0 0-16,-1 0 15,36 17 16,0 1 1,-53 0-17,0-1 1,0 1 15,0 0-31,-17-1 16,-1 1-1,-17 17 1,-1 18 0,-17-18 15,18 18-15,17-35-16,-17-1 15,18 19 1,-19 17-1,1-36 1,17 19 0,18 17-1,-17-36 1,17 18 0,0-17 15,0 0-16,0-1-15,17-17 110,1 0-95,-18-17-15,18 17 16,-1-18 0,1 0-1,0 1 1,-18-1-16,35 1 16,0-19-1,-17 1 1,35 17-1,0 1 1,-18-1 0,18 0 15,-18 1-15,18-1-1,-18 0 1,1 18-1,-19 0 1,1 0 15,-1 0-15,1 0 0,0 0-1,-18-17 48,0-1-32,0 1 0,0-1-15,-18 0 15,0 1-15</inkml:trace>
  <inkml:trace contextRef="#ctx0" brushRef="#br0" timeOffset="-204771.23">16969 13776 0,'229'0'234,"53"-18"-218,-35 18-16,-35 0 15,-36 0-15,-35-17 0,159-1 16,335-123 31,141 17-16,-670 107-31,247-18 31,-177 17-15,-70-17 0,0 17-1,-36 0 1,-34 18 0,-19 0-1,19 0 1,-19 0-1,-17 18 110,-17-18-125,-1 18 16,-17-1-16,-1-17 16,-105 53-1,0-35 1,-159 35 0,-423 35-1,141 53 1,141-70-1,282-1 1,18-35 15,106-35-31,-53 0 16,35 0 0,18 0-1,17 0-15,-17 0 16,-1 0-1,-52 0 1,53 0 0,-18 18-1,0 0 1,35-18 0,-123 53-1,53-36 1,18 19-1,34-19 17,19-17-17,-1 0 1,18 35 0,0-17-1,124 0 16,-1-18-15,106-53 0,-105 35-16,229-35 15,282 0 1,423 36 0,-635 17-1,-158-18 1,70 0-1,-247 18 1,0 0 15,-52 0-15,-19 0 0,19 0-1,-19 0 16,-34 0 48,-1 18-79,-17-18 15,-18 0-15,-159 0 16,-123-88-1,-353 53 1,53 88 15,370 35-15,212-71-16,1-17 16,52 18 15,17-18-16,36 0 1,53 0 0,-18 0-1,0-18 1,195-17 0,87-53-1,159 35 1,-335 53-16,-17-18 15,-125 1 1,-34 17 15,-36 0 32,1 0-32,-1-18-15,1 0-1,-1 1-15,0-1 16</inkml:trace>
  <inkml:trace contextRef="#ctx0" brushRef="#br0" timeOffset="-200391.65">8061 15787 0,'0'0'0,"0"35"203,35 18-203,-17 70 16,35-17-16,-36 53 15,1-18-15,17-17 16,-17-19-16,-18-16 0,0-36 16,0 70 15,0-52 0,0-1 0,0-35 1,0-17-17,0-36 32,-18 1-31,18-18-16,-17-36 15,17 18 1</inkml:trace>
  <inkml:trace contextRef="#ctx0" brushRef="#br0" timeOffset="-199338.67">8431 16369 0,'106'-18'344,"-35"1"-344,17-1 16,0 18-16,-35-35 15,18 17 1,-1 18 15,-35 0 1,-17 0-17,0 0 1</inkml:trace>
  <inkml:trace contextRef="#ctx0" brushRef="#br0" timeOffset="-197861.07">9049 16263 0,'17'0'281,"-17"18"-265,0-1 0,0 1-16,0 0 0,0-1 15,0 1 1,0 0 15,0-54 297,0 1-328,0 17 0,0 1 16,18 17-1,-18-18-15,0 0 16,18 18-16,17 0 31,18 0 1,35 0-1,88-35 0,-123 18-15,-17 17-16,-1-18 15,18 18 1,0 0 0,-18 0-1,18 0 16,0 53-15,17-18 0,19 53-1,-1 71 1,-35-18 0,17 53-1,-34-70 1,-19-89-1,1 18 1,-18-18 0,0-17-1,-18-36 17,18 0-17</inkml:trace>
  <inkml:trace contextRef="#ctx0" brushRef="#br0" timeOffset="-196426.19">19897 12400 0,'0'0'0,"35"0"218,18 0-218,17-17 16,72-1 0,-107 18-1,18-18-15,-36 18 0,1 0 16,17 0-16,-17 0 16,17 0-1,-17 0-15,17 0 31,-17 0-15,17 0 31,-17 0-31,-18-17-1,0-1 16,-18 18-15,18-18 0</inkml:trace>
  <inkml:trace contextRef="#ctx0" brushRef="#br0" timeOffset="-194766.36">12118 13088 0,'18'0'281,"-1"0"-281,1 0 15,-1 0 1,1 0-16,0 0 0,-1 0 16,1 0-1,0 0 1,-1 0-16,1 0 16,0 0 15,-1 0-16,1 0 1,0 0 0,-1 0 15,1 0-15,-1 0-1,1 0 1</inkml:trace>
  <inkml:trace contextRef="#ctx0" brushRef="#br0" timeOffset="-192882.19">9313 16351 0,'36'0'281,"-19"0"-281,1 0 15,-18 18-15,35-18 16,18 53 0,71 70 15,-36 1 0,-18 52 16,-17-105-47,-53-18 16,0-18-1,18-17 1,-18-1 0,0 18-1,0 1 1,0-19-1,0 1 1,-18-36 15,18 1-15,-35-36-16</inkml:trace>
  <inkml:trace contextRef="#ctx0" brushRef="#br0" timeOffset="-192065.78">10689 16316 0,'35'0'203,"71"-18"-188,247-52 1,-177 35 0,-34-18-1,-107 35-15,-18 0 16,1 18-16,0 0 16,-1 0-16,1 0 15,0 0-15,-1 0 47,1 0-16,-18-17 1,0-1-1,0 0-16</inkml:trace>
  <inkml:trace contextRef="#ctx0" brushRef="#br0" timeOffset="-190983.25">11307 16616 0,'17'0'281,"1"0"-281,-1 0 16,1 0-1,0-18-15,-1 18 16,1 0 0,0 0-16,-1 0 15,-17-17 1,18 17-1,-18-18 1,18 18 15,-1-18-15,18 1 15,36-1-15,-36 0-1,-17 18-15,17 0 16,-17 0 0,17 0-1,-17 0 1,-1 0 0,1 0-1,-18-17 32,0-1-31,0 0-1,-18 18-15,1 0 16,17-17 15</inkml:trace>
  <inkml:trace contextRef="#ctx0" brushRef="#br0" timeOffset="-190081.05">12171 16157 0,'35'-17'313,"0"-1"-313,-17 18 15,17 0-15,-17-18 16,0 1-16,17 17 16,-17 0-16,-1 0 15,1 0-15,-1 0 32,19 0-1,-1 0 0,-17 0 0,-18-18 16,0 0-31</inkml:trace>
  <inkml:trace contextRef="#ctx0" brushRef="#br0" timeOffset="-188451.27">12524 15734 0,'17'0'297,"1"0"-297,0 0 15,-1 0 17,1 0-17,-1 0 1,-17 18 15,0-1 0,18-17 16,-18 18-31,18-18-16,17 17 15,53 1 1,0-18 0,-35 35-1,-17-35 1,-36 18 0,17 0-1,1-1 1,-18 1-1,0 0 1,0-1 0,0 1-1,-18 17 1,18-17 0,-17-1-16,-19 1 15,1 17 16,-36 36-15,54-36 0,-18-17-1,-18 35 1,35-18 0,18-17-1,-18-1 1,1 1-1,-1 17 1,18-17 15,0-1-15,0 1 15,18-18-31,-1 0 31,19 0-15,-1 0 0,35 0-1,19 0 1,52-18 0,-35 1-16,88-1 15,35 18 1,-70 0-1,-124 0 1,-17 0 0,-1 0-1,1 0 17,-18-17-17,0-1 16,0 0-31</inkml:trace>
  <inkml:trace contextRef="#ctx0" brushRef="#br0" timeOffset="-183996.51">6703 14093 0,'-18'0'281,"1"0"-281,-1 0 16,0 0-16,1 0 15,-1 0-15,0 0 16,1 0-16,-1 0 31,0 0-15,1 0 15,-54 18 313,-17 0-344,35-1 15,-35 36-15,-18-17 32,-17 34-1,52-52 0,36 52 0,17-34-15,0-19 0,1 19-1,17-19-15,0 1 16,-35 17 0,17 36-1,0-36 1,1 0-1,-1 53 1,-17-17 15,17-18-15,0 0 0,18-36-1,0 19 1,18-1-1,17-17 1,159 35 0,106 52-1,53 54 1,-18 0 0,-247-124-1,-17-17 1,-36-18-16,36 0 15,35 0 17,17 0-17,1-18 1,-19 1 0,125-19-1,-36-17 1,141-17-1,-176 52 1,-18 0 0,0 1-1,-106 17-15,36-18 16,-36 1 0,-17-1-1,-1 0 1,-17-17-1,0-71 1,-35 0 15,35 89-31,-35-36 16,-18-53 0,0 35-1,-71-34 1,1-19-1,-1 36 1,-105-53 0,70 70-1,36 36 1,-54 17 0,72 1-1,16-1 1,-52 0-1,53 18 1,-35-17 15,70 17-15,17 0 0,-34 0-1,17 0 1,18 0-1,-1 0 1,19 0 0,-18 0-1,-1 0 1,1 0 15,17 0 0,1 0-15,-1 0 0,18 17 15,-35-17-15,17 0-1,18 18 1,-17-18-1,-1 0 1,18 18 78,0-1-79,-18-17 32,1 0-31,-1 0 0,0 0-1,1 0 16,-1 18-15,0-18 0</inkml:trace>
  <inkml:trace contextRef="#ctx0" brushRef="#br0" timeOffset="-178207.54">14270 18962 0,'0'0'0</inkml:trace>
  <inkml:trace contextRef="#ctx0" brushRef="#br0" timeOffset="-176701.14">11412 13335 0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07:22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11395 10001 0,'-36'18'250,"-16"0"-250,-1-1 16,-18 1-16,36 35 16,-36 0-1,-52 17 16,52 18 1,54-70-32,-36 35 31,53-18-15,0-17-1,-18 17 1,0 36 15,-17-18-15,35 0-1,0-36 1,0 1 0,0 52-1,18-34 1,-1 87-1,1 212 1,0-123 0,-18-53-1,-18 17 1,0-105 0,18-36-1,0 0 1,0 0 15,0 18-15,18 0-1,17-17 1,89 52 0,-1 0-1,-17-53 1,88 18-1,-70-35 1,-19-1 0,72 36-1,-36-53 1,71 18 0,-18-18-1,-18 0 1,194 0 15,1-53-15,-89 0-1,159 0 1,-176 0 0,34 0-1,-140 36-15,159-36 16,-160 35-1,72-35 1,-36 0 0,-35 18-1,123-18 1,-141 18 0,-18 17 15,-52 18-31,-18-17 31,123-1-15,1 0-1,34-17 1,54 17 0,-124 1-1,18-1 1,176 1-1,18-19 1,-18 19 0,35-1-1,-158 18 1,264 0 0,-88 0-1,-106 18 1,71 17 15,-229-17-15,-1-18-1,-52 0 1,-1 0 0,89 17-1,-71-17 1,36 18-1,158-1 1,-123 1 0,-36 0-1,-52-18 1,17 0 0,18 35-1,-53-17 1,-36-18-1,18 0 17,-17 0-17,0 0 1,-1-18 0,1 0-1,0-70 1,-1-18-1,19-70 1,-19-53 0,-17 70-1,0 53 1,-88-17 0,0 52-1,-124-88 1,-35 18-1,0-35 17,-158-1-17,105 72 1,35 69 0,-88 36-1,89 0 1,-107 0-1,89-35 1,-18 35 0,-52 0-1,-37 0 1,-246 71 0,-52 17-1,528-88 1,-71 17 15,54-17-15,-71 0-1,-17 0 1,-72 0 0,178 0-1,-72 18 1,-52 35-1,-88 0 1,-107-36 0,266 19-1,17-36 1,-159 0 0,-88 53-1,-194-36 1,335 36 15,71-35-31,-53-18 31,88 0-15,-18 0 0,-53-53-1,177 35 1,18 18-1,52 0 1,0 0 0,1-17-1,-1 17 1,0 0 0,18-18 140,-17-17-141</inkml:trace>
  <inkml:trace contextRef="#ctx0" brushRef="#br0" timeOffset="4159.38">17410 12435 0,'-18'0'219,"-106"0"-219,19-35 16,-54 18-16,18-1 15,-36-17-15,-158 17 16,-18 18 15,124 0-31,18 0 32,-54 0-17,106 0 1,0 0-1,71 0 1,0 0 0,-18 18-1,53-1 1,-35 1 0,35-18-16,-141 18 15,0-1 1,35-17-1,-35 53 1,106-35 15,-106 17-15,53 18 0,-18 0-1,-70 17 1,53 1-1,34-18 1,-34 35 0,70-17-1,-53 34 1,107-52 0,-1-35-1,17 17 1,36-17-16,-17 0 15,-1-1 1,0 1 15,18-1-15,0 19 0,36 17-1,34 0 1,18 52-1,36 37 1,105 69 0,-105-52-1,70 17 1,-53-70 0,-18 0-1,36-35 1,-106-71-1,53 0 1,53 0 15,-36 0-31,36 0 32,52 0-17,107 0 1,-18 0-1,-124 0 1,-17 0 0,247 0-1,-89 0 1,-35 0 0,36-18-1,-106-35 1,-18 18-1,158-36 1,-122 18 0,34 36 15,18-1-15,-52 18-1,70-35 1,-142 35-1,-16 0 1,69 0 0,-52-18-1,17 18 1,71 0 0,-88 0-1,35-18 1,194 18-1,-53 0 1,-35 36 0,-194-36-1,-18 0 17,89 0-17,-1 0 1,18 17-1,-106-17-15,36 18 16,-19 0 0,-69-18-1,-1 0 1,0 0 0,106 0-1,36 0 1,87 0-1,36-53 1,-212 35 0,1 18-1,-36 0 17,-36-18-17,1 1 1,-18-19-1,53-34 1,53-124 0,-36 53-1,-17-71 1,-35 124 0,-18 0-1,0 17 1,0 36-1,-36-18 17,1 35-17,-18-52 17,0 17-32,-53-35 15,18 35 1,-71-18-1,18-17 1,18 35 0,-36-35-1,36 70 1,-124-17 0,-18 35-1,36-35 1,70 17-1,106 18 1,-17 0 15,34 0-31,-34 0 32,-36 0-17,-88 0 1,18 0-1,140 0 1,-193 0 0,-71 35-1,-106 36 1,212-18 0,0-36-1,-106 19 1,142-19-1,-19 19 1,36-19 0,88-17 15,0 0-15,-17 0-1,-18 0 1,35 0-1,-53 0 1,-35 0 0,35 0-1,18 0 1,-18 0 0,53 0-1,-18 0 1,-52 0-1,70 0 1,0 0 0,18 0-1,-18-17 17,18 17-17,-18-18 1,17 0-1,1 1 1,18 17 0,-1 0-1,0 0 1,1-18 0,-1 0-1,18-17 1,0 18-1,0-1 1</inkml:trace>
  <inkml:trace contextRef="#ctx0" brushRef="#br0" timeOffset="6501.55">21731 13441 0,'0'-18'281,"18"18"-265,-1 0-1,1 0 16,0 0-15,-1 0 0,19-17-1,-19 17 1,19-18 0,-19 18-16,18-18 15,-17 18 16,0 0-31,-1 0 32,1 0-17,0 0 1,-18-17 78,-18 17-79,0 0-15,1 0 16,-19 0 0,-16 0-1,-19 17 1,36 1-1,-36 17 1,1-35 0,52 18-1,-17-1 1,17-17-16,0 18 16,18 0 15,-17-18-16,-1 0 1,36 0 47,-1 0-48,1 0-15,0 0 16,-1 0-1,54 0 1,-36-18 0,18 0-1,0 1 1,-18-1 0,1 18-1,-1 0 16,18-17-15,-53-1-16,35 18 16,18-18-1,0 18 1,-36 0 0,19 0-1,-19 0 1,1 0-1,-18-17 79,0-1-63</inkml:trace>
  <inkml:trace contextRef="#ctx0" brushRef="#br0" timeOffset="10318.14">9402 10636 0,'0'71'250,"0"35"-250,0-18 0,17-18 15,-17 19-15,18-36 16,-18-1-16,17 19 15,-17-18 1,0-35-16,0 34 31,0-16 1,0-19-1,0-34 31,-17-36-46</inkml:trace>
  <inkml:trace contextRef="#ctx0" brushRef="#br0" timeOffset="12674.76">11130 13053 0,'53'0'219,"53"17"-219,17 36 16,-52-35-16,17 35 15,-35-35-15,18-1 16,-18 1-16,-1-1 0,19 1 15,-18 0-15,0-1 16,70 19 0,89 17 15,-141-36 0,-36 18 0,-18-17-15,1 0 0,-18-1 15,0 1-15,-18-18-1,18 18 1,-17-18-1,-18 17-15,-18 1 16,-18 0 0,-52 17-1,34 0 1,19 0 0,-1 1-1,36-19 1,-18 1-1,53 0 1,-53 17 0,-53 35 15,36 19-15,-54-19-1,89-17 1,35-35-1,-35-18 1,17 17 0,0 1-1,18 0 1,18-18 46,0 0-46,-1 0-16,19 0 16,105-36 15,-53 19-15,-17-19-1,17 1 1,-35 0-16,17-18 15,71-18 1,36 1 0,-36 35-1,0-1 1,0 1 0,-18 17-1,1 1 1,-89 17-1,-17 0 1,35 0 0,-36 0 31,1 0-32,-36-18 48,1 1-48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08:28.3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14923 11430 0,'17'0'204,"18"18"-189,1-1-15,-19 19 16,19-19-16,-1 1 15,-17-1-15,-1 1 16,1 0-16,-18-1 16,17 1-16,-17 0 0,18-18 15,17 17 1,89 89 15,-36-18 0,-35-35 1,-35-35-17,-1 0 1,-17-1-16,18-17 16,0 0 30,-1-35-30,-17 17 0,18-105-1,17 17 1,36-70 0,-1 17-1,-17 106 1,-35 35-1,-18 1-15,17-19 16,1 19 0,0-19-1,-1 19 1,-17-18 0,53-18 15,-35 35-16,17-17 1,-17-1 0,-18 19-1,17 17 1,-17-18 0,-17 18 46,-1 0-46</inkml:trace>
  <inkml:trace contextRef="#ctx0" brushRef="#br0" timeOffset="8606.75">5539 11695 0,'53'-18'234,"35"18"-218,-35-18-16,0 18 16,35 0-16,-53 0 0,0 0 15,1 0 1,-19 0-16,1 0 15,0 0-15,-1 0 16,1 0 0,17 0 15,0 0 0,-35 18 32,0 0-48,0-1 1,-17 1-16,-1 0 16,-17 17-1,-18 0 1,18-17-1,-54 35 1,36-36 0,18 1-1,-18-18 1,18 0 0,17 0-1,-17-18 1,0 1-1,17 17 1,1-36 0,-1 36-1,0-35 1,1 0 15,17 0-15,0 17-1,17 0 1,19 1 0,-1 17-1,18-18 1,-18 18 0,18 0-1,-18 0 1,0 0-1</inkml:trace>
  <inkml:trace contextRef="#ctx0" brushRef="#br0" timeOffset="12674.19">8043 7479 0,'-17'35'297,"-1"-17"-297,0 17 0,1 0 15,-1 1-15,-35 52 31,36-53-31,-89 124 32,53-36-1,53-17 0,0-88-15,0 17-1,0-17 1,0-1 0,0 1 15,17-18-31,1 18 16,17-18-1,-17 0 16,35 0-15,0 0 0,-18-18-1,0 0 1,36-52 0,-53 35-1,-1 17 1,1-53-1,0 54 1,-18-1 0,0-17-1,0 17 1,-36 1 0,1-1-1,-18 18 16,0 0-15,18 0 0,0 0-1,-1 0 1,19 0 0,-36 0-1,35 0 1,0 0-1,-17 0 1,18 0 0,-1 0-1,0-18 1,18 1 0</inkml:trace>
  <inkml:trace contextRef="#ctx0" brushRef="#br0" timeOffset="16300.37">9472 7091 0,'0'0'16,"0"35"156,0 18-172,-35 0 15,17 106 1,-35 70-1,0-141-15,18 18 16,-18-18-16,18 0 16,-18 36-16,18-54 15,-18 1-15,35 0 16,0-19-16,1 1 16,-1 18 15,18-36 0,0-17 16,0 0-16,18-1-15,-1-17-1,1 0 1,17 0 0,1-53-1,52-35 1,0-88 0,-35 52-1,0-17 1,-53 71-1,0 17 1,0 35 15,0-17-15,0 17 0,-18 0-16,1 1 15,-19 17 1,-34-18-1,35 18 1,-1 0 0,-17 18-1,36-1 1,-19 1 0,1 17-1,17 1 1,-17-1-1,18-35 32,-1 18-31,18 17 0</inkml:trace>
  <inkml:trace contextRef="#ctx0" brushRef="#br0" timeOffset="17099.18">9666 9807 0</inkml:trace>
  <inkml:trace contextRef="#ctx0" brushRef="#br0" timeOffset="18133.06">9684 10478 0</inkml:trace>
  <inkml:trace contextRef="#ctx0" brushRef="#br0" timeOffset="19167.28">9666 11254 0</inkml:trace>
  <inkml:trace contextRef="#ctx0" brushRef="#br0" timeOffset="24260.69">10866 7391 0,'0'53'203,"0"35"-187,17 18-16,1 17 15,52 389 1,-34-301-1,-19-70 1,1 18 0,-18-106-1,0 0 1,0 18 0,0-54-1,0 18 16,0-17-31,0 17 32,0-17-17,0 0 1,0-36 31,0-17-47,0-18 15,-53-124 1,35-52 0</inkml:trace>
  <inkml:trace contextRef="#ctx0" brushRef="#br0" timeOffset="26624.37">10707 7355 0,'0'0'0,"17"0"219,19 18-204,-19 0 1,-17-1-16,36-17 16,-36 18-16,70 35 31,-35 17 0,36-17 0,-36 18 1,-17-71-17,0 35 1,-1-17-1,-17-1 1,0 1 0,0 0 15,0-1-15,0 1-1,0 0 1,0-1-1,-35 19 1,-18-19 0,35 19-1,-52 16 1,35-52 0,35 36-1,-53 17 1,35-36-1,0-17 1,1 18 15,17 0-15,0-1 0,0 1-1,0-1 1,17-17-1,1 0 1,17 0 0,-17 0-1,52-17 1,-17 17 0,-35 0-1,53 0 1,-36 0-1,-17 0 1,17 0 0,-18 0-1,19 0 1,-36 17 15,17 1-31,1-18 16,-18 18 15,0-1-15,0 1-1,-35 0 1,-1 17 0,1-35-1,-18 53 1,0-18-1,18-17 1,17-1 15,-17 1-15,17 17 0,-34-17-1,52 0 1,0-1-1,-18-17 1,0 18 0,18 0-1,0-1 1,0-52 62,0 0-78,0-18 16</inkml:trace>
  <inkml:trace contextRef="#ctx0" brushRef="#br0" timeOffset="44919.53">15434 10742 0,'-35'18'219,"-1"17"-219,-34 18 15,17 17-15,-53 1 16,53-18-16,-35 18 15,-71 34-15,71-34 32,35-36-17,18 18 1,35-35 0,0-1 15,0 1-16,0 0 1,0-1-16,0 19 16,18-1 15,17-18-15,-18 1-1,54 0 1,0-18-1,34 0 17,-69 0-32,52 0 15,-35 0 1,-18-36 0,0 36-1,-35-17 1,18-36-1,0 53 1,-18-35 0,0-1-1,-18 19 1,-17-1 15,-1 0-15,-34 1-1,17-1 17,0 1-17,0 17 1,36 0 0,-19 0-1,19 0 1,-1 0-1,0 0 1,1 0 15,-1 0-15,0 0 0,1 0-1,17-18 63,-18 0-62</inkml:trace>
  <inkml:trace contextRef="#ctx0" brushRef="#br0" timeOffset="48052.02">17304 11977 0,'17'0'281,"1"0"-265,0 0-16,17 0 15,-17 0-15,-1 0 0,1 0 16,17 0 0,18 0 15,0 0 0,-18 0 16,-17 0-31,-36 0 218,-17 17-234,17-17 16,1 0-1,-1 0-15,-17 0 16,0 0-1,17 18 1,0 0-16,1-18 16,-19 0-1,19 0 1,-19 0 0,19 0 15,-1 0-16,0 0 17,1 0-32,17 17 31,-18-17-15,18 18-1,0 0 16,18-18 79,-1 0-95,1 0-15,0 0 16,17-18 0,-17 18-16,52-18 31,-52 18-15,35-17-1,17-1 1,-52 18-1,0 0 1,35 0 0,-36 0-1,1 0 1,-1 0 0,1 0-1,-36 0 110,1 0-125,-1 0 0,-17 18 16,17-18-1,-105 35 1,70-17 0,-18 17-1,36-35 1,17 18 0,1 17-1,-1-35 1,0 0-1,1 0 1,-1 0 31,18-18 0,0 1-32,18 17 1,-1-18 0,1 18-16,17 0 15,1-35 1,-1 17-16,18 0 16,17-17-1,-17 17 1,-35 1-1,0 17 1,17 0 0,0 0 15,-17 0-15,-18 17-1,17 1 1,1-18-1,-36 0 64</inkml:trace>
  <inkml:trace contextRef="#ctx0" brushRef="#br0" timeOffset="61863.36">17304 14429 0,'35'0'296,"-17"0"-296,17 0 16,0 0-16,1 0 16,-19 0-16,1 0 15,17 0-15,-17 0 16,-1 0 0,1 0-16,17 0 31,1 0 0,-19 0 0,1 0-15,-1 0 15,-34 17 235,-1-17-251,1 18 17,-1-18-32,0 18 15,-17-1 1,17 1 0,18-1-1,-35 1 1,17-18-1,1 18 1,-1-18-16,1 0 16,-19 0 15,19 0-15,-1 0 15,0 0-31,1 0 31,-1 0-15,0 0-1,1 0 1,-1 0 0,0-18-1,18 0 1,-17 1-1,-1-1 1,18 1 0,0-1-1,18 18 48,-1 0-32,1 0-15,0 0-16,-1 0 0,1 0 15,0 0 1,-1 0 0,19 0-1,-1 0 1,-17 0-1,17 0 1,18 0 0,-53 18-1,35-1 1,-17 1 0,-1-18-1,1 0 16,0 17-15,-1-17 0,1 0-1,-1 0 1,1 0 31,-36-17 78,1 17-125,-1-18 15,18 1-15,-17-1 16</inkml:trace>
  <inkml:trace contextRef="#ctx0" brushRef="#br0" timeOffset="64579.45">15187 14023 0,'0'0'0,"18"0"219,-1 35-219,36-17 15,-17 17-15,52 36 16,18 52 0,-71-88-1,0 1 16,-17-19-15,-1 1-16,1 17 16,0-35-1,-1 53 1,1-35 0,-18-1-1,18 1 1,-1-18 62,-17-18-47,0 1-15,0-1-16,0 1 15,0-1 1,18-17 0,-18-1-16,0 1 15,18-35 1,17-36 0,-35 53-1,0 17-15,17-16 16,1-1-1,0-18 1,-18 1 0,17 34-1,1 1 1,-18 0 0,0 17-1,0 0 16,0 1-15,0-1 78,0 1-63,0-1-15,0 0-1,-18 1 1,1-1 15,-1 18-15,0 0-16</inkml:trace>
  <inkml:trace contextRef="#ctx0" brushRef="#br0" timeOffset="76236.53">12559 9349 0,'-18'0'281,"18"35"-281,-17-35 16,-1 18-16,18-1 15,0 1-15,0-1 16,0 1-16,-18-18 15,1 18-15,17-1 16,0 1-16,0 35 47,0-35-31,0-1 15,0 1-16,0-1 1,0 1 0,0 0-1,17-18 1,-17 17 0,18-17 15,0 0-31,52 0 15,1 0 1,-1 0 15,-70-17-31,88 17 16,-52 0 0,17 0-1,0-18 1,-18 0-1,0 1 1,-17-1 0,17 18-1,-17-35 1,-1 35 0,1-18-1,-18-17 16,-53-53-15</inkml:trace>
  <inkml:trace contextRef="#ctx0" brushRef="#br0" timeOffset="77150.47">12753 9155 0,'0'17'203,"0"71"-203,18-52 0,-1 70 31,1 52 1,-1-70-1,1 18 0,-18-88-15,0 17-1,0 1 1,0-19 0,0 18-1,0-17-15,0 0 16,0-1-1,0 1 1,0 0 15,0-1-15,0 1 0,0 0-1,-18-54 63,1 1-78,-1-53 16</inkml:trace>
  <inkml:trace contextRef="#ctx0" brushRef="#br0" timeOffset="80166.42">12788 10301 0,'-17'18'297,"17"-1"-281,0 1-16,0 0 16,0-1-1,0 1-15,0 0 16,0-1-1,0 1 1,0 0 15,0-1-31,0 1 32,17-18-1,-17 17-31,18 1 15,-1-18 1,36 35 0,-17-35 15,34 0-15,-34 0-1,-1-17 1,35-1-1,-34 0 1,17 1 0,-18-1-1,-18 1 1,1-1 15,0 18-31,17-18 16,-17 1-1,-1-1 1,-17 0 0,0-52-1,-88-89 1</inkml:trace>
  <inkml:trace contextRef="#ctx0" brushRef="#br0" timeOffset="81414.89">13106 10037 0,'0'35'250,"0"0"-250,0 0 16,0 1-16,0-1 15,0 0 1,0-17-16,0-1 16,0 19-1,0-19 1,0 1 15,0 0-15,0-1-1,0 1 1,0 0 0,0 35-1,0-1 1,0 1 0,0-17-1,0-19 1,0 19-1,0-19 1,0 18 0,0 1-1,0-19 1,0 1 31,0 0-32,0-1 1,0 1 0,0 0-1,0-1 17,0 1-17,-18-18 95,0 0-95,1 0 16,17-18-31,-18 1 16,1-1 0,-19-17-1,36-1-15,-53-52 16</inkml:trace>
  <inkml:trace contextRef="#ctx0" brushRef="#br0" timeOffset="85498.24">12524 11236 0,'17'0'344,"1"0"-328,17 0-16,-17 0 15,-1 0-15,1 0 16,17 0 31,-17 0-47,17 18 31,18-1-15,-35 1-1,-1-18 1,1 18-1,0-18 17,-1 0-17,1 0 1,-18 17 0,0 1 93,0-1-93,0 1-1,0 0 1,-18-18-16,1 35 15,-1 0-15,0 36 16,-17-18-16,-18 88 16,-35-35-1,35 0 1,36-89 0,-1 18-1,18-17-15,0 0 16,-18 17-1,18-17 17,0 17-17,0 0 1,0-17 15,0-36 16,-17 1-47,17-19 16</inkml:trace>
  <inkml:trace contextRef="#ctx0" brushRef="#br0" timeOffset="88346.5">14870 13600 0,'17'0'219,"19"0"-203,-19 0-16,1 0 15,-1 0-15,1-18 16,0 18-16,-1-18 16,1 18-16,17-17 15,-17 17-15,17-18 16,124-35 31,-141 35-47,52 1 31,-17-1 0,-35 18-15,17 0 15,-17 0-15,-18 18 46,0-1-31,0 1-31,0 0 32,0-1-32,0 1 15,0 0 1,-18-1 0,0 19-1,-17 17 1,17-18-16,-35 35 15,1 36 1,-19 35 0,36-70-1,35-36 1,-18 0 0,18-17-1,0 35 1,0-35-1,0-1 1,0 19 0,0-19 15,0 1-15,0 35-1,0-36 16,0 19-15,0-72 78,-18 1-94,1-18 15</inkml:trace>
  <inkml:trace contextRef="#ctx0" brushRef="#br0" timeOffset="90507.67">13247 11695 0,'35'35'281,"-17"0"-265,-1 0-16,1-35 16,17 53-1,-35-17 1,18-19-16,0 1 16,17 17 15,-18-35-16,1 0 407,0 0-375,-1 0-31,-17-17-1,18-1-15,17-70 16,71-89 15,-53 36 16,-35 106-47,17 0 16,0-18-1,-17 17 1,0 1 0,-18 0-1,17 17 1,-17 1 0,0-1 15,0 0-16,0 1 1,0-1 0,0 0 46,-17 1-15,-36-1-31,-36-35-16</inkml:trace>
  <inkml:trace contextRef="#ctx0" brushRef="#br0" timeOffset="96895.31">17145 17074 0,'35'-17'297,"1"-1"-281,52-35-16,-35 36 15,0-1-15,52-35 16,89-35 15,-105 70 1,-72 18-1,1 0-16,0 0 1,-1 0 0,1 0-1,-36 0 95,1 0-95,-1 0-15,0 0 16,-17 18 0,17-18-1,-17 0-15,-18 18 16,36-1-1,-36 1 1,0-1 15,35 1-15,0 0 0,1-18-16,-18 0 15,17 0 1,0 17-1,1-17 1,-1 0 0,0 0-1,1 0 1,-1 18 0,0-18 15,18 18-16,0-1 17,-17-17-17,-1 0 17,0 0-1,18 18 31,0 0-46,0-1 0,18-17-1,0 18 1,-1-18 15,-17 17-15,18-17-1,0 0 1,-1 0 0,1 0-16,17 0 15,-17 0 1,35 0-1,0-35 1,-36 35 0,19-35-1,-1 17 1,0 1 0,-17 17-1,17 0 1,-17 0-1,-1 0 1,1 0 31,0 0-31,-1 0-1,-17-18 32,0 0-31,-17 1-1</inkml:trace>
  <inkml:trace contextRef="#ctx0" brushRef="#br0" timeOffset="100870.25">15311 16457 0,'35'18'281,"-18"17"-281,1-35 16,0 18-16,-1-1 15,1 1 1,0 0-16,-1-1 15,-17 1-15,18-18 16,-18 17-16,18-17 31,17 36 1,-17-36-1,34-18 0,-34-17-15,0-18-1,17-18 1,18 1 15,-35 17-31,52-71 16,1 19-1,52-54 1,-17 71 0,-53 17-1,0 36 1,-36 17 0,-17 1-1,36-1 1,-19 0-1,1 18 1,0 0 0,-1 0-1,-34-17 79</inkml:trace>
  <inkml:trace contextRef="#ctx0" brushRef="#br0" timeOffset="119599.68">19297 16933 0,'35'0'282,"-17"18"-267,17-18 1,-17 0-16,-1 0 16,1 0-16,17 0 15,-17 0-15,0 0 16,17 0-16,-17 0 15,-1-18-15,1 1 16,17 17-16,53-18 47,0-17-16,1 0 0,-36 35-15,-36 0 0,54 0-1,-18 0 1,-36 0 0,36 0-1,18 0 1,-54 0-1,54 0 1,-36 0 15,18 0-15,35 0 0,-52 0-1,17 0 1,35 0-1,-18 0 1,-34 0 0,52 35-1,-18-35 1,1 0 0,-36 0-1,18 0 1,-35 0-1,17 0 1,-17 0 15,35 0-31,-36 0 32,36 0-17,0 0 1,0 0-1,-18 0 1,18 0 0,-18 0-1,18 0 1,-35 0 15,17 0-15,1 0-1,-1 0 1,0 0 0,0 0-1,1 0 1,-1 0 0,36 0-1,-54 0 1,54 0-1,-18 0 1,-36 0 0,54 0-1,-54 0 1,19 0 0,-19 0-1,19 0 1,-19 0-1,1 0 1,17 0 15,-35-18 32,0 1-48,-17 17-15</inkml:trace>
  <inkml:trace contextRef="#ctx0" brushRef="#br0" timeOffset="121399.07">21643 17198 0,'18'0'281,"-1"0"-281,1 0 16,-1 0-16,1 0 16,0 0-1,-1 0-15,19 0 31,34 0 1,18 0-1,-17 0 0,-18 0-15,-18 0-1,0 0 1,1 0 0,-19 0-1,1 18 1,0-1 0,-1-17-1,-17 18 1,18-18-1,0 17 1,-18 1 15,0 0 1,-18-18-17,18 17 1,-18 1-1,1 0 1,-1-1 0,0-17-1,18 18 1,-53 0 15,36 17-15,-18 0-1,-18-17 1,17 17 0,-17 0-1,36-17 1,-18 0-16,-1-18 16,19 17-1,-1 1 1,-35 0-1,53-1 1,-18 1 0,-17-18-1,35-18 63,0-17-62,18-36-16,-1 18 16,1-105-1,17 105-15</inkml:trace>
  <inkml:trace contextRef="#ctx0" brushRef="#br0" timeOffset="123395.37">22543 17180 0,'0'18'281,"0"17"-281,0-17 16,0-1-16,-18-17 15,18 18-15,-18 0 16,1 35 15,17-18 0,0 53 1,0-53-1,17-35-16,1 18 1,0 17 0,-1-35-1,1 18 1,-1-18 31,19 0-32,-1-35 1,-17-18 0,-18 35-1,35-35 1,-17-17 0,-1 17-1,1 0 1,-1 18-1,-17 17-15,18-35 16,0 18 0,-18-18-1,0 35 1,0 1 0,0-19 15,0 19 0,0-1-31,0 0 31,0 1-15,-18 17 0,0 0 15,1 0-31,17 17 15,-18-17 1,-17 36 0,0-1-1,17-35 1,0 35 0,18-17-16,-17 17 15,-1-35 16,0 53-15,1-18 0,-1-17-1,1 17 1,17-17 0,0-1-1,0 1 1,0 0-1,0-1 17</inkml:trace>
  <inkml:trace contextRef="#ctx0" brushRef="#br0" timeOffset="153090.93">20690 7108 0,'-17'0'328,"-18"0"-328,17 0 16,0 0-16,-17 0 16,17 0-16,1 0 15,-1 18-15,-17-18 16,35 18-16,-88 17 31,-1 53 0,36-35 1,18 18-1,18-54-15,17 36 15,0-17-16,0-19 1,17 54 0,1-36-1,-18-17 1,0-1-16,17 19 16,19-19-1,-1 1 1,-17-1-1,35-17 1,-1 0 0,-16 0-1,17 0 1,0-17 0,-18-18 15,0-1-16,0 1 1,-17 17 0,0-17-1,-1 17 1,1-17 0,0 35-1,-18-35 1,17 17-1</inkml:trace>
  <inkml:trace contextRef="#ctx0" brushRef="#br0" timeOffset="154613.01">20920 7320 0,'0'18'281,"0"-1"-266,0 1-15,0 0 0,0 17 16,0-17 0,0-1-16,0 1 15,0 0 1,0-1-16,17 1 16,1-18-1,17 35 16,-17-17 1,0-18-1,17 0-15,-18 0-1,19 0 1,-36-18 15,35-35-15,-17 0-1,-1 0 1,19 0 0,-19 36-1,-17-18 1,0 17-1,0 0 1,-17 18 0,-36-17-1,17 17 1,-17 17 0,18 1-1,18 0 1,-36-1 15,35 1-15,0-18-1,18 17 1,0 1 0</inkml:trace>
  <inkml:trace contextRef="#ctx0" brushRef="#br0" timeOffset="156670.24">21625 7232 0,'18'0'218,"17"0"-202,0 0 0,1 0-16,-1 0 0,36 0 15,-1 0 1,18 0-1,1 35 17,-54-35-17,-18 0 1,36 0 0,-35 0 15,-18-17 31,-18-19-62,1 1 0,-36-36 16</inkml:trace>
  <inkml:trace contextRef="#ctx0" brushRef="#br0" timeOffset="157785.35">22842 7161 0,'0'53'281,"0"-35"-281,0 0 16,0 17-16,0-17 15,0-1 1,0 1-16,0-1 15,0 1-15,0 0 32,0 52-1,0-17 0,18 18 0,-18-54-15,18 1 0,-18 17-1,0-17-15,0 0 32,0-1-17,0-34 48,0-1-63,0-35 15,-18-70 1</inkml:trace>
  <inkml:trace contextRef="#ctx0" brushRef="#br0" timeOffset="159200.76">22860 7126 0,'18'18'281,"17"-1"-265,-17 1-16,-1 0 15,1-18-15,-18 17 16,17 1-1,1 0-15,0-1 0,17 1 16,0 0 31,18 34-16,-17-16 0,-19-36-15,-17 17 0,18 1-1,-1-18 1,1 35 0,0-17-1,-1-18 1,-17 18-16,18-1 31,0-17-15,-1 0-1,-17-17 110,0-1-125,0 0 16,0 1-16,0-1 16,0 0-16,0 1 15,0-19 1,0-16-1,0-1 1,0 17 0,0-17-1,0 0 17,0 18-17,0 0 1,0 17-1,0 1 1,0-1 0,0 0-1,0 1 1,-17 17 0,-1-18-1</inkml:trace>
  <inkml:trace contextRef="#ctx0" brushRef="#br0" timeOffset="160383.84">21837 8784 0,'0'35'219,"18"1"-203,-1 17-16,1-18 15,0 35-15,-1-17 16,1-17-16,-18 17 16,17 35-1,1 35 17,-18-87-32,18 16 31,-18-16 0,0-19-15,17 1 15,1 0-15,-18-1-1,0-34 16,0-19-15,0-87 0,-18 52-1</inkml:trace>
  <inkml:trace contextRef="#ctx0" brushRef="#br0" timeOffset="161448.5">22102 8819 0,'17'18'281,"-17"17"-281,18 1 0,-1-1 16,1 0-16,17 36 31,1 52 0,-19-70 0,1-35-31,-18 17 32,18-35-32,-18 18 15,17-1 1,-17 1-1,18 17 1,-18-17 0,17 17-1,19 0 17,-19-17-17,1 0 16,-18-1-31,0 1 32,0-53-1,-18-71-15,-52-106-1</inkml:trace>
  <inkml:trace contextRef="#ctx0" brushRef="#br0" timeOffset="162565.47">22560 8625 0,'0'36'282,"0"-1"-267,0 0-15,0 1 16,0 16-16,0-16 0,0-1 15,0 36 1,0 17 15,0 0 1,0 35 14,0-105-30,18 17 0,-1 1-1,-17-19 1,0 19 0,0 16-1,18-34 1,-18 0-1,0-1 1,0 1 0,0-36 15,0-35-15,0-70 15</inkml:trace>
  <inkml:trace contextRef="#ctx0" brushRef="#br0" timeOffset="163632.22">22595 8714 0,'18'0'265,"0"17"-249,17 1-16,0 17 0,1-17 16,-1-1-16,53 36 31,71 36 0,-71-19 0,-70-52-31,35 35 32,-36-18-17,1-17 1,-1-1-1,1 36 1,17-35 0,-17 17-1,0-35 1,-1 0 0,-17 18 15,-17-18 16</inkml:trace>
  <inkml:trace contextRef="#ctx0" brushRef="#br0" timeOffset="164992.35">22595 9066 0,'18'0'297,"0"-17"-297,-1 17 0,1-18 16,0 18-16,-18-18 15,35 1 1,35-1 15,-17 18 16,-35 0-47,0 0 31,-1 0-15,1 0 0,0 0 77,-18-17-15,17 17-78,1-18 16,-1 18-16,-17-18 16,36 1-1,-1-1 1,0 18 0,-35-18-1,0 1 32</inkml:trace>
  <inkml:trace contextRef="#ctx0" brushRef="#br0" timeOffset="166143.1">23319 8767 0,'0'17'281,"17"-17"-265,-17 18-16,0-1 16,18-17-16,-18 53 15,0-35 17,0 35 14,18-53 1,-18 18-31,17-1 0,-17 1-1,18-18 1,-18 17-1,0 1 1,17 0 0,-17-36 77,0 0-77,0 1 0,0-1-16,0 1 15</inkml:trace>
  <inkml:trace contextRef="#ctx0" brushRef="#br0" timeOffset="167310.41">23513 8378 0,'0'18'250,"17"-18"-235,1 18-15,-18-1 16,0 1-16,18 0 15,-1-1 1,-17 1-16,0 0 31,18-18-15,-18 17-16,17 1 16,1 17-1,17-17 16,-17 17-31,17 0 16,18 36 15,18-1-15,-36 1 0,-17-36-1,-1-17 1,1 0-1,-18-1 1,18-17 0,-18-17 46</inkml:trace>
  <inkml:trace contextRef="#ctx0" brushRef="#br0" timeOffset="168327.45">24007 8255 0,'0'35'125,"52"18"-125,-34 0 0,0 0 16,70 212 30,-53-124-30,-17-106-16,35 53 31,17 53-15,36 18 0,-106-106-1,35-35 1,-17 17-1,0 0 1,-1 0 0,-17-17 15,0-36 0,-35-34-31,0-19 16</inkml:trace>
  <inkml:trace contextRef="#ctx0" brushRef="#br0" timeOffset="169458.9">24359 8414 0,'36'17'266,"-36"1"-250,17-18-16,-17 18 0,18-1 15,0 1-15,-18 0 16,17-1-16,1 1 16,-18 0-1,17-18 1,-17 17-16,18-17 15,-18 18 32,0-1-15,35 19-1,-35-19 0,18 1-15,0 0-1,-1 17 1,-17-17 0,18-18-16,-18 35 15,18 0 1,-1-17-1,1-18 1,-1 17 0,-17 1 15,0-36 0,0 1-15</inkml:trace>
  <inkml:trace contextRef="#ctx0" brushRef="#br0" timeOffset="170342.73">24853 8008 0,'0'35'203,"0"18"-203,-17-17 0,17 16 16,-18 54 0,18-18-1,0-35 1,0-35-16,0 35 15,0 18 1,-18 34 0,18-16 15,0-37-31,0 19 16,0-18-1,0 17 1,0-52-1,0 35 1,0 18 0,0-54-1,0 19 1,0-54 15,0-53-15,-17 36-16,-1-18 15</inkml:trace>
  <inkml:trace contextRef="#ctx0" brushRef="#br0" timeOffset="171374.48">24765 8043 0,'35'18'219,"18"17"-219,35 18 16,36 18-16,52 17 15,-35 0 1,18 0-1,-106-70 1,-35 17 0,17-35-1,0 53 1,1-18 15,-19-17-15,18-18-1,1 18 1,-19-1 0,19 1-1,-19 0 1,1-18 0,-18-18 30,-18 0-30,18 1-16,-35 17 16</inkml:trace>
  <inkml:trace contextRef="#ctx0" brushRef="#br0" timeOffset="172443.6">24765 8502 0,'0'-18'234,"18"1"-234,-1-1 16,1 18-16,0 0 16,-18-18-16,17 18 0,-17-17 15,18 17-15,-1-18 16,54 0-1,0-17 17,-18 18-1,-18-1 16,-18 18-32,1 0 1,0 0 0</inkml:trace>
  <inkml:trace contextRef="#ctx0" brushRef="#br0" timeOffset="173511.35">25065 8096 0,'18'0'203,"34"0"-203,1 0 16,141-35-1,36-36 17,-160 71-1,-52 0-16,0 0 1,-1 0 15,-17-17 32,0-1-16</inkml:trace>
  <inkml:trace contextRef="#ctx0" brushRef="#br0" timeOffset="174556.43">25806 7655 0,'0'0'0,"0"18"204,17 0-189,-17 17 1,18 18-1,-18-18 1,18 18 0,-1 18-1,1-54 1,-18 36 0,0-35-16,18 35 15,-1-36 1,1 54-1,-18-36 1,0-17 0,0 17-1,17-17 1,-17-1 0,0 1-16,18 0 31,0 17 0,-1 18-15,-17-71 31</inkml:trace>
  <inkml:trace contextRef="#ctx0" brushRef="#br0" timeOffset="175645.7">26317 7761 0,'0'18'219,"0"-1"-219,0 19 15,0-19-15,0 19 16,18-1-16,-18-17 16,18 34-16,-18-34 15,17 35-15,-17-35 16,0 17-16,18-17 15,-1 52 1,-17-17 15,18 18 1,-18-36-1,0-18 0,0 1-15,18 0-1,-18-1 1,0-34 78,0-1-94,0 0 15,0 1-15</inkml:trace>
  <inkml:trace contextRef="#ctx0" brushRef="#br0" timeOffset="176938.36">26547 7338 0,'0'17'203,"0"54"-187,0-18-16,17 0 16,-17 0-16,18 53 15,17 35 1,-17-88 15,-18 17-31,35 1 31,-35-18-15,18 0 0,-1-18-16,1 18 15,0-18 1,17 18-1,-35 0 1,17-36 0,1 36-1,0-17 1,-1-1 0,-17 0-1,18-17 1,17 17 15,-35 0-15,18 1-1,-18-1 1,18-35 15,-18 18-31,0-1 16,0-34 78,0-1-79</inkml:trace>
  <inkml:trace contextRef="#ctx0" brushRef="#br0" timeOffset="201290.12">22384 9984 0,'17'0'282,"19"0"-282,-19 17 15,19 1 1,-19-18-16,1 0 15,0 0-15,34 0 16,37 0 15,-19 0 16,1 0-16,-36 0-15,18-18 0,-35 1-1,-1 17 1,18-36 0,-17 36-1,17 0 1,-35-35-1,18 17-15,17-17 16,1 18 15,-1-19-15,18 19 0,0-1-1,-36 0 1,54 18-1,-18 0 1,17 0 0,-17 0-1,18 0 1,88 0 0,-71 0-1,18-17 1,17-36-1,-35 35 1,89-35 15,-54 36-31,-17-36 32,17 35-17,1 18 1,-54 0-1,36-35 1,53 17 0,35-52-1,124-1 1,-177 53 0,-35 1-1,-1-1 1,1-17-1,-18 17 1,-52 18-16,34-17 16,1-1-1,-1 0 17,1 1-17,-1 17 1,89-36-1,-71 19 1,-35-1 0,0 0-1,-35 18 1,35 0 0,-36 0-1,-17-17 1,18-1-1,0 18 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12:17.1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15416 6738 0,'36'0'266,"17"0"-266,-18 0 15,18 0-15,-18 0 16,36 0-1,105 0 17,-17 0-1,-106 0-31,158-35 31,-122 17-15,87 18-1,-70-17 1,53-1 15,-71 18-15,-53 0 0,0 0-1,-17 0 1,0 0-1,-1 0 17,1 0-17,-18-18 1,-18 36 203,1-18-188,-1 0-31,18 18 16,-18-18-16,-17 0 15,0 0 1,17 0-1,-17 0 1,0 0 0,17 0 15,-35 0-15,35 0-1,1 0 1,-1 0-1,0 0 1,-17 0 0,17 0-1,1 0 17,-1 0-17,1 0-15,-1 0 16,0 0-1,1 0-15,-1 0 32,0 0-1,1 0-15,-1 0-1,0 0 1,36 0 46,0 0-46,-1-18 0</inkml:trace>
  <inkml:trace contextRef="#ctx0" brushRef="#br0" timeOffset="6822.74">9437 10636 0,'123'0'250,"-17"0"-250,18 0 16,-19-17-16,37 17 15,246-18 16,-71-35 1,-35 0-1,36 18 0,-212 17-15,17 1-1,-17-1 1,-18 18 0,36 0-1,-54 0 1,-35 0 0,18 0-1,0 0 1,-17 0 15,-1 0-31,18 0 16,88 0-1,-53 0 1,0 0 0,-17 0-1,17 0 1,-35 0-1,0 0 1,35 0 0,-35 18-1,0-18 1,0 0 15,-18 0-31,18 17 31,0 1-15,17-18 0,1 35-1,-18-35 1,17 0 0,19 18-1,-54-18 1,36 17-1,-1 1 1,-35-18 0,89 0-1,-18 0 1,17 0 15,-35 18-31,-17-1 31,-1-17-15,-17 0 0,-17 0-1,-1 0 1,-17 0 0,-1-17-1,-17-1 1,0 0-1,0-52 1</inkml:trace>
  <inkml:trace contextRef="#ctx0" brushRef="#br0" timeOffset="9539.15">3810 10548 0,'-71'0'282,"19"0"-282,-1 18 15,0-18-15,17 17 16,-34 1 0,-54 0 15,-17 17 0,88 0-15,18-17-16,-18-18 15,-17 17 1,-19 36 0,54-53-1,18 18 1,-36 17-1,35-17 32,-17 0-31,35-1 0,0 1-1,0 17 1,17-17-1,1-1-15,17 54 16,1 0 0,52 34-1,-53-69 1,18 52 0,0 35-1,106 160 1,-107-195-1,-16-35 17,34 17-17,-17-52 1,0-1 0,35 1-1,-17 0 1,-1-18-1,-17 0 1,0 0 0,53-18-1,-18 0 1,1 1 0,69-36-1,-70 0 1,-17 18 15,0-1-31,-1 1 16,-17 0-1,0 0 1,-18-1 0,-17 1-1,17-18 1,-35 18-1,0 0 1,0-36 0,-17 0-1,-19-17 1,19-212 0,17 142-1,0 87 1,0-35-1,-18 71 17,0 0-17,1 17 1,-1 0 0,-17 1-1,17-1 1,-52 1-1,34 17 1,19-18 0,-54 18-1,18 0 1,-70 0 0,-36 0-1,53 0 1,53 0-1,-35 18 1,17-18 15,19 0-15,16 0 0,1 0-1,0 0 1,35 17-1,-18-17 17,18 18 46,0-1-47,0 1-15,0 0-1</inkml:trace>
  <inkml:trace contextRef="#ctx0" brushRef="#br0" timeOffset="13983.78">18486 10954 0,'-18'17'281,"0"-17"-265,1 18-16,-1-18 15,0 18 1,1-18-16,17 17 16,-36 1-1,-34 0 16,52 35 1,-17-18-1,35 0-15,0 18 15,0-35-16,0-1 1,18 1-16,-18 17 16,17-17-1,1 17 1,0-17 0,17 35-1,18 70 1,17 54-1,-34-36 1,-19 0 0,1-71-1,-18-17 17,0 18-17,0-1 1,0 1-1,-18-53 1,1-1 0,17 18-1,-36 1 1,-17-1 0,18-17-1,-53 17 1,17-35-1,18 0 1,1-35 0,-37-54-1,89 54 1</inkml:trace>
  <inkml:trace contextRef="#ctx0" brushRef="#br0" timeOffset="15215.87">18027 11977 0,'35'0'281,"1"0"-281,-19 0 16,18 0 0,-17 0-16,53 0 15,-1 0 1,-17 0 0,0 0 15,-35 0-31,-1 0 15,19 0 1,-19 0 0,1 0-1,-1 0 1,1 0 15,0 0-15,-1 0-1,1 0 17,0 0-1,-1 0 0,1 0-15,17 0-1,-17 0-15,17 0 16,-17 0 0,17 0-1,-17 0 1,-1 0 0,1 0-1,-18-18 48,0 1-48</inkml:trace>
  <inkml:trace contextRef="#ctx0" brushRef="#br0" timeOffset="17230.24">19085 11589 0,'0'17'297,"0"1"-281,0 0 0,0-1-16,0 1 15,0 0-15,0-1 16,0 1-16,18-18 15,-18 18-15,18-1 16,-18 1-16,17-1 16,18 36 15,-17-35 0,17 0-15,1-1-1,-19 1 17,1-18-32,0 0 15,17 0 1,-17 0 0,-1 0-1,-17-18 1,35-17-1,-35 17 1,18-17 0,-18-18-1</inkml:trace>
  <inkml:trace contextRef="#ctx0" brushRef="#br0" timeOffset="18212.23">19526 11465 0,'0'0'16,"18"18"203,0-18-219,-18 18 15,35-18-15,-18 0 16,1 0-16,35 17 16,-18 1-1,1-1 1,-19-17-1,1 18 1,-1 0 0,36-1-1,-35-17 1,0 18 0,-1 0-1,19 17 1,-36-17-1,17-1 1,-17 1 0,36 17-1,-36 0 1,0-17 0,0 35-1,-18-18 1,0-17 15,-35 17-15,36-17-1,-1-1 1,-35 1 0,18-18-1,17 0 1,1 0-1,-19-35 17</inkml:trace>
  <inkml:trace contextRef="#ctx0" brushRef="#br0" timeOffset="19479.21">20249 11483 0,'-17'0'203,"17"18"-188,-18-18-15,1 17 16,-19 1-16,36-1 16,-17-17-16,17 18 15,-18 0-15,0-18 16,1 17-16,-1 19 16,-35 17 15,0-18 0,36 0 16,-1-35-31,18 18-1,0-1 1,0 1-1,0 0 1,0-1 0,35 1-1,1 0-15,16-18 16,-16 17 0,17 1-1,35-18 1,0 18-1,53-1 17,36 54-17,-89-54 1,0-17 0,-70 0-1,-1 0 1,18 0-1,-17 0 1,-18-35 15</inkml:trace>
  <inkml:trace contextRef="#ctx0" brushRef="#br0" timeOffset="20346.43">20761 11571 0,'0'18'203,"18"-1"-188,-1-17 1,-17 18-16,0 0 16,18-1-16,0 1 15,-1 0-15,1-1 16,-1 1 0,36 70 15,-17-35 0,-36 0-15,17-35-1,-17-1-15,0 1 16,0 17 0,0 0-1,0-17 16,0 0-15,-17-18 15</inkml:trace>
  <inkml:trace contextRef="#ctx0" brushRef="#br0" timeOffset="21311.01">21290 11571 0,'18'0'312,"-1"0"-312,1 0 16,0 0-16,17 0 31,53 0 0,-35 0 0,35 0 1,-70 0-17,0 0 1,-1 0 0,18 0-1,-52 0 32</inkml:trace>
  <inkml:trace contextRef="#ctx0" brushRef="#br0" timeOffset="22226.54">21290 12188 0,'35'0'281,"-17"0"-281,0-17 16,-1 17-16,1 0 15,0 0-15,-1 0 16,19 0-16,-19 0 15,107 0 17,-54 0 15,-35 0-16,-35-18-16,18 18 1,-18-17 0,0-1-1</inkml:trace>
  <inkml:trace contextRef="#ctx0" brushRef="#br0" timeOffset="23908.33">22225 11553 0,'0'0'15,"0"18"188,-18 0-187,1 17-16,17-17 16,-18-1-16,0 1 15,18 0-15,0-1 16,-17-17-16,-1 36 15,-17 52 17,0 53-1,17-53 16,18-53-47,0-17 15,0 17 1,0 0 0,18-35 15,-1 0-15,19 0-1,-19 0 1,18-17-1,1-18 1,-19-1 0,1 19-1,17-19 1,1 1 15,-19 17-15,1-17-1,-1 0 1,1 17 0,-18-17-1,35 0 1,-17-1 0,-18 1-1,0 18 16,0-1-31,0 0 16,0 1 0,0-1 15,0 0 0,-18 18-15,1 0-1,-1 0 1,-17-17 0,17 17-1,1 0 1,-1 0 0,0 0-1,1 0 16,-1 0-15,0 0 31,1 0-31,-1 0-1,0-18 1</inkml:trace>
  <inkml:trace contextRef="#ctx0" brushRef="#br0" timeOffset="25885.62">18433 13053 0,'0'0'0,"17"0"203,1 0-187,0 0-16,17 17 15,-18 1 1,1-18-16,0 18 16,35-18-1,0 53 17,0-53-1,-1 0 0,-34 0-15,0 0-1,-1-18 1,-17 0 0,18 18-1,17-53 16,-17 53-15,0-17 0,-1-18-16,36 17 15,-18-17 1,18 17 0,-17 18-1,-19 0 1,36 0-1,-35 0 1,-1 0 0,36 35-1,-53 1 1,36-19 15,17 1-15,-36-1-1,18 19 1,1-36 0,-1-18 15,-35 0-15,18 1-1,35 17 1,-18 0-1,0-18 1,-17 18-16,35-17 16,-18 17-1,53 0 1,-35 0 15,-18 0-15,18 17-1,0 1 1,-18-1 0,54 19-1,-1-36 1,88 0 0,-17 0-1,-53-36 1,-18 19-1,-35 17 1,-35 0 0,17 0-1,-18 0 1,1 0 15,0 0-15,-1 0-1</inkml:trace>
  <inkml:trace contextRef="#ctx0" brushRef="#br0" timeOffset="30420.52">6685 8414 0,'18'17'281,"17"1"-265,-17-18-16,-18 18 15,35-1-15,-17 1 16,-1 17-16,1-17 16,35 35-16,-36-36 15,-17 1-15,18 0 32,17 52-1,-17-17 0,-18 18 0,0-54-15,0 19 0,-18-1-1,1-35 1,-1 18-1,-17 17 1,0-18 15,17-17-15,-17 18 0,17-18-1,0 0 1,1 0-1,-1 0 1,0 0 15,1 0-15,17-18-16,-18 1 16,1-1-1,-1 1 1,0-1-1</inkml:trace>
  <inkml:trace contextRef="#ctx0" brushRef="#br0" timeOffset="31852.86">7285 8396 0,'0'18'219,"-18"-1"-203,1 1-16,-1 0 15,0-18 1,1 17-16,-1 19 16,-17-1-1,-1-17 1,1 17-1,18 0 1,-19-17 15,1-18-15,17 17 0,1 1-1,-1 0 1,0-1-1,1-17 1,17 18 0,0 0-1,0-1 32,0 1-31,0-1 15,0 1-15,0 0 15,0-1-15,17-17-1,1 0 1,0 36-1,-1-19 1,1-17 0,17 18-1,-17-18 1,0 0 0,-1 0-16,1 0 15,17 0 1,0 0-1,-17 0 1,35 0 15,-18 0-15,1 0 0,16 0-1,19 0 1,-36 0 15,-17 0-15,-18-18-1,0 1 1</inkml:trace>
  <inkml:trace contextRef="#ctx0" brushRef="#br0" timeOffset="33734.37">7514 8132 0,'18'0'296,"-18"17"-280,17-17-16,-17 18 16,18-1-16,0 1 15,-1-18 1,1 18 15,0 17 0,-1-17-15,1-1 0,-18 1-1,0 0 17,0-1-17,0 1 1,0-1-1,0 1 1,0 0 0,0-1 15,0 1-15,0 0 15,0-1-31,-18-17 15,1 18 1,17 0 0,17-18 62,1 0-63,0 0 17,-18-18-32,17 18 15,1 0 1,-1 0 46,-17 18-15,0-1-15,0 1-17,0 0 1,0-1-16,0 1 15,0-1 1,0 1 0,-17 17-1,-1-17-15,1 0 16,-19-1 0,19 1-1,-19 0 1,1-1-1,0-17 1,17-17 31,18-1-47</inkml:trace>
  <inkml:trace contextRef="#ctx0" brushRef="#br0" timeOffset="34825.19">8061 8537 0,'18'0'297,"-1"0"-282,1 0-15,0 0 0,17 0 16,-18 0-1,19 0-15,-19 0 16,1 0-16,17 0 16,-17 0-16,0 0 15,-18 18 1,52-18 15,-16 0 0,-19 0 1</inkml:trace>
  <inkml:trace contextRef="#ctx0" brushRef="#br0" timeOffset="36047.48">8802 8167 0,'35'0'296,"18"0"-296,-18 0 16,18 0-16,0 17 0,35 1 31,-17 0 1,-36-18-1,0 35 0,-35-17-15,18-1-1,-18 1 1,0 0 15,0-1-15,0 18-1,-18 36 1,-52 35 0,17-36-1,18 36 1,-54 0 0,37-35-1,34-36 1,-35 0-1,53 0 1,-35-17 0,17 0-1,0-18 48</inkml:trace>
  <inkml:trace contextRef="#ctx0" brushRef="#br0" timeOffset="37095.47">9631 8537 0,'17'0'218,"1"0"-202,17 0 0,-17 0-16,0 0 0,35 0 15,0 0 16,-1 0-15,-16 0-16,17 0 16,-18 0-1,35 0 1,-34 0 0,-1 0-1,18 0 1,-35 0-1,17 0 1,-18 0-16,19 0 16,-1 0 15,-53 0 31,1 0-46,-1 18 0,0 0-1</inkml:trace>
  <inkml:trace contextRef="#ctx0" brushRef="#br0" timeOffset="37980.44">9807 8819 0,'18'0'219,"0"0"-219,17 0 15,0 0 1,18 0-1,-35 0 1,17 0-16,-17 0 16,17 0-16,0 0 15,-17 0-15,-1 0 16,19 0-16,-19 0 16,19 0-16,34 0 46,1 0-14,-18 0-1,-36 0-15,1 0-1,-18-17 1,0-1-1,-18-35 1,18 36 0,-17-1-1,17 0 1</inkml:trace>
  <inkml:trace contextRef="#ctx0" brushRef="#br0" timeOffset="39612.71">10724 8431 0,'18'36'281,"-18"-19"-265,0 1 0,0 0-16,18-1 15,-18 1-15,0 0 16,17-1 0,-17 1-16,18-1 15,-18 1-15,18-18 16,17 53 31,-17-18-16,34-17 0,-34-18-31,0 18 16,-1-18-1,19 0 1,-19 0 0,1 0-1,0-18 1,-1 0 0,1-17-1,17 0 1,-35-18-1,18 18 17,-1-18-17,-17 0 1,36-18 0,-36 53-1,0 1 1,0-18-1,0 17 1,0 0 0,-18 18-1,18-17 1,-35 17 0,0 0-1,17 0 1,-17 0-1,-1 0 17,1 17-17,-18 1 1,18 0 0,-18-1-1,35 1 1,-17-1-1,17-17 1,-17 18 0,35 0-1,-18-1 1,1 1 0,-1-18-1,1 18 1,-1-18 15,0-18 0,-52-53-15</inkml:trace>
  <inkml:trace contextRef="#ctx0" brushRef="#br0" timeOffset="41660.41">6844 9137 0,'18'0'219,"-1"0"-219,18 18 15,1-1-15,-19 1 16,19 0-16,-1-18 0,-17 17 16,-1-17-1,-17 18-15,18-18 0,35 17 31,17 19 1,19-1-1,-54-17 0,18-18-15,-36 0 15,1 0-31,0 0 0,17 0 16,-17-18 15,17 0-15,-18 1-1,19-1 1,-1 0-1,18 1 1,0-1 0,-18 18-1,0 0 1,-17 0 0,17 0-1,1 0 1,-19 18-1,36-1 1,0 19 0,35-1 15,-17-17-15,-18 17-1,0-17 1,0-18-1,-18 0 1,18 0 0,0 0-1,-18 0 1,18 17 0,-18-17-1,0 18 1,-17-18-1,17 0 17,1 0-32,17 0 47,-1 0-32,-34 0 1,0 0-1,17 0-15,-17 0 16,17 0 0,-17 0-1,17 0 1,-18 0 0,1-35-1,0 35 1,-18-18-1,0 0 17,0 1-1,0-1-15,0 0-1,-106-70 1</inkml:trace>
  <inkml:trace contextRef="#ctx0" brushRef="#br0" timeOffset="60544.45">13882 12488 0,'53'0'266,"0"0"-266,0 0 15,-18 0-15,106 0 16,194 0 15,-264 0-15,176 0 15,0 0 0,-159 0-15,18 18-1,-54-18 1,125 0 0,17 0-1,-71 0 1,18-18 0,-88 18-1,-17 0 1,70 0-1,-54 0 1,-16 0 15,34 0-15,-52 0 0,17 0-1,-17 0 16,-1 0-15,1 0 0,0 0-1,-1 0 63,1 0-31,0 0-31,-1 0 0,1 0-16,17-17 15,0 17-15,-17 0 16,17 0-1,-17 0 1,0 0 0,-1 0-1,1 0 1,-18-18 0,0 0-1,0 1 1</inkml:trace>
  <inkml:trace contextRef="#ctx0" brushRef="#br0" timeOffset="69839.28">25100 9190 0,'18'0'218,"35"0"-202,53 0-16,17-18 16,18 18-16,0 0 15,89-17 1,140-1 15,-88 18 0,-35 0 1,-159-18-32,18 1 15,53 17 1,-18-18 0,35-17-1,-87 35 1,16 0 15,-16-18-15,52 18-1,-53 0 1,-35 0 0,0 0-1,-36 0 1,1 0-1,0 0 1,-1 0 0,1 0-1,-36 0 95,1 0-95,-1 0 1,18 18 0,-18-18-1,1 0-15,-1 17 16,0-17-1,1 0-15,-1 0 16,1 0 0,-19 0-1,1 0 1,17 18 0,-17-18-1,17 0 1,1 0-16,-1 0 15,1 0 17,17 18-17,-18-18 1,-17 17 15,17-17-15,0 0-1,1 0 1,-1 0 0,0 0-1,1 0 1,-1 0 0,1 0-1,-1 0 16,0 0-15,1 0 0,-1 0-1,0 0 1,1 0 0,-1 0 15,0 0-16,1 0 1,-36 0 0,35 0-1,-35 0 1,-17 18 0,52-18-1,-35 0 1,36 0-1,-1 0 1,-53 0 15,1 0-15,-1 18 0,-35-1-1,1 1 1,-142-18-1,88 0 1,53-18 0,-53 18-1,142 0 1,-36-17 0,-18 17-1,18 0 1,0-18-1,18 18-15,17 0 16,1 0 15,-36 0-15,35 0 0,1 0-1,-1 0 16,0-18-15,1 18 0,-19 0-1,-17 0 1,18 0 0,0 0-1,0 0 1,17 0 15,0 0-15,1 0-1</inkml:trace>
  <inkml:trace contextRef="#ctx0" brushRef="#br0" timeOffset="78786.17">27605 3545 0,'0'18'235,"0"0"-220,18-18-15,-18 17 16,0 1 0,17-18-1,1 18-15,-1-18 16,-17 17-1,0 1 1,18 0 15,-18 17 1,0-18-17,-18-17 95,18-17-95,-17 17-15,17-18 16,-18 18-16,18-17 15,-17 17 1,-1-18 0,18 0-1,0 1 1,0-1 15,0 0 0,0 1 1,-18 17 15,18 17 171,0 1-202,18-18 0,0 0-1</inkml:trace>
  <inkml:trace contextRef="#ctx0" brushRef="#br0" timeOffset="82511.19">25806 6262 0,'17'0'297,"1"0"-281,0 0-16,-1 0 0,1 0 15,-18 17-15,0 1 16,18-18 0,-1 18-1,-17-1 1,18-17-16,-36 0 219,1 0-204,-1 0 32,0 0-47,1 0 16,-1 0-16,0 0 15,1 0 1,-89 36 0,-18 52-1</inkml:trace>
  <inkml:trace contextRef="#ctx0" brushRef="#br0" timeOffset="84058.56">24236 7373 0,'17'18'282,"1"-18"-267,0 17 1,-1-17-16,-17 18 16,18-18-16,0 18 15,17 17 16,-17-35 1,-18 18 77,0-1-78,-18-17 79,0-17-95,1 17-15,-1 0 16,0 0-16,-35-36 31,18 36-15,0-35-1,0 17 1,17 18 0,-17-35-1,17 35 1,18-18 15,-18 1-15,1-1-1</inkml:trace>
  <inkml:trace contextRef="#ctx0" brushRef="#br0" timeOffset="94899.78">22578 10989 0,'17'0'281,"1"0"-265,0 0-16,-1 0 0,19 0 16,-19 0-16,19 0 31,69-18 0,19-17 0,-1 17 1,-52-17-17,-18 35 1,35-35 0,-17 35-1,-54-18 1,36 18-1,-35-17-15,35 17 16,-18 0 15,0-18-15,0 0 0,1 18-1,17 0 1,-18 0-1,36 0 1,-36 0 0,0 0-1,18 0 1,0 0 0,-35 0-1,52 0 1,-35 0-1,1 0 1,17 0 15,-18 0-31,-18 0 32,19 0-17,-1 0 1,-17 0-1,-1 0 17,1 0-17,0 0 1,-18-17 46,0-1-46,0 0-16,17 1 16,19-89-1,69-70 17,36-36-17,-35 0 1,-70 159-1,-19 36 1,-17-1-16,18-17 16,-18 17-1,0-17 1,-18 17 0,1 1-1,-36-19 1,17 19-1,-17-19 1,-52 1 0,34 17-1,-176 1 17,88-1-17,1 1 1,-1-19-1,53 36 1,18 0 0,-53 0-1,70 0 1,-17 0 0,53 0-16,-36 18 15,18 0 1,-35 17-1,35 0 1,0 0 0,-35 18-1,35-17 17,18-19-17,17 1 1,-17 17-1,-18 0 1,53 1 0,-18-19-1,1 19 1,-1-1 0,0-17-1,1 17 1,-1 0-1,18-17 1,-17 35 0,-1-18-1,0 18 17,1 0-17,-1-18 1,18 18-1,0-18 1,0 18 0,-18-18-1,1 18 1,17 0 0,0-17-1,0-1 1,0-18-1,0 19 1,0-19 0,0 1-1,17 35 1,1-35 15,-18-1-15,35 36-1,-35-35 1,18-18 0,0 35-1,-1-35 1,-17 18 0,0-1-1,18-17 1,-1 18-1,1-18 1,-18-18 125,0 1-141,0-1 15,-18-17 1,1 35-16,-1-36 16,-17-16-1</inkml:trace>
  <inkml:trace contextRef="#ctx0" brushRef="#br0" timeOffset="105315.96">27023 10724 0,'-18'18'281,"-17"17"-281,35-17 16,-18-18-1,1 18-15,-1 17 16,0 18 15,18 0 0,0-36-15,18 36 15,-18-35-15,0 35-1,0-18 17,0 18-17,0-35 1,0 17 0,0 0-1,0-17 1,0 0-1,0-1 1,0 1 0,0-1-1,0 1 1,0 0 15,0-1-15,0 1 31,0 0-32,-18-18 1,1 0 0,-1 0 15,0 0-31,1-18 31</inkml:trace>
  <inkml:trace contextRef="#ctx0" brushRef="#br0" timeOffset="106523.77">26670 11007 0,'18'0'281,"-1"0"-265,1 0-16,0 0 15,-1 0-15,36 0 16,18 0 15,-1 0 1,-34 0 14,-19 0-30,1 0 0,-1 0-1,1 0 1,0 0 15,-1 0 0,1-18-15,0 0 0,-1 1-1,1 17 1,17-18 15,0 0-31,-17 18 31,0 0-15,-18-17 0,0-1-1,0 1 1,0-1 0,0 0-1</inkml:trace>
  <inkml:trace contextRef="#ctx0" brushRef="#br0" timeOffset="107807.11">26599 11659 0,'18'0'281,"0"0"-266,-1-17-15,1 17 16,17-18-16,-17 18 16,0 0-16,17 0 15,106-35 17,-70 35-1,34 0 0,-16-18 0,-54 18-15,35 0 0,-52 0-1,0 0 16,35 0-15,-36 0 0,18 0-1,1 0 1,-19 0 0,1 0-1,0-18 1,-1 1-1</inkml:trace>
  <inkml:trace contextRef="#ctx0" brushRef="#br0" timeOffset="109289.38">27199 11818 0,'-17'0'219,"-1"18"-204,-17-1 1,-18 19 0,-106 52-1,106-35-15,-35 17 16,53-34 0,-1-1-1,19 0 1,17 0-1,0-17 1,0 0 15,0-1-15,0 1 0,17-18-16,1 35 15,0-35 32,-18 18-47,0 0 16,17-1-1,36 18 1,-18-17 0,-35 17-1,36 36 1,-36-53-1,17 34 1,19 37 0,-36-36-1,17-36 1,-17 54 0,0-36-1,0 18 16,0-18-15,0-17 0,-35 0-1,17-18 1,1 0 15,-1 0-15</inkml:trace>
  <inkml:trace contextRef="#ctx0" brushRef="#br0" timeOffset="110321.79">26564 12347 0,'18'0'297,"-1"0"-281,1 0-16,0 0 16,-1 0-1,19 0 1,-1 0-1,-17 0 1,17 0 0,-18 0-1,19 0 1,-1 0 0,-17 0-1,35 0 1,-18 0 15,35 0-31,-52 0 31,17 0-15,-17 0 0,0 0-1,-1 0 1,-17-17 15</inkml:trace>
  <inkml:trace contextRef="#ctx0" brushRef="#br0" timeOffset="111502.3">27376 11765 0,'0'18'281,"-18"-1"-281,18 1 16,0 0-16,-18 17 31,1 18 1,-19-18-1,1-17 0,17-18-31,18 17 16,-17 1-1,-1 0 1,18-1 0,-17 1-1,17-36 63,0 1-62,0-1-16,0 0 16</inkml:trace>
  <inkml:trace contextRef="#ctx0" brushRef="#br0" timeOffset="113818.04">24483 11818 0,'17'0'203,"1"0"-187,17 0-16,-17 0 0,0 0 16,35-18 15,17 18-15,-52-17-1,-1-1 1,36 1-1,-35-19 1,0 19 0,-1 17-16,1-36 15,17 1 1,0 0 0,-17 17-1,17-17 1,1 17-1,-36 1 1,17-1 15,1 18-15,0-18 0,-1 1-1,-17-1 1,0-17-1,-17 17 1,-1 0 0,18 1-1,-18-1 1,-17 1 0,0-1-1,17 18 1,-35-18-1,18 18 1,-18 0 15,35 0-31,-52 0 32,34 0-17,1 0 1,0 0-1,0 0 1,-36 0 15,36 0-15,17 0 0,-17 18-1,0-18 1,-1 18-1,19-1 1,-1 1 0,-17-1-1,17-17 17,0 18-17,18 0 1,0-1-1,0 1 1,0 0 0,0-1-1,0 1 1,0 0 0,0 17-1,0-18-15,18-17 16,-18 36-1,35-1 1,-17 0 0,0-17 15,-1 17-15,19 1-1,-1-19 1,-17 18-1,-1-17 1,18 0 0,1 17-1,-19-35 1,-17 18 0,36-1-1,-36 1 1,17-18-1,19 0 1,-19 0 15,-17-18 32,0 1-48,0-1-15,0-17 16,-17-1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15:32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7796 8608 0,'18'0'281,"17"0"-281,-17 0 16,0 0-16,17 0 16,-17 0-1,-1 0-15,36 0 16,71 0 15,-36 0 0,-53 0-15,124-35 15,70 17-15,-53 18-1,18 0 1,18-18 0,-106 18-1,-53 0 1,17 0 0,-34 0-1,34 18 1,-34-18-1,16 0 1,37 18 0,-36-18 15,-18 0-15,71 17-1,-53-17 1,70 35-1,-52-35 1,17 18 0,-18-18-1,-34 0 1,-1 0 0,18 0-1,-35 0 1,34 0-1,1 0 1,-17 0 0,-1 18-1,35-18 17,-34 0-17,17 0 1,-18 0-1,18 0 1,0 0 0,-18 0-1,0 0 1,36 0 0,-53 0-1,17 0 1,-18 0-1,1 0 1,0 0 0,-1 0 15,1 0 63,0 0 15,-1 0-46,1 0-48,35 0-15,0 0 16,0 0-16,35-18 15,0 18 1,-35 0 0,-35 0-1,17 0 1,-17 0-16,-1 0 16,1 0 15,-18-18 0,0 1-15,0-1 15,0 1-15,0-1 30,0 0-30</inkml:trace>
  <inkml:trace contextRef="#ctx0" brushRef="#br0" timeOffset="2639.18">6897 9419 0,'70'0'203,"1"0"-187,-18 0-16,0 0 16,53 0-1,35 18 1,-18 35-1,36-18 1,-53-17 0,-18-1-1,18 1 1,-36 0 0,1-1-1,17-17 16,18 0-15,-53 0 0,-18 0-16,71 0 15,-18 0 1,71-17 0,-18-1-1,-18-17 1,1 17-1,-89 18 1,-17 0 0,17 0-1,-17 0 1,-1 0 0,1 0 15,-36 0 78,1 0-109,-1 0 16,1 0-1,-1 0 17,0 0 15,1 0 62,-1 0-62,0 0-16,18-18-31,-17 18 16,17-17-16,-18-1 15</inkml:trace>
  <inkml:trace contextRef="#ctx0" brushRef="#br0" timeOffset="5378.82">10689 9208 0,'35'0'266,"36"0"-251,0 35-15,-36-18 16,18 1-16,-18 0 15,0-18-15,1 17 16,-19 1-16,19-18 16,-1 18-16,-18-18 15,19 0-15,-19 17 16,36-17 15,-35 0 0,17 0 16,-17 0-31,-1 0 0,1 0-1,0 0 1,105-53-1,-35 36 1,1-19 0,52 1-1,-106 35 1,0 0 0,18 0-1,-35 0 16,-1 0-15,1 0 0,0 0-1,-1 0 32,19-17-31,52-1-1,53 0 1,-88 18-16,17-17 16,19 17-1,-19 0 1,-35 0 0,1 0-1,52 0 16,-18 0-31,19 17 32,17 1-17,-36-18 1,18 18 0,18-1-1,0 1 1,70-18-1,-87 17 1,87-17 0,-88 0-1,18 0 1,-18 0 0,18 0-1,-71 0 1,18 0 15,-18 0-15,18 0-1,18 0 1,-1 0 0,1 0-1,52 0 1,-52 0-1,35 0 1,-36 0 0,-34 18-1,105 17 1,-53-17 0,0 17-1,-35 1 1,-18-19 15,-17-17-15,17 35-1,-17-35 17,-36-17 30,1 17-46</inkml:trace>
  <inkml:trace contextRef="#ctx0" brushRef="#br0" timeOffset="7764.85">3440 10319 0,'53'0'281,"35"-18"-265,-18 18-16,-17 0 15,18 0-15,-18 0 16,0 0-16,-18 0 16,18 0-1,88 0 16,18 0 1,-124 0-32,106-18 31,-35-17-15,0 35-1,52 0 1,89-35-1,-53 17 1,-35 1 15,0 17-15,-53-18 0,-71 18-1,36 0 1,-36 0-1,0 0 1,36 0 0,-36 0-1,18 0 1,-18 0 0,-17 0-1,-1 0 1,1 0-1,0 0 1,-1 0 15,-17-18 16,0 36 47,18-18-78,-18 18-16,18-18 15,-18 17-15,17-17 31,-17 18-31,0 0 16,0-1 0,0 1 15,0-1-15,18-17-1,0 18 1,-1 0-1,1-18 1,-1 35 0,-17-17-1,18-18 1,-18 17-16,0-34 94</inkml:trace>
  <inkml:trace contextRef="#ctx0" brushRef="#br0" timeOffset="15244.52">16475 8167 0,'17'0'203,"19"17"-188,-1 1-15,18 35 16,35-18-16,106 71 16,-70-53-1,-54 0 1,-17-18-1,-18-17 1,1 17 0,-36 0-1,35 18 1,-18-35 0,1 17-1,-18 1 1,0 16-1,0-16 1,0 52 0,0-18-1,-18-17 1,1 0 0,-1 0-1,1-17 1,17-1 15,-18-18-15,0 19-1,1-19 1,-1 1 0,0-18-1,1 0 1,17-53-1,-18 0 1</inkml:trace>
  <inkml:trace contextRef="#ctx0" brushRef="#br0" timeOffset="16327.22">17480 8273 0,'0'17'218,"0"19"-218,0-1 16,0 0 0,0 71-1,0-71 1,0 36-1,0-18 1,0 0 0,0-18-1,0 35 1,0-34 0,0-1-1,0 36 1,0-36-1,18 0 1,-1 36 15,1-54-15,0 36 0,-1 0-1,1-35 1,0 17-1,35 0 1,-36-17 0,1 0-1,35-18 1,-18 0 0,-35-53-1,35-71 1</inkml:trace>
  <inkml:trace contextRef="#ctx0" brushRef="#br0" timeOffset="17129.2">18150 8449 0,'36'0'203,"52"0"-187,-18-35-16,1 35 16,-36-18-16,18 18 15,-35 0-15,17 0 0,-17 0 16,-1 0-1,1 0 1,35 0 15,-35 0 1,-18-18-17,0 1 1,0-1-1,-18 18 17</inkml:trace>
  <inkml:trace contextRef="#ctx0" brushRef="#br0" timeOffset="17925.54">18309 9066 0,'0'0'0,"18"0"219,17 0-219,0 0 0,18-17 16,-17 17-16,16-18 15,72-17 1,17 0 0,-88 17-1,-18 18 1,1 0-1,-19 0 1,1-18 15,-18 1-31,0-36 32,0 17-32</inkml:trace>
  <inkml:trace contextRef="#ctx0" brushRef="#br0" timeOffset="19108.73">19315 8026 0,'35'53'219,"-17"0"-219,-18-18 15,17-18-15,1 19 16,17-19 0,18 1-1,-18-18-15,1 0 16,-1 0-1,0 0-15,71-35 16,17-36 15,1-70 16,-106-124-16,-18 230-15,-18 18 0,0-1-16,1 18 15,-1 0 1,-70 18 0,17 52-1,-35 36 1,1 17-1,69-34 1,36 69 0,36-52 15,-1 18-15,18 70-1,17-18 1,1 89-1,52 123 1,-70-159 0,-17-88-1,-1-53 1,-35-35 0,-18-53 15,-17-70-16,0-18 1</inkml:trace>
  <inkml:trace contextRef="#ctx0" brushRef="#br0" timeOffset="20209.4">20285 8167 0,'0'35'172,"0"18"-172,0-18 16,0 18-16,0-18 0,17 36 31,54 123 0,-18-18 0,-36-140-31,72 70 32,-54-54-17,0-34 1,18 17-1,-18-17 1,-17-18 15,-18-106-15,-35-88 15,17 0-15</inkml:trace>
  <inkml:trace contextRef="#ctx0" brushRef="#br0" timeOffset="21005.73">20690 8114 0,'18'18'266,"-18"17"-266,0 0 0,18-17 16,-18-1-16,0 1 15,17 35 1,1 0 0,-18 0-1,0-18 1,0 18-1,0-18 1,0 1 0,0-19-16,0 18 15,18 36 1,-18-18 15,0-18-15,0-17-1,0-71 17</inkml:trace>
  <inkml:trace contextRef="#ctx0" brushRef="#br0" timeOffset="22038.73">20849 7990 0,'0'36'281,"0"-1"-265,0 0-16,0 1 16,35 34-1,36 106 17,-18-52-1,-35-89-16,-1 18 1,36-18 0,-35 1-1,-18-1 1,17-17 0,1-18 15,0 0-16,-1 0 1,-17-18 0,0-88-1,0-35 1</inkml:trace>
  <inkml:trace contextRef="#ctx0" brushRef="#br0" timeOffset="22905.88">21396 7303 0,'18'52'187,"-1"1"-171,1 18-16,17-18 16,-17 0-16,17 53 15,-17-18 1,52 71-1,-52-71 1,0-18 0,-18 18-1,17-35 1,-17 0 0,0 35-1,0-52 16,0 17-15,0-36-16,0 19 16,0-1-1,0 0 1,0 0 0,0-17-1,0 0 16,0-36 16,0-17-47,-17-53 16</inkml:trace>
  <inkml:trace contextRef="#ctx0" brushRef="#br0" timeOffset="24720.52">16669 10248 0,'0'18'157,"17"70"-157,19 36 15,-1 140-15,53 89 16,-35 17-1,0-35 17,-35-229-17,-1-18 1,1 54 0,-18-72-1,0 1 1,0-54-16,0 19 15,0-19 1,0 1 0,-18-18 15,1-35-15,-36-71-1,17 0 1,1 53-1</inkml:trace>
  <inkml:trace contextRef="#ctx0" brushRef="#br0" timeOffset="26001.06">16651 10319 0,'71'53'125,"35"53"-109,-18-54-16,0 19 16,371 282-1,70 35 17,-106-106-1,-317-194 16,-89-70-32,1-18 1,0 18 0,-1-18-1,-17-18 63,0-17-78,0-18 16,0 17-16,0-52 16,-17-53-1,-36 18 1,35-160-1,18-210 17,0 175-17,0 159 1,0 142 0,-17 17 140,-1 0-141</inkml:trace>
  <inkml:trace contextRef="#ctx0" brushRef="#br0" timeOffset="32907.56">15734 11324 0,'0'18'234,"0"-1"-234,18-17 16,-1 18-1,1-18 1,-18 18-16,0-1 16,0 1-1,0-36 32,0 1-31,0-1-1,0 0 17,0 1-32,17-1 15,-17 1-15,18-19 31,0 36-15,-1-17 0,1-1-1,0-17 1,-18 17 0,17-17-1,1-36 1,0 54-1,-1-19 1,1 19-16,-18-1 16,17 0-1,1 1 1</inkml:trace>
  <inkml:trace contextRef="#ctx0" brushRef="#br0" timeOffset="35519.23">15716 11324 0,'18'18'282,"17"-1"-267,-17 1-15,-1 0 16,1-1-1,-18 1-15,18 0 32,17-1-1,-17 1 0,-1-18 32,1 0-16,-18 18-32,18-18-15,-1 0 16,1 17-1,17 1 1,0-18-16,-35 35 16,36-17-1,-1-18 1,-17 0 0,-1 0-1,-17-18 32,0 0-31,0 1-1,0-1 1,0 1 0,0-1-1,0 0 1,0 1 15,0-1-15,0 0-1,0 1 1,0-1 0,0 0-16,18 1 15,-18-1 1,18 1-1,-1-1 1,1-17 0,-1-1-1,1 19 1,-18-36 15,18 53-31,-18-35 31,17-1-15,-17 19 0,0-19-1,0 1 1,0 17 0,0-17-1,0 17 16,0 1 1,0-1-17,0 1-15,0-1 32,0 0-17,0 1-15,0-1 47,0 0-31,0 1-1,0-1 1,0 0 0,0 1 62,0-1 15,0 1 17,0-1-95,0 0 1,0-17-16,0 17 16,0 1-1,36-36 1,-36 35 0,0 1-1,0-1 1,0 0-1,0 1 1,0-1 15,-18 18 79,18-18-95,-18 18-15</inkml:trace>
  <inkml:trace contextRef="#ctx0" brushRef="#br0" timeOffset="60941.18">16298 8872 0,'18'18'203,"17"0"-187,1-1-16,34 36 15,-17-18 1,-18 1-16,18-1 16,-18 0-1,1-17-15,-1 0 16,-17-1-16,17 1 16,-17-18-16,17 53 31,35 17 0,-34-17 0,-19-53-31,1 36 32,17-19-17,-35-34 16,0-1-15,0-17 0,-17 17-1,17-17 1,0-1 0,0 1-1,0-18 1,0-35-1,0 35 1,17 18 0,-17-53-1,18 35 1,-18-18 0,0 36-1,0-18 1,18 18-1,-18 17 1,0-17 0,0 17-1,0 1 17,0-19-1,0 19-16,0-1 1,0 0 0,0 1-1,0-1 1,0 0 0,0 1-1,0-1 1,0-17-1,0 17 17,0 1-32,0-1 15,-18-17 1,-17 17 15,17 0-31</inkml:trace>
  <inkml:trace contextRef="#ctx0" brushRef="#br0" timeOffset="63489.26">23936 7461 0,'0'0'0,"0"18"203,0 0-187,0 140 0,0-105-1,0 0-15,0 0 0,0 35 16,18 18 0,-1 88 15,1-88-16,0-18 1,34 53 0,-52-123-1,18 17 1,0 18 0,-1-35-1,19-1 1,-19 1-1,19-18 1,16-35 0,-16-1-1,-1-16 1,36-1 0,-54 17 15,1-17-16,0 18 1,-1 0 0,1-36-1,-1 36 1,1 0 0,-18-36-1,0 36 1,0 17-1,-18-35 1,1 36 0,-1-1-1,-17 36 17,0 52-17,-1-34 16,19 34-15,-1 36 0,18-36-1,0 19 1,0 17 0,18-18-1,-1 18 1,-17-36-16,36 54 15,-19-36 1,1 0 15,-18-70-31,0 17 16,0-17 0,0-54 30,0-17-30,-18 18-16</inkml:trace>
  <inkml:trace contextRef="#ctx0" brushRef="#br0" timeOffset="64420.14">24818 7532 0,'18'17'219,"-1"19"-204,1-1-15,-1 0 16,1 1-16,-18-1 15,18 35-15,-1-34 16,-17 17-16,18-18 16,-18 18-16,0 88 31,0-53 0,0-17 0,0-54 1,0-34-1</inkml:trace>
  <inkml:trace contextRef="#ctx0" brushRef="#br0" timeOffset="65353.66">25206 8079 0,'0'17'297,"0"19"-297,0-19 16,0 1-16,0-1 15,18 19-15,-18-19 16,35 89 15,-17-35 1,-1-54-32,18 54 46,-17-53-30,0-1 0,-18 1-1,0 0 1,0-36 31,0 0-32,0-35 1</inkml:trace>
  <inkml:trace contextRef="#ctx0" brushRef="#br0" timeOffset="67284.42">25559 8008 0,'17'0'219,"1"18"-203,0 17-16,-1-17 15,19-1 1,-19 54 0,1-36-16,17 0 15,0 36 1,-17-18-1,17 17 1,-17-34 0,-18 17-1,0-18 1,0 18 0,0-18-1,0 18 1,0-18-1,0 1 17,0-19-1,0-34 16,0-1-32,18 0-15,-18-17 16,17 17 0,1 1-1,0-19-15,-18 1 16,17 0 0,1-18-1,-1 18 16,-17 17-31,18-53 32,-18 19-17,0-1 1,0-36 0,0 37-1,0 16 1,-18-17-1,18 18 1,-17 17 0,-1-17-1,1 18 1,-1 17 0,0 0-1,18 35 32,0 35-47,36 89 31,-1-71-31,-18 53 16,19 1 0,17 34-1,-18-88 1,35 0-1,1 53 1,-36-88 0,1-17-1,-19 17 1,1-36 0,0 1-1,-1-18 1,-17-18 15,-17-105 0,-54-107-15</inkml:trace>
  <inkml:trace contextRef="#ctx0" brushRef="#br0" timeOffset="68083.92">26458 7920 0,'0'53'172,"36"0"-156,-19 17-16,19-17 15,-19 18 1,1-36-1,-18 18 1,0-18 0,17 36-1,1 52 1,0-52 0,-1-1-1,-17 36 1,18-18-1,-18-17 1,0-18 0,0-36 15,0 1-15,-35-71-1,-1-53 1</inkml:trace>
  <inkml:trace contextRef="#ctx0" brushRef="#br0" timeOffset="69034.11">23795 7161 0,'0'0'0,"18"53"203,-1 0-187,-17 0-16,35 88 31,-17-53-31,0 106 16,-18 89-1,0 175 1,-53 248-1,18-406 1,35-142 0,0-16-1,0-72 1,0 54 0,0-71-1,0-18 1,0-18 15,0 1-15,-18-53 15,0 0-31,18-1 0</inkml:trace>
  <inkml:trace contextRef="#ctx0" brushRef="#br0" timeOffset="70067.52">26917 7267 0,'53'141'172,"-35"18"-156,34 17-16,19 89 31,-53-106-31,105 229 31,-70-106 0,-53-247 1,0-17-17,0 0 1,0-1 0,35 1-1,-17 17 1,-18 0-1,35 18 1,-35-17 0,18-1 15,-18-17-15,-18-89 15</inkml:trace>
  <inkml:trace contextRef="#ctx0" brushRef="#br0" timeOffset="71081.86">28099 7849 0,'0'0'0,"0"18"187,-18 17-187,-17 36 16,-53 35 0,35 70-1,-18-88 1,54-53-16,17 1 16,-18-1-1,18-17 1,0-1-1,0 1 1,0 0 0,0-1-1,0 1 17,0 0-17,18-18 1,-1 0-1,18 0 1,18 0 0,18 0-1,-18-18 1,35 18 0,53 0-1,-88 0 1,-18 0-1,-17 0 1,0 0 0,-18-35-1,0 17 17,0-17-17,0-18 1</inkml:trace>
  <inkml:trace contextRef="#ctx0" brushRef="#br0" timeOffset="71711.56">28822 7320 0,'53'194'188,"17"0"-188,-34 0 16,17-88-16,-36-18 15,19 53 1,-19-70-1,1-18 1,-18-18-16,0-17 31,0-1-15,-18-34 31</inkml:trace>
  <inkml:trace contextRef="#ctx0" brushRef="#br0" timeOffset="76027.86">21802 11024 0,'0'18'250,"-18"0"-234,18-1-16,0 1 15,0 0-15,0-1 16,0 1-1,0-1 1,0 1-16,18 53 31,-18-36-31,17 0 16,1 18 0,0 0-1,-1-18 1,-17 18 15,18-35-15,-18 17-1,0 0 1,0 18 0,0-17-1,18-1 1,-18 0-1,0 0 1,0-17 0,0 0-1,0-1 1,0 19 0,0-1-1,0-17 1,-18 17 15,0 0-15,1 0-1,-1-35 1,0 0 0,1 0-1,-1 0 1,-35-70-1,0-54 1,-17 19 0,17 16-1,53 19 1</inkml:trace>
  <inkml:trace contextRef="#ctx0" brushRef="#br0" timeOffset="77026.85">21555 11501 0,'17'0'203,"1"0"-187,0 0-16,-1 0 16,1-18-16,0 18 15,-1-18-15,1 18 16,-1-17-16,1 17 15,0 0 1,52-53 31,-34 53-16,-1 0 0,-17 0-15,-1-18 0,1 0 15,-1 18-15,1 0-16,0 0 15,-1 0 1,1 0-1,0 0 17</inkml:trace>
  <inkml:trace contextRef="#ctx0" brushRef="#br0" timeOffset="80091.7">15416 13088 0,'0'0'0,"106"0"187,0-35-187,88 17 0,371-70 31,-248 53-31,36-1 0,-71 19 16,-53-36-16,-52 18 16,34-18-16,-87 35 0,17-17 15,494-106 16,35-18 1,-493 124-32,334-124 31,-264 53 0,-159 71-15,53-18-1,-70 18 1,-18-1 15,-35 19-15,-1-1 0,-17-17 15,-17-1-16,-1 1-15,-17-35 16,-1-89 0,-69-176-1,16 17 1,36 195 0,18 35-1,-53 35 1,17 0-1,-52-53 1,-1 18 15,-34-18-15,-19 18 0,89 35-1,-18 0 1,-35 0-1,35 18 1,-35-18 0,53 17-1,-35 1 1,-89 0 0,88 17-1,19 1 1,-89 17-1,70 0 1,-88 17 15,89 1-15,-1 0 0,-34-1-1,70 18 1,-36 1-1,1-1 1,17-17 0,0 17-1,-18 18 1,19 0 0,-19 53-1,18-18 1,36 0-1,-54 71 1,54-71 0,-1 18 15,-35 70-15,53-70-1,-35 35 1,53 18-1,35-53 1,0-18 0,53 53-1,-18 18 1,71 88 0,-35 53-1,-54-159 1,1-88-1,-18 35 1,17-18 0,36 18-1,18 1 17,-18-36-17,-36-36 1,54 1-1,0-18 1,-36 0 0,71 0-1,-53 0 1,-18-35 0,-17-36-1,-18 36 1,0-18-1</inkml:trace>
  <inkml:trace contextRef="#ctx0" brushRef="#br0" timeOffset="81573.11">23266 10089 0,'35'36'203,"36"34"-203,-36-34 15,18-1-15,-36-18 16,36 36 0,-35-35-1,0-18 1,-1 18-1,-17-1 1,18-17 0,-1 0-1,1 0 1,35 0 15,-35 0 0,-1 0-15,19 0 0,-1-17-1,0-1 1,36-17 0,87-71-1,-87 53 1,0 0-1,17-17 1,-53 34 0,-17 36-1,17-17 1,-35-1 15,18 18-15,-1 0-1,-17-18 1,0 1 0,0-1-1,0 0 1,-17 1 0,17-1-1</inkml:trace>
  <inkml:trace contextRef="#ctx0" brushRef="#br0" timeOffset="82757.1">22472 11271 0,'0'18'203,"0"17"-203,0 0 16,0 1-1,0-1-15,18 0 16,-18-17-16,0 17 16,0-17-16,0-1 0,17 1 15,-17 0 1,18-1-16,-18 1 16,18 35 15,17 0 0,-18-35-15,1-1-1,0-17 1,-1 0 0,1 0-1,0-17 16,-1-54-15,1-35 0,0-35-1</inkml:trace>
  <inkml:trace contextRef="#ctx0" brushRef="#br0" timeOffset="83624.2">22983 11130 0,'0'18'218,"18"-1"-218,-18 1 0,18 0 16,-18-1-16,17-17 16,-17 18-1,0 17 1,0-17-16,0 35 31,0 35 0,0-35 1,0-18-17,0-17 16,-17-1-15,-1 19 0,18-19-1,-18-17 1,1 0 0,-1 0 15,1 0-16,-1-35 1,0 17 0</inkml:trace>
  <inkml:trace contextRef="#ctx0" brushRef="#br0" timeOffset="84903.41">23160 10989 0,'0'18'281,"0"-1"-265,0 1-16,0 0 15,0-1 1,0 1-16,0 0 15,0-1 1,0 54 15,0-18 1,0-36-17,0 19 1,18-19-1,-18 18 1,0-17 0,17 0-1,-17-1 1,18-17 0,-1 0 15,1 0-16,0 0 1,-18-17 15,17 17-15,-17-18 0,18 0-1,-18 1 1,0-18-1,0 17 1,0-17 0,0-1-1</inkml:trace>
  <inkml:trace contextRef="#ctx0" brushRef="#br0" timeOffset="85769.85">23407 10901 0,'0'17'203,"17"1"-187,-17 17-1,0-17-15,18 0 16,-18-1-16,18 19 16,-1-19-1,-17 1-15,0 17 16,18 18 0,0-53-16,-18 124 31,17-1 0,-17-35 0,18-70-31,-18 17 16,0 0 0,0 1-1,0-19 16,0-34 1,0-1-17</inkml:trace>
  <inkml:trace contextRef="#ctx0" brushRef="#br0" timeOffset="86819.54">24218 10654 0,'0'18'266,"0"17"-251,0 18-15,0-18 16,0 0-16,0 53 31,0 142 1,35 17-1,-35-89 0,0-105-15,18 18-1,-18-36-15,0 36 16,0-1 0,0 36-1,0-35 1,0-36-1,0 36 17,0-54-17,0 1 1,-18-36 15,18 1-31</inkml:trace>
  <inkml:trace contextRef="#ctx0" brushRef="#br0" timeOffset="87809.58">23989 11377 0,'18'0'281,"-1"0"-265,1 0-16,-1 0 15,1 0-15,0 0 31,-1 0 1,1 0-32,0 0 31,-1 0 0,1 0 0,-18-18-31,53 1 16,17-1 0,36 1-16,35-36 15,-88 53 1,-35 0 0,0 0-1,-36 0 63,0 0-46</inkml:trace>
  <inkml:trace contextRef="#ctx0" brushRef="#br0" timeOffset="88811.93">24624 10601 0,'0'0'0,"0"18"203,0-1-188,0 19 1,-18-19-16,18 1 16,-35 70 15,35-53-31,-35 71 31,17-71-15,18 1-1,0-19 1,-18 19 0,18-19-1,0-34 79,0-1-78,0 0-16,0-17 15</inkml:trace>
  <inkml:trace contextRef="#ctx0" brushRef="#br0" timeOffset="89820.97">24924 10742 0,'0'18'297,"0"-1"-281,0 1-16,0 0 15,0-1-15,0 1 16,0 0 0,0-1-1,0 1 16,0 17 1,0-17-1,0 17 0,-18-35 47,18-18-31</inkml:trace>
  <inkml:trace contextRef="#ctx0" brushRef="#br0" timeOffset="91315.6">25435 11060 0,'18'0'219,"0"0"-204,17 17-15,-18-17 16,1 0-16,17 18 0,1-18 15,-1 18-15,0-18 16,36 17-16,-54-17 16,54 18-1,52-18 17,-70 0-1,-17 17 0,-19 1-15,-17 0 15,0-1 16,-17 1-32,-1 0 1,-17 17 0,-1 18-1,1-18 1,-18 18 0,0 18-1,36-54 1,-1 36-1,0-18 1,18-17 15,0 0-31,0-1 16,18-17 15</inkml:trace>
  <inkml:trace contextRef="#ctx0" brushRef="#br0" timeOffset="92980.61">26194 10883 0,'0'18'281,"0"17"-265,0-17-1,0 17-15,17-17 16,-17-1-16,18 1 16,-18 0-16,0-1 15,0 1-15,35 17 32,1 0-1,-1-35 0,18 18 0,-36-18-15,1 0-16,0 0 31,17 0-15,0 0-1,1 0 1,-19 0 0,18-18-1,-17 18 1,0-35 0,-18 0-1,17-36 1,-17 1-1,0 17 1,-17-35 0,17 70-1,-36-17 1,1-1 15,18 19-15,-19 17-1,-34 0 1,34 0 0,-34 35-1,35-17 1,-1 17 0,1 0-1,0 1 1,17-1-1,0-18 1,18 19 0,-17 17-1,-1-36 1,18 1 0,0 35 15,0-35-16,0-1 17,18 1-17,-1-36 32,-17 1-31,0-19-1,18 19-15</inkml:trace>
  <inkml:trace contextRef="#ctx0" brushRef="#br0" timeOffset="101913.66">21467 12577 0,'70'0'282,"18"0"-267,-35 0 1,0 0-16,-18 0 0,1 0 15,-19 0-15,19 0 16,-1 0-16,0 0 16,0-18-16,1 0 0,175-105 31,107-54 0,-54 72 16,-52 16-16,-141 72-15,17 17 0,-18 0-1,-52 0 1,0 0-16,17 0 15,0 17 1,1 1 0,16 0-1,-16-1 1,105 36 0,0-18 15,35 1-16,36-1 1,-106-35 0,0 0-1,-18 0 1,-18 0 0,72-18-1,-54 1 1,35 17-1,-35-18 1,-17 18 0,-36 0-1,18 0 1,0 0 15,-18 0-31,18 0 31,0 0-15,-35 0-16,17 0 16,0 0-1,-17 0 1,17 0 0,1 0 15,-19 0-16,1 0 32,-1 0-31,1-18 15,0 18-31,17-17 16,89-18-16,-36 17 31,-53 0-15,0 18-1,-17 0 1,0 0 0,-1 18-1,-17 0 16,18-18 16,-1 0-15,1 0-32,0 0 31,-1-18-16,1 18 1,-18-18-16,18 18 16,17-17-1,0-1 1,-17 18 0,-1 0 15,1 0-16,0 0 1,-18-18 15,17 18-15,-17-17 0,18-1 15,-18 0-16,18 18-15,-18-17 32,17-1-17,19 1 1,140-72 0,-70 1-1,-18 35 1,0 0-1,-53 36 1,-17-1 0,0 18-1,-18-18 1,17 1 0,-17-1-1,0 0 1,0 1 15,36-18-15,87-177-1,-88 124-15,54-89 16,-54 107 0,-35 17-1,0 35 1,0 1-1,0-1 17,-18 18-17,1-18 1,-1 18 15,0 0-15,1 0-16,-19-17 15,19 17 17,-18 0-17,-1 0 1,1-18 0,-18 18-1,18-18 1,-18 1-1,0 17 1,18-18 0,-1 0-16,-52-34 15,-35-19 1,-18 18 0,35 0-1,18 18 1,-36-36 15,18 36-15,-70 0-1,70 17 1,18 0 0,-71 1-1,53-1 1,-17 18-1,-159-35 1,123 35 0,-88 35-1,53-35 1,-88 0 0,-142 18-1,266-1 1,52-17-1,35 18 17,-17 0-17,0-1 1,-159 36 0,106-35-1,-53 35 1,70-35-1,36-18 1,-88 52 0,52-34-1,1 0 1,34 17 0,54-17 15,-18-1-16,18 19 1,-106 16 15,53 1-15,-18 18 0,35-36-1,18-17-15,0 52 16,1-17-1,34-35 1,0 0 0,18 17-1,0 18 1,0-36 0,18 36-1,0 0 1,-1-35 15,-17 17-15,0 0-1,0 1 1,0 34 0,18 1-1,-1 17 1,1 18-1,-18-53 1,0-18 0,0 36-1,0-36 1,35 0 0,-17-17-1,-18 17 1,18-17 15,17 17-15,-35 0-1,0 18 1,18-18 0,-18 1-1,17-19 1,19 1-1,-36 0 1,17-1 0,-17 1-1,18-18 1,-1 18 46,-17-1-46,18-17 0,0 18-1,-18 0 1,35 17 0,-17 18-1,-1-18 1,-17-17-1,18 17 1,-18-17 0,0-36 109,0 0-110,0 1 1,0-1 0,0 0-1,0 1 16,0-1-15,0 0 0,0 1-1,0-1 17,18 18 358,-18-17-374,17 17-1,1-18 1,-18 0 31,17 18-31,-17-17-1,0-1 16,0 0-15,18 1 31,-18-1-31,0 0-1,18 18 16,-18-17-15,17 17 0,-17-18-1,18 18 1,0 0 0,-1 0-1,1 0 16,0 0-15,17 0 15,0 0-31,-17 0 32,17 18-32,0-18 15,1 17 1,-1-17-1,0 0 1,-17 0 0,-1 0-1,1 0 17,0 0-17,-1 0 32,1 0-31,0 0-1,-1 0-15,1 0 32,17 0-17,36 0 1,-36 0-1,-17 0 1,-1 0-16,19 0 16,-19 0-1,18 0 1,1 0 0,-19 0-1,19 0 1,17 0-1,-18 0 1,18 0 15,0 0-15,-36 0 0,19 0-1,-19 0 1,36 0-1,-35-17 1,-1 17 0,36-18-1,-35 18 17,0 0-17,-1 0 1,1 0-1,0 0 251,-1 0-266,1 0 16,-1 0-16,1 0 15,0 0-15,-1 0 16,1 0-16,0 0 31,-1 0-15,1 0 15,0 0-15,-1 0 31,1 0-1,0 0-14,-1 0-32,1 0 15,17 0-15,0 0 16,18 0 15,0 0-15,-35 0-1,-1 0 1,1 0 0,0 0-1,-1 0 1,1 0 0,0 0 15,-1 0-16,1 0-15,17 18 16,0-18-16,54 17 16,-19 1 15,18 0-15,-70-1-1,17 1 1,1 0-1,-19-18 1,1 17 0,0-17 15,-1 0-15,1 0-16,-1 0 31,1 0-16,0 0 1,17 0 0,53 0-1,-35 0 1,-18 0 15,18 0-15,0 0-1,-17 0 1,16 0 0,1 0-1,-17 0 1,-19 0 0,1 0-1,35 0 1,0 0-1,-18 0 1,18 0 0,-18 0-1,36 0 1,-36 0 15,0 0-15,36 0-1,-36 0 1,0 0 0,18 0-1,-17 0 1,34 0 0,-35 0-1,1 0 1,34 0-1,-34 0 1,-1 0 0,-18 0-16,36 0 15,-35 0 17,35 0-17,-35 0-15,17 0 16,0 0-1,53 0 1,-35 0 0,0 0-1,35-17 1,-35-1 0,0 0-1,0 1 1,-18-1-1,18 0 1,-35 18 0,17 0-1,-17-17 1,0-1 15,-1 18 0,-17-18-15,0 1 0,0-1 93,0 1-93,0-1-16,0 0 62,-17 18-31,-1 0-15,0 0 0,1 0-1,-1 0 1,0 0 15,1 0-15,-1 0 15,0 0 0,1 0-15</inkml:trace>
  <inkml:trace contextRef="#ctx0" brushRef="#br0" timeOffset="121024.29">11977 12841 0,'-35'0'281,"-1"0"-281,1 0 0,0 0 16,17 0-16,0 0 16,-17 0-16,18 0 31,-1 0-31,0 0 16,-17 0-1,17 0 16,1 0 16,-1 0 31,0 0 1,1 0-64,-1 0 1,18-18-16,-18 18 31,-17 0-15,18-17-16,-19 17 15,1-18-15,-18 18 16,-17-17 0,-19 17-1,72 0 1,-1 0-1,0 0-15,1 0 16,-1 0 0,1 0-1,-1 17 17,0 1-17,1-18 1,-1 0-1,-17 17 1,17 1 15,0-18-15,-17 18 0,0-1-1,35 1 1,-18 0-1,1-18 1,17 17 0,0 1-16,0 0 31,0 17-15,0-17 15,0-1-16,0 1 1,0-1 0,17 1-1,-17 0 1,0-1 0,18-17-1,-18 18 1,17 0-1,-17-1 1,18 1 0,-18 0-1,18-18 1,-1 17 0,1-17 30,-18 18-46,0-1 32,0 1-17,0 0 1,0-1 0,18-17-1,-1 0 48,-17 18-48,0 0 17,0-1-1,18-17-16,-18 18 1,18-18 0,-18 18 15,0-1-15,35-17-1,-35 18 1,0-1-1,18 1 1,-1 0 0,1-18-1,-1 0 17,1 0-1,0 0-16,-1 0 32,1 0-31,0 0 0,-1 0-1,1 0 1,0 0-1,-1 0 1,36 0 0,0 0-1,-18 0 1,53 0 0,-52 0-1,17 0 1,17 0-1,-34 0 1,34 0 0,-35 0 15,1 0-15,17-36-1,-1 36 1,1-17-1,-17-1 1,17 18 0,-18-35-1,0 35 1,-17-18 0,-18-17-1,17 35 1,1 0-1,0-18 1,-1 18 15,1 0-31,-18-17 16,18 17 15,-18-18-15,0 0-1,0 1 17,0-1-1,0 1 47,17 17-62,-17-18 31,0 0-16,0 1 16,0-1-16,0 0 0,0 1 63,0-1-47,0 0 0,0 1-16,0-1 31,0 1-30,0-1 108,0 0-30,-17 18-79,17-17-15,-18 17 15,18-18-16,-18 18 1,1-18 0,-1 1-1,0 17 1,18-18 0,-17 0-1,-19 1 1,1 17-1,18 0 1,-19 0 0,1 0 15,17 0-15,-17 0-1,0 0 1,0 0-1,17 0 1,-17 0 0,-1 0-1,19 0 1,-1 0 15,0 0-15,1 0-1,-1 0 1,18 17 31,-17-17 62,-1 0-109</inkml:trace>
  <inkml:trace contextRef="#ctx0" brushRef="#br0" timeOffset="137548.6">10319 14570 0,'53'0'250,"35"0"-235,-35 0-15,-18 0 16,0 0-16,1 0 0,-1 0 15,18-18-15,35 18 16,35-18 31,-70 18-16,-17 0 0,-19 0-15,-17-17 31,-17-18-31</inkml:trace>
  <inkml:trace contextRef="#ctx0" brushRef="#br0" timeOffset="139443.28">12612 14235 0,'-35'0'296,"17"0"-296,0 0 16,1 17-16,-1-17 16,18 18-16,-18-18 15,-52 53 17,52-18-1,1 0 0,17-17 0,0 0-15,0-1 0,0 1-1,0 0 1,0 17-1,35-18 1,18 1 0,0 0-1,-36-18-15,54 17 16,-18-17 0,17 0-1,-52 0 1,17 0-1,0-17 1,-17-1 15,0 0-15,-18 1 15,-18 17 32,0 0-63,-17 0 15,0 0-15,17 17 16,-35-17 0,18 18-1,17 0 1,1-18-16,-1 17 15,-17 1 1,0 0 15,17-18-15,0 0 0,1 17-1,-1-17 1,0 18-1,18 0 1,0-1 0,0 1-1,0-1 1,18 1 15,0 0-15,-1-1-1,19 1 1,-19 0 15,19-1-15,16-17 0,1 0-1,-17 0 1,-1 0-1,0 0 1,-17-17 0,-1-19-1,19 36 1,-1-35 0,0 35-1,-35-18 1,18 1-1,0 17 1,-18-18 15,0-17-15,-18 17 0,-17-35-1,-18 18-15</inkml:trace>
  <inkml:trace contextRef="#ctx0" brushRef="#br0" timeOffset="156612.24">18574 13423 0,'0'71'250,"0"17"-235,0 0-15,17-35 16,-17 0-16,0-18 16,0 36-1,0-1 17,0-17-1,0-35-31,-17 0 31,-1-18 16,0 0-31,18-18-1,0-17 1,0-1-16,18-140 31,0 70-15,35-53-1,-18 54 1,-17-1 0,-1 70-1,1 19 1,0-1-1,-1 18 1,1 0 0,17 0-1,-17 18 1,-1-1 0,-17 19-1,18-19-15,0 19 16,-18-19 15,0 54-15,0-18-1,-18-36 1,-17 54 0,-18-18-1,18-35 1,17-1-16,-17 18 15,-1-35 1,19 36 0,-1-19-1,0-17 1,1 0 0,-1 0-1,18 18 1,0 0 15,18-18 0,-1 17-15,54 1 0,0-18-1,17 0 1,35 35-1,142 106 1,-54-53 0,-122-35-1,-36-17 1,-1-19-16,-16 19 16,-19-19-1,1-17 1</inkml:trace>
  <inkml:trace contextRef="#ctx0" brushRef="#br0" timeOffset="158009.66">18662 13053 0,'0'35'219,"0"0"-219,0-17 15,18 105 1,-1-34 0,1-19-1,17-17-15,-17-18 0,-1 1 16,1-1-16,-18 0 16,0-17-16,18 17 15,-1 0-15,19 18 16,-1 36 15,-35-1 16,0-53-16,0-17-15,-18-36 15,-35-88-15</inkml:trace>
  <inkml:trace contextRef="#ctx0" brushRef="#br0" timeOffset="159092.6">21960 13264 0,'0'53'188,"18"-17"-172,17-1-16,-35 0 15,53 106 16,-35-88 1,-18 0-17,0-35 1,0 35 0,0-36-16,0 19 15,0-19 1,0 1-1,0 0 1,0-1 15,0 1-15,0-36 62,0 1-78,0-1 16,-18 18-1,18-18 1,-17 18-16,-1-17 16,18-19-1,-18 1 1</inkml:trace>
  <inkml:trace contextRef="#ctx0" brushRef="#br0" timeOffset="160491.73">21978 13335 0,'18'18'219,"35"-1"-219,-18 1 16,-17 17-16,52 0 15,-35 1 1,18 34 15,-35-34-15,17-1 0,18 35-1,-53-34 1,35-1-1,-35-17-15,18 17 16,0 35 0,-18-34-1,0-1 1,0-17-16,0 35 16,0-18-1,-36-35 1,19 53-1,-19-36 1,-16 1 15,16-18-15,19 0 0,-19 0-1,1-18 1,0-17-1,0-35 1,-36-19 0</inkml:trace>
  <inkml:trace contextRef="#ctx0" brushRef="#br0" timeOffset="161690.65">22437 13388 0,'0'18'281,"0"17"-266,0 0-15,0-17 0,17 35 16,1 0 0,-18 17-1,0 1 1,18-18 15,-1 0-15,1-1-1,0-16 1,-1 17 0,-17-36-16,18 1 15,-18 35 1,0-18 0,0-17-1,0-1 16,17-17-15,-17-17 31,0-19-31,-17-16-1,-1 16-15,-17-34 0</inkml:trace>
  <inkml:trace contextRef="#ctx0" brushRef="#br0" timeOffset="163557.5">22701 13653 0,'0'35'281,"18"0"-281,-18 0 15,0-17-15,0 0 16,0-1-16,0 1 16,0 52-1,0 19 32,0-36-16,0-18 1,0-18-17,0 19 1,0-19 0,0 1-1,0 0 1,18-1-1,-18 1 1,0-36 62,0 1-62,0-1-1,0 0-15,0-17 16,-18 0-16,18 0 16,0-54-1,0-52 1,0 106 0,18 0-1,17-18 1,-18 35 15,1 1 0,0-1-15,-1 0-16,1 18 16,0 0 15,-1 0 0,-17 18-15,36 0-1,-36-1 1,0 36 0,0-35-1,0-1 1,-18 19-1,18-19-15,-18 36 16,1-35 0,-19 17-1,1 0 1,17 1 0,-17-36 15,0 17-16,17 1 1,1-18 0,-1 0 15,18 18 0,18-18 0,-1 0-15,1 0-16,17 0 16,-17 0-1,17 17 1,106 54 0,36 17 15,34 71-16,-52-36 1,-88-52 0,-36-36-1,-35-17-15,-53-54 32,-18-69-17</inkml:trace>
  <inkml:trace contextRef="#ctx0" brushRef="#br0" timeOffset="164706.1">25876 13458 0,'0'53'125,"0"0"-125,0 0 16,0 18-16,18-18 15,-18 0-15,0 0 16,18 17-16,-1-17 0,-17 0 16,18-18-1,-1 142 1,19-36 15,-36-124-31,17 36 31,19 0 1,-36-18-17,0-17 1,-18-71 15,-17-35-15</inkml:trace>
  <inkml:trace contextRef="#ctx0" brushRef="#br0" timeOffset="165770.43">27817 13353 0,'0'17'203,"0"19"-187,0-1-1,0 0-15,17 0 0,-17 18 16,18 18-16,-1-36 16,-17 18-16,18-18 15,0 1-15,17 122 32,0-52-1,1-18 0,-36-17 0,0-53-31,0-1 16,0-52 46,-18 0-46,-35-71 0,0 0-1</inkml:trace>
  <inkml:trace contextRef="#ctx0" brushRef="#br0" timeOffset="168704.73">18838 14605 0,'0'18'297,"0"-1"-281,18 1-16,-18 0 16,0-1-16,18-17 15,-1 18-15,-17-1 16,18 1-16,-18 0 15,18-1 1,17 1 15,35 0 1,19-18-1,-54 0-16,-18-18 1,1 18 15,0-18-31,17 1 16,-17 17 0,-1-53-1,1 35 1,0-17-1,-1-18 1,-17 35 0,0-17-1,0 17 1,-17 1 0,-36-1-1,-71-35 1,36 36-1,-18-1 17,53 18-17,18 0 1,0 0 0,-1 18-1,19 17 16,-1-35-15,18 18 0,0-1-1,0 1 1</inkml:trace>
  <inkml:trace contextRef="#ctx0" brushRef="#br0" timeOffset="169851.04">19085 15328 0,'0'53'282,"0"-18"-267,0 1-15,0-19 0,0 1 16,0 17-16,0-17 31,0 0-31,0-1 16,0 18-1,0 1 17,0-19-1,0 1 0,0-36 47,-17 1-62,-1-1-16,18-52 15,-35 17-15</inkml:trace>
  <inkml:trace contextRef="#ctx0" brushRef="#br0" timeOffset="171574.04">18927 16175 0,'0'-18'359,"-18"18"-359</inkml:trace>
  <inkml:trace contextRef="#ctx0" brushRef="#br0" timeOffset="172158.26">18944 16616 0,'0'0'0,"18"0"203,-1 17-187</inkml:trace>
  <inkml:trace contextRef="#ctx0" brushRef="#br0" timeOffset="172673.77">18997 17110 0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18:47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12929 6068 0,'18'0'297,"0"0"-281,-1 0 0,1 0-16,0 0 15,34 0 16,1-18 1,-17 18-17,-1 0 1,-17 0-16,-1-17 16,36 17-1,0-36 16,-18 36-15,18-17 0,-18 17-1,-17 0 1,17 0 0,18-18-1,-35 0 1,17 18-1,1-17 1,52-1 0,-18 0-1,18 1 1,71-1 0,-35 0-1,-18 18 1,70 0 15,-70 0-15,17 0-1,-17 0 1,-71 0 0,71 0-1,-53 0 1,-35 18-1,52-18 1,1 18 0,-71-1-1,70 1 1,-17-18 0,18 18-1,-1-18 1,19 0 15,-36 0-31,35 0 31,18 0-15,105 0 0,1 0-1,88 17 1,-106 1-1,-35 35 1,-1-18 0,-87-17-1,-36-18 1,36 35 0,-18-35-1,17 35 1,36-17-1,17 0 1,36-1 15,-53-17-15,17 0 0,1 0-1,-36 18 1,-17-18-1,70 0 1,-53 0 0,71 0-1,-71 0 1,0 0 0,36 0-1,-36-18 1,0 18 15,35-17-15,-17 17-1,-17-18 1,16 0 0,1 18-1,71-17 1,-36-1-1,-18-17 1,54 0 0,-54 17-1,18-17 1,-88 17 0,-18 18-1,1-18 1,-1 1-1,0 17 17,-17 0-17,-18-18 17,17 18-32,1-18 15,-18 1 16,0-19-15,0 19 0,-18-18-1,1-1 1,-54-34 0,54 17-16,-72-35 15,36 17 1,-35 1-1,18 17 1,-1 0 15,-88-36-15,124 37 0,-35 16-1,34 19 1,-17-1-1,18 0 1,0 1 0,17-1-1,-35 0 1,36 18 0,-19-17-1,1-1 1,17 1-1,-34-1 17,-1 18-17,35-18 1,-53 1 0,1 17-1,-54-18 1,19 0-1,-1 1 1,-35-1 0,52 0-1,-34 18 1,35 0 0,-53 0-1,-71 0 1,71 0-1,0 18 1,-53 0 15,35 17-15,18-17 0,-53 17-1,88-17 1,-53 17-1,71-18 1,0 1 0,-89 0-1,54-1 1,35 1 0,-53 17-1,53-35 1,-18 18 15,70-18-31,19 0 16,-19 0-1,1 0 17,18 0-17,-19 0 1,19 0-1,-19 0 1,-34 0 0,52 0-1,-70 0 1,35 0 0,35 0-1,-52 0 16,35 0-31,-1 0 16,-34 0 15,34 0-15,-16 0 0,-1 0-1,35 0 1,-53 0-1,36-18 1,0 18 0,-36-17-1,36-1 1,-18 18 0,-35 0-1,53 0 1,-36 0-1,-17-18 1,35 18 15,18 0-31,-89-17 32,89 17-17,-36-18 1,19 18-1,-37-35 1,36 35 0,-35 0-1,35 0 1,-17 0 0,34-18-1,-52 18 1,35 0-1,0-17 1,-35 17 15,35 0-31,18 0 32,-36 0-17,36 0 1,-18 0-1,0-18 1,18 0 0,-18 18-1,18 0 1,0 0 0,-18 0-1,-18 0 16,54 0-31,-36 0 16,0 0 0,-36 18 15,1 17-15,18 0-1,-36 1 1,18-1-1,-18-17 1,53-1 0,18 1-1,-1 0 1,19-1 0,-19 1-1,36-1 1,0 19-1,0-19 1,18 19 0,0-19 15,-1 19-15,1-19-1,0 1 1,17 17-1,0 0 1,-17 1 0,35-1-1,-36-17 1,19 17 0,-19-17-1,1 17 1,35 0-1,-35-17 1,-1 17 0,18-17 15,-17-1-31,17 19 31,1-19 0,-19 1-15,1-18-16,0 17 16,-1 1-1,18 0 1,-17-18 0,17 17-1,18 19 1,-17-1 15,34 0-31,-52-35 31,17 18-15,-17-18 15,-1 0-15,1 0 78,0 0-79,-18 18-15,17-18 16,-17 17-16,36 1 15,-19-18 1,1 17 0,-1 1-1,19-18 1,-19 0-16,1 35 31,0-35 0,-1 0-15</inkml:trace>
  <inkml:trace contextRef="#ctx0" brushRef="#br0" timeOffset="1810.73">9843 5909 0,'17'0'281,"36"0"-281,-18 0 16,18 0-16,53 0 16,-71 0-1,1 0 1,-19 0-16,36 0 31,-35 18-15,52-18-1,-17 17 1,0 1 0,0 0-1,0-18 1,0 17 0,0-17-1,0 18 1,0-18-1,-18 0 1,18 0 0,-18 0-1,18 0 1,18 0 15,-18 0-15,17 0-1,54 0 1,-36 0 0,35 35-1,-52-35 1,-1 0 0,-17 0-1,-17 0 1,17 0-1,-36 0 1,1 0 0,17 0-1,-17 0 1,-1 0 15,1 0-15,-36 0 62,1 0-78</inkml:trace>
  <inkml:trace contextRef="#ctx0" brushRef="#br0" timeOffset="17764.71">11148 10619 0,'17'0'297,"1"0"-297,0 0 15,-1 0-15,1 0 16,0 0-1,-1 0-15,1 0 16,35 0 0,-36 0-16,72 0 31,16 0 0,-52 0 0,-17 0 1,17 0-17,-36 0 1,19 0 0,-19 0-1,18 0 1,1 0-1,-19 0 1,36 0 0,-35-18-1,17 18 1,36 0 0,-54 0-1,19 0 16,34 0-15,-17 0 0,-18 0-1,-17 0 1,0 0 0,17 0-1,36 0 1,-36 0-1,35-18 1,-34 18 0,-1 0-1,18 0 1,0 0 0,-18 0 15,-17 0-16,-1 0 1,1 0 0,0 0-1,-1 0 17,1 0-17,-1 0 1,-17-17 15,-17 17 188,-1 0-219,1 0 31</inkml:trace>
  <inkml:trace contextRef="#ctx0" brushRef="#br0" timeOffset="23016.55">18609 10460 0,'18'0'297,"35"0"-297,0 0 15,-18 18 1,18-18-16,-18 0 0,18 0 16,-35 0-16,17 0 15,-18 0-15,1 0 16,0 0-16,-1 0 15,19 17 1,-19-17-16,1 0 31,0 0 16,17 0-31,-18 0-1,19 0 1,-19 0 0,1 0 15,0 0-15,-1 0-1,1 0 1</inkml:trace>
  <inkml:trace contextRef="#ctx0" brushRef="#br0" timeOffset="48671.03">13300 5874 0,'35'0'281,"36"-36"-265,-19 36-16,19 0 15,0-17-15,-1 17 16,1-18-16,-18 18 16,0 0-16,-18 0 15,0 0-15,89 0 16,-36 0 31,0 0-16,-53 0-15,1 0-1,-19 0 1,1 0-1,-18-17 32</inkml:trace>
  <inkml:trace contextRef="#ctx0" brushRef="#br0" timeOffset="50237">15469 5927 0,'0'0'0,"36"0"281,-1 0-265,-17 0-16,-1 0 15,18 0 1,-17 0-16,0 0 15,-1 0-15,1 0 16,35 0 15,-35 0-15,87 0 15,-34 0-15,70 0-1,-53 0 1,-17 0 0,52 0-1,-52 0 1,-18 0 0,-18 0-1,53 0 1,-35 0 15,0 0-15,0 0-1,-35 0 1,17 0 0,-17 0-1,-1 0 1,1 0-1,-1 0 1,1 0 15,0 0-31,35 0 16,-18 0 0,18 0-1,-18 0 1,18 0 15,0 0-31,-18 0 31,0 0-15,-17 0 0,0 0-1,-1 0 1,1 0-1,-36-18 48,1 18-47,-1 0-1,0-18-15,-34 1 31</inkml:trace>
  <inkml:trace contextRef="#ctx0" brushRef="#br0" timeOffset="66937.16">9066 14076 0,'53'17'156,"36"19"-140,-1-1-1,0 36-15,0-18 0,36 35 16,-54-18 0,-17-17-1,-18-53 1,1 35 15,-19-17-15,-17 0-1,36-1 1,-19 1 15,1-18-15,-18-18 31,0-17-32,0-18-15,0-106 16,-53-105 0,-53-212-1,106 211 1,53 71 15,-35 159-15,-1-36-1,1 71 1,0-17 0,-1-1-1,-17 0 1,18 1 0,-36 17 77,1 0-77,-1 0-16</inkml:trace>
  <inkml:trace contextRef="#ctx0" brushRef="#br0" timeOffset="82785.67">23477 17321 0,'-17'18'375,"-1"-18"-375,0 18 15,1-18-15,-1 0 16,18 17-16,-17 1 15,-19 0 17,1 17 15,17-17-47,1-18 15,-1 17 1,-17 1-1,0-1 1,17 1 0,-35 0-1,35-1 1,18 1 15,0 0-15,18-18 78,0 0-79,-1 0 16,1 0-31,0 0 16,-1-18 0,1 18-16,-1 0 15,1-18-15,17 1 32,-17 17-32,35 0 15,-18 0 1,0 0-1,1 0 17,-1 0-17,-17 0 17,-1 0-1,-17-18-16,0 0 1,-17 18 0</inkml:trace>
  <inkml:trace contextRef="#ctx0" brushRef="#br0" timeOffset="85247.97">24077 17233 0,'-18'0'391,"1"0"-376,-1 0 1,1 18 15,-1-18-15,0 0 15,1 35 0,-1-35-15,0 0-1,1 18 1,-1-18 0,0 0 15,18 17-15,0 1-1,0 0 16,0-1 16,0 1-31,0 0 0,0-1-1,18 1 1,0-18-1,17 18 1,-17-18 0,-1 0-16,1 0 15,0 0 1,34 0 0,-34 0-1,17 0 16,-17-18-15,17 18-16,-17 0 31,0 0-15,-18-18 0,35 18-1,-18 0 1,-17 18 31,0 0-32,-17-18-15,-18 0 16,17 17 0,-17-17-16,-1 18 15,19-1 1,-19 1-1,1 0 1,18-1 0,-19-17 15,19 18-15,-1 17-1,0-35 1,18 18-1,0 17 1,0-17 15,0-1-15,0 1 0,0 0-1,18-1 16,-18 1-15,18-18 0,-1 0 15,1 0-15,0 0-1,17 0 1,-18 0-1,1 0 17,-18-18-17,18 18-15,17-17 16,-17-1 0,-1 0-1,-17 1 1,18 17-1,0-18 1,-18 1 0,0-1-1,0 0 17,0 1-17,0-1 1,-18 18-1</inkml:trace>
  <inkml:trace contextRef="#ctx0" brushRef="#br0" timeOffset="87798.36">23230 17762 0,'18'0'359,"0"0"-343,-1 0 30,1 0-46,0 0 32,-1 0-17,1 0 1,0 0 15,-1 0-15,1 0 31,-1 0-32,-17-17 79,18 17-94,0-18 47,-1 18 15,1 0-46,0-18 0,-1 18 624,1 0-624,0 0 15,-18-17 188</inkml:trace>
  <inkml:trace contextRef="#ctx0" brushRef="#br0" timeOffset="93907.52">15593 17851 0,'17'0'313,"1"0"-313,0 0 0,-1 0 15,1 0 1,0 0 0,-1 0-1,1 0 1,0 0-16,17 0 16,18 0 15,-36 0-31,89 0 47,-53 0-32,-18 0 1,18 17 0,18-17-1,-18 18 1,17-18-1,19 17 1,-19-17 0,-35 0-1,36 18 1,17 0 15,18-18-31,-35 17 31,-1 1-31,36-18 32,35 35-17,-35-17 1,0-18 0,-89 0-1,36 0 1,0 0-1,-35 0 1,35 0 0,-36 0-1,19 0 1,-1 0 15,18 0-15,-36 0-1,36-18 1,0 1 0,-17-1-1,34 18 1,-17-18 0,35-35-1,-52 36 1,34-18-1,-35 17 1,-35 0 0,36-17-1,-19 17 1,1-35 0,-18 18-1,0 0 1,-18 17 15,18 1-15,-35-1-1,35-17 1,-18 17 0,1 18-1,-1-18 1,-17 18-1,0-17 17,17 17-32,-35-18 15,35 1 1,-52-19 0,17 19-1,35 17 1,-141-71 15,36 0-15,-53 1-1,87 35 1,54 17 0,-35 0-1,52 18-15,-17-17 16,-18 17-1,17 0 1,19 0 0,-18 0-1,17 0-15,0 0 16,1 0 15,-1 0-15,0 0-1,1 0 17,-1 0-32,-35 0 15,18 0 1,-71 0 0,18 0-1,17 0 1,1 0-1,-1 0 1,-17 0 0,35 0-1,35 0 1,-52 17 0,-1-17-1,36 18 1,-53 0 15,35-1-15,-88-17-1,53 0 1,-1 18 0,1-18-1,18 35 1,52-35-1,-17 0 1,-1 0 0,36 18-1,-35-1 1,0-17 0,0 18-1,-1 0 1,19-1 15,-19-17-31,-16 36 31,16-36-15,19 17 0,-1-17-16,0 18 15,-17-18 1,35 18-16,-18-1 15,18 1 1,0 17 15,18-35-15,0 18 0,-18-1-1,17-17-15,1 18 16,17 0-1,-17-1 17,17 1-17,-17-18 1,17 0 0,-17 0-1,17 0 1,-17 0-1,-1 0 17,1 0-17,0 0 1,-1 0 0,1 0-1,-1 0 32,-17 18-31,18-18-16,0 0 15,-1 17 1,1 1 0,-18 0-1,18-18 1,35 17-1,-36-17 1,19 18 0,-19 17-1,18-35 1,1 35 0,-19-17-1,1-18 1,0 18-1,-1-18 17,1 35-17,0-35 1,-1 18 0,-17-1 15,0 1 31,-17-18 188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20:58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10354 9878 0,'0'17'218,"0"19"-218,-18-1 16,18 0-16,-17 36 16,17 17-1,0 53 1,0-53-16,-18 159 31,0 71-15,-87 70-1,105-247 1,-36-53 0,36-70-1,-17-1 1,-1 36 0,0-35-1,18 17 1,-35 53-1,35-70 1,0 17 0,0-17-1,0 0 1,0-1 15,18-17 47,-1 0-62,-17-17 0,18-1-1,0 18-15,-1-18 16,19 18-1,34-35 1,-17 0 0,35 17-1,18-17 1,-18 35 0,36-18 15,-71 18-31,53 0 15,-1 0 1,-34 0 0,-36 0-1,1 0 1,-19 0 0,1 0-1,-1 0 1</inkml:trace>
  <inkml:trace contextRef="#ctx0" brushRef="#br0" timeOffset="3242.17">17463 9948 0,'-18'89'281,"0"-1"-265,-17 18-16,17-36 15,-17 71 1,17 0 15,18-52 0,0-1 1,18-53-17,0 0 1,-1-17 0,1 0-1,17-18 16,1 17-15,-19 1 0,18-1-1,18 19 1,-35-19 0,0-17-1,17 0 1,0 0-1,-17 0 1,17-17 0,0-1-1,1-35 1,-19 53 0,1-35-1,17 0 1,-17-18 15,-1 35-15,-17-17-16,0 0 15,18-18 1,0 0 0,-1 17-1,1 1 1,-18-35-1,0 34 1,0 1 0,0-18-1,0 35 1,0-17 0,0 18-1,0-19 16,0-17-15,0 36 15,0-1-15,0 0 0,0 1-1,0-1 1,0 1-1,0-1 17,0 0-17,0 36 251,0 0-250,0-1-1,0 1-15,0-1 16,0 1-16,0 0 15,0-1 1,0 1-16,0 0 16,0-1-16,0 19 31,0 52 0,0-53-31,0 36 31,0 34 1,0-69-17,0 17 1,0 17 0,0-35-1,0 18 1,18-17 15,-1 17-15,-17-36 15,0 1-15,0-1-1,0 1 1,18-18 218,-18-18-218,18 18-16,-18-17 15,17 17-15,-17-18 16,18 18 0,-18-17-1,18 17 1,-1 0 0,1 0-1,52 0 1,-17 17-1,-17-17 17,-19 0-17,18 0 1,-17 0 0,0 0-1,-36 0 16,-105-53-15,17 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23:13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8008 7320 0,'18'0'219,"-1"0"-204,1 0-15,0 0 16,35 0 0,-18 0-16,18 0 15,17 0-15,-17 0 0,0 0 16,159 0-1,70 0 17,124-17-1,17-36 16,-335 53-32,0 0 1,-35 0-16,53 0 16,0-18-1,106 18 1,-54 0 0,-16 0-1,52-18 1,-53 1-1,-18 17 1,124-18 0,-88 0-1,35 18 1,35 0 15,-70-17-15,88-1-1,-53-17 1,0 35 0,-18 0-1,71-18 1,-88 18 0,106 0-1,-89 0 1,212 0-1,-70 0 1,-54 18 0,142-1-1,-230-17 1,-52 0 15,-71 0-31,52 0 16,37 0-1,16 0 1,54 18 0,-53-18-1,-18 0 1,0 0 0,-35 0-1,53 18 1,-71-18-1,18 0 1,-18 0 0,-35 0-1,-18 0 1,0 0 15,-17 0-15,17 0-1,-17 0 1,-1 0 0,1 0-1,0 0 1,-1-18 0,-17 0-1,0-17 1,0 0-1,-17 0 1,-1-1 0,0-17-1,1 1 1,-19-1 15,-16-53-15,-1-53-1,0-17 1,35 105-16,-35-70 16,18 35-1,17 36 1,1 34 0,-19-52-1,1 35 1,17-17-1,-17 34 1,18 1-16,-1-18 16,-17-17-1,-18-19 1,35 54 15,0 18-15,1-19-1,-1 1 1,0 17 0,1 18-1,-1-17 1,1-1 0,-1 18 15,0 0-16,1 0 1,-1 0 0,0 0 15,1 0 0,-1 0-15,0 0-1,1 0 1,-1 0-16,1 0 16,-1 0-1,-17 0 1,-1 0 0,19 0-1,-19 0 1,1 0-1,0 0 1,17 0 0,1 0-1,-36 0 1,35 0 15,0 0-31,-52 0 31,35 0-15,-36 0 0,36 0-1,17 0 1,-35 0 0,36 0-1,-1 0 1,-35-18-1,35 1 1,-17 17 0,-18-36-1,0 36 1,0 0 15,0 0-15,0 0-1,-88-35 1,18 35 0,-53-17-1,87 17-15,-69 0 16,-1 0 0,-106 0-1,106 0 1,-52 0-1,105 0 1,0 0 0,-17 0 15,17 0-31,-18-18 31,19 18-31,-72-18 31,71 1-15,-17 17 0,-89-18-1,71 18 1,18-18 0,-71 18-1,70 0 1,-35 0-1,36 0 1,-1 0 0,-70 0-1,36 0 1,-89 0 0,88 0-1,-53 0 16,-88 18-15,89 0 0,52 17-1,-123-35 1,176 0 0,-18 18-1,72-18 1,34 0-1,-35 17 1,0-17 0,18 0-1,-36 18 1,1-18 0,17 17-1,-18 1 16,1 0-15,-19-1 0,37-17-1,34 18 1,-158 0 0,87-18-1,-17 17 1,1 1-1,69-18 1,1 18 0,17-1-16,1 1 31,-1 17-15,1-35-1,-1 18 1,0 17 15,1 0-15,17-17-1,-18 35 1,-17 17 0,-18 72-1,18-19-15,-36 106 16,-17 89-1,88-230 1,-18-35 0,18-18-1,0 1 1,0-19 0,0 18-1,0 1 1,0-19 15,0 36-15,0-17-1,0-1 1,0 18 0,0-18-1,0 18 1,18 17-1,-1-52 1,-17 35 0,36 18-1,-36-54 1,35 19 0,-17-19-1,-18 1 1,17-1 15,-17 1-15,18-18-1,0 0 1,-1 0 0,1 0-1,-1 0 16,1 0-15,0 0 0,-1 0-1,1-18 1,0 18 0,-18-17-1,17-18 1,1 35 15,0-18-15,-18 0-1,0 1 32,0-1-31,0 0-1,-36 1 1,-105-54 0,-18-17-1</inkml:trace>
  <inkml:trace contextRef="#ctx0" brushRef="#br0" timeOffset="6260.61">11553 1958 0,'0'18'203,"0"17"-187,18 0-16,-18-17 0,18-1 15,-18 1-15,0 17 16,17-17-16,-17 17 16,0-17-16,0 0 15,18 17-15,0 53 16,-18 35 31,0-17-16,0-70-31,0 52 31,0-35-15,0-18 0,0-17-1,0 17 1,0-17-1,-18-1 1,0-17 0,1 0-1,-1 0 1,0 0 31,1-17-32,-1-1 1,18 0 0,0 1-1,0-1 1,18 18 15,-18-18-31,17 1 31,-17-1-31,36 0 16,-19 18 0,19 0-1,-19 0 32,1 0-31,-18 18-1,18 0 1,-1-18-16,1 17 16,-18 1-1,18 35 1,-1 0 0,-17-18-1,35 124 1,1-71-1,-1 0 1,-35 0 0,0-17-1,0-36 17,0 18-17,0-35 1,18 70-1,-18-35 1,0-35 0,0 52-1,0-35 1,17 36 0,-17-36-1,0 0 1,0 36-1,18-36 1,-18 18 0,0-17-1,0-19 1,0 1 15,0 17-15,0-17-1,18-1 1,-18 19 0,0-19-1,17 19 1,-17-19 0,0 1-1,18-18 63,-18-18-62,0 1-16,0-1 16,0-17 15,0-36-16,0 18 1,0 18 0,-18-71-1,1 53 1</inkml:trace>
  <inkml:trace contextRef="#ctx0" brushRef="#br0" timeOffset="8154.38">11606 1940 0,'18'0'296,"-18"18"-280,18-18-16,-18 18 16,17-18-16,1 17 15,-18 1 1,18-18 0,-1 0 15,-17 17-31,18-17 31,-18 18 32,18-18-63,-36 0 234</inkml:trace>
  <inkml:trace contextRef="#ctx0" brushRef="#br0" timeOffset="9434.79">11924 1993 0,'18'0'297,"-1"0"-297,1 0 16,17 18-16,-17-18 15,17 17-15,-17-17 16,-18 18-16,35-18 0,-17 18 16,-1-18-16,1 0 15,-1 17-15,1-17 16,0 0-1,52 36 17,36-1-1,-35 0 0,-54-17-15,1-18-1,17 0 1,-52 0 62</inkml:trace>
  <inkml:trace contextRef="#ctx0" brushRef="#br0" timeOffset="10506.45">12312 1834 0,'0'18'281,"0"17"-281,0 1 16,0-19-16,-18 19 16,1-1-1,17 18 1,-18-18 0,0-17-1,18 17 1,0-17-1,0-1 1,0 1 0,-17 35-1,17-36 1,-18 1 0,18 0-1,0-1 1,-18-17 93,1 0-93,-1 0-1,18-17 1,0-1-16,-17 0 16,-19-105-1</inkml:trace>
  <inkml:trace contextRef="#ctx0" brushRef="#br0" timeOffset="11839.57">12453 1658 0,'0'18'282,"0"-1"-282,0 1 0,0 0 15,0-1 1,0 1-1,0 17 1,0 18 15,0-18 1,0 1-1,18-19-16,-1 1 1,1 0 15,0-18-15,-18-18 0,0 0-1,0-35 1,-53-70-1,53 70 1</inkml:trace>
  <inkml:trace contextRef="#ctx0" brushRef="#br0" timeOffset="13322.13">12488 1305 0,'0'36'188,"18"16"-173,17 1-15,-17 36 16,0-36-16,17 17 16,18 71-1,-36-70 1,1-1 0,0 1-1,-1-18 1,1-18-1,-18 18 1,0-18 0,0-17 15,0 0-15,0-36 46,-18 0-46,1-17-16,-1-18 15,-53-106 1,1-52 0,-1 105-1,71 71 1,0-18 15,0 35-31,0 0 16,0-17 15,18 17-15,0 18-1,-1 0 1,1 0-1,0 0-15,-18 18 16,0 0 0,17-18-1,1 17 1,-1 1 0,1-18-1,0 35 1,-18 1-1,0 16 17,0-16-1,0-19-15,0 19-1,0-1 1,0 0-1,0-17 17,17-18-1,1 0 0,0 0-15,-1 0-1,1 0 1,0 0 0,-1 0 15,-17-18 0,0 1-31,0-19 16,-35 1-1</inkml:trace>
  <inkml:trace contextRef="#ctx0" brushRef="#br0" timeOffset="14120.55">12912 1393 0,'17'18'172,"1"17"-156,0-17-16,-18 17 15,17-35-15,-17 36 16,18-1 0,-18 0-16,18 0 15,-1-17 1,-17 53 0,0-36-1,0 0 1,0 36-1,0-36 1,0 0 0,0 36-1,0-54 17,0 1-17,0 0 1,-17-18-1,-19-36 1,-34-69 0</inkml:trace>
  <inkml:trace contextRef="#ctx0" brushRef="#br0" timeOffset="15205.7">12594 2328 0,'0'36'282,"0"-19"-282,0 1 15,0 0-15,0-1 16,-17-17 78,17-17-79,-18-19 1,0 19-16,-17-1 16,0-17-1,35-18 1</inkml:trace>
  <inkml:trace contextRef="#ctx0" brushRef="#br0" timeOffset="17217.91">16369 2134 0,'18'18'281,"-18"0"-265,17-18-16,1 0 16,-1 0 15,1 0-16,0 0-15,-18 17 16,17 1 0,36 17 15,0 0 16,35-35-16,-70 0-15,0 0-1,-36-17 79</inkml:trace>
  <inkml:trace contextRef="#ctx0" brushRef="#br0" timeOffset="18100.56">16633 2117 0,'0'17'219,"0"1"-204,0 17-15,0-17 0,-17 35 31,17-18-31,-18 36 0,1-18 16,-1-18-16,18 0 16,-18 0-16,18-17 15,0 0-15,0 35 32,0-18-1,0 0 0,-17-35 0,-1 0 1,0-18-1,1-34-16,-1-37 1</inkml:trace>
  <inkml:trace contextRef="#ctx0" brushRef="#br0" timeOffset="20067.18">16757 1887 0,'0'18'219,"0"17"-203,0-17-16,0 0 15,0-1-15,18 18 16,-18-17-16,17 53 47,19-18-16,-36 0 0,0-36 1,17-17-17,-17-17 79,0-19-78,0 19-1,0-1-15,0-17 0,0 17 16,0-17 15,0-18-15,0 35-1,0 1 1,0-1-16,18 0 31,-1 1-15,-17-1-16,18 18 31,-18-18-15,0 36 109,0 0-110,0-1 1,0 1 0,0 0-1,-18-1 1,1-17-1,-1 0 1,18 18-16,-17-18 16,-1 17-1,18 1-15,0 0 16,0-1 15,0 1-15,18-18 15,-1 0-15,1 0-1,-1 0 1,1 0 0,0 0-1,-1 0 1,1 0-1,0 0 17,-18-18-1,0 1-15,0-1-1,0 0-15,-18 1 16</inkml:trace>
  <inkml:trace contextRef="#ctx0" brushRef="#br0" timeOffset="20896.22">17004 1993 0,'0'0'0,"18"0"219,-1 0-219,-17-17 16,18 17-16,-1 0 15,1-18 1,53 0 15,-54 1 0,19 17 1,-36-18 30,-18 0-15</inkml:trace>
  <inkml:trace contextRef="#ctx0" brushRef="#br0" timeOffset="21919.78">17233 1799 0,'18'18'281,"-18"17"-265,17-17-16,-17-1 15,0 19-15,0-19 16,18-17-16,-18 18 16,0 0-16,0-1 15,0 1 1,18 17 15,-18 0 0,0 1 1,0-19-17,17 1 1,1-18 0,-18 18-1,0-1 1,0 1-1,0 0 1,-18-36 47,18 0-63</inkml:trace>
  <inkml:trace contextRef="#ctx0" brushRef="#br0" timeOffset="24127.32">10425 2346 0,'35'159'187,"-35"-18"-171,18 35-16,17 1 15,-35-19-15,17 89 32,19-88-1,-36-88 0,0-36 0,0-17-15,0-1 0,17-17 30,-17 18-30,18-18 0,17 53-1,1 53-15,16-1 32,-34-52-17,0-35 1,-1 17-1,-17-17-15,0 0 16,18-1 0,-18 1-1,0-36 95,-18 1-110,-17-19 15</inkml:trace>
  <inkml:trace contextRef="#ctx0" brushRef="#br0" timeOffset="27009.28">10389 1746 0,'0'0'15,"159"-35"142,123-88-157,53 17 15,-70-18-15,-53 71 16,282-141 0,-230 106-1,18 18 1,-211 17-16,141-18 15,-18 18 17,70-35-32,-140 35 15,34 18 17,-69-1-17,34 19 1,53-18-1,-87 17 1,52 18 0,141 0-1,-53 0 1,89 0 0,-124 0-1,-88 0 1,0 0-16,52 0 15,-105 0-15,106 0 16,0 18 0,141 34 15,-1 1-15,-175-35-16,-54 0 0,19-18 15,-54 0-15,0 17 16,-17-17-16,-1 18 0,1 0 15,0-18 1,-1 0-16,-17 17 16,18-17-16,0 0 15,-1 0-15,-17 18 16,18-18-16,0 0 16,-18 17-16,17 1 15,1-18 1,-18 18-16,17-1 15,-17 1 1,18-18 0,0 18-1,-18-1-15,17 1 16,1 0-16,17 17 16,1 18-16,34 17 0,-17 19 15,18-37-15,-1 37 16,-35-1-1,18-18-15,-35-34 0,0-1 16,-1 0-16,-17-17 0,0 0 16,18 17-16,-18-18 15,0 1-15,18 17 16,-18 18-16,17-17 16,1 52-16,17 35 15,-17-52-15,-18 17 16,17-35-16,1 35 0,0-17 15,17 52-15,0 71 16,-17-35 0,0 0-1,-18-89 1,0-52 15,0 52-15,0 1-1,0-36 1,-18 71 0,0-35-1,18-18 1,-17-18-16,-1 35 16,-35 36-1,0 123 1,0-123-1,-35 18 1,70-89 0,-35-17-1,-17 17 17,35 0-17,-177 18 1,-53 0-1,71-18 1,-106 18 0,124-17-1,-141 16 1,-530 248 0,335-70-1,195-19 1,176-122-1,17-1 1,-334 123 0,105-87-1,106-1 17,53-17-17,123-35 1,-17-1-1,-18 1 1,18-18 0,-141 35-1,88-35 1,-247 70 0,17-52-1,107 17 1,34-53-1,177 1 1,-17 17 15,17-71-31,-18-35 16,19-35 15,16 0-15,1-36-1,-18-70 1,18 106 0,17-18-1,18 53 1,-17-35 0,17 53-1,0-36 1,0 1-1,17-54 1,1-35 0,52-246-1,142-389 1,-141 547 15,-19 159-15,-16 52-1,-19 36 1,1 0 15,-18 18 32</inkml:trace>
  <inkml:trace contextRef="#ctx0" brushRef="#br0" timeOffset="32621.92">8661 7126 0,'70'-18'282,"18"18"-282,-35 0 15,18 0-15,-36 0 16,18 0 0,0 18 15,-35-18 0,17 35 0,-17-17-15,-1 0 0,1-18 62,0 17-78,-18 1 15,17-18 1,1 0 0,-18 18-1,17-18-15,-17 17 16,18-17-1,-36 0 32</inkml:trace>
  <inkml:trace contextRef="#ctx0" brushRef="#br0" timeOffset="60735.24">23460 8661 0,'0'0'0,"-71"0"188,-17 0-188,-18-18 15,0 18 1,71 0-16,-18 0 15,-17 0 1,-54 0 0,54 18-1,-1-1 1,-35 1 0,18 35-1,0-35 16,-71 17-15,71-18 0,-36 19-1,19-1 1,34-17 0,0 35-1,-17-18 1,53 0-1,-53 18 1,35-18 0,0 1 15,35 17-31,-17-1 31,-36 54-15,1-18-1,35-17 1,-36 70 0,36-70-1,17 17 1,-17 71 0,17-124-1,18 53 1,0-17-1,0-36 1,35 53 0,1-35-1,-19 18 1,36 17 15,0 0-31,-17 18 31,34 0-15,1-36 0,34 54-1,-52-54 1,18-17 0,105 0-1,-52-18 1,70 18-1,70-17 1,-175-36 0,-19 0-1,89 0 1,17 0 15,89-18-31,211-70 16,-299 70 15,-142 0-15,53-17-1,-53 18 1,71-19 0,88-34-1,177-71 1,546-247-1,-71 52 1,-352 54 0,-159 35-1,-246 141 1,-72 71 0,-17 17 46,0 1-46,0-89-1,-70-141 1,-18-18 0,-1 124-1,72 106 1,-1 35-1,-35-35 1,-141-36 0,-494-70-1,406 71 1,194 70 0,-18 0-1,18 17 1,-71 1 15,-158 52-15,193-70-1,18 18 1,53-18-16,-35 35 16,-18 1-1,-17-1 1,17 0-1,53-17 1,18-1 0,17 1-1,18 0 1,-35-18 0,17 0 15,1 0-16,-1 0 1,0 0 15,-70 17-15,-71 1 0,-17 0-1,141-1 1,-1-17-1,19 0 17,-1 0-32,0 0 31,1 0-15,-1 0-1,1 0-15,-1 0 16,-17 0-1,-1 0 17,19 0-17,-1-17 1,0-1 0,1 18-1,-1-18 1,18 1 62,0-1-47,0 0 16,0 1-31,0-1 31,0 1-32,0-1 1,0 0 31</inkml:trace>
  <inkml:trace contextRef="#ctx0" brushRef="#br0" timeOffset="129208.44">8555 7955 0,'123'-17'282,"54"-1"-267,-19-35-15,-52 53 0,35-35 16,-17 17-16,70 0 16,159-17 30,-230 35-14,-88 0-32,18 0 31,0 0-15,-17 0-1,-1 0 1,124 0-1,105 0 1,124-35 15,-123 17-31,-106 1 16,-18-1 15,70-17-15,-52 35-1,53-18 1,-36 0 0,-17 18-1,35 0 1,-71-17 0,1 17-1,70 0 1,-88 0-1,70-18 1,-88 18 0,-17 0-1,-1 0 1,-17 0 0,18 0 15,17 0-16,-53 0 1,89 0 0,-54 0-1,-17 0 1,0 0 0,0 0-1,0 0 1,18 0-1,-18 0 1,17 0 0,-17 0-1,0 0 1,0 0 15,-18 0-15,18 0-1,-18 0 1,18 0 0,0 0-1,18 0 1,-18 0 0,35 0-1,-35 0 1,0 0-1,35 0 1,-53 0 0,18 0-1,18 0 1,-54 0 0,54 0 15,-54 0-16,36 0 1,18 0 0,-53 0-1,17 0 1,0 0 0,-17 0-1,17 0 16,-17 0-15,-1 0 0,-34 0 62</inkml:trace>
  <inkml:trace contextRef="#ctx0" brushRef="#br0" timeOffset="144070.71">11289 12929 0,'-35'0'203,"-36"0"-188,-17 0-15,0 18 16,17 0-16,-35-18 16,-211 70-1,123-70 1,35 35-1,36-17 1,17 0 0,-18-1-1,89 1-15,-71 0 16,-17 17 0,-1-17-1,36-1 1,0 1 15,17 17-15,1-17-1,-1 17 1,1 0 0,34-35-1,1 18-15,0 17 16,-18-17-1,18 17 1,17-17 0,-17-18-1,17 17 1,18 19 0,0-1-1,0-17 16,0-1-15,0 19 0,18 16-1,-18-16 17,0-19-32,17 19 15,1-19 1,-18 19-1,18-1 1,-18-18 0,17 54-1,-17 17 1,0 0 0,0 36-1,0-18 1,0-18 15,0 53-15,0-70-1,0-1 1,0-35 0,0 1-1,35-1 1,-35-17-1,36 17 1,-1 18 0,18 0-1,-18-18 1,71 71 0,-53-36-1,53 1 1,0 70 15,-36-70-15,54 17-1,-54-35 1,-35 0 0,89 0-1,-89-18 1,71 0-1,0-17 1,0-18 0,35 17-1,106 19 1,35-1 0,88-17-1,-228-1 1,-72 1 15,36-1-15,-36 1-1,-52-18 1,88 0 0,0 0-1,88-53 1,-71 36-16,142-1 15,-71-35 1,70 18 0,-140 17-1,-53 0 1,-36 18-16,-18 0 16,1 0-1,0 0 1,-1-17-1,1-1 17,0 1-17,-18-1 1,0 0 0,0-35-1,0 18 1,0 17-1,0 1 1,0-18 0,0-1-1,0 1 1,0-36 0,0-140-1,0-54 1,0 18 15,0 18-31,-36 141 31,36 52-15,-17 19 0,-1-1-1,0 1 1,1-1-1,-1-17 1,-35-71 0,0 18-1,0-36 1,-17 1 0,17 52-1,0-35 1,18 53-1,-1 0 1,-34-52 15,17 69-15,0-17 0,-35 0-1,35-17 1,-71-18-1,54 35 1,17 18 0,18-1-1,-1 36 1,-52-35 15,35 17-31,0 18 0,-70-17 16,70 17-1,-35 0 17,53 0-17,-54 0 1,36 0 0,18 0-1,-18 0 1,36 0-1,-1 0 1,-17 0 0,17 0-1,0 0 17,18-18-17,-17 18 48,17-18-48,-18 18-15,1 0 32,-1 0-17,18-17 1,-18 17-1,18-18-15,-17 0 110</inkml:trace>
  <inkml:trace contextRef="#ctx0" brushRef="#br0" timeOffset="151721.85">21061 10848 0,'229'-18'235,"53"-35"-220,-70 18-15,0 17 16,-71 18-16,18 0 16,-54 0-16,-34 0 0,-18 0 15,106 0 1,35 0 31,88-52-16,124 16 0,-159 1-15,-124 17-1,-70 18 1,-35 0-16,17 0 16,-18 0-1,19 0 1,-19 0 15,1 0 0,0 0-15,-1 0 0,1 0 171,0 0-171,-18-17-1,35-1-15,0 18 16,-17 0 0,52 0-1,-17 0 1,0 0 0,-35 0-1,-1 0-15,1 0 16,0 0-1,17 0 1,-17 0 15,-1 0-15,1 0 0,35 0-1,17 0 1,-52 0-1,17 0 17,-17 0-32,17 0 15,-17 0 17,-1 0-17,1 0 1</inkml:trace>
  <inkml:trace contextRef="#ctx0" brushRef="#br0" timeOffset="174516.15">2946 4939 0,'194'0'234,"53"0"-234,-36 0 16,72 0 0,-195 0-16,-35 0 15,0 0-15,-18 0 16,-17 0-16,-1 0 16,1 0-16,-1 0 0,1 0 31,0 0 0,-1 0-15,1 0-1,0 0 1,-1 0 0,1 0-1,17 0 1,0 0-1,1 0 1,17 0 0,-36 0-1,19 0 1,-19 0 0,1 0-1,-1 0 1,1 0-1,0 0 1,-1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26:25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6473 4974 0,'300'-106'204,"18"71"-189,-36-18-15,-17 0 16,-89 18-16,0 17 15,-17 1-15,-53-19 0,-18 19 16,124-1 0,52-17 15,-34 0 0,34-18 16,-123 53-31,18-18-1,-35 0-15,264-70 16,88-18 0,124-35-1,-212 35 1,-88 71-1,-1 0 1,-104 35 0,-1 35-1,-71-17-15,106 35 16,-70-18 0,35 0-1,-141 1-15,70-1 31,-34 0-15,-19 0 0,89 18-1,-71-35 1,71 35 0,-53-18-1,17-17 1,71-1-1,-53 1 1,53 0 0,-88-1-1,35 1 1,36 0 0,-54-1-1,54 18 16,-36-35-15,-35 0 0,88 0-1,17 18 1,89 0 0,141 52-1,-317-52 1,-54 0-1,-35-18-15,18 17 16,0 19 0,53-19-1,-71-17 1,1 0 0,-19 0-1,19 0 16,-1 0-15,0 0 0,0 0-1,18 0 1,-17 0 0,34 0-1,106-17 1,-17-19-1,18 1 1,-107 0 0,-17 17-1,0 0 1,-53 1 0,35-19-1,18 36 16,-35-35-15,-1 18 0,19-1-1,-19 0 1,1 1 0,0-1 15,-1 0-16,1 1 1,-18-1 0,0 0-1,0 1 48,-18 17-48,1 0 1</inkml:trace>
  <inkml:trace contextRef="#ctx0" brushRef="#br0" timeOffset="15591.8">13247 6332 0,'17'0'219,"1"0"-219,0 0 16,-1 18-16,1-18 15,17 0-15,1 18 16,-1-1 15,0-17-31,177 18 16,123 52 0,212 54-1,105-1 1,-422-70-1,-160-35 1,1 0 0,-1-18-1,71 0 1,18 0 0,-18 0-1,89 0 1,-54 0-1,265-53 17,-18 0-17,36 18 1,0-36 0,-283 71-1,-35-18 1,106 18-1,-35 0 1,70 0 0,-88 0-1,-35-17 1,141-36 0,-106 35-1,0-35 1,-36 36-1,-122 17 17,-1 0-17,-17 0 1,17-18 15,-35 0-15,17 18-1,-17-17 1,0-1 0,0 0-1,0 1 1,0-1 15,0 0-15,0 1-1,-17 17 17,-1 0-17,1 0 17,-1 0-32,0 0 46,1 0-14,-1 0 30,0 0-62,1 0 31,17-18-15,-18 18-16,0-17 31,1-1-15,-1 18 0,-35-35-1,18-36 1,-106-70-1,70 53 1,18 17 0,0 18-1,36 36 1,-1-1 0,1 18-16,-19-18 15,19 1 1,-36-19-1,17 19 1,19-1 15,-19 1-15,1 17 0,0-18-1,17 0 1,-17 1-1,0-19 1,17 19 0,-17-1-1,0-17 1,-18 0 0,35 17-1,-17 0 1,-1 1-1,19-1 1,-18 0 15,-1-17-15,1 17 0,-18 1-1,18-1 1,17 0-1,-17 1 1,0-1 0,-18 18-1,35-17 1,-53-1 0,36 0-1,0 1 1,-36-19-1,36 36 1,-18-17 15,0 17-15,36-18 0,-19 18-1,1 0 1,0 0-1,-71 0 1,18 0 0,-36 0-1,18 0 1,36 0 0,17 0-1,-18 0 1,36 0-1,-18 0 1,18 0 15,0 0-15,17 0 0,0 0-1,1 0 1,-19-18-1,36 1 17,-17 17-32,-1 0 15,-52-18 1,-160-35 0,107 36-1,-18 17 1,-36 0-1,142 0 1,-71 0 15,18 0-15,-35 0 0,-19 0-1,37 0 1,-72 17-1,36 1 1,0 0 0,-53-1-1,53 1 1,35-1 0,-88 1-1,88 17 1,-17-17-1,-1 0 1,36-1 15,-18 1-15,-35 0 0,53-1-1,-71 1 1,71-1-1,0 1 1,-71 0 0,71-1-1,0 19 1,-71-1 0,88-35-1,1 35 1,-1-17-1,18 0 1,0 17 15,36-35-15,-19 17 0,-16 1-1,34-18 1,18 35-1,-18-35 1,1 18 0,-19 17-1,19-35 1,17 18 0,-18-18-1,0 18 1,-17-1-1,18 1 1,-1-1 0,18 1 15,0 17 0,0 1-15,0-19-1,0 1 1,0 0 15,0-1-15,18 1 0,-18-1-1,0 1 1,0 0-1,17-18 1,-17 17 0,18 1-1,-1 0 17,-17-1-17,0 1 1,18 0-1,-18-1 17,0 1-17,0 0 1,18-1 0,-18 1-16,17-1 15,1 19 16,0-36-31,-18 35 16,17 0 15,-17-17-15,18 0 0,-18-1-1,18 1 1,-1-1-1,1-17 17,-1 0 15,1 0-1,-18-17 142,0-1-172,0 1-1</inkml:trace>
  <inkml:trace contextRef="#ctx0" brushRef="#br0" timeOffset="23802.55">14552 6685 0,'88'0'218,"53"0"-202,-35 0-16,35 0 0,-35 0 16,194 0-1,-71 0 16,-193 0-31,193 0 47,141 0-15,-211 0-17,35 0 1,-106 0-1,53 0 1,-35 0 0,0 0-1,0 0 1,70 0 0,-87 0-1,34 0 1,-52 0-1,-1 0 1,18 0 0,-52 0 15,16 0-15,-16 0-1,-19 0 1,19 0-1,-19 0 1,1 0 0,0 0-1,-1 0 1,-34 0 93</inkml:trace>
  <inkml:trace contextRef="#ctx0" brushRef="#br0" timeOffset="57511.09">6932 10848 0,'124'0'203,"17"0"-187,0 0-16,35 0 16,1 0-16,-1 0 15,124-18 1,-124 18-16,177-17 16,123-19-1,124-17 1,-406 53-1,-88-17 1,35-18 0,-71 35-1,19-53 17,-1 17-17,-18 1 1,54-35-1,-18 17 1,35-36 0,176-52-1,-70 0 1,53 0 0,-229 88-1,-18 18 1,-18 0-1,-35 17 1,18 18 0,-18-18 15,0-17-15,-53-71-1,-36-17 1,-122-124-1,-124-141 1,158 229 0,18 71-1,36 17 1,52 54 0,-17 17-1,18 0 1,17 0-1,-106 0 1,71 0 0,0 0-1,-89-53 17,-34 35-17,17 18 1,-18 0-1,71 0 1,-53 0 0,88 18-1,-53 17 1,-35 0 0,53 1-1,-53 34 1,71-35-1,-19 1 1,-34 34 15,35 1-31,0-36 32,-36 18-17,72 0 1,16-18-1,36-17 1,18-1 0,-18 36-1,0-35 1,18 17 0,0-17-1,17 17 1,18 0-1,-35-17 1,17 0 0,18 17-1,0 0 1,0-17 15,0 17-15,0 0-1,-17 1 1,17-19 0,0 19-1,0 17 1,0-18 0,0 18-1,0-18 1,0 18-1,0 0 1,0-18 15,0 18-31,0-18 32,17 54-17,1-37 1,0 107-1,-1-71 1,1-35 0,-1 71-1,1-54 1,17 36 0,-35-71-1,0 18 1,18 18-1,0-53 1,-1 52 15,1-35-31,0-17 16,-1 0 15,36 35-15,-35-36-1,35 54 1,-36-36 0,1-17-1,0-1 1,-1 1 0,1-18-1,0 0 1,-1 0 15,-17-18 32,0 1-17,-17 17-46,-1 0 0,0-18 16</inkml:trace>
  <inkml:trace contextRef="#ctx0" brushRef="#br0" timeOffset="59685.13">7408 11201 0,'36'0'329,"-19"0"-329,1 0 15,0 0-15,17 0 0,0 0 16,0 0-16,-17 0 15,17 0-15,18 0 16,-18 17-16,36-17 16,123 0-1,141 36 17,-35-36 14,18 17-14,-213 1-17,-16-18 1,87 18 0,-70-1-1,0-17 1,35 0-1,-88 0 1,17 0 0,-17 0-1,0 0 1,0 0 0,-18 0-1,18 18 16,0-18-15,0 0 0,-18 0-1,-17 0-15,35 0 16,0 0 0,-18 0-1,0 0 1,1 0-1,-19 0 17,-34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27:49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17286 3351 0,'106'18'219,"35"17"-219,0-35 15,0 0-15,0 0 0,-17 18 16,-54-18-16,19 0 16,-19 0-16,18 18 15,-17-18-15,194 17 16,123 36 31,-283-53-47,178 0 31,69 0 0,-140 0-15,70 0-1,-88 0 1,-35 0 0,-35 0-1,17 18 1,35-1 0,-35-17-1,-17 0 1,52 0 15,-35 0-15,0 0-1,53 0 1,-70 0 0,105 0-1,-70 0 1,-53 0-1,17 0 1,-52 0 0,17 0-1,18 0 1,-18 0 0,18 0-1,17 0 16,1 0-15,105 0 0,-70-17-1,-36-1 1,71 1 0,-123 17-1,52 0 1,-52 0-1,-1-18 1,1 18 0,-36 0-1,18 0 1,0-18 0,0 1-1,88-1 16,-17 0-15,-36-17 0,88 17-1,-141 18 1,36 0 0,-36 0-1,0 0 16,-17 0-15,0 0 0,17-17-1,-35-1 1,0 0 0,0 1-1,0-1 1,0 1-1,0-1 17,0 0-17,0-70 1,0-53 0,0-106-1,-18-264 1,18 352-1,0 106 1,0 0 0,-17 35-1,17 1 1,-18 17-16,0 0 31,-17 0-15,35-18 15,-17 18-15,-1 0-1,0 0 1,1 0 0,-1 0-1,0 0 16,1 0-15,-1 0 0,0 0 15,1 0-31,-1 0 16,1 0 15,-1 0-31,0 0 15,-17 0 1,17 0 0,1 0-1,-124 0 1,17 0 0,1 0-1,70 0 1,-18 18-1,-52-18 1,-36 0 0,-53 0-1,-70 0 1,123 0 0,1 0-1,16 0 16,-140 0-31,-123 0 32,281 0-17,36 0 1,-36 0 0,19 0-1,-160 0 1,106 0-1,53 0 1,-70 0 0,88 0-1,-89 0 1,-281 0 0,-36 0-1,-53 0 16,265 0-31,17-36 32,-70 19-17,141-1 1,35-17 0,-70 35-1,123 0 1,-17 0-1,105 0 1,1 0 0,-36 0-1,35 0 1,-17 0 0,-177 35-1,18-17 1,-35 35-1,-18-18 17,159-17-17,17 17 1,53-35 0,1 0-1,-1 0 1,0 0-1,18 17 1,0 1 0,0 0-1,0-1 1,0 19 0,0-19-1,18 19 1,0-1-1,-1-17 1,-17 17 15,18 0-15,-18 36 0,0 70-1,0 70 1,-18-17-1,1 36 1,17-195 0,0 18-1,0-35 1,0 17 0,0-18-1,0 1 1,0 0-1,0-1 17,0 19-1,17-19-15,1-17-1,0 0 1,-1 0 15,1 0-31,0 0 31,-1 0 1,1 0-17,-1 0-15,1-17 16,0 17-16,-1 0 15,1 0 1,53 0 15,-36 0-15,18 17 0,17 1-1,-52 0 1,17-18-1,-17 17 1,0-17 15,-54 0 16,1-17-31,0-1-16,-54 0 15,-34-52 1,105 52 15,1 18-31</inkml:trace>
  <inkml:trace contextRef="#ctx0" brushRef="#br0" timeOffset="3052.63">10866 5874 0,'17'0'282,"1"0"-267,-1 0-15,19 0 16,-19 0-16,54 0 16,-36 0-16,1 0 15,-1 0-15,0-18 0,-17 18 16,17 0-16,0 0 15,36 0 1,17 0 15,-17 0 16,-1 0-16,36 18-15,35 17 0,-53 0-1,36-17 1,-54-18 0,18 0-1,54 0 1,-37-18-1,-16 1 1,-36-1 0,-18 18-1,0 0 1,-17 0 15,17 0-15,18 0-1,-18 0 1,124-18 0,-53 1-1,123-36 1,89-18 0,-177 36-1,-35 17 1,-89 18 15,1 0-31,17 0 16,-17 0-1,-1 0 17,1 0-1,0 0 0,-1 0-15,1 0-16,17 0 15,0 0 1,1 0 0,17 0-1,-18 0 1,18 0-1,-35 0-15,-1 0 16,1 0 0,-1 0-1</inkml:trace>
  <inkml:trace contextRef="#ctx0" brushRef="#br0" timeOffset="6150.19">9895 5239 0,'0'35'203,"0"0"-187,0 1-16,0 34 31,0-35-31,0-17 15,0 17-15,0-17 16,0 0 0,0 17-16,0-17 15,0-1-15,0 1 16,0 35 0,0 35 15,-17 18 0,-18-18 0,17-35-15,18-18 0,0-17-1,0-1 1,0 1 15,0-36 32,0 1-63,0-1 15,0 1 1,18 17-16,-18-18 15,17 0-15,-17 1 16,18-19 0,-1 19 15,-17-1-15,0 36 46,0-1-46,0 1-16,0 0 15,0 17 1,0 0 0,0 36-1,0 17 1,0-53-16,0 89 15,0-1 1,0 36 0,0-89-1,0 1 1,0-18 0,0-18-1,0 18 16,0-18-15,0 1 0,0-19-1,0 1 1,0 0 0,0-1-1,0 1 1</inkml:trace>
  <inkml:trace contextRef="#ctx0" brushRef="#br0" timeOffset="25862.59">23530 6809 0,'88'0'281,"1"0"-266,17 0-15,-54 0 16,1 0-16,0 0 16,-17 0-16,34 0 0,-17 0 15,-18 0-15,71 0 16,265-36 15,-54 19 16,-246 17-47,228-53 31,-210 53-15,-19 0 0,18 0-1,-35 0 1,-17 0-1,17 0 1,-1 0 0,19 0-1,17 0 1,0 0 0,-17 0-1,17 0 16,18 0-15,-53 0 0,-18 0-16,36 0 15,17 0 1,35 0 0,124 0-1,247 0 1,71 0-1,-407 0 1,19 0 0,-71 0-1,-18 0 1,71 0 0,-71 0-1,-18 0 16,19 0-15,-19 0 0</inkml:trace>
  <inkml:trace contextRef="#ctx0" brushRef="#br0" timeOffset="28395.48">3775 8273 0,'141'0'156,"71"0"-156,-1 0 16,160-53-1,493 0 17,-141 0-1,-211 35 0,-407 18-31,89-17 16,-35 17-1,18-18 17,-54-17-17,18 17 1,71 0 0,-36 1-1,-70-1 1,88 18-1,-53 0 1,53-17 0,-35 17-1,-53-18 1,0 18 0,-71 0-1,-17 0 1,17 0 15,-17 0-15,-1 0-1,1 0 1,-1 0 0,1 0 15,0 0 16,-1 0 62,1 0-93,0 0-1,-1 0 1,36 0 0,18 0-1,-1 18 1,-34-18-16,34 0 15,1 35 1,-18-35 0,-18 0-1,-17 0 1,17 0 0,-18 0 15,1 0-16,-36 0 48,18-18-63</inkml:trace>
  <inkml:trace contextRef="#ctx0" brushRef="#br0" timeOffset="31811.82">12153 8184 0,'88'0'265,"18"0"-265,0 0 16,-18 0-16,-17-17 16,17 17-1,-53 0-15,18 0 0,-18 0 16,71 0-1,-70 0-15,69 0 47,72-18-15,34-17-1,-105 17-16,-17 18 1,34-17 0,-52 17-1,-36 0 1,53 0 0,-17 0-1,-1 0 1,-17 0-1,18 0 1,-1 0 15,-17 0-15,18-18 0,-1 18-1,-35-18 1,36 18-1,-18 0 1,-35 0 0,52-17-1,-52 17 1,35 0 0,35-18-1,0 0 1,0 1-1,71 17 1,-71 0 15,36 0-15,-18 0 0,-18 0-1,88 0 1,-35 0-1,-35 0 1,70 0 0,-123 0-1,18 0 1,35 0 0,-36 0-1,18 17 1,-35-17-1,53 18 1,-18 0 15,36 17-15,17-17 0,35 17-1,-70 0 1,53-17-1,-88-1 1,-54-17 0,36 18-1,-18-18 1,1 0 15,-1 0-15,-17 0-1,-1 0-15,18 0 16,18 0 15,106 0-15,0-18 0,-18 18-1,53 0 1,-141 0-1,-18 0 1,-17 0-16,35 0 16,-18 0-1,18 0 1,0 0 0,0 0-1,0 0 1,17 0-1,-17 0 1,18 0 15,-18 0-15,17 0 0,1 0-1,-1 0 1,54 0-1,35 0 1,123-17 0,123 17-1,-299 0 1,-17 0 0,-72 0-1,1 0 1,-1 0-1,1 0 1,0 0 0,-36 0 109,0 0-110,1 0 32</inkml:trace>
  <inkml:trace contextRef="#ctx0" brushRef="#br0" timeOffset="36641.97">13547 13106 0,'17'0'234,"19"0"-234,-1 0 16,0 17-16,-17-17 15,17 18-15,-17-18 16,-1 0-16,1 18 0,0-18 16,-1 0-1,1 0 1,17 0 15,0-36 0,212-69 1,-17 87-17,-72-17 1,36 70 0,-141-35-16,71 18 31,-54-1-16,-17 1 1,-17-18 0,17 0-1,88 0 1,-36 0 0,90-35-1,-54 35 1,-18 0-1,-35 0 1,-17 17 0,-1-17-1,-34 18 1,17-18 0,0 0 15,35 0-16,53 0 1,106 17 0,-106 19-1,-35-19 1,35-17 0,-88 0-1,0 0 1,0 0-1,-1 0 1,125 0 0,-18-35-1,-54 17 1,54 18 0,-88 0 15,-1 0-16,-17 18 1,18-18 0,52 18-1,1-18 1,105 35 0,300-17-1,-158 35 1,-160-53-1,-52 0 1,-71 0 0,-52 0-1,-1 0 1,-18 0 0,1 17 15,0-17-16,-1 0 1,1 0 15,0 0-15,-1 0 0,19 0-1,34 0 1,89 0-1,0-35 1,17 35 0,-70 0-1,-36 0 1,1 0-16,-36 0 16,18 0-1,0 0 16,-35 0-15,17 0 0,-17 0-1,-1 0 17,1 0-32,0 0 93,-1 0-77,1-18 0,-1 18-16,36-35 15,36 0 16,34-18-15,-88 35 0,-17 18-1,0 0-15,-1-17 16,1 17 15,-1 0-15,-17-18 62,-17 18-78</inkml:trace>
  <inkml:trace contextRef="#ctx0" brushRef="#br0" timeOffset="40590.72">11289 17427 0,'35'0'297,"0"0"-297,1 0 16,-19 18-16,1-18 15,35 18-15,17-1 32,-17-17-17,36 35 1,34-17 0,-17 0-1,35-1 1,-35-17-1,-36 0-15,19 18 16,-19-18 0,54 0-1,-54 0 1,-17 0 0,53 0-1,-18 0 16,-17-18-31,105-35 32,-35 18-17,18 35 1,53-35 0,-89 35-1,53 0 1,-70 0-1,0 18 1,53-1 0,-89 1-1,19-1 1,34-17 0,18-52-1,124 16 16,-54-17-31,-52 36 32,0-1-17,-36 18 1,-52 0 0,-36 18-1,18-1 1,-18 1-1,54-18 1,16 18 0,107-18-1,35 0 1,-71 0 0,89 0-1,-106 0 16,0 0-31,-71 0 16,0 0 15,0 17-15,0-17 0,18 36-1,-53-36 1,18 0-1,17 0 1,35 0 0,-17 0-1,18 0 1,-36 0 0,-18 0-1,54 17 1,-54-17-1,-34 0 17,70 0-17,-36 0 1,36 0 0,-18-35-1,-17 35 1,52 0-1,-35 0 1,124-18 0,53 1-1,-54-1 1,1 18 0,-106 0-1,-53 0 1,0 0 15,-36 18-31,18-18 31,36 0-15,-18 0 0,35 0-1,36 0 1,-36 17-1,18 1 1,-36-18 0,-35 0-1,54 0 1,-19 0 0,-34 0-1,87 0 1,18 0-1,53 18 1,-70-18 15,-36 0-15,0 0 0,-53 0-1,36 0 1,-36 0-1,53 0 1,195 0 0,-37 0-1,143-18 1,898 0 0,54 71-1,-600 35 1,-512-70 15,-229 0-31,0-1 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3-05-06T11:28:42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8132 4798 0,'0'0'0,"35"0"203,0 0-188,18 17 1,18 1-16,-19 0 0,37-1 16,-19 1-16,18 35 15,265 88 1,-229-88-16,140 53 31,-17 17 16,-88-52-16,-124-54-15,1-17-1,-1 0 1,-18 0 0,1 0-1,-18-17 1,35 17 0,18-53-1,18 18 1,17-18-1,71 0 1,-71 35 15,-35-17-15,17 17 0,1 18-1,35 0 1,-18 0-1,0 0 1,71 35 0,-71-17-1,0 17 1,18 1 0,-35-19-1,70 1 1,-71 17-1,1-17 1,17-18 15,-35 0-15,0 0 0,35 0-1,-17-35 1,70 17-1,-71 0 1,1 1 0,0 17-1,-19 0 1,19-18 0,-36 18-1,18 0 1,-18-18-1,36 1 1,-18-1 0,35 0 15,-35 1-15,0 17-1,18 0 1,-54 0-1,36 0 1,0 0 0,-18 0-1,36 17 1,-54 1 0,1 0-1,17-18 1,-17 0-1,0 0 1,-1 0 15,1 0-15,-18-18 0,0 0 15,18 1-16,-1-1 1,1 18 0,-18-17-1,17 17 1,1 0 0,0 0-1,-1 0 16,1 0-15,0 0 0,-1 0 15,-17-18-15,18 0-1,0 1 1,-1-1-1,36 0 1,-35 18 0,-1 0-1,1 0 1,0 0 0,-1 0-1,1 0 1,0 0 874,-1 0-858,1 0-17,52 0 1,19 0 15,-19 0 0,36-17 16,-88 17-47,-1 0 0,19 0 32,-19 0-17,1 0 16,-18-18-15,0 0 0</inkml:trace>
  <inkml:trace contextRef="#ctx0" brushRef="#br0" timeOffset="3149.92">15699 5027 0,'70'0'203,"71"0"-203,212 35 31,-124 1-15,54 17 0,-142-36-1,0-17 1,-35 18-1,-53-1-15,88-17 16,0 0 0,18 0-1,-18 0 1,-36 0 15,178-35-15,-142-35-1,0 34 1,-35 1 0,0-18-1,52-17 1,-17 34 0,-35 19-1,124-1 1,-142 18-1,0 0 1,0 18 15,-17-1-31,52 1 16,-17 0 15,53-18-15,52 0-1,-140 0 1,-18 0 0,17 0-1,-34 0 1,34 0 0,-34 0-1,17 0 1,52 0-1,1-18 1,141-53 0,-123 36-1,-19 0 1,-34 17 0,17 1 15,-35 17-16,18-18 1,-18 18 0,-1 0-1,-16 0 1,17 0 0,0 0-1,-18 0 1,18 0-1,-18 0 1,0 0-16,-17 0 16,35 0-1,-18 0 1,-17 0 0,17 0 15,-17 0-16,-1 0 1,1 0 0,0 0 109,-1 0-125,1 0 15,0 0 1,-1 0 0,1 0-1,-1 0-15,19 0 16,-19 0-1,36 0 1,-17 0 0,-1 0-1,0 0 1,-17 0 0,17 0-1,0 0 1,-17 0-1,0 0 17,-1 0-17,1 0 1,0 0 0,-1 0 15,1 0-16,-1 0 17,1 0-17,0 0 1,-1 0 375,1 0-376,0 0-15,-1 0 31,1 0-15,0 0 15,-36 0 110</inkml:trace>
  <inkml:trace contextRef="#ctx0" brushRef="#br0" timeOffset="35953.62">9913 13829 0,'282'-53'172,"36"-18"-172,-1 54 15,1-54-15,-71 54 0,-36-19 16,1 36-16,17-17 15,18 17-15,424-36 32,475-34-1,-458 17 0,-617 53-31,440 0 31,-193 0-15,140 0 0,-123-35-1,124 52 1,-230-17 15,18 0-15,229 18-1,18 17 1,-106-17 0,-17 35-1,-212-53 1,-1 0 0,107 0-1,-71 17 1,18-17-1,-142 0 1,18 0 0,142 0-1,-19 0 1,-34-35 0,-19 0-1,-34 0 16,-36-18-15,18 0 0,-88 35-1,17 0 1,-17 1 0,-18-1-1,0-35 1,0 18-1,0 0 1,0-124 0,0-88-1,-106-617 1,35 387 0,18 248-1,18 106 16,0 52-15,17 1 0,-53-36-1,1 0 1,-18-70 0,52 52-1,-34 1 1,17-1-1,35 106 1,18 1 0,-53-54-1,-52-87 1,-54-142 0,106 211-1,18 37 16,-18 16-15,17 36 0,19-17-1,-36-19 1,-18 19 0,-158-54-1,35 1 1,18-1-1,-18-35 1,52 53 0,1 18-1,-70-53 1,105 70 0,-35 1-1,17 17 1,18 0 15,-52 0-15,52 0-1,-18 0 1,-87 35 0,-19 18-1,-34 0 1,-159 35-1,193-18 1,36-17 0,-123 36-1,87-37 1,-69 19 0,-125 17-1,230-35 16,-70-18-15,34 18 0,-158 18-1,71-18 1,-89 53 0,-282-18-1,371-71 1,17-17-1,-35 18 1,158-18 0,-52 35-1,17 1 1,89-36 0,-1 0-1,-70 17 1,106-17 15,-35 0-15,-36 18-1,35-18 1,-34 0 0,34 18-1,18-1 1,-70 1-1,52-1 1,-52 54 0,70-53-1,53 17 1,0-17 0,36 17-1,-19 0 16,1-17-15,18-1 0,-19 36-1,1-35 1,0 53 0,-89 158-1,54 0 1,-1 0-1,18 248 1,53-213 0,0-52-1,36-36 1,-1-105 15,-35-36-31,35 0 16,0 1 15,18 52-15,-17-18-1,-1 1 1,71 158 0,-18-52-1,0 70 1,18 0-1,-36-124 1,-34-52 0,17-1-1,-18-52 1,18-1 0,70 1-1,-52 0 1,88-1 15,-18 19-15,53 17-1,-36 35 1,-16-35 0,-19 35-1,-70-53 1,-18-35-1,1 18 1,-19-18 0,1 0-1,17 0 1,-17 0 0,-18-18-1,35-35 1,-35 36 15,35-19-15,-17 19-1,-18-36 17,0 35-17,-35-17 1,-18 0-1</inkml:trace>
  <inkml:trace contextRef="#ctx0" brushRef="#br0" timeOffset="43106.11">12418 12171 0,'53'0'282,"35"35"-267,-18-35-15,1 0 16,17 18-16,106-18 16,124 17 15,-54-17 0,1 0 16,-159 0-31,70 0-1,-70 0 1,123 0-1,-70 0 1,-18 0 0,71 0-1,17 0 1,-53 0 0,19 0-1,-143 0 1,-16 0-1,-19 0 1,19 0 0,-19 0 15,1 0-15,0 0-1,-36 0 110,-17 0-109,-1 0-16,1 0 0,0 0 15,0 0-15,-36 0 16,-17 0 15,35 0-15,-18 0 0,-17 0-1,53 0 1,-71 0-1,53 0 1,-35 0 0,17 0-1,18 0 1,-17 0 0,-1 0-1,18 0 1,-17 0-1,-18 0 1,52 0 0,1 0 15,0 0-31,17 0 16,-35 0-1,-70 0 1,35 0-1,-36 0 1,-35-17 0,54 17-1,-37-36 1,54 36 0,0-17-1,0-1 1,53 18-1,-1 0 1,-34 0 15,52 0-15,-35 0 0,-88 0-1,35-35 1,-17 17-1,52 18 1,36 0 0,-36 0-1,36 0 1,17 0 0,-17 0-1,18 0 1,-1 0-1,0 0 1,1 0 31,-19 0-31,19 0-1,-1 0 1,-53 0-1,36 0 1,0 0 0,17 0-1,1 0 1,-1 0 0,18-17-1,18 17 95,-1 0-95,1 0-15,0 0 47,-1 0-31,1 0-1,-1 0-15,19 0 16,-19 0 0,19 0-1,-19 0 1,1 0-1,17 0 1,1 0 0,-19 0 15,1 0-15,17 0-1,-17 0 1,-1 0-1,1 0 1,0 0 0,-1 0 15,1 0-15,0 0-1,-1 0-15,1 0 16,-1 0-1,1 0 1,17 0 0,-17 17-1,35 1 1,35-18 0,-17 0-1,35 35 1,-36-17-1,-17-18 1,88 17 0,-88-17-1,53 18 1,-18-18 0,-53 0-1,36 0 1,-36 0-1,0 0 1,18 0 0,-35 0-1,35 0 17,-18 0-17,18 0 1,0 0-1,18 0 1,-19 0 0,37 0-1,-54 0 1,36 0 0,17 0-1,-18 0 1,-34 0-1,34 0 1,-17 0 15,-18 0-15,18 0 0,-35 0-1,35 0 1,-36 0 15,19 0-15,-19 0-1,19 0 1,17 0 0,-1 0-1,1 0 1,36 0-1,-37 0 1,19 0 15,-18 0-31,-18 0 16,53 0 15,-70 0-15,35 0-1,-35 0-15,17 0 16,0 0 0,36-18-1,-36 1 1,0-1 0,36 18-1,-54-17 1,1-1-1,35 18 1,-35 0 0,-1 0-1,-17-18 17,18 18-17,0-17 1,-18-1-1,0 0 1,0-35 0,0-52-1,0 34 1,-18-35 0,18 71-1,0-18 1,0 0-1,0 18 1,0 0 0,0-18-1,0 17 17,0-17-17,-18 18 1,1-18-1,17 18 1,0 17-16,0-35 16,-18 18-1,18-35 1,0 34 0,0 19-1,0-19 1,0 19-1,0-1 1,-18 18 0,1 0-1,-1 0 32,0 0-31,1 0-1,-1 0 1,1 0 15,-1 0-15,0 0 0,1 0-1,-1 0 1,-35 0-1,18 0 1,-89 0 0,1 0 15,-18-18-31,-53-17 31,70 18-15,-140-19-1,105 1 1,-35 17 0,53 1-1,-89-19 1,89 36 0,106-17-16,-53 17 15,17-18 1,1 18-1,-18-17 1,52 17 0,-17 0-1,-35-18 1,71 18 15,-54 0-15,36 0-1,-18 0 1,-53 0 0,35 0-1,-17 0 1,-53 0 0,18 0-1,34 0 1,-52 0-1,71 0 1,34 18 0,-16-1-1,34-17 1,-35 18 15,35-18-15,1 17-1,-36 1 1,35 0 0,-17-1-1,35 1 1,-18 0 0,1-18-1,-1 17 1,0 1-1,18 0 1,0-1 0,0 1-1,0-1 1,0 1 31,0 0-32,0-1 1,0 1 0,0 0-1,0-1 1,0 1 15,0 0-15,0-1-1,18 1 1,-18 0 0,0-1 15,0 1-15,0-1-1,0 1 1,0 0-1,0-1 1,0 19 0,0-1-1,18 18 1,-1 17 0,1-17-1,-18-17-15,0 16 16,0-34-1,0 53 1,0-36 0,0-17-1,0 35 1,0-36 0,18 1 15,-18-1 0,0 1-15,17 0-16,-17 17 15,0-17 1,18 17 0,-18-17-1,17-1 1,-17 1-1,0-1 1,18-17 0,0 18 77,-1-18-77,-17 18-16,18-1 31,0 19-15,-18-19 0,17 1-1,19 0 1,-36-1-1,17-17 1,-17 18-16,18-18 31,-1 0 47,-52-18 47,-35-17-109,-89-71-16</inkml:trace>
  <inkml:trace contextRef="#ctx0" brushRef="#br0" timeOffset="79151.71">21643 15628 0,'-53'0'281,"-35"0"-266,0-18-15,17 1 16,-52-1 0,52 1-1,53 17 1,1 0 0,-1 0-1,0 0 1,1 0-1,-1 0 1,1 0 15,34 0 47,1 0-78,-1 0 16,1 0 0,17 0-16,-17 0 15,0 0 1,52 0 0,-34 0-1,-1 0 1,53 0-1,-35 0 1,0 0 0,88 0-1,0 0 1,106 0 0,-71 0-1,-17 0 1,88 0-1,-123 0 1,105 0 15,-106 0-15,18 0 0,1 0-1,16-18 1,-52 0-1,-53-17-15,35 35 16,0 0 0,18-18-1,18 1 1,-36-1 0,0 18-1,36-18 1,-1 18-1,-52-17 17,52-1-17,-35 0 1,36 1 0,-54 17-1,-17-18 1,53 1-1,-18-1 1,-35 0 0,0 1-1,-18-1 1,18 18 0,-35-18-1,-18 1 1,35-19-1,-17 19 17,-18-1-17,17-17 1,-17 0 0,0 17-1,0-17 1,0-1-1,0 1 1,0 18 0,-17-54-1,-18-88 1,-1 18 0,-17 35-1,-17-88 1,35 53 15,-36-18-15,71 124-1,-18 17 1,-17 1 0,17 17-1,-17-35 1,18-1-1,-19 19 1,1 17 0,-18-18-1,18 0 1,-1 18 0,19 0-1,-36 0 1,-35 0-1,-71 0 1,-53-17 15,106 17-31,-123 0 16,53 0 0,-300 0-1,17 0 1,-106 53-1,336-53 1,88-18 0,0 18-1,-106 0 1,53 0 15,71 0-31,34 0 16,1 0-1,-88 0 17,17 0-17,106 0 1,-35 0 0,53 0-1,-18 0 1,17 0-1,-17 18 1,1-18 0,-19 35-1,-52 18 1,-19-18 0,90 0-1,-1-17 1,17-18-1,36 18 1,-17 17 15,-1-17-15,18 17 0,0 0-1,0 0 1,0-17-1,0 17 1,0 1 0,18 17-1,17 52 1,0 19 0,18 87-1,0-105 1,-18-17-1,18 34 1,0-52 15,-18-19-15,36 54 0,0-35-1,-19 17 1,54 0-1,-35-35 1,17 35 0,-53-35-1,-17-35 1,35 0 0,-18-1-1,-17 1 1,-18-1-1,17-17 1,1 0 15,0 0-15,-1 0 0,1 0-1,-18-17 16,18-1-15,-18 1 15,0-1-15,0 0 15,0 1-15,0-1-1,-18 0 1,0 18-16,-17-17 31,17-1-31,1 0 16</inkml:trace>
  <inkml:trace contextRef="#ctx0" brushRef="#br0" timeOffset="81366.05">7955 17004 0,'18'0'219,"-1"0"-219,1 0 15,17 0-15,18 0 16,-17 0-16,-1 0 0,0 0 16,18 0-16,-18 0 15,53 0 1,318-35 15,-159 17 0,-159 18 16,-52 0-47,-19 0 16,36 0 15,-35 0-15,17 0-1,-17 0 1,-1 0 0,1 0-1,0 0 1,-1 0 0,54-18-1,-36 18-15,36-17 16,17-19-1,35 36 1,-52 0 0,-1 0-1,19 0 17,-72 0-17,36 0 1,18 0-1,-54 0 1,89 0 0,35-35-1,18 35 1,141-35 0,-141 35-1,-53-18 1,17 18-1,-70 0 1,-18 0 15,-17 0-31,-1 0 16,1 0 15,0 0-15,-18-17 78,0-1-79,0 0 1,-18 1-1,0 17 1,1 0 0</inkml:trace>
  <inkml:trace contextRef="#ctx0" brushRef="#br0" timeOffset="105629.8">23266 11677 0,'53'18'266,"17"-1"-266,1 1 16,-18 0-16,0-18 15,-36 17-15,1-17 0,-1 18 16,1-1 0,0-17 15,-18 18 63,17-18-1,19 0-77,70 35-16,88 18 16,52 0-16,195 88 15,-194-53 16,-229-70-15,0-18 0,-1 0-1,-34 0 48,-1-18-32,0 18-15,1-17-16</inkml:trace>
  <inkml:trace contextRef="#ctx0" brushRef="#br0" timeOffset="106552.4">24359 12083 0,'-17'17'203,"-54"71"-188,36-52-15,-36 34 16,36-17-16,0 0 16,-36 53-1,54-71-15,-36 18 16,35-35-1,-17-1 1,-1-17 0,19 36-1,-18-1 1,-1-17 0,19 17-1,-1-35-15,0 35 31,1-17-15,-19-1 0,19-17-1</inkml:trace>
  <inkml:trace contextRef="#ctx0" brushRef="#br0" timeOffset="107627.05">25065 11906 0,'53'0'250,"17"-17"-250,-17 17 16,-17-18-16,-1 18 15,-18 0-15,1 0 0,0 0 16,-1 0-16,19 0 31,34 0 1,-52 0 14,-1 0-30,1 0 15,0 0-15,-1 0 0,1 0-1,0 0 1,-1 0 15</inkml:trace>
  <inkml:trace contextRef="#ctx0" brushRef="#br0" timeOffset="108427.7">25241 12347 0,'71'0'203,"-1"-35"-187,-17 35-16,-17 0 15,16 0-15,1-18 16,-17 18-16,34-17 0,-34 17 16,-19 0-1,18 0-15,18 0 32,53-18-1,-18 18 0,-17 0 0,-53-18-15,-18-17 0</inkml:trace>
  <inkml:trace contextRef="#ctx0" brushRef="#br0" timeOffset="109475.78">26370 11765 0,'18'35'296,"-1"1"-296,1-19 16,-18 19-16,18-36 16,-18 17-16,17 1 0,-17 0 15,0 17 1,0-18 15,0 19 0,0-1 16,0-17-31,0-1 0,18-17-1,-18 18 1,0 0-1,0-1 17,18-17-32,-18 18 15,35 35 1,0-18 0,-17 0-1,-18-17 1</inkml:trace>
  <inkml:trace contextRef="#ctx0" brushRef="#br0" timeOffset="110326.64">26741 11871 0,'141'-18'219,"17"1"-219,-16 17 0,52-36 31,-124 19-15,-17 17-1,-35 0-15,-18-18 16,17 18-16,19 0 16,-1 0-16,-17 0 15,17 0 1,35-17 15,-34 17 16,-36-18-47,0 0 31,0-17-15</inkml:trace>
  <inkml:trace contextRef="#ctx0" brushRef="#br0" timeOffset="111293.43">27252 11589 0,'0'17'282,"0"1"-267,0 0-15,0-1 16,0 1-16,0 0 15,18-18-15,-18 17 16,35 71 0,-35-17 15,35 35 16,1-18-16,-19-35-15,1 17-1,-18-52 1,17 0 0,-17 17-1,0-17 16,0-1-31,0-34 47,0-1-31,-17 0 0</inkml:trace>
  <inkml:trace contextRef="#ctx0" brushRef="#br0" timeOffset="112442.08">28205 11536 0,'0'17'218,"0"1"-218,0 17 16,0-17-16,0 0 16,0 17-1,0 53 16,0 0 1,0-35-17,0-17 1,0-1 0,0-18-1,0 19 1,0-1-1,0 0 1,0-17 15,0 0-15,0-1 15,0 1-15,-18-36 62,18 1-62,0-1-16,-18-17 31</inkml:trace>
  <inkml:trace contextRef="#ctx0" brushRef="#br0" timeOffset="113531.01">27975 11218 0,'18'0'297,"0"0"-281,-1 0-16,1 0 15,-1 0-15,1 0 16,53 0 15,-18 0 16,-36 0-31,1 0-1,0 0 1</inkml:trace>
  <inkml:trace contextRef="#ctx0" brushRef="#br0" timeOffset="115123.03">22895 11201 0,'18'17'219,"0"1"-219,-18 0 16,17-1-16,1 19 0,-1-1 15,19 18-15,-1 0 16,-17 35-16,-18-18 16,17 1-16,1 0 15,-18 17-15,35 176 16,53 213 31,1-266-16,-54 1 0,-17-124-15,-1-53-16,1 36 15,-18-18 1,35 53 0,-17-36-1,-1 1 1,1 17 0,-18-53-1,0-17 32,0-53-31</inkml:trace>
  <inkml:trace contextRef="#ctx0" brushRef="#br0" timeOffset="116653.4">24730 11060 0,'17'53'281,"1"-1"-281,17 19 16,1-18-16,-19 17 15,54 19 1,17 175 15,-35-123 0,-53-70 1,18-18-17,-1 17 1,18 19 15,-17 34-15,0-70-1,-18-35 1,0-1-16,0 36 16,17-18-1,36 107 1,-17-54-1,-36-18 1,35 1 0,-35-54-1,17 19 1,-17 52 0,53 0-1,-17 36 16,-36-89-31,0 0 32,0 0-17</inkml:trace>
  <inkml:trace contextRef="#ctx0" brushRef="#br0" timeOffset="117802.42">26088 11748 0,'35'35'282,"-17"0"-267,-1 0-15,1 1 16,17-1-16,-17 18 16,0 0-16,-1-18 15,19 0-15,-19 1 16,1-1-16,35 53 31,-18-35 0,-35 0 1,35 0-1,-35-36-16,0 1 1,-17-36 47,-1 18-63</inkml:trace>
  <inkml:trace contextRef="#ctx0" brushRef="#br0" timeOffset="119085.44">28910 11077 0,'0'18'219,"0"0"-219,0 17 0,0-18 15,0 1-15,0 0 16,0-1-16,0 1 15,0 0-15,-17 17 16,-1 18 0,18 35 15,0 53 0,0 18 0,0-124-15,0 0 15,0 1-15,0-19 0,0 19-1,0-1 1,0-17-1,0 17 1,0-18 0,0 1-1,0 0 1,0-1 0,0 1-1,-18 0 1</inkml:trace>
  <inkml:trace contextRef="#ctx0" brushRef="#br0" timeOffset="120253.11">26441 13070 0,'35'0'281,"18"0"-265,35 0-16,-17 0 15,-18 0-15,35 0 16,-18 0 15,-34 18 16,-19-18-16,-34 0 1,-1 0-17</inkml:trace>
  <inkml:trace contextRef="#ctx0" brushRef="#br0" timeOffset="121133.47">26405 13564 0,'18'0'219,"35"0"-219,18 0 15,-19 0-15,1 0 16,36 0 0,-54 0-16,18 0 0,-18 0 15,18 0-15,-18 0 16,1 0-16,-1 0 15,0 0-15,124 0 32,-89 0-1,19 0 0,-72-17 0,-17-19-15,-35 1 0</inkml:trace>
  <inkml:trace contextRef="#ctx0" brushRef="#br0" timeOffset="122481.12">27869 14076 0,'0'17'282,"18"-17"-282,-18 18 15,18-18-15,-1 0 16,-17 18-16,18-18 16,-18 17-16,18-17 15,-1 0 1,1 0-1,0-17 17,-1-1-17,-17-17 17,0 0-17,-17-142 1,-1 89-1,18 17-15,-18 36 16,-17-88 0,17 52-1,-17-52 1,17 70 0,1 35-1,17-17 1,0 17-1,0-17 1,0 0 15,0-1-31,0-34 32,0 52-17,0-17 1,0 0-1,0 17 1,53 18 15,-18 0-15,0 0 0,1-18-16,140-35 15,53 18 1,-17-35-1,-142 52 1,-34 18 0,-19 0-1,1 0 17,0 18-1,-1-1-16</inkml:trace>
  <inkml:trace contextRef="#ctx0" brushRef="#br0" timeOffset="124131.31">28363 13335 0,'18'18'281,"17"-18"-265,-17 17-16,17-17 16,-17 0-16,-1 18 15,19 0 1,-19-18-16,19 17 16,-19-17-16,1 0 15,35 18 1,53 17 15,-53 0 0,17-35 16,-52 0-31,-18 18-1,17 0-15,1-18 16,-18 17 0,0 1-1,0 35 1,-88 88 0,0-88-1,17 17 1,18-34-1,0 17 1,36-36 0,-19 1-1,1 35 1,35-36 15,-18-17-15,1 18-16,-1-18 15,18 18 1,0-1 15,18-17 16,-1 0-47,1 0 16,35-35-1,18 0 1,17 17 0,-35-17-1,-18 0 1,53 17 0,-17 0 15,-1 18-16,-34 0 1,16 0 0,-34 0-1,0 0-15,-1 0 16,19 0 0,-19 0 15,-17-17-16,-70-36 1,-160-71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3DB2A-3A11-48DD-8BF3-F4F5E3EFEFB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5F500-4DB5-4032-AF3F-378390C1C2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5F500-4DB5-4032-AF3F-378390C1C2D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979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9A390-5084-4A90-8F0B-742CA5BE78B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37595" y="312516"/>
            <a:ext cx="11516810" cy="6128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srgbClr val="1C4987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 rot="2771160">
            <a:off x="-113075" y="-375493"/>
            <a:ext cx="727227" cy="1267067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 rot="2965454">
            <a:off x="11449418" y="5786985"/>
            <a:ext cx="780194" cy="1473922"/>
          </a:xfrm>
          <a:prstGeom prst="rect">
            <a:avLst/>
          </a:prstGeom>
          <a:solidFill>
            <a:srgbClr val="1C4987"/>
          </a:solidFill>
          <a:ln>
            <a:solidFill>
              <a:srgbClr val="1C49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9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E89F-EA7D-43A8-8825-ACDB64FD2543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81C0E-05C0-4F9D-82B9-156B7F2B4E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customXml" Target="../ink/ink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14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11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7.emf"/><Relationship Id="rId10" Type="http://schemas.openxmlformats.org/officeDocument/2006/relationships/oleObject" Target="../embeddings/oleObject4.bin"/><Relationship Id="rId4" Type="http://schemas.openxmlformats.org/officeDocument/2006/relationships/image" Target="../media/image13.wmf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emf"/><Relationship Id="rId11" Type="http://schemas.openxmlformats.org/officeDocument/2006/relationships/image" Target="../media/image23.png"/><Relationship Id="rId5" Type="http://schemas.openxmlformats.org/officeDocument/2006/relationships/oleObject" Target="../embeddings/oleObject9.bin"/><Relationship Id="rId10" Type="http://schemas.openxmlformats.org/officeDocument/2006/relationships/customXml" Target="../ink/ink9.xml"/><Relationship Id="rId4" Type="http://schemas.openxmlformats.org/officeDocument/2006/relationships/image" Target="../media/image19.emf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1" b="34040"/>
          <a:stretch>
            <a:fillRect/>
          </a:stretch>
        </p:blipFill>
        <p:spPr>
          <a:xfrm>
            <a:off x="3571516" y="1085743"/>
            <a:ext cx="5048967" cy="125459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39278" y="2290024"/>
            <a:ext cx="8913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数学建模与科学计算</a:t>
            </a:r>
            <a:endParaRPr lang="en-US" altLang="zh-CN" sz="5400" b="1" dirty="0">
              <a:solidFill>
                <a:srgbClr val="0170BD"/>
              </a:solidFill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  <a:p>
            <a:pPr algn="ctr"/>
            <a:r>
              <a:rPr lang="zh-CN" altLang="en-US" sz="5400" b="1" dirty="0">
                <a:solidFill>
                  <a:srgbClr val="0170BD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rPr>
              <a:t>期中考前梳理</a:t>
            </a:r>
          </a:p>
        </p:txBody>
      </p:sp>
      <p:grpSp>
        <p:nvGrpSpPr>
          <p:cNvPr id="12" name="组合 11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>
            <a:off x="8468374" y="4734962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3" name="椭圆 12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GrpSpPr/>
          <p:nvPr/>
        </p:nvGrpSpPr>
        <p:grpSpPr>
          <a:xfrm flipH="1">
            <a:off x="3372524" y="4734962"/>
            <a:ext cx="332342" cy="133350"/>
            <a:chOff x="8385415" y="3672960"/>
            <a:chExt cx="332342" cy="133350"/>
          </a:xfrm>
          <a:solidFill>
            <a:srgbClr val="0170BD"/>
          </a:solidFill>
        </p:grpSpPr>
        <p:sp>
          <p:nvSpPr>
            <p:cNvPr id="16" name="椭圆 15"/>
            <p:cNvSpPr/>
            <p:nvPr/>
          </p:nvSpPr>
          <p:spPr>
            <a:xfrm>
              <a:off x="8385415" y="3672960"/>
              <a:ext cx="133350" cy="133350"/>
            </a:xfrm>
            <a:prstGeom prst="ellipse">
              <a:avLst/>
            </a:prstGeom>
            <a:grpFill/>
            <a:ln>
              <a:solidFill>
                <a:srgbClr val="0170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8516384" y="3739635"/>
              <a:ext cx="201373" cy="0"/>
            </a:xfrm>
            <a:prstGeom prst="line">
              <a:avLst/>
            </a:prstGeom>
            <a:grpFill/>
            <a:ln w="3175">
              <a:solidFill>
                <a:srgbClr val="0170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 descr="e7d195523061f1c0f4bb5be3e2152d0be5f1635aa3ee5a33E6DD9EB6C71F4F179BAB7AE0B57C3F8359103873511F92A5B708547D4B17A08C0273121C22B542FF37C108EC636541EC6D8B0743D4BC2EF7A0B42B998AA7195F18A6A5828ED668E47A272CA54E4A271C43DD39AED72AD9B3FE204F54C7C86D2B9F472AEEF4EB713D69003F8A0AC2A2866A10870A40EFD8B2"/>
          <p:cNvSpPr txBox="1"/>
          <p:nvPr/>
        </p:nvSpPr>
        <p:spPr>
          <a:xfrm>
            <a:off x="4914917" y="4617336"/>
            <a:ext cx="234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2023. 05 . 06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01110" y="1665605"/>
            <a:ext cx="494220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Exam time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5.14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Time is ample 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Examination scope: Chapter 1-3</a:t>
            </a:r>
          </a:p>
          <a:p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Difficulty: simple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PingFang SC" panose="020B0400000000000000" charset="-122"/>
              </a:rPr>
              <a:t>Key words</a:t>
            </a:r>
            <a:r>
              <a:rPr lang="zh-CN" altLang="en-US" sz="2400" b="1" dirty="0">
                <a:solidFill>
                  <a:srgbClr val="000000"/>
                </a:solidFill>
                <a:latin typeface="PingFang SC" panose="020B0400000000000000" charset="-122"/>
              </a:rPr>
              <a:t>：</a:t>
            </a:r>
            <a:endParaRPr lang="en-US" altLang="zh-CN" sz="2400" b="1" dirty="0">
              <a:solidFill>
                <a:srgbClr val="000000"/>
              </a:solidFill>
              <a:latin typeface="PingFang SC" panose="020B0400000000000000" charset="-122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PingFang SC" panose="020B0400000000000000" charset="-122"/>
              </a:rPr>
              <a:t>N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 panose="020B0400000000000000" charset="-122"/>
              </a:rPr>
              <a:t>onlinear equation</a:t>
            </a:r>
            <a:endParaRPr lang="en-US" altLang="zh-CN" sz="2400" b="1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 panose="020B0400000000000000" charset="-122"/>
              </a:rPr>
              <a:t>Linear system</a:t>
            </a:r>
          </a:p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 panose="020B0400000000000000" charset="-122"/>
              </a:rPr>
              <a:t>Matrix iteration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1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1674540" y="3769761"/>
            <a:ext cx="91285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solidFill>
                  <a:srgbClr val="0170BD"/>
                </a:solidFill>
                <a:latin typeface="Calibri" panose="020F0502020204030204" pitchFamily="34" charset="0"/>
                <a:ea typeface="方正正粗黑简体" panose="02000000000000000000" pitchFamily="2" charset="-122"/>
                <a:cs typeface="Calibri" panose="020F0502020204030204" pitchFamily="34" charset="0"/>
              </a:rPr>
              <a:t>True or false and fill-in-the-blanks test</a:t>
            </a:r>
            <a:r>
              <a:rPr lang="zh-CN" altLang="en-US" sz="3600" dirty="0">
                <a:solidFill>
                  <a:srgbClr val="0170BD"/>
                </a:solidFill>
                <a:latin typeface="Calibri" panose="020F0502020204030204" pitchFamily="34" charset="0"/>
                <a:ea typeface="方正正粗黑简体" panose="02000000000000000000" pitchFamily="2" charset="-122"/>
                <a:cs typeface="Calibri" panose="020F0502020204030204" pitchFamily="34" charset="0"/>
              </a:rPr>
              <a:t>：</a:t>
            </a:r>
            <a:r>
              <a:rPr lang="en-US" altLang="zh-CN" sz="3600" dirty="0">
                <a:solidFill>
                  <a:srgbClr val="0170BD"/>
                </a:solidFill>
                <a:latin typeface="Calibri" panose="020F0502020204030204" pitchFamily="34" charset="0"/>
                <a:ea typeface="方正正粗黑简体" panose="02000000000000000000" pitchFamily="2" charset="-122"/>
                <a:cs typeface="Calibri" panose="020F0502020204030204" pitchFamily="34" charset="0"/>
              </a:rPr>
              <a:t>Elementary knowledge</a:t>
            </a:r>
            <a:endParaRPr lang="zh-CN" altLang="en-US" sz="3600" dirty="0">
              <a:solidFill>
                <a:srgbClr val="0170BD"/>
              </a:solidFill>
              <a:latin typeface="Calibri" panose="020F0502020204030204" pitchFamily="34" charset="0"/>
              <a:ea typeface="方正正粗黑简体" panose="02000000000000000000" pitchFamily="2" charset="-122"/>
              <a:cs typeface="Calibri" panose="020F0502020204030204" pitchFamily="34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8655" y="435937"/>
            <a:ext cx="6568578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有固定考点 知识点琐碎</a:t>
            </a:r>
          </a:p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难度小但易犯错：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CN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ignificant digits 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norm</a:t>
            </a:r>
          </a:p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有效数字和范数</a:t>
            </a:r>
          </a:p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有效数字必考好像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46434" y="2681839"/>
            <a:ext cx="65685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How many significant digits do the following two approximations have, when x=</a:t>
            </a:r>
            <a:r>
              <a:rPr lang="el-GR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endParaRPr lang="en-US" altLang="zh-C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zh-CN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=3.141 and x</a:t>
            </a:r>
            <a:r>
              <a:rPr lang="en-US" altLang="zh-CN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=3.142 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346435" y="4166648"/>
                <a:ext cx="656857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Solution</a:t>
                </a:r>
                <a:r>
                  <a:rPr lang="zh-CN" altLang="en-US" sz="2000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：</a:t>
                </a:r>
                <a:endParaRPr lang="en-US" altLang="zh-CN" sz="2000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0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00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0.00059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≤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0.5*10</a:t>
                </a:r>
                <a:r>
                  <a:rPr lang="en-US" altLang="zh-CN" sz="2000" baseline="30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-2</a:t>
                </a:r>
                <a:endParaRPr lang="en-US" altLang="zh-CN" sz="20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0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=0.0004 </a:t>
                </a:r>
                <a:r>
                  <a:rPr lang="zh-CN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≤ </a:t>
                </a:r>
                <a:r>
                  <a:rPr lang="en-US" altLang="zh-CN" sz="2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0.5*10</a:t>
                </a:r>
                <a:r>
                  <a:rPr lang="en-US" altLang="zh-CN" sz="2000" baseline="300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-3</a:t>
                </a:r>
              </a:p>
              <a:p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  <a:r>
                  <a:rPr lang="en-US" altLang="zh-CN" sz="2000" b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 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has three significant digits and </a:t>
                </a:r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  <a:r>
                  <a:rPr lang="en-US" altLang="zh-CN" sz="2000" b="1" baseline="-25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altLang="zh-CN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has four significant digits.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435" y="4166648"/>
                <a:ext cx="6568577" cy="1323439"/>
              </a:xfrm>
              <a:prstGeom prst="rect">
                <a:avLst/>
              </a:prstGeom>
              <a:blipFill rotWithShape="1">
                <a:blip r:embed="rId2"/>
                <a:stretch>
                  <a:fillRect l="-4" t="-31" r="6" b="-26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7B65B9B-6EDA-D6C4-CA23-DFAF1E4754D4}"/>
                  </a:ext>
                </a:extLst>
              </p14:cNvPr>
              <p14:cNvContentPartPr/>
              <p14:nvPr/>
            </p14:nvContentPartPr>
            <p14:xfrm>
              <a:off x="1409760" y="1123920"/>
              <a:ext cx="6255000" cy="57027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7B65B9B-6EDA-D6C4-CA23-DFAF1E4754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0400" y="1114560"/>
                <a:ext cx="6273720" cy="572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2201651828330_.pic_hd"/>
          <p:cNvPicPr>
            <a:picLocks noChangeAspect="1"/>
          </p:cNvPicPr>
          <p:nvPr/>
        </p:nvPicPr>
        <p:blipFill>
          <a:blip r:embed="rId2"/>
          <a:srcRect l="5476" t="8863" b="4793"/>
          <a:stretch>
            <a:fillRect/>
          </a:stretch>
        </p:blipFill>
        <p:spPr>
          <a:xfrm rot="16200000">
            <a:off x="3155950" y="-647065"/>
            <a:ext cx="5880100" cy="795845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H="1">
            <a:off x="1646555" y="2369820"/>
            <a:ext cx="58864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9668510" y="5548630"/>
            <a:ext cx="101346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681970" y="5364480"/>
            <a:ext cx="938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2020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45515" y="2047240"/>
            <a:ext cx="800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2019</a:t>
            </a:r>
          </a:p>
          <a:p>
            <a:r>
              <a:rPr lang="en-US" altLang="zh-CN" b="1"/>
              <a:t>2018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97312DA-4078-3135-90F3-876BFFF7F494}"/>
                  </a:ext>
                </a:extLst>
              </p14:cNvPr>
              <p14:cNvContentPartPr/>
              <p14:nvPr/>
            </p14:nvContentPartPr>
            <p14:xfrm>
              <a:off x="3384720" y="3587760"/>
              <a:ext cx="5080320" cy="16261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97312DA-4078-3135-90F3-876BFFF7F4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5360" y="3578400"/>
                <a:ext cx="5099040" cy="164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78655" y="769312"/>
            <a:ext cx="656857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CN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ignificant digits 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norm</a:t>
            </a:r>
          </a:p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有效数字和范数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会直接作为考点出现在判断题和填空题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346434" y="2681839"/>
                <a:ext cx="6568578" cy="26433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：</a:t>
                </a:r>
                <a:endParaRPr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zh-CN" altLang="en-US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、</a:t>
                </a:r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1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2000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the following matrices</a:t>
                </a:r>
              </a:p>
              <a:p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a)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endParaRPr lang="en-US" altLang="zh-CN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zh-CN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b)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1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434" y="2681839"/>
                <a:ext cx="6568578" cy="2643352"/>
              </a:xfrm>
              <a:prstGeom prst="rect">
                <a:avLst/>
              </a:prstGeom>
              <a:blipFill rotWithShape="1">
                <a:blip r:embed="rId2"/>
                <a:stretch>
                  <a:fillRect l="-4" t="-9" r="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700408" y="3452197"/>
                <a:ext cx="5904690" cy="2317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最常考范数：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列范数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的每一列元素绝对值之和最大值）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CN" altLang="en-US" sz="20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00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行范数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的每一行元素绝对值之和最大值）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0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20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0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 dirty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20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ra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谱范数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8" y="3452197"/>
                <a:ext cx="5904690" cy="2317750"/>
              </a:xfrm>
              <a:prstGeom prst="rect">
                <a:avLst/>
              </a:prstGeom>
              <a:blipFill rotWithShape="1">
                <a:blip r:embed="rId3"/>
                <a:stretch>
                  <a:fillRect t="-15" r="8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FEE936C9-99FC-C90C-DB0C-FC53B4557F26}"/>
                  </a:ext>
                </a:extLst>
              </p14:cNvPr>
              <p14:cNvContentPartPr/>
              <p14:nvPr/>
            </p14:nvContentPartPr>
            <p14:xfrm>
              <a:off x="1994040" y="2495520"/>
              <a:ext cx="7753680" cy="38739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FEE936C9-99FC-C90C-DB0C-FC53B4557F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4680" y="2486160"/>
                <a:ext cx="7772400" cy="389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9766" y="1226387"/>
            <a:ext cx="6033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非线性方程的迭代法也会直接作为小题考点，小题中不要求根的计算和收敛性的讨论，常考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Newton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迭代法（切线法）、割线法。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69766" y="3171412"/>
            <a:ext cx="5872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(2019 final exam) Newton’s iteration formula for x^3=7 is expressed as: </a:t>
            </a:r>
          </a:p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、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The Newton’s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iteration formula for 0=sin x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315200" y="3286245"/>
                <a:ext cx="4430598" cy="1828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Solution: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1. f(x)=x^3-7 and f’(x)= 3x^2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−7</m:t>
                        </m:r>
                      </m:num>
                      <m:den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sSubSupPr>
                            <m:ctrlP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2. f(x)=sin x -0 and f’(x)=cos x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286245"/>
                <a:ext cx="4430598" cy="1828065"/>
              </a:xfrm>
              <a:prstGeom prst="rect">
                <a:avLst/>
              </a:prstGeom>
              <a:blipFill rotWithShape="1">
                <a:blip r:embed="rId2"/>
                <a:stretch>
                  <a:fillRect t="-7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8000"/>
                    </a14:imgEffect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33674" y="784445"/>
            <a:ext cx="3285652" cy="23169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E9C8E72-43C5-D26A-2616-322E05C28630}"/>
                  </a:ext>
                </a:extLst>
              </p14:cNvPr>
              <p14:cNvContentPartPr/>
              <p14:nvPr/>
            </p14:nvContentPartPr>
            <p14:xfrm>
              <a:off x="990720" y="1276200"/>
              <a:ext cx="9156960" cy="3461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E9C8E72-43C5-D26A-2616-322E05C286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1360" y="1266840"/>
                <a:ext cx="9175680" cy="348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908550" y="1372748"/>
            <a:ext cx="2374901" cy="2374902"/>
            <a:chOff x="3681412" y="1029561"/>
            <a:chExt cx="1781176" cy="1781176"/>
          </a:xfrm>
        </p:grpSpPr>
        <p:grpSp>
          <p:nvGrpSpPr>
            <p:cNvPr id="21" name="组合 20"/>
            <p:cNvGrpSpPr/>
            <p:nvPr/>
          </p:nvGrpSpPr>
          <p:grpSpPr>
            <a:xfrm>
              <a:off x="3681412" y="1029561"/>
              <a:ext cx="1781176" cy="1781176"/>
              <a:chOff x="3163162" y="1286736"/>
              <a:chExt cx="1781176" cy="178117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3163162" y="1286736"/>
                <a:ext cx="1781176" cy="1781176"/>
                <a:chOff x="5410200" y="1286736"/>
                <a:chExt cx="1781176" cy="1781176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 flipH="1">
                  <a:off x="5410200" y="1286736"/>
                  <a:ext cx="1781176" cy="1781176"/>
                  <a:chOff x="3333750" y="1457325"/>
                  <a:chExt cx="1440000" cy="1440000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3333750" y="145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6" name="矩形 15"/>
                  <p:cNvSpPr/>
                  <p:nvPr/>
                </p:nvSpPr>
                <p:spPr>
                  <a:xfrm>
                    <a:off x="4053750" y="145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" name="矩形 16"/>
                  <p:cNvSpPr/>
                  <p:nvPr/>
                </p:nvSpPr>
                <p:spPr>
                  <a:xfrm>
                    <a:off x="4053750" y="2177325"/>
                    <a:ext cx="720000" cy="720000"/>
                  </a:xfrm>
                  <a:prstGeom prst="rect">
                    <a:avLst/>
                  </a:prstGeom>
                  <a:solidFill>
                    <a:srgbClr val="0070C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3333750" y="2177325"/>
                    <a:ext cx="720000" cy="720000"/>
                  </a:xfrm>
                  <a:prstGeom prst="rect">
                    <a:avLst/>
                  </a:prstGeom>
                  <a:solidFill>
                    <a:srgbClr val="1C498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400" dirty="0">
                      <a:solidFill>
                        <a:prstClr val="white"/>
                      </a:solidFill>
                      <a:latin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>
                <a:xfrm>
                  <a:off x="5458688" y="1331325"/>
                  <a:ext cx="1692000" cy="169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3333750" y="1457325"/>
                <a:ext cx="1440000" cy="1440000"/>
                <a:chOff x="3333750" y="1457325"/>
                <a:chExt cx="1440000" cy="1440000"/>
              </a:xfrm>
            </p:grpSpPr>
            <p:sp>
              <p:nvSpPr>
                <p:cNvPr id="5" name="矩形 4"/>
                <p:cNvSpPr/>
                <p:nvPr/>
              </p:nvSpPr>
              <p:spPr>
                <a:xfrm>
                  <a:off x="3333750" y="145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053750" y="145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053750" y="2177325"/>
                  <a:ext cx="720000" cy="720000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3333750" y="2177325"/>
                  <a:ext cx="720000" cy="720000"/>
                </a:xfrm>
                <a:prstGeom prst="rect">
                  <a:avLst/>
                </a:prstGeom>
                <a:solidFill>
                  <a:srgbClr val="1C498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 dirty="0">
                    <a:solidFill>
                      <a:prstClr val="white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4126706" y="1135320"/>
              <a:ext cx="861053" cy="1546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800" dirty="0">
                  <a:solidFill>
                    <a:prstClr val="white"/>
                  </a:solidFill>
                  <a:latin typeface="微软雅黑"/>
                </a:rPr>
                <a:t>2</a:t>
              </a:r>
              <a:endParaRPr lang="zh-CN" altLang="en-US" sz="12800" dirty="0">
                <a:solidFill>
                  <a:prstClr val="white"/>
                </a:solidFill>
                <a:latin typeface="微软雅黑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328921" y="4961696"/>
            <a:ext cx="11523643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161007" y="4244365"/>
            <a:ext cx="4109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0170BD"/>
                </a:solidFill>
                <a:latin typeface="Calibri" panose="020F0502020204030204" pitchFamily="34" charset="0"/>
                <a:ea typeface="方正正粗黑简体" panose="02000000000000000000" pitchFamily="2" charset="-122"/>
                <a:cs typeface="Calibri" panose="020F0502020204030204" pitchFamily="34" charset="0"/>
              </a:rPr>
              <a:t>Calculation problem</a:t>
            </a:r>
            <a:endParaRPr lang="zh-CN" altLang="en-US" sz="3600" dirty="0">
              <a:solidFill>
                <a:srgbClr val="0170BD"/>
              </a:solidFill>
              <a:latin typeface="Calibri" panose="020F0502020204030204" pitchFamily="34" charset="0"/>
              <a:ea typeface="方正正粗黑简体" panose="02000000000000000000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35415" y="1215957"/>
            <a:ext cx="5369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Newton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迭代法会作为重点，主要考察收敛性判断和迭代求解：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57590" y="2416526"/>
            <a:ext cx="47081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(2019, NA)For sin(x)+2x-2=0, there exists unique root in [0,1],using iterative method to solve it.</a:t>
            </a:r>
          </a:p>
          <a:p>
            <a:pPr marL="457200" indent="-457200">
              <a:buAutoNum type="alphaLcParenR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Discuss whether the following iterations converge </a:t>
            </a:r>
          </a:p>
          <a:p>
            <a:pPr marL="457200" indent="-457200">
              <a:buAutoNum type="alphaLcParenR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Calculate the approximation value of root with initial guess x=0 and stop criterion |x</a:t>
            </a:r>
            <a:r>
              <a:rPr lang="en-US" altLang="zh-CN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-x</a:t>
            </a:r>
            <a:r>
              <a:rPr lang="en-US" altLang="zh-CN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k-1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|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≤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0.05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59558" y="3012863"/>
            <a:ext cx="41828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通用解法：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、根据题意写出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f(x)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、根据收敛条件判断收敛性。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、使用迭代法计算。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9A00DA5-56B9-D837-ECAC-82C09D5B862E}"/>
                  </a:ext>
                </a:extLst>
              </p14:cNvPr>
              <p14:cNvContentPartPr/>
              <p14:nvPr/>
            </p14:nvContentPartPr>
            <p14:xfrm>
              <a:off x="1238400" y="2577960"/>
              <a:ext cx="9245880" cy="35820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9A00DA5-56B9-D837-ECAC-82C09D5B86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040" y="2568600"/>
                <a:ext cx="9264600" cy="360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336" y="587685"/>
            <a:ext cx="8236410" cy="21093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文本框 4"/>
          <p:cNvSpPr txBox="1"/>
          <p:nvPr/>
        </p:nvSpPr>
        <p:spPr>
          <a:xfrm>
            <a:off x="1971472" y="2823871"/>
            <a:ext cx="77432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LcParenR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In this scheme, f(x)=1/2(2-sin(x)) and f’(x)=-cos(x)/2. 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interval [0,1], we have |f’(x)|=cos(x)/2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＜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cos(x)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＜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1.(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更简便但有局限性）</a:t>
            </a:r>
            <a:endParaRPr lang="en-US" altLang="zh-CN" sz="20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     So, in some neighborhood of root the above iteration is convergent.</a:t>
            </a:r>
          </a:p>
          <a:p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b)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96640" y="4455160"/>
          <a:ext cx="5669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Times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err="1"/>
                        <a:t>x</a:t>
                      </a:r>
                      <a:r>
                        <a:rPr lang="en-US" altLang="zh-CN" sz="1600" baseline="-25000" dirty="0" err="1"/>
                        <a:t>k</a:t>
                      </a:r>
                      <a:endParaRPr lang="en-US" altLang="zh-CN" sz="16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baseline="0" dirty="0"/>
                        <a:t>|xk-xk-1|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0.579265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-0.420735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0.726296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0.147031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0.667948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-0.058348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0.690312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0.022364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5B6B33A-E3A5-373A-377F-B3929C2DF855}"/>
                  </a:ext>
                </a:extLst>
              </p14:cNvPr>
              <p14:cNvContentPartPr/>
              <p14:nvPr/>
            </p14:nvContentPartPr>
            <p14:xfrm>
              <a:off x="3263760" y="1733400"/>
              <a:ext cx="5467680" cy="4756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5B6B33A-E3A5-373A-377F-B3929C2DF8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4400" y="1724040"/>
                <a:ext cx="5486400" cy="477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/>
        </p:nvSpPr>
        <p:spPr>
          <a:xfrm>
            <a:off x="823431" y="459259"/>
            <a:ext cx="8320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zh-CN" altLang="en-US" sz="2400" b="0" dirty="0">
                <a:solidFill>
                  <a:srgbClr val="0170BD"/>
                </a:solidFill>
              </a:rPr>
              <a:t>掌握</a:t>
            </a:r>
            <a:r>
              <a:rPr lang="en-US" altLang="zh-CN" sz="2400" b="0" dirty="0">
                <a:solidFill>
                  <a:srgbClr val="0170BD"/>
                </a:solidFill>
              </a:rPr>
              <a:t>LU</a:t>
            </a:r>
            <a:r>
              <a:rPr lang="zh-CN" altLang="en-US" sz="2400" b="0" dirty="0">
                <a:solidFill>
                  <a:srgbClr val="0170BD"/>
                </a:solidFill>
              </a:rPr>
              <a:t>分解法求方程组的解</a:t>
            </a:r>
            <a:endParaRPr lang="en-US" altLang="zh-CN" sz="2400" b="0" dirty="0">
              <a:solidFill>
                <a:srgbClr val="0170BD"/>
              </a:solidFill>
            </a:endParaRPr>
          </a:p>
          <a:p>
            <a:endParaRPr lang="en-US" altLang="zh-CN" sz="2400" b="0" dirty="0">
              <a:solidFill>
                <a:srgbClr val="0170BD"/>
              </a:solidFill>
            </a:endParaRPr>
          </a:p>
          <a:p>
            <a:r>
              <a:rPr lang="zh-CN" altLang="en-US" sz="2400" b="0" dirty="0">
                <a:solidFill>
                  <a:srgbClr val="0170BD"/>
                </a:solidFill>
              </a:rPr>
              <a:t>题目做法很简单 计算一定要仔细 算出结果后回代验算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823431" y="1659588"/>
                <a:ext cx="8202582" cy="1130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Example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Solve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by the LU decomposition method, using fractions in preference to decimals during computing.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31" y="1659588"/>
                <a:ext cx="8202582" cy="1130711"/>
              </a:xfrm>
              <a:prstGeom prst="rect">
                <a:avLst/>
              </a:prstGeom>
              <a:blipFill rotWithShape="1">
                <a:blip r:embed="rId3"/>
                <a:stretch>
                  <a:fillRect l="-6" t="-29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465007" y="2978638"/>
                <a:ext cx="5427406" cy="3420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Solution: The LU decomposition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By back substitution, we obtain</a:t>
                </a:r>
              </a:p>
              <a:p>
                <a:r>
                  <a:rPr lang="en-US" altLang="zh-CN" dirty="0"/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Ly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 4, −21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                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007" y="2978638"/>
                <a:ext cx="5427406" cy="3420103"/>
              </a:xfrm>
              <a:prstGeom prst="rect">
                <a:avLst/>
              </a:prstGeom>
              <a:blipFill rotWithShape="1">
                <a:blip r:embed="rId4"/>
                <a:stretch>
                  <a:fillRect l="-1" t="-14" r="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238ACFF-CDC7-21A7-E91D-D25DCBC262AD}"/>
                  </a:ext>
                </a:extLst>
              </p14:cNvPr>
              <p14:cNvContentPartPr/>
              <p14:nvPr/>
            </p14:nvContentPartPr>
            <p14:xfrm>
              <a:off x="3619440" y="3556080"/>
              <a:ext cx="2997720" cy="7304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238ACFF-CDC7-21A7-E91D-D25DCBC262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10080" y="3546720"/>
                <a:ext cx="3016440" cy="74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/>
        </p:nvSpPr>
        <p:spPr>
          <a:xfrm>
            <a:off x="-689091" y="431051"/>
            <a:ext cx="61514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</a:rPr>
              <a:t>Jacobi method</a:t>
            </a:r>
          </a:p>
          <a:p>
            <a:endParaRPr lang="zh-CN" altLang="en-US" sz="2400" b="0" dirty="0">
              <a:solidFill>
                <a:srgbClr val="0170BD"/>
              </a:solidFill>
            </a:endParaRPr>
          </a:p>
        </p:txBody>
      </p:sp>
      <p:graphicFrame>
        <p:nvGraphicFramePr>
          <p:cNvPr id="59" name="Object 7"/>
          <p:cNvGraphicFramePr>
            <a:graphicFrameLocks noChangeAspect="1"/>
          </p:cNvGraphicFramePr>
          <p:nvPr/>
        </p:nvGraphicFramePr>
        <p:xfrm>
          <a:off x="1104286" y="1262048"/>
          <a:ext cx="46672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5465" imgH="215900" progId="Equation.DSMT4">
                  <p:embed/>
                </p:oleObj>
              </mc:Choice>
              <mc:Fallback>
                <p:oleObj name="Equation" r:id="rId3" imgW="1815465" imgH="215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286" y="1262048"/>
                        <a:ext cx="4667250" cy="43656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644014" y="2093045"/>
            <a:ext cx="6676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ea typeface="Microsoft YaHei" panose="020B0503020204020204" pitchFamily="34" charset="-122"/>
                <a:cs typeface="Times New Roman" panose="02020503050405090304" pitchFamily="18" charset="0"/>
                <a:sym typeface="Calibri" panose="020F0502020204030204" pitchFamily="34" charset="0"/>
              </a:rPr>
              <a:t>Jacobi</a:t>
            </a:r>
            <a:r>
              <a:rPr lang="zh-CN" altLang="en-US" sz="1800" dirty="0">
                <a:latin typeface="Calibri" panose="020F0502020204030204" pitchFamily="34" charset="0"/>
                <a:ea typeface="Microsoft YaHei" panose="020B0503020204020204" pitchFamily="34" charset="-122"/>
                <a:sym typeface="Calibri" panose="020F0502020204030204" pitchFamily="34" charset="0"/>
              </a:rPr>
              <a:t>迭代矩阵为：</a:t>
            </a:r>
            <a:endParaRPr lang="zh-CN" altLang="en-US" dirty="0"/>
          </a:p>
        </p:txBody>
      </p:sp>
      <p:graphicFrame>
        <p:nvGraphicFramePr>
          <p:cNvPr id="62" name="Object 7"/>
          <p:cNvGraphicFramePr>
            <a:graphicFrameLocks noChangeAspect="1"/>
          </p:cNvGraphicFramePr>
          <p:nvPr/>
        </p:nvGraphicFramePr>
        <p:xfrm>
          <a:off x="2964599" y="2041257"/>
          <a:ext cx="2806937" cy="48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565" imgH="241300" progId="Equation.DSMT4">
                  <p:embed/>
                </p:oleObj>
              </mc:Choice>
              <mc:Fallback>
                <p:oleObj name="Equation" r:id="rId5" imgW="1091565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4599" y="2041257"/>
                        <a:ext cx="2806937" cy="4883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/>
              <p:cNvSpPr txBox="1"/>
              <p:nvPr/>
            </p:nvSpPr>
            <p:spPr>
              <a:xfrm>
                <a:off x="639916" y="3059668"/>
                <a:ext cx="8707284" cy="2327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dirty="0">
                    <a:latin typeface="楷体_GB2312" pitchFamily="49" charset="-122"/>
                    <a:ea typeface="楷体_GB2312" pitchFamily="49" charset="-122"/>
                    <a:cs typeface="Times New Roman" panose="02020503050405090304" pitchFamily="18" charset="0"/>
                  </a:rPr>
                  <a:t>Jacobi</a:t>
                </a:r>
                <a:r>
                  <a:rPr lang="zh-CN" altLang="en-US" sz="1800" b="1" dirty="0">
                    <a:latin typeface="楷体_GB2312" pitchFamily="49" charset="-122"/>
                    <a:ea typeface="楷体_GB2312" pitchFamily="49" charset="-122"/>
                    <a:cs typeface="Times New Roman" panose="02020503050405090304" pitchFamily="18" charset="0"/>
                  </a:rPr>
                  <a:t>迭代法的收敛条件</a:t>
                </a:r>
                <a:endParaRPr lang="en-US" altLang="zh-CN" sz="1800" b="1" dirty="0">
                  <a:latin typeface="楷体_GB2312" pitchFamily="49" charset="-122"/>
                  <a:ea typeface="楷体_GB2312" pitchFamily="49" charset="-122"/>
                  <a:cs typeface="Times New Roman" panose="02020503050405090304" pitchFamily="18" charset="0"/>
                </a:endParaRPr>
              </a:p>
              <a:p>
                <a:r>
                  <a:rPr lang="en-US" altLang="zh-CN" dirty="0">
                    <a:latin typeface="楷体_GB2312" pitchFamily="49" charset="-122"/>
                    <a:ea typeface="楷体_GB2312" pitchFamily="49" charset="-122"/>
                  </a:rPr>
                  <a:t> a.</a:t>
                </a:r>
                <a:r>
                  <a:rPr lang="zh-CN" altLang="en-US" dirty="0">
                    <a:latin typeface="楷体_GB2312" pitchFamily="49" charset="-122"/>
                    <a:ea typeface="楷体_GB2312" pitchFamily="49" charset="-122"/>
                  </a:rPr>
                  <a:t>充要条件</a:t>
                </a:r>
                <a:r>
                  <a:rPr lang="en-US" altLang="zh-CN" dirty="0">
                    <a:latin typeface="楷体_GB2312" pitchFamily="49" charset="-122"/>
                    <a:ea typeface="楷体_GB2312" pitchFamily="49" charset="-122"/>
                  </a:rPr>
                  <a:t>:Jacobi</a:t>
                </a:r>
                <a:r>
                  <a:rPr lang="zh-CN" altLang="en-US" dirty="0">
                    <a:latin typeface="楷体_GB2312" pitchFamily="49" charset="-122"/>
                    <a:ea typeface="楷体_GB2312" pitchFamily="49" charset="-122"/>
                  </a:rPr>
                  <a:t>方法关于任意初始向量         都收敛的充要条件是</a:t>
                </a:r>
                <a:r>
                  <a:rPr lang="en-US" altLang="zh-CN" sz="1800" dirty="0">
                    <a:latin typeface="楷体_GB2312" pitchFamily="49" charset="-122"/>
                    <a:ea typeface="楷体_GB2312" pitchFamily="49" charset="-122"/>
                    <a:cs typeface="Times New Roman" panose="0202050305040509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  <a:ea typeface="楷体_GB2312" pitchFamily="49" charset="-122"/>
                        <a:cs typeface="Times New Roman" panose="02020503050405090304" pitchFamily="18" charset="0"/>
                      </a:rPr>
                      <m:t>𝜌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_GB2312" pitchFamily="49" charset="-122"/>
                        <a:cs typeface="Times New Roman" panose="0202050305040509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_GB2312" pitchFamily="49" charset="-122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_GB2312" pitchFamily="49" charset="-122"/>
                            <a:cs typeface="Times New Roman" panose="0202050305040509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_GB2312" pitchFamily="49" charset="-122"/>
                            <a:cs typeface="Times New Roman" panose="02020503050405090304" pitchFamily="18" charset="0"/>
                          </a:rPr>
                          <m:t>𝐽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_GB2312" pitchFamily="49" charset="-122"/>
                        <a:cs typeface="Times New Roman" panose="02020503050405090304" pitchFamily="18" charset="0"/>
                      </a:rPr>
                      <m:t>)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503050405090304" pitchFamily="18" charset="0"/>
                      </a:rPr>
                      <m:t>&lt;1</m:t>
                    </m:r>
                  </m:oMath>
                </a14:m>
                <a:endParaRPr lang="en-US" altLang="zh-CN" dirty="0"/>
              </a:p>
              <a:p>
                <a:endParaRPr lang="en-US" altLang="zh-CN" sz="1800" dirty="0">
                  <a:latin typeface="楷体_GB2312" pitchFamily="49" charset="-122"/>
                  <a:ea typeface="楷体_GB2312" pitchFamily="49" charset="-122"/>
                  <a:cs typeface="Times New Roman" panose="02020503050405090304" pitchFamily="18" charset="0"/>
                </a:endParaRPr>
              </a:p>
              <a:p>
                <a:r>
                  <a:rPr lang="en-US" altLang="zh-CN" sz="1800" dirty="0">
                    <a:latin typeface="楷体_GB2312" pitchFamily="49" charset="-122"/>
                    <a:ea typeface="楷体_GB2312" pitchFamily="49" charset="-122"/>
                    <a:cs typeface="Times New Roman" panose="02020503050405090304" pitchFamily="18" charset="0"/>
                  </a:rPr>
                  <a:t> b.</a:t>
                </a:r>
                <a:r>
                  <a:rPr lang="zh-CN" altLang="en-US" sz="1800" dirty="0">
                    <a:latin typeface="楷体_GB2312" pitchFamily="49" charset="-122"/>
                    <a:ea typeface="楷体_GB2312" pitchFamily="49" charset="-122"/>
                    <a:cs typeface="Times New Roman" panose="02020503050405090304" pitchFamily="18" charset="0"/>
                  </a:rPr>
                  <a:t>充分条件</a:t>
                </a:r>
                <a:r>
                  <a:rPr lang="zh-CN" altLang="en-US" sz="1800" b="0" dirty="0">
                    <a:latin typeface="宋体" panose="02010600030101010101" pitchFamily="2" charset="-122"/>
                    <a:ea typeface="楷体_GB2312" pitchFamily="49" charset="-122"/>
                    <a:cs typeface="Times New Roman" panose="02020503050405090304" pitchFamily="18" charset="0"/>
                  </a:rPr>
                  <a:t>：</a:t>
                </a:r>
              </a:p>
              <a:p>
                <a:r>
                  <a:rPr lang="zh-CN" altLang="en-US" sz="1800" b="0" dirty="0">
                    <a:latin typeface="宋体" panose="02010600030101010101" pitchFamily="2" charset="-122"/>
                  </a:rPr>
                  <a:t>若            则</a:t>
                </a:r>
                <a:r>
                  <a:rPr lang="en-US" altLang="zh-CN" sz="1800" b="0" dirty="0"/>
                  <a:t>Jacobi</a:t>
                </a:r>
                <a:r>
                  <a:rPr lang="zh-CN" altLang="en-US" sz="1800" b="0" dirty="0">
                    <a:latin typeface="宋体" panose="02010600030101010101" pitchFamily="2" charset="-122"/>
                  </a:rPr>
                  <a:t>方法关于任意初始向量      都收敛。</a:t>
                </a:r>
                <a:endParaRPr lang="en-US" altLang="zh-CN" sz="1800" b="0" dirty="0">
                  <a:latin typeface="宋体" panose="02010600030101010101" pitchFamily="2" charset="-122"/>
                </a:endParaRPr>
              </a:p>
              <a:p>
                <a:endParaRPr lang="en-US" altLang="zh-CN" dirty="0">
                  <a:latin typeface="宋体" panose="02010600030101010101" pitchFamily="2" charset="-122"/>
                </a:endParaRPr>
              </a:p>
              <a:p>
                <a:endParaRPr lang="en-US" altLang="zh-CN" dirty="0">
                  <a:latin typeface="宋体" panose="02010600030101010101" pitchFamily="2" charset="-122"/>
                </a:endParaRPr>
              </a:p>
              <a:p>
                <a:r>
                  <a:rPr lang="zh-CN" altLang="en-US" sz="1800" b="0" dirty="0">
                    <a:latin typeface="宋体" panose="02010600030101010101" pitchFamily="2" charset="-122"/>
                  </a:rPr>
                  <a:t>系数矩阵</a:t>
                </a:r>
                <a:r>
                  <a:rPr lang="zh-CN" altLang="en-US" sz="1800" b="0" dirty="0"/>
                  <a:t>                         </a:t>
                </a:r>
                <a:r>
                  <a:rPr lang="zh-CN" altLang="en-US" sz="1800" b="0" dirty="0">
                    <a:latin typeface="宋体" panose="02010600030101010101" pitchFamily="2" charset="-122"/>
                  </a:rPr>
                  <a:t>严格对角占优则</a:t>
                </a:r>
                <a:r>
                  <a:rPr lang="en-US" altLang="zh-CN" sz="1800" b="0" dirty="0">
                    <a:cs typeface="Times New Roman" panose="02020503050405090304" pitchFamily="18" charset="0"/>
                  </a:rPr>
                  <a:t>Jacobi</a:t>
                </a:r>
                <a:r>
                  <a:rPr lang="zh-CN" altLang="en-US" sz="1800" b="0" dirty="0">
                    <a:latin typeface="宋体" panose="02010600030101010101" pitchFamily="2" charset="-122"/>
                  </a:rPr>
                  <a:t>迭代法关于任意初始向量      收敛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4" name="文本框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16" y="3059668"/>
                <a:ext cx="8707284" cy="2327753"/>
              </a:xfrm>
              <a:prstGeom prst="rect">
                <a:avLst/>
              </a:prstGeom>
              <a:blipFill rotWithShape="1">
                <a:blip r:embed="rId7"/>
                <a:stretch>
                  <a:fillRect l="-5" t="-10" b="-10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p:graphicFrame>
        <p:nvGraphicFramePr>
          <p:cNvPr id="65" name="Object 25"/>
          <p:cNvGraphicFramePr>
            <a:graphicFrameLocks noChangeAspect="1"/>
          </p:cNvGraphicFramePr>
          <p:nvPr/>
        </p:nvGraphicFramePr>
        <p:xfrm>
          <a:off x="1175406" y="4259997"/>
          <a:ext cx="9921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1945" imgH="123190" progId="Equation.DSMT4">
                  <p:embed/>
                </p:oleObj>
              </mc:Choice>
              <mc:Fallback>
                <p:oleObj name="Equation" r:id="rId8" imgW="321945" imgH="12319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406" y="4259997"/>
                        <a:ext cx="992187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6"/>
          <p:cNvGraphicFramePr>
            <a:graphicFrameLocks noChangeAspect="1"/>
          </p:cNvGraphicFramePr>
          <p:nvPr/>
        </p:nvGraphicFramePr>
        <p:xfrm>
          <a:off x="5517536" y="4238744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2555" imgH="78105" progId="Equation.DSMT4">
                  <p:embed/>
                </p:oleObj>
              </mc:Choice>
              <mc:Fallback>
                <p:oleObj name="Equation" r:id="rId10" imgW="122555" imgH="7810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7536" y="4238744"/>
                        <a:ext cx="508000" cy="4064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6"/>
          <p:cNvGraphicFramePr>
            <a:graphicFrameLocks noChangeAspect="1"/>
          </p:cNvGraphicFramePr>
          <p:nvPr/>
        </p:nvGraphicFramePr>
        <p:xfrm>
          <a:off x="4955042" y="3360604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2555" imgH="78105" progId="Equation.3">
                  <p:embed/>
                </p:oleObj>
              </mc:Choice>
              <mc:Fallback>
                <p:oleObj name="Equation" r:id="rId12" imgW="122555" imgH="7810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5042" y="3360604"/>
                        <a:ext cx="508000" cy="4064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6"/>
          <p:cNvGraphicFramePr>
            <a:graphicFrameLocks noChangeAspect="1"/>
          </p:cNvGraphicFramePr>
          <p:nvPr/>
        </p:nvGraphicFramePr>
        <p:xfrm>
          <a:off x="7986416" y="5061098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2555" imgH="78105" progId="Equation.3">
                  <p:embed/>
                </p:oleObj>
              </mc:Choice>
              <mc:Fallback>
                <p:oleObj name="Equation" r:id="rId13" imgW="122555" imgH="7810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6416" y="5061098"/>
                        <a:ext cx="508000" cy="4064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8"/>
          <p:cNvGraphicFramePr>
            <a:graphicFrameLocks noChangeAspect="1"/>
          </p:cNvGraphicFramePr>
          <p:nvPr/>
        </p:nvGraphicFramePr>
        <p:xfrm>
          <a:off x="1690528" y="4986485"/>
          <a:ext cx="139223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935" imgH="103505" progId="Equation.3">
                  <p:embed/>
                </p:oleObj>
              </mc:Choice>
              <mc:Fallback>
                <p:oleObj name="Equation" r:id="rId14" imgW="495935" imgH="10350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528" y="4986485"/>
                        <a:ext cx="1392237" cy="4810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94B16CE-0D51-4281-36E3-4512CBEF830C}"/>
                  </a:ext>
                </a:extLst>
              </p14:cNvPr>
              <p14:cNvContentPartPr/>
              <p14:nvPr/>
            </p14:nvContentPartPr>
            <p14:xfrm>
              <a:off x="1060560" y="177840"/>
              <a:ext cx="8782200" cy="55882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94B16CE-0D51-4281-36E3-4512CBEF830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1200" y="168480"/>
                <a:ext cx="8800920" cy="560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/>
          <p:cNvSpPr txBox="1"/>
          <p:nvPr/>
        </p:nvSpPr>
        <p:spPr>
          <a:xfrm>
            <a:off x="4034742" y="538222"/>
            <a:ext cx="4122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 b="1">
                <a:solidFill>
                  <a:srgbClr val="1C4987"/>
                </a:solidFill>
                <a:latin typeface="方正正粗黑简体" panose="02000000000000000000" pitchFamily="2" charset="-122"/>
                <a:ea typeface="方正正粗黑简体" panose="02000000000000000000" pitchFamily="2" charset="-122"/>
              </a:defRPr>
            </a:lvl1pPr>
          </a:lstStyle>
          <a:p>
            <a:r>
              <a:rPr lang="en-US" altLang="zh-CN" sz="2400" b="0" dirty="0">
                <a:solidFill>
                  <a:srgbClr val="0170BD"/>
                </a:solidFill>
              </a:rPr>
              <a:t>Gauss-Seidel method</a:t>
            </a:r>
            <a:endParaRPr lang="zh-CN" altLang="en-US" sz="2400" b="0" dirty="0">
              <a:solidFill>
                <a:srgbClr val="0170BD"/>
              </a:solidFill>
            </a:endParaRPr>
          </a:p>
        </p:txBody>
      </p:sp>
      <p:graphicFrame>
        <p:nvGraphicFramePr>
          <p:cNvPr id="472" name="Object 2"/>
          <p:cNvGraphicFramePr>
            <a:graphicFrameLocks noChangeAspect="1"/>
          </p:cNvGraphicFramePr>
          <p:nvPr/>
        </p:nvGraphicFramePr>
        <p:xfrm>
          <a:off x="2022793" y="1105853"/>
          <a:ext cx="4530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02765" imgH="97155" progId="Equation.DSMT4">
                  <p:embed/>
                </p:oleObj>
              </mc:Choice>
              <mc:Fallback>
                <p:oleObj name="Equation" r:id="rId3" imgW="1802765" imgH="9715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793" y="1105853"/>
                        <a:ext cx="4530725" cy="4572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" name="文本框 472"/>
          <p:cNvSpPr txBox="1"/>
          <p:nvPr/>
        </p:nvSpPr>
        <p:spPr>
          <a:xfrm>
            <a:off x="1003935" y="1882894"/>
            <a:ext cx="6568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楷体_GB2312" pitchFamily="49" charset="-122"/>
                <a:ea typeface="楷体_GB2312" pitchFamily="49" charset="-122"/>
              </a:rPr>
              <a:t>Gauss-Seidel 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</a:rPr>
              <a:t>迭代的迭代矩阵为：</a:t>
            </a:r>
            <a:endParaRPr lang="zh-CN" altLang="en-US" dirty="0"/>
          </a:p>
        </p:txBody>
      </p:sp>
      <p:graphicFrame>
        <p:nvGraphicFramePr>
          <p:cNvPr id="474" name="Object 6"/>
          <p:cNvGraphicFramePr>
            <a:graphicFrameLocks noChangeAspect="1"/>
          </p:cNvGraphicFramePr>
          <p:nvPr/>
        </p:nvGraphicFramePr>
        <p:xfrm>
          <a:off x="4724400" y="1769626"/>
          <a:ext cx="21494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05180" imgH="103505" progId="Equation.DSMT4">
                  <p:embed/>
                </p:oleObj>
              </mc:Choice>
              <mc:Fallback>
                <p:oleObj name="Equation" r:id="rId5" imgW="805180" imgH="1035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769626"/>
                        <a:ext cx="2149475" cy="4826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" name="文本框 474"/>
          <p:cNvSpPr txBox="1"/>
          <p:nvPr/>
        </p:nvSpPr>
        <p:spPr>
          <a:xfrm>
            <a:off x="825500" y="2652633"/>
            <a:ext cx="6568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dirty="0">
                <a:latin typeface="楷体_GB2312" pitchFamily="49" charset="-122"/>
                <a:ea typeface="楷体_GB2312" pitchFamily="49" charset="-122"/>
              </a:rPr>
              <a:t>Gauss-Seidel</a:t>
            </a:r>
            <a:r>
              <a:rPr kumimoji="0" lang="zh-CN" altLang="en-US" sz="1800" dirty="0">
                <a:latin typeface="楷体_GB2312" pitchFamily="49" charset="-122"/>
                <a:ea typeface="楷体_GB2312" pitchFamily="49" charset="-122"/>
              </a:rPr>
              <a:t>迭代法的收敛条件</a:t>
            </a:r>
            <a:r>
              <a:rPr kumimoji="0" lang="en-US" altLang="zh-CN" sz="1800" dirty="0"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en-US" dirty="0"/>
          </a:p>
        </p:txBody>
      </p:sp>
      <p:sp>
        <p:nvSpPr>
          <p:cNvPr id="476" name="文本框 475"/>
          <p:cNvSpPr txBox="1"/>
          <p:nvPr/>
        </p:nvSpPr>
        <p:spPr>
          <a:xfrm>
            <a:off x="1130300" y="3422372"/>
            <a:ext cx="6568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楷体_GB2312" pitchFamily="49" charset="-122"/>
                <a:ea typeface="楷体_GB2312" pitchFamily="49" charset="-122"/>
                <a:cs typeface="Times New Roman" panose="02020503050405090304" pitchFamily="18" charset="0"/>
              </a:rPr>
              <a:t>a.</a:t>
            </a:r>
            <a:r>
              <a:rPr lang="zh-CN" altLang="en-US" sz="1800" dirty="0">
                <a:latin typeface="楷体_GB2312" pitchFamily="49" charset="-122"/>
                <a:ea typeface="楷体_GB2312" pitchFamily="49" charset="-122"/>
                <a:cs typeface="Times New Roman" panose="02020503050405090304" pitchFamily="18" charset="0"/>
              </a:rPr>
              <a:t>充要条件</a:t>
            </a:r>
            <a:endParaRPr lang="en-US" altLang="zh-CN" sz="1800" dirty="0">
              <a:latin typeface="楷体_GB2312" pitchFamily="49" charset="-122"/>
              <a:ea typeface="楷体_GB2312" pitchFamily="49" charset="-122"/>
              <a:cs typeface="Times New Roman" panose="02020503050405090304" pitchFamily="18" charset="0"/>
            </a:endParaRPr>
          </a:p>
          <a:p>
            <a:endParaRPr lang="en-US" altLang="zh-CN" dirty="0">
              <a:ea typeface="楷体_GB2312" pitchFamily="49" charset="-122"/>
              <a:cs typeface="Times New Roman" panose="02020503050405090304" pitchFamily="18" charset="0"/>
            </a:endParaRPr>
          </a:p>
          <a:p>
            <a:endParaRPr lang="en-US" altLang="zh-CN" dirty="0">
              <a:ea typeface="楷体_GB2312" pitchFamily="49" charset="-122"/>
              <a:cs typeface="Times New Roman" panose="02020503050405090304" pitchFamily="18" charset="0"/>
            </a:endParaRPr>
          </a:p>
          <a:p>
            <a:r>
              <a:rPr lang="en-US" altLang="zh-CN" dirty="0">
                <a:ea typeface="楷体_GB2312" pitchFamily="49" charset="-122"/>
                <a:cs typeface="Times New Roman" panose="02020503050405090304" pitchFamily="18" charset="0"/>
              </a:rPr>
              <a:t>b.</a:t>
            </a:r>
            <a:r>
              <a:rPr lang="zh-CN" altLang="en-US" dirty="0">
                <a:ea typeface="楷体_GB2312" pitchFamily="49" charset="-122"/>
                <a:cs typeface="Times New Roman" panose="02020503050405090304" pitchFamily="18" charset="0"/>
              </a:rPr>
              <a:t>充分条件</a:t>
            </a:r>
            <a:endParaRPr lang="zh-CN" altLang="en-US" dirty="0"/>
          </a:p>
        </p:txBody>
      </p:sp>
      <p:graphicFrame>
        <p:nvGraphicFramePr>
          <p:cNvPr id="477" name="Object 10"/>
          <p:cNvGraphicFramePr>
            <a:graphicFrameLocks noChangeAspect="1"/>
          </p:cNvGraphicFramePr>
          <p:nvPr/>
        </p:nvGraphicFramePr>
        <p:xfrm>
          <a:off x="2568893" y="3422372"/>
          <a:ext cx="12271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8465" imgH="97155" progId="Equation.DSMT4">
                  <p:embed/>
                </p:oleObj>
              </mc:Choice>
              <mc:Fallback>
                <p:oleObj name="Equation" r:id="rId7" imgW="418465" imgH="9715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893" y="3422372"/>
                        <a:ext cx="1227138" cy="4572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059" y="4293164"/>
            <a:ext cx="5563082" cy="7011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ACFECB9-31FA-3EFE-F0C6-70ACDCFB6B9D}"/>
                  </a:ext>
                </a:extLst>
              </p14:cNvPr>
              <p14:cNvContentPartPr/>
              <p14:nvPr/>
            </p14:nvContentPartPr>
            <p14:xfrm>
              <a:off x="2330280" y="1409760"/>
              <a:ext cx="5118480" cy="26737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ACFECB9-31FA-3EFE-F0C6-70ACDCFB6B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20920" y="1400400"/>
                <a:ext cx="5137200" cy="269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49680" y="782320"/>
            <a:ext cx="8070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masis MT Pro Black" panose="020B0604020202020204" pitchFamily="18" charset="0"/>
              </a:rPr>
              <a:t>Jacobi </a:t>
            </a:r>
            <a:r>
              <a:rPr lang="zh-CN" altLang="en-US" sz="2400" dirty="0">
                <a:latin typeface="Amasis MT Pro Black" panose="020B0604020202020204" pitchFamily="18" charset="0"/>
              </a:rPr>
              <a:t>和 </a:t>
            </a:r>
            <a:r>
              <a:rPr lang="en-US" altLang="zh-CN" sz="2400" dirty="0">
                <a:latin typeface="Amasis MT Pro Black" panose="020B0604020202020204" pitchFamily="18" charset="0"/>
              </a:rPr>
              <a:t>Gauss-Seidel </a:t>
            </a:r>
            <a:r>
              <a:rPr lang="zh-CN" altLang="en-US" sz="2400" dirty="0">
                <a:latin typeface="Amasis MT Pro Black" panose="020B0604020202020204" pitchFamily="18" charset="0"/>
              </a:rPr>
              <a:t>考点在于判断收敛性及迭代求解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249680" y="1442720"/>
                <a:ext cx="9509760" cy="2361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For a given system of linear equations</a:t>
                </a:r>
              </a:p>
              <a:p>
                <a:r>
                  <a:rPr lang="en-US" altLang="zh-CN" dirty="0"/>
                  <a:t>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=−3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write out the corresponding Jacobi iteration and Gauss-Seidel iteration. Are these two schemes convergent? Motivate your answer.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Solution: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680" y="1442720"/>
                <a:ext cx="9509760" cy="2361609"/>
              </a:xfrm>
              <a:prstGeom prst="rect">
                <a:avLst/>
              </a:prstGeom>
              <a:blipFill rotWithShape="1">
                <a:blip r:embed="rId2"/>
                <a:stretch>
                  <a:fillRect b="-4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91" y="2987040"/>
            <a:ext cx="6797040" cy="33985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B89CA42-85F6-7C17-1028-C4CFA24411DA}"/>
                  </a:ext>
                </a:extLst>
              </p14:cNvPr>
              <p14:cNvContentPartPr/>
              <p14:nvPr/>
            </p14:nvContentPartPr>
            <p14:xfrm>
              <a:off x="1359000" y="654120"/>
              <a:ext cx="9068040" cy="56898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B89CA42-85F6-7C17-1028-C4CFA24411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640" y="644760"/>
                <a:ext cx="9086760" cy="570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手机屏幕截图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02" y="518160"/>
            <a:ext cx="9683818" cy="54641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FAB7286-9FEF-0758-8A02-EE758A11B606}"/>
                  </a:ext>
                </a:extLst>
              </p14:cNvPr>
              <p14:cNvContentPartPr/>
              <p14:nvPr/>
            </p14:nvContentPartPr>
            <p14:xfrm>
              <a:off x="2863800" y="1689120"/>
              <a:ext cx="7664760" cy="4432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FAB7286-9FEF-0758-8A02-EE758A11B6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4440" y="1679760"/>
                <a:ext cx="7683480" cy="445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8CC242-63B9-636D-C07D-D62DCE3559BC}"/>
              </a:ext>
            </a:extLst>
          </p:cNvPr>
          <p:cNvSpPr txBox="1"/>
          <p:nvPr/>
        </p:nvSpPr>
        <p:spPr>
          <a:xfrm>
            <a:off x="1387012" y="1150706"/>
            <a:ext cx="87330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Matlab</a:t>
            </a:r>
            <a:r>
              <a:rPr lang="en-US" altLang="zh-CN" dirty="0"/>
              <a:t> </a:t>
            </a:r>
            <a:r>
              <a:rPr lang="zh-CN" altLang="en-US" dirty="0"/>
              <a:t>代码题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第二章</a:t>
            </a:r>
            <a:endParaRPr lang="en-US" altLang="zh-CN" dirty="0"/>
          </a:p>
          <a:p>
            <a:r>
              <a:rPr lang="zh-CN" altLang="en-US" dirty="0"/>
              <a:t>高斯消元法</a:t>
            </a:r>
            <a:endParaRPr lang="en-US" altLang="zh-CN" dirty="0"/>
          </a:p>
          <a:p>
            <a:r>
              <a:rPr lang="en-US" altLang="zh-CN" dirty="0"/>
              <a:t>LU</a:t>
            </a:r>
            <a:r>
              <a:rPr lang="zh-CN" altLang="en-US" dirty="0"/>
              <a:t>分解等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看老师发的代码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66787c6-39de-4895-b837-6de8886c694a}"/>
  <p:tag name="TABLE_ENDDRAG_ORIGIN_RECT" val="468*144"/>
  <p:tag name="TABLE_ENDDRAG_RECT" val="283*360*446*1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764</Words>
  <Application>Microsoft Office PowerPoint</Application>
  <PresentationFormat>宽屏</PresentationFormat>
  <Paragraphs>131</Paragraphs>
  <Slides>16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PingFang SC</vt:lpstr>
      <vt:lpstr>等线</vt:lpstr>
      <vt:lpstr>等线 Light</vt:lpstr>
      <vt:lpstr>方正正粗黑简体</vt:lpstr>
      <vt:lpstr>楷体_GB2312</vt:lpstr>
      <vt:lpstr>宋体</vt:lpstr>
      <vt:lpstr>微软雅黑</vt:lpstr>
      <vt:lpstr>Amasis MT Pro Black</vt:lpstr>
      <vt:lpstr>Arial</vt:lpstr>
      <vt:lpstr>Calibri</vt:lpstr>
      <vt:lpstr>Cambria Math</vt:lpstr>
      <vt:lpstr>Office 主题​​</vt:lpstr>
      <vt:lpstr>1_Office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Yiwei Han</dc:creator>
  <cp:lastModifiedBy>李 翰铭</cp:lastModifiedBy>
  <cp:revision>40</cp:revision>
  <dcterms:created xsi:type="dcterms:W3CDTF">2022-05-06T12:45:23Z</dcterms:created>
  <dcterms:modified xsi:type="dcterms:W3CDTF">2023-05-06T11:57:54Z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2052-4.1.2.6545</vt:lpwstr>
  </property>
</Properties>
</file>