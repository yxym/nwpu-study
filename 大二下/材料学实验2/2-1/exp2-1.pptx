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45"/>
    <p:restoredTop sz="94693"/>
  </p:normalViewPr>
  <p:slideViewPr>
    <p:cSldViewPr snapToGrid="0" showGuides="1">
      <p:cViewPr>
        <p:scale>
          <a:sx n="70" d="100"/>
          <a:sy n="70" d="100"/>
        </p:scale>
        <p:origin x="840" y="112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40285-08B9-994F-F2D7-AC7C10963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D00D52-D6A2-3C09-1801-ED163577F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80C2DC-CFB3-DC97-411E-28CBBC7B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F1FD4-C561-AB4E-1770-FB22D981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766F7-B603-AB53-0A3E-59FEFAFD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397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82A82-45C7-7F58-A7B2-0F509E6A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5B509-30F4-54AA-3CC6-3E19F9BBF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3C763-B684-CE71-193B-D40AC35F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DF673-1402-52F6-9B25-48F9A3FF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DA4FE-903D-D290-AD7D-31B235CC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636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16807-E455-A3BC-9192-638F5BE2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C67FF-F1D5-ACC5-4B4E-11D1B1AD6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E5783-F0EE-713D-0BCF-010CB52F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77FBB-3FCB-2DF4-DD83-DB4EE06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9EF51-E69C-C614-C896-8A0EE1A3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43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53532-C269-E770-A3F6-2256BF9B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46065-49C4-C8F0-D764-7DA74BB79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EEEF3-9E4A-10F8-B5D0-5C61197A7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693A12-971C-6D3E-9EB2-27B08A3D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7711D9-AF9C-DAF5-E450-954A01A8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DA204-FAAE-C37A-CE59-2283F3F5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08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E6AA2-DF30-8CF2-0C67-01BDDFC9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BF070A-28CC-8C6E-DA08-1560ECD7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BFD18F-067A-3631-E375-D9B63C049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2BA9F2-384E-F50F-21EF-A11730D2B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AE83E9-6122-4EA6-87B4-0ECA70E37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6D241D-EB83-F410-DCE2-CAC7F7DE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EEF40C-83A8-1C70-24CA-49927712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CDC44-2624-20CC-ACF9-49277F72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052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1BB1E-A779-A380-DBA4-DDBA7BEF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7126C2-DCC4-BE41-F76C-D451A9B3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01F4C1-9CB5-FFD6-7252-6ADC79FE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8AF501-4AAE-99FB-CB20-311DB945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756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E7396D-A6C3-42AF-2ECC-8B9BC400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F2BB86-553D-286D-9027-11E07E8E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6AED6-8EA3-5FE7-74CF-53BABFC4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863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A8BEB-2C5E-4401-0BC9-6A393045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EF1D8-6D29-8C92-2276-9A1EB7E6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42816-98C6-F282-63C0-C6ADEE72A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BD107E-06D0-0FAB-EACF-70E2CC9A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7257FE-0C03-6B81-BBDF-23097A46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E9553E-0AAB-C37B-CDFB-1439845A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876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DFC00-19D8-22B8-EA17-236B5798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380D39-2331-D12C-A58A-0576902A9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9A56F4-8111-79B2-EDB8-37463AEF4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3581D-3F26-7FEF-E900-3CAB03B9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ED308-CDCF-C3E9-43EC-462EF3D1E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9EF4AC-70C9-13A6-7580-7ECB1A1F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811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B04AD-A15F-ED6C-F3B7-DA8FB9FB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A207C7-E6C5-1243-7CBA-EF3B0B61C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3E8CB-AB86-89E9-0A43-B836EA29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D18D9-CD75-4204-9609-4C1F6259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9F3BB2-D533-A8B3-9F72-6B072D0B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298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6A7346-69FE-69F6-1A86-A42BDAA4E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2AEA51-93ED-FB5A-1BB9-DA28501CD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639CE-B464-BED2-3FF1-8E8E3186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898A1-32E5-A907-3853-F75D283B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5E376-1B09-5F7A-EEEC-8C70BB89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77299B-18C8-74ED-2FEB-85209CB2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EC6276-CA84-93AD-8C4D-1F00C52D1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2DE39-7779-4BFD-1D95-54134C2DA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2B862-AB9F-F641-901A-7813A701839A}" type="datetimeFigureOut">
              <a:rPr kumimoji="1" lang="zh-CN" altLang="en-US" smtClean="0"/>
              <a:t>2025/3/5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9C2F6D-48F9-8B12-67A2-8A999681D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262FAF-215D-C665-4AEF-4CFF1B1B6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B7CA7-DF1E-4143-BAE3-B709A3331C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073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表, 散点图&#10;&#10;AI 生成的内容可能不正确。">
            <a:extLst>
              <a:ext uri="{FF2B5EF4-FFF2-40B4-BE49-F238E27FC236}">
                <a16:creationId xmlns:a16="http://schemas.microsoft.com/office/drawing/2014/main" id="{AAA4B0F9-3FF8-B478-F6BB-D8D6E71E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86"/>
          <a:stretch/>
        </p:blipFill>
        <p:spPr>
          <a:xfrm>
            <a:off x="1604116" y="1375227"/>
            <a:ext cx="4965856" cy="4107545"/>
          </a:xfrm>
          <a:prstGeom prst="rect">
            <a:avLst/>
          </a:prstGeom>
        </p:spPr>
      </p:pic>
      <p:sp>
        <p:nvSpPr>
          <p:cNvPr id="7" name="文本框 9">
            <a:extLst>
              <a:ext uri="{FF2B5EF4-FFF2-40B4-BE49-F238E27FC236}">
                <a16:creationId xmlns:a16="http://schemas.microsoft.com/office/drawing/2014/main" id="{24CABA88-27C3-DA90-3146-7001A3BDA543}"/>
              </a:ext>
            </a:extLst>
          </p:cNvPr>
          <p:cNvSpPr txBox="1"/>
          <p:nvPr/>
        </p:nvSpPr>
        <p:spPr>
          <a:xfrm>
            <a:off x="2299165" y="1863282"/>
            <a:ext cx="41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02F7F05D-1C9A-EECA-7CCB-43BB358E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6"/>
          <a:stretch/>
        </p:blipFill>
        <p:spPr>
          <a:xfrm>
            <a:off x="6011016" y="1375227"/>
            <a:ext cx="4965856" cy="4107545"/>
          </a:xfrm>
          <a:prstGeom prst="rect">
            <a:avLst/>
          </a:prstGeom>
        </p:spPr>
      </p:pic>
      <p:sp>
        <p:nvSpPr>
          <p:cNvPr id="8" name="文本框 10">
            <a:extLst>
              <a:ext uri="{FF2B5EF4-FFF2-40B4-BE49-F238E27FC236}">
                <a16:creationId xmlns:a16="http://schemas.microsoft.com/office/drawing/2014/main" id="{CA0D2320-0C0E-8D05-5C0F-9D1C9B4D87E0}"/>
              </a:ext>
            </a:extLst>
          </p:cNvPr>
          <p:cNvSpPr txBox="1"/>
          <p:nvPr/>
        </p:nvSpPr>
        <p:spPr>
          <a:xfrm>
            <a:off x="6665747" y="1863282"/>
            <a:ext cx="41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33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27C5-66C5-2F0B-24E7-5FF3C0D9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FCC90152-59DE-36CA-9A93-75C5F3BFD72B}"/>
              </a:ext>
            </a:extLst>
          </p:cNvPr>
          <p:cNvGrpSpPr/>
          <p:nvPr/>
        </p:nvGrpSpPr>
        <p:grpSpPr>
          <a:xfrm>
            <a:off x="739686" y="1332453"/>
            <a:ext cx="9853205" cy="4193092"/>
            <a:chOff x="739686" y="1332453"/>
            <a:chExt cx="9853205" cy="419309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15ADF0B-95A0-9399-627B-5BE0A5F52777}"/>
                </a:ext>
              </a:extLst>
            </p:cNvPr>
            <p:cNvGrpSpPr/>
            <p:nvPr/>
          </p:nvGrpSpPr>
          <p:grpSpPr>
            <a:xfrm>
              <a:off x="739686" y="1332453"/>
              <a:ext cx="9853205" cy="4193092"/>
              <a:chOff x="739686" y="1332453"/>
              <a:chExt cx="9853205" cy="4193092"/>
            </a:xfrm>
          </p:grpSpPr>
          <p:pic>
            <p:nvPicPr>
              <p:cNvPr id="4" name="图片 3" descr="图表, 箱线图&#10;&#10;AI 生成的内容可能不正确。">
                <a:extLst>
                  <a:ext uri="{FF2B5EF4-FFF2-40B4-BE49-F238E27FC236}">
                    <a16:creationId xmlns:a16="http://schemas.microsoft.com/office/drawing/2014/main" id="{3E92D63D-269D-BB11-D615-66E29974A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9686" y="1332454"/>
                <a:ext cx="5479447" cy="4193091"/>
              </a:xfrm>
              <a:prstGeom prst="rect">
                <a:avLst/>
              </a:prstGeom>
            </p:spPr>
          </p:pic>
          <p:pic>
            <p:nvPicPr>
              <p:cNvPr id="7" name="图片 6" descr="图表, 箱线图&#10;&#10;AI 生成的内容可能不正确。">
                <a:extLst>
                  <a:ext uri="{FF2B5EF4-FFF2-40B4-BE49-F238E27FC236}">
                    <a16:creationId xmlns:a16="http://schemas.microsoft.com/office/drawing/2014/main" id="{C1DD023A-E4C4-B947-41D0-A305309EE0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023"/>
              <a:stretch/>
            </p:blipFill>
            <p:spPr>
              <a:xfrm>
                <a:off x="5498276" y="1332453"/>
                <a:ext cx="5094615" cy="4193091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4CABA88-27C3-DA90-3146-7001A3BDA543}"/>
                </a:ext>
              </a:extLst>
            </p:cNvPr>
            <p:cNvSpPr txBox="1"/>
            <p:nvPr/>
          </p:nvSpPr>
          <p:spPr>
            <a:xfrm>
              <a:off x="1900051" y="1840675"/>
              <a:ext cx="415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A0D2320-0C0E-8D05-5C0F-9D1C9B4D87E0}"/>
                </a:ext>
              </a:extLst>
            </p:cNvPr>
            <p:cNvSpPr txBox="1"/>
            <p:nvPr/>
          </p:nvSpPr>
          <p:spPr>
            <a:xfrm>
              <a:off x="6219133" y="1840675"/>
              <a:ext cx="415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58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9DBCDC-9899-460E-BB93-9A18B796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07" y="311876"/>
            <a:ext cx="4339718" cy="3320925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4D4D6A54-02F9-A1C8-ADF3-AE437B693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55" y="313950"/>
            <a:ext cx="4339717" cy="3320924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5881BE79-CDDC-235C-6AF9-973B3A32D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607" y="3426926"/>
            <a:ext cx="4339718" cy="3320925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3C949EEE-67B9-3FF2-DB2F-7B5A699BE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9312" y="3429000"/>
            <a:ext cx="4339718" cy="33209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35DF5D4-BAEF-8B8E-866D-5ABC4D708E71}"/>
              </a:ext>
            </a:extLst>
          </p:cNvPr>
          <p:cNvSpPr txBox="1"/>
          <p:nvPr/>
        </p:nvSpPr>
        <p:spPr>
          <a:xfrm>
            <a:off x="2368010" y="712266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9AD277-FE20-CC8D-5CD8-DF1004A72DF8}"/>
              </a:ext>
            </a:extLst>
          </p:cNvPr>
          <p:cNvSpPr txBox="1"/>
          <p:nvPr/>
        </p:nvSpPr>
        <p:spPr>
          <a:xfrm>
            <a:off x="6177537" y="712266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935DF5D4-BAEF-8B8E-866D-5ABC4D708E71}"/>
              </a:ext>
            </a:extLst>
          </p:cNvPr>
          <p:cNvSpPr txBox="1"/>
          <p:nvPr/>
        </p:nvSpPr>
        <p:spPr>
          <a:xfrm>
            <a:off x="2368010" y="3848525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9">
            <a:extLst>
              <a:ext uri="{FF2B5EF4-FFF2-40B4-BE49-F238E27FC236}">
                <a16:creationId xmlns:a16="http://schemas.microsoft.com/office/drawing/2014/main" id="{935DF5D4-BAEF-8B8E-866D-5ABC4D708E71}"/>
              </a:ext>
            </a:extLst>
          </p:cNvPr>
          <p:cNvSpPr txBox="1"/>
          <p:nvPr/>
        </p:nvSpPr>
        <p:spPr>
          <a:xfrm>
            <a:off x="6177537" y="3848525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5635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709A09D1-8523-5475-B47D-CBE4B5F8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98" y="1428826"/>
            <a:ext cx="5231224" cy="4000348"/>
          </a:xfrm>
          <a:prstGeom prst="rect">
            <a:avLst/>
          </a:prstGeom>
        </p:spPr>
      </p:pic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D133320A-83A3-7397-230D-734719960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27"/>
          <a:stretch/>
        </p:blipFill>
        <p:spPr>
          <a:xfrm>
            <a:off x="6109853" y="1414971"/>
            <a:ext cx="4842459" cy="40003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55E76F-945F-AF9E-6C2E-EBBE926EBAB9}"/>
              </a:ext>
            </a:extLst>
          </p:cNvPr>
          <p:cNvSpPr txBox="1"/>
          <p:nvPr/>
        </p:nvSpPr>
        <p:spPr>
          <a:xfrm>
            <a:off x="2321332" y="2131163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FE9221-786F-3ADA-36FA-9BFE7B576B53}"/>
              </a:ext>
            </a:extLst>
          </p:cNvPr>
          <p:cNvSpPr txBox="1"/>
          <p:nvPr/>
        </p:nvSpPr>
        <p:spPr>
          <a:xfrm>
            <a:off x="6636822" y="2131163"/>
            <a:ext cx="33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26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79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</Words>
  <Application>Microsoft Macintosh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Xuanming Che</dc:creator>
  <cp:lastModifiedBy>Xuanming Che</cp:lastModifiedBy>
  <cp:revision>4</cp:revision>
  <dcterms:created xsi:type="dcterms:W3CDTF">2025-03-03T16:52:47Z</dcterms:created>
  <dcterms:modified xsi:type="dcterms:W3CDTF">2025-03-05T09:38:41Z</dcterms:modified>
</cp:coreProperties>
</file>